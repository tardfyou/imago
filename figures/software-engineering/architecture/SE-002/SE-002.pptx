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216b3d63ef4a47" /><Relationship Type="http://schemas.openxmlformats.org/officeDocument/2006/relationships/extended-properties" Target="/docProps/app.xml" Id="R40e9b002265a45de" /><Relationship Type="http://schemas.openxmlformats.org/officeDocument/2006/relationships/officeDocument" Target="/ppt/presentation.xml" Id="Re4efa09f6d1e41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78e91bad584ecd"/>
  </p:sldMasterIdLst>
  <p:notesMasterIdLst>
    <p:notesMasterId xmlns:r="http://schemas.openxmlformats.org/officeDocument/2006/relationships" r:id="R950e67ae3e5248ce"/>
  </p:notesMasterIdLst>
  <p:sldIdLst>
    <p:sldId xmlns:r="http://schemas.openxmlformats.org/officeDocument/2006/relationships" id="256" r:id="R55504acbb45f4f4e"/>
  </p:sldIdLst>
  <p:sldSz cx="11144250" cy="2314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78b3207d7047f7" /><Relationship Type="http://schemas.openxmlformats.org/officeDocument/2006/relationships/slideMaster" Target="/ppt/slideMasters/slideMaster1.xml" Id="R4d78e91bad584ecd" /><Relationship Type="http://schemas.openxmlformats.org/officeDocument/2006/relationships/notesMaster" Target="/ppt/notesMasters/notesMaster1.xml" Id="R950e67ae3e5248ce" /><Relationship Type="http://schemas.openxmlformats.org/officeDocument/2006/relationships/presProps" Target="/ppt/presProps.xml" Id="R3f1d24d2eb664aab" /><Relationship Type="http://schemas.openxmlformats.org/officeDocument/2006/relationships/tableStyles" Target="/ppt/tableStyles.xml" Id="R37c4b1238e4048ce" /><Relationship Type="http://schemas.openxmlformats.org/officeDocument/2006/relationships/slide" Target="/ppt/slides/slide1.xml" Id="R55504acbb45f4f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2db61e99a44b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78a1710a934471" /><Relationship Type="http://schemas.openxmlformats.org/officeDocument/2006/relationships/notesMaster" Target="/ppt/notesMasters/notesMaster1.xml" Id="R1677ed4cbc8549b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素材ID：SE-002</ns1:t>
            </ns1:r>
          </ns1:p>
          <ns1:p>
            <ns1:r>
              <ns1:t>论文：Mystique: Automated Vulnerability Patch Porting with Semantic and Syntactic-Enhanced LLM</ns1:t>
            </ns1:r>
          </ns1:p>
          <ns1:p>
            <ns1:r>
              <ns1:t>会议：FSE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3，PDF第6页</ns1:t>
            </ns1:r>
          </ns1:p>
          <ns1:p>
            <ns1:r>
              <ns1:t>类型：系统架构</ns1:t>
            </ns1:r>
          </ns1:p>
          <ns1:p>
            <ns1:r>
              <ns1:t>借鉴点：双路径语义与语法提取，加独立训练支路及三段反馈回路；适合模型增强程序分析系统。</ns1:t>
            </ns1:r>
          </ns1:p>
          <ns1:p>
            <ns1:r>
              <ns1:t>论文URL：https://chenbihuan.github.io/paper/fse25-wu-mystique.pdf</ns1:t>
            </ns1:r>
          </ns1:p>
          <ns1:p>
            <ns1:r>
              <ns1:t>官方获奖URL：https://www2.sigsoft.org/awards/distinguishedpaper/#the-acm-international-conference-on-the-foundations-of-software-engineering-fse-2025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60b30d82242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8a8a715edb46ad" /><Relationship Type="http://schemas.openxmlformats.org/officeDocument/2006/relationships/slideLayout" Target="/ppt/slideLayouts/slideLayout1.xml" Id="R4afb9aba0a5d4c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fb9aba0a5d4c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8eef5ead64d52" /><Relationship Type="http://schemas.openxmlformats.org/officeDocument/2006/relationships/image" Target="/ppt/media/image.png" Id="Rbee52eaaf3ac477b" /><Relationship Type="http://schemas.openxmlformats.org/officeDocument/2006/relationships/image" Target="/ppt/media/image2.png" Id="Rd9992e871cc84b2b" /><Relationship Type="http://schemas.openxmlformats.org/officeDocument/2006/relationships/image" Target="/ppt/media/image3.png" Id="R3d6f71ed37e54856" /><Relationship Type="http://schemas.openxmlformats.org/officeDocument/2006/relationships/image" Target="/ppt/media/image4.png" Id="R8e778579452148f6" /><Relationship Type="http://schemas.openxmlformats.org/officeDocument/2006/relationships/image" Target="/ppt/media/image5.png" Id="R616eda72a2bc432e" /><Relationship Type="http://schemas.openxmlformats.org/officeDocument/2006/relationships/image" Target="/ppt/media/image6.png" Id="R380ad24a73544299" /><Relationship Type="http://schemas.openxmlformats.org/officeDocument/2006/relationships/image" Target="/ppt/media/image7.png" Id="R8485349ae635464c" /><Relationship Type="http://schemas.openxmlformats.org/officeDocument/2006/relationships/image" Target="/ppt/media/image8.png" Id="R368eb2ee0d2848dd" /><Relationship Type="http://schemas.openxmlformats.org/officeDocument/2006/relationships/image" Target="/ppt/media/image9.png" Id="R0bf4bbc55be94ed9" /><Relationship Type="http://schemas.openxmlformats.org/officeDocument/2006/relationships/image" Target="/ppt/media/image10.png" Id="R29da200fc09b4863" /><Relationship Type="http://schemas.openxmlformats.org/officeDocument/2006/relationships/image" Target="/ppt/media/image11.png" Id="R24eaa062a3d64840" /><Relationship Type="http://schemas.openxmlformats.org/officeDocument/2006/relationships/image" Target="/ppt/media/image12.png" Id="R1e82fed25f954c0f" /><Relationship Type="http://schemas.openxmlformats.org/officeDocument/2006/relationships/image" Target="/ppt/media/image13.png" Id="R947a528ce821432f" /><Relationship Type="http://schemas.openxmlformats.org/officeDocument/2006/relationships/image" Target="/ppt/media/image14.png" Id="R18a6ecc80e6b4068" /><Relationship Type="http://schemas.openxmlformats.org/officeDocument/2006/relationships/image" Target="/ppt/media/image15.png" Id="R3b93d10b691f4689" /><Relationship Type="http://schemas.openxmlformats.org/officeDocument/2006/relationships/image" Target="/ppt/media/image16.png" Id="R93da24b4a37e4b60" /><Relationship Type="http://schemas.openxmlformats.org/officeDocument/2006/relationships/image" Target="/ppt/media/image17.png" Id="Rf0900aeb677d4100" /><Relationship Type="http://schemas.openxmlformats.org/officeDocument/2006/relationships/image" Target="/ppt/media/image18.png" Id="R3842e23c0d70443f" /><Relationship Type="http://schemas.openxmlformats.org/officeDocument/2006/relationships/image" Target="/ppt/media/image19.png" Id="R7db25adbd58049b0" /><Relationship Type="http://schemas.openxmlformats.org/officeDocument/2006/relationships/image" Target="/ppt/media/image20.png" Id="R5a3d2e30d2d14b56" /><Relationship Type="http://schemas.openxmlformats.org/officeDocument/2006/relationships/image" Target="/ppt/media/image21.png" Id="Rd3b6d82f11634646" /><Relationship Type="http://schemas.openxmlformats.org/officeDocument/2006/relationships/image" Target="/ppt/media/image22.png" Id="R3e96e9f4738c4f3d" /><Relationship Type="http://schemas.openxmlformats.org/officeDocument/2006/relationships/image" Target="/ppt/media/image23.png" Id="Ra83c9a9ff6694d0c" /><Relationship Type="http://schemas.openxmlformats.org/officeDocument/2006/relationships/image" Target="/ppt/media/image24.png" Id="R7a1216146a1549cb" /><Relationship Type="http://schemas.openxmlformats.org/officeDocument/2006/relationships/image" Target="/ppt/media/image25.png" Id="R36a309eec7744bed" /><Relationship Type="http://schemas.openxmlformats.org/officeDocument/2006/relationships/image" Target="/ppt/media/image26.png" Id="Rd8ed7e390c4d4a69" /><Relationship Type="http://schemas.openxmlformats.org/officeDocument/2006/relationships/image" Target="/ppt/media/image27.png" Id="R9c2db10d95744cb6" /><Relationship Type="http://schemas.openxmlformats.org/officeDocument/2006/relationships/image" Target="/ppt/media/image28.png" Id="Rf280b0c6cd274bb8" /><Relationship Type="http://schemas.openxmlformats.org/officeDocument/2006/relationships/image" Target="/ppt/media/image29.png" Id="Rd6f932c3d8c34134" /><Relationship Type="http://schemas.openxmlformats.org/officeDocument/2006/relationships/image" Target="/ppt/media/image30.png" Id="R169c9e100f5b463f" /><Relationship Type="http://schemas.openxmlformats.org/officeDocument/2006/relationships/image" Target="/ppt/media/image31.png" Id="R12d91377d4c746b0" /><Relationship Type="http://schemas.openxmlformats.org/officeDocument/2006/relationships/image" Target="/ppt/media/image32.png" Id="R3ae0388130fb4691" /><Relationship Type="http://schemas.openxmlformats.org/officeDocument/2006/relationships/image" Target="/ppt/media/image33.png" Id="R28e99b7f0d3843da" /><Relationship Type="http://schemas.openxmlformats.org/officeDocument/2006/relationships/image" Target="/ppt/media/image34.png" Id="Re775eafd18d448e6" /><Relationship Type="http://schemas.openxmlformats.org/officeDocument/2006/relationships/image" Target="/ppt/media/image35.png" Id="R957f06cfd55a4598" /><Relationship Type="http://schemas.openxmlformats.org/officeDocument/2006/relationships/image" Target="/ppt/media/image36.png" Id="R4a63def069b24b33" /><Relationship Type="http://schemas.openxmlformats.org/officeDocument/2006/relationships/image" Target="/ppt/media/image37.png" Id="R906ef2253aac4c71" /><Relationship Type="http://schemas.openxmlformats.org/officeDocument/2006/relationships/image" Target="/ppt/media/image38.png" Id="R385a1deac74d47d2" /><Relationship Type="http://schemas.openxmlformats.org/officeDocument/2006/relationships/image" Target="/ppt/media/image39.png" Id="R7abdc02496c74b6e" /><Relationship Type="http://schemas.openxmlformats.org/officeDocument/2006/relationships/image" Target="/ppt/media/image40.png" Id="Rf74f25d476454c6d" /><Relationship Type="http://schemas.openxmlformats.org/officeDocument/2006/relationships/image" Target="/ppt/media/image41.png" Id="R01ac5bae23fa46f1" /><Relationship Type="http://schemas.openxmlformats.org/officeDocument/2006/relationships/image" Target="/ppt/media/image42.png" Id="Re5bda333be8045e6" /><Relationship Type="http://schemas.openxmlformats.org/officeDocument/2006/relationships/image" Target="/ppt/media/image43.png" Id="R24c93f95b50347cd" /><Relationship Type="http://schemas.openxmlformats.org/officeDocument/2006/relationships/notesSlide" Target="/ppt/notesSlides/notesSlide1.xml" Id="Rd3c75727f0b44b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381EA-1456-4610-8AB2-AC42DAA3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20" y="78330"/>
            <a:ext cx="11039783" cy="2187753"/>
          </a:xfrm>
          <a:custGeom xmlns:a="http://schemas.openxmlformats.org/drawingml/2006/main">
            <a:pathLst>
              <a:path w="11039783" h="2187753">
                <a:moveTo>
                  <a:pt x="11039783" y="2187753"/>
                </a:moveTo>
                <a:lnTo>
                  <a:pt x="11039783" y="0"/>
                </a:lnTo>
                <a:lnTo>
                  <a:pt x="0" y="0"/>
                </a:lnTo>
                <a:lnTo>
                  <a:pt x="0" y="2187753"/>
                </a:lnTo>
                <a:lnTo>
                  <a:pt x="11039783" y="218775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8999F-FB7C-49AB-8B33-359D318C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152" y="1012513"/>
            <a:ext cx="136749" cy="181861"/>
          </a:xfrm>
          <a:custGeom xmlns:a="http://schemas.openxmlformats.org/drawingml/2006/main">
            <a:pathLst>
              <a:path w="136749" h="181861">
                <a:moveTo>
                  <a:pt x="0" y="0"/>
                </a:moveTo>
                <a:lnTo>
                  <a:pt x="0" y="181861"/>
                </a:lnTo>
                <a:lnTo>
                  <a:pt x="136749" y="181861"/>
                </a:lnTo>
                <a:lnTo>
                  <a:pt x="13674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�">
            <a:extLst xmlns:a="http://schemas.openxmlformats.org/drawingml/2006/main">
              <a:ext uri="{FF2B5EF4-FFF2-40B4-BE49-F238E27FC236}">
                <a16:creationId xmlns:a16="http://schemas.microsoft.com/office/drawing/2014/main" id="{577B766E-2668-43F3-BB88-DB087CDF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379" y="1051809"/>
            <a:ext cx="107772" cy="107998"/>
          </a:xfrm>
          <a:custGeom xmlns:a="http://schemas.openxmlformats.org/drawingml/2006/main">
            <a:pathLst>
              <a:path w="107772" h="107998">
                <a:moveTo>
                  <a:pt x="38334" y="83145"/>
                </a:moveTo>
                <a:cubicBezTo>
                  <a:pt x="46166" y="83446"/>
                  <a:pt x="50083" y="81940"/>
                  <a:pt x="50083" y="78626"/>
                </a:cubicBezTo>
                <a:lnTo>
                  <a:pt x="50083" y="34342"/>
                </a:lnTo>
                <a:cubicBezTo>
                  <a:pt x="50083" y="31631"/>
                  <a:pt x="46166" y="30276"/>
                  <a:pt x="38334" y="30276"/>
                </a:cubicBezTo>
                <a:lnTo>
                  <a:pt x="38334" y="28016"/>
                </a:lnTo>
                <a:cubicBezTo>
                  <a:pt x="44961" y="28016"/>
                  <a:pt x="50535" y="26058"/>
                  <a:pt x="55053" y="22142"/>
                </a:cubicBezTo>
                <a:lnTo>
                  <a:pt x="57313" y="22142"/>
                </a:lnTo>
                <a:lnTo>
                  <a:pt x="57313" y="78626"/>
                </a:lnTo>
                <a:cubicBezTo>
                  <a:pt x="57313" y="81940"/>
                  <a:pt x="61229" y="83446"/>
                  <a:pt x="69061" y="83145"/>
                </a:cubicBezTo>
                <a:lnTo>
                  <a:pt x="69061" y="85856"/>
                </a:lnTo>
                <a:lnTo>
                  <a:pt x="38334" y="85856"/>
                </a:lnTo>
                <a:lnTo>
                  <a:pt x="38334" y="83145"/>
                </a:lnTo>
                <a:moveTo>
                  <a:pt x="93463" y="90827"/>
                </a:moveTo>
                <a:cubicBezTo>
                  <a:pt x="84425" y="100768"/>
                  <a:pt x="72149" y="106190"/>
                  <a:pt x="56635" y="107094"/>
                </a:cubicBezTo>
                <a:cubicBezTo>
                  <a:pt x="41120" y="107998"/>
                  <a:pt x="27866" y="103178"/>
                  <a:pt x="16870" y="92634"/>
                </a:cubicBezTo>
                <a:cubicBezTo>
                  <a:pt x="5874" y="82090"/>
                  <a:pt x="301" y="69739"/>
                  <a:pt x="151" y="55580"/>
                </a:cubicBezTo>
                <a:cubicBezTo>
                  <a:pt x="0" y="41422"/>
                  <a:pt x="3841" y="29673"/>
                  <a:pt x="11673" y="20334"/>
                </a:cubicBezTo>
                <a:cubicBezTo>
                  <a:pt x="19506" y="10996"/>
                  <a:pt x="27338" y="5272"/>
                  <a:pt x="35171" y="3163"/>
                </a:cubicBezTo>
                <a:cubicBezTo>
                  <a:pt x="43003" y="1054"/>
                  <a:pt x="49480" y="0"/>
                  <a:pt x="54601" y="0"/>
                </a:cubicBezTo>
                <a:cubicBezTo>
                  <a:pt x="59120" y="0"/>
                  <a:pt x="65070" y="904"/>
                  <a:pt x="72450" y="2711"/>
                </a:cubicBezTo>
                <a:cubicBezTo>
                  <a:pt x="79831" y="4519"/>
                  <a:pt x="87588" y="10167"/>
                  <a:pt x="95722" y="19656"/>
                </a:cubicBezTo>
                <a:cubicBezTo>
                  <a:pt x="103856" y="29146"/>
                  <a:pt x="107772" y="40895"/>
                  <a:pt x="107471" y="54903"/>
                </a:cubicBezTo>
                <a:cubicBezTo>
                  <a:pt x="107169" y="68911"/>
                  <a:pt x="102500" y="80885"/>
                  <a:pt x="93463" y="90827"/>
                </a:cubicBezTo>
                <a:moveTo>
                  <a:pt x="73128" y="100316"/>
                </a:moveTo>
                <a:cubicBezTo>
                  <a:pt x="80659" y="97906"/>
                  <a:pt x="87739" y="92182"/>
                  <a:pt x="94366" y="83145"/>
                </a:cubicBezTo>
                <a:cubicBezTo>
                  <a:pt x="100994" y="74107"/>
                  <a:pt x="104006" y="63036"/>
                  <a:pt x="103404" y="49932"/>
                </a:cubicBezTo>
                <a:cubicBezTo>
                  <a:pt x="102801" y="36828"/>
                  <a:pt x="97605" y="25681"/>
                  <a:pt x="87814" y="16493"/>
                </a:cubicBezTo>
                <a:cubicBezTo>
                  <a:pt x="78023" y="7305"/>
                  <a:pt x="66275" y="2937"/>
                  <a:pt x="52568" y="3389"/>
                </a:cubicBezTo>
                <a:cubicBezTo>
                  <a:pt x="38861" y="3841"/>
                  <a:pt x="27263" y="9113"/>
                  <a:pt x="17774" y="19205"/>
                </a:cubicBezTo>
                <a:cubicBezTo>
                  <a:pt x="8284" y="29296"/>
                  <a:pt x="3690" y="40970"/>
                  <a:pt x="3992" y="54225"/>
                </a:cubicBezTo>
                <a:cubicBezTo>
                  <a:pt x="4293" y="67480"/>
                  <a:pt x="8435" y="78325"/>
                  <a:pt x="16418" y="86760"/>
                </a:cubicBezTo>
                <a:cubicBezTo>
                  <a:pt x="24401" y="95195"/>
                  <a:pt x="31706" y="100165"/>
                  <a:pt x="38334" y="101672"/>
                </a:cubicBezTo>
                <a:cubicBezTo>
                  <a:pt x="44961" y="103178"/>
                  <a:pt x="50083" y="103931"/>
                  <a:pt x="53698" y="103931"/>
                </a:cubicBezTo>
                <a:cubicBezTo>
                  <a:pt x="59120" y="103931"/>
                  <a:pt x="65597" y="102726"/>
                  <a:pt x="73128" y="100316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52eaaf3ac477b"/>
          <a:stretch xmlns:a="http://schemas.openxmlformats.org/drawingml/2006/main"/>
        </p:blipFill>
        <p:spPr>
          <a:xfrm xmlns:a="http://schemas.openxmlformats.org/drawingml/2006/main">
            <a:off x="2895839" y="1024664"/>
            <a:ext cx="1443021" cy="401069"/>
          </a:xfrm>
          <a:prstGeom xmlns:a="http://schemas.openxmlformats.org/drawingml/2006/main" prst="rect">
            <a:avLst/>
          </a:prstGeom>
        </p:spPr>
      </p:pic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92e871cc84b2b"/>
          <a:stretch xmlns:a="http://schemas.openxmlformats.org/drawingml/2006/main"/>
        </p:blipFill>
        <p:spPr>
          <a:xfrm xmlns:a="http://schemas.openxmlformats.org/drawingml/2006/main">
            <a:off x="2971067" y="1426433"/>
            <a:ext cx="1291871" cy="29077"/>
          </a:xfrm>
          <a:prstGeom xmlns:a="http://schemas.openxmlformats.org/drawingml/2006/main" prst="rect">
            <a:avLst/>
          </a:prstGeom>
        </p:spPr>
      </p:pic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f71ed37e54856"/>
          <a:stretch xmlns:a="http://schemas.openxmlformats.org/drawingml/2006/main"/>
        </p:blipFill>
        <p:spPr>
          <a:xfrm xmlns:a="http://schemas.openxmlformats.org/drawingml/2006/main">
            <a:off x="2974462" y="1383074"/>
            <a:ext cx="1285081" cy="42658"/>
          </a:xfrm>
          <a:prstGeom xmlns:a="http://schemas.openxmlformats.org/drawingml/2006/main" prst="rect">
            <a:avLst/>
          </a:prstGeom>
        </p:spPr>
      </p:pic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78579452148f6"/>
          <a:stretch xmlns:a="http://schemas.openxmlformats.org/drawingml/2006/main"/>
        </p:blipFill>
        <p:spPr>
          <a:xfrm xmlns:a="http://schemas.openxmlformats.org/drawingml/2006/main">
            <a:off x="2971067" y="1029000"/>
            <a:ext cx="1291871" cy="5360"/>
          </a:xfrm>
          <a:prstGeom xmlns:a="http://schemas.openxmlformats.org/drawingml/2006/main" prst="rect">
            <a:avLst/>
          </a:prstGeom>
        </p:spPr>
      </p:pic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98CAB-DFEB-4EB1-8FEA-4912DA11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655" y="1034546"/>
            <a:ext cx="1393409" cy="348528"/>
          </a:xfrm>
          <a:custGeom xmlns:a="http://schemas.openxmlformats.org/drawingml/2006/main">
            <a:pathLst>
              <a:path w="1393409" h="348528">
                <a:moveTo>
                  <a:pt x="0" y="0"/>
                </a:moveTo>
                <a:lnTo>
                  <a:pt x="0" y="348528"/>
                </a:lnTo>
                <a:lnTo>
                  <a:pt x="1393409" y="348528"/>
                </a:lnTo>
                <a:lnTo>
                  <a:pt x="13934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85620E-9A19-4EC5-9BD6-2037C7CA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655" y="1034546"/>
            <a:ext cx="1393409" cy="348528"/>
          </a:xfrm>
          <a:custGeom xmlns:a="http://schemas.openxmlformats.org/drawingml/2006/main">
            <a:pathLst>
              <a:path w="1393409" h="348528" fill="none">
                <a:moveTo>
                  <a:pt x="0" y="0"/>
                </a:moveTo>
                <a:lnTo>
                  <a:pt x="0" y="348528"/>
                </a:lnTo>
                <a:lnTo>
                  <a:pt x="1393409" y="348528"/>
                </a:lnTo>
                <a:lnTo>
                  <a:pt x="1393409" y="0"/>
                </a:lnTo>
                <a:lnTo>
                  <a:pt x="0" y="0"/>
                </a:lnTo>
                <a:close/>
                <a:moveTo>
                  <a:pt x="0" y="348528"/>
                </a:moveTo>
                <a:close/>
              </a:path>
            </a:pathLst>
          </a:custGeom>
          <a:noFill xmlns:a="http://schemas.openxmlformats.org/drawingml/2006/main"/>
          <a:ln xmlns:a="http://schemas.openxmlformats.org/drawingml/2006/main" w="5772" cap="flat">
            <a:solidFill>
              <a:srgbClr val="231F20"/>
            </a:solidFill>
            <a:miter/>
          </a:ln>
        </p:spPr>
      </p:sp>
      <p:sp>
        <p:nvSpPr>
          <p:cNvPr id="10" name="Text VulnerableStatement">
            <a:extLst xmlns:a="http://schemas.openxmlformats.org/drawingml/2006/main">
              <a:ext uri="{FF2B5EF4-FFF2-40B4-BE49-F238E27FC236}">
                <a16:creationId xmlns:a16="http://schemas.microsoft.com/office/drawing/2014/main" id="{E1E8AC5F-90F0-4CFA-B1E0-7FC9F098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378" y="1098438"/>
            <a:ext cx="1105542" cy="85630"/>
          </a:xfrm>
          <a:custGeom xmlns:a="http://schemas.openxmlformats.org/drawingml/2006/main">
            <a:pathLst>
              <a:path w="1105542" h="85630">
                <a:moveTo>
                  <a:pt x="32083" y="84274"/>
                </a:moveTo>
                <a:lnTo>
                  <a:pt x="0" y="1469"/>
                </a:lnTo>
                <a:lnTo>
                  <a:pt x="11862" y="1469"/>
                </a:lnTo>
                <a:lnTo>
                  <a:pt x="33382" y="61624"/>
                </a:lnTo>
                <a:cubicBezTo>
                  <a:pt x="35114" y="66444"/>
                  <a:pt x="36564" y="70963"/>
                  <a:pt x="37731" y="75180"/>
                </a:cubicBezTo>
                <a:cubicBezTo>
                  <a:pt x="39012" y="70662"/>
                  <a:pt x="40499" y="66143"/>
                  <a:pt x="42194" y="61624"/>
                </a:cubicBezTo>
                <a:lnTo>
                  <a:pt x="64561" y="1469"/>
                </a:lnTo>
                <a:lnTo>
                  <a:pt x="75745" y="1469"/>
                </a:lnTo>
                <a:lnTo>
                  <a:pt x="43323" y="84274"/>
                </a:lnTo>
                <a:lnTo>
                  <a:pt x="32083" y="84274"/>
                </a:lnTo>
                <a:close/>
                <a:moveTo>
                  <a:pt x="119193" y="84274"/>
                </a:moveTo>
                <a:lnTo>
                  <a:pt x="119193" y="75463"/>
                </a:lnTo>
                <a:cubicBezTo>
                  <a:pt x="114523" y="82241"/>
                  <a:pt x="108178" y="85630"/>
                  <a:pt x="100157" y="85630"/>
                </a:cubicBezTo>
                <a:cubicBezTo>
                  <a:pt x="96618" y="85630"/>
                  <a:pt x="93313" y="84952"/>
                  <a:pt x="90244" y="83597"/>
                </a:cubicBezTo>
                <a:cubicBezTo>
                  <a:pt x="87175" y="82241"/>
                  <a:pt x="84897" y="80537"/>
                  <a:pt x="83410" y="78485"/>
                </a:cubicBezTo>
                <a:cubicBezTo>
                  <a:pt x="81922" y="76433"/>
                  <a:pt x="80877" y="73919"/>
                  <a:pt x="80275" y="70944"/>
                </a:cubicBezTo>
                <a:cubicBezTo>
                  <a:pt x="79861" y="68948"/>
                  <a:pt x="79654" y="65785"/>
                  <a:pt x="79654" y="61455"/>
                </a:cubicBezTo>
                <a:lnTo>
                  <a:pt x="79654" y="24288"/>
                </a:lnTo>
                <a:lnTo>
                  <a:pt x="89821" y="24288"/>
                </a:lnTo>
                <a:lnTo>
                  <a:pt x="89821" y="57557"/>
                </a:lnTo>
                <a:cubicBezTo>
                  <a:pt x="89821" y="62867"/>
                  <a:pt x="90028" y="66444"/>
                  <a:pt x="90442" y="68289"/>
                </a:cubicBezTo>
                <a:cubicBezTo>
                  <a:pt x="91082" y="70963"/>
                  <a:pt x="92438" y="73062"/>
                  <a:pt x="94509" y="74587"/>
                </a:cubicBezTo>
                <a:cubicBezTo>
                  <a:pt x="96580" y="76112"/>
                  <a:pt x="99141" y="76875"/>
                  <a:pt x="102191" y="76875"/>
                </a:cubicBezTo>
                <a:cubicBezTo>
                  <a:pt x="105241" y="76875"/>
                  <a:pt x="108103" y="76094"/>
                  <a:pt x="110776" y="74531"/>
                </a:cubicBezTo>
                <a:cubicBezTo>
                  <a:pt x="113450" y="72968"/>
                  <a:pt x="115342" y="70841"/>
                  <a:pt x="116453" y="68148"/>
                </a:cubicBezTo>
                <a:cubicBezTo>
                  <a:pt x="117564" y="65456"/>
                  <a:pt x="118119" y="61549"/>
                  <a:pt x="118119" y="56428"/>
                </a:cubicBezTo>
                <a:lnTo>
                  <a:pt x="118119" y="24288"/>
                </a:lnTo>
                <a:lnTo>
                  <a:pt x="128286" y="24288"/>
                </a:lnTo>
                <a:lnTo>
                  <a:pt x="128286" y="84274"/>
                </a:lnTo>
                <a:lnTo>
                  <a:pt x="119193" y="84274"/>
                </a:lnTo>
                <a:close/>
                <a:moveTo>
                  <a:pt x="143948" y="84274"/>
                </a:moveTo>
                <a:lnTo>
                  <a:pt x="143948" y="1469"/>
                </a:lnTo>
                <a:lnTo>
                  <a:pt x="154115" y="1469"/>
                </a:lnTo>
                <a:lnTo>
                  <a:pt x="154115" y="84274"/>
                </a:lnTo>
                <a:lnTo>
                  <a:pt x="143948" y="84274"/>
                </a:lnTo>
                <a:close/>
                <a:moveTo>
                  <a:pt x="169832" y="84274"/>
                </a:moveTo>
                <a:lnTo>
                  <a:pt x="169832" y="24288"/>
                </a:lnTo>
                <a:lnTo>
                  <a:pt x="178983" y="24288"/>
                </a:lnTo>
                <a:lnTo>
                  <a:pt x="178983" y="32761"/>
                </a:lnTo>
                <a:cubicBezTo>
                  <a:pt x="183388" y="26209"/>
                  <a:pt x="189752" y="22933"/>
                  <a:pt x="198074" y="22933"/>
                </a:cubicBezTo>
                <a:cubicBezTo>
                  <a:pt x="201689" y="22933"/>
                  <a:pt x="205012" y="23582"/>
                  <a:pt x="208044" y="24881"/>
                </a:cubicBezTo>
                <a:cubicBezTo>
                  <a:pt x="211075" y="26180"/>
                  <a:pt x="213344" y="27884"/>
                  <a:pt x="214850" y="29993"/>
                </a:cubicBezTo>
                <a:cubicBezTo>
                  <a:pt x="216356" y="32102"/>
                  <a:pt x="217411" y="34606"/>
                  <a:pt x="218013" y="37506"/>
                </a:cubicBezTo>
                <a:cubicBezTo>
                  <a:pt x="218390" y="39388"/>
                  <a:pt x="218578" y="42683"/>
                  <a:pt x="218578" y="47390"/>
                </a:cubicBezTo>
                <a:lnTo>
                  <a:pt x="218578" y="84274"/>
                </a:lnTo>
                <a:lnTo>
                  <a:pt x="208411" y="84274"/>
                </a:lnTo>
                <a:lnTo>
                  <a:pt x="208411" y="47747"/>
                </a:lnTo>
                <a:cubicBezTo>
                  <a:pt x="208411" y="43600"/>
                  <a:pt x="208016" y="40499"/>
                  <a:pt x="207225" y="38445"/>
                </a:cubicBezTo>
                <a:cubicBezTo>
                  <a:pt x="206434" y="36390"/>
                  <a:pt x="205031" y="34750"/>
                  <a:pt x="203017" y="33525"/>
                </a:cubicBezTo>
                <a:cubicBezTo>
                  <a:pt x="201002" y="32300"/>
                  <a:pt x="198639" y="31688"/>
                  <a:pt x="195928" y="31688"/>
                </a:cubicBezTo>
                <a:cubicBezTo>
                  <a:pt x="191597" y="31688"/>
                  <a:pt x="187860" y="33064"/>
                  <a:pt x="184716" y="35816"/>
                </a:cubicBezTo>
                <a:cubicBezTo>
                  <a:pt x="181572" y="38568"/>
                  <a:pt x="179999" y="43788"/>
                  <a:pt x="179999" y="51478"/>
                </a:cubicBezTo>
                <a:lnTo>
                  <a:pt x="179999" y="84274"/>
                </a:lnTo>
                <a:lnTo>
                  <a:pt x="169832" y="84274"/>
                </a:lnTo>
                <a:close/>
                <a:moveTo>
                  <a:pt x="275191" y="64957"/>
                </a:moveTo>
                <a:lnTo>
                  <a:pt x="285697" y="66256"/>
                </a:lnTo>
                <a:cubicBezTo>
                  <a:pt x="284040" y="72394"/>
                  <a:pt x="280971" y="77157"/>
                  <a:pt x="276490" y="80546"/>
                </a:cubicBezTo>
                <a:cubicBezTo>
                  <a:pt x="272009" y="83936"/>
                  <a:pt x="266285" y="85630"/>
                  <a:pt x="259319" y="85630"/>
                </a:cubicBezTo>
                <a:cubicBezTo>
                  <a:pt x="250545" y="85630"/>
                  <a:pt x="243588" y="82928"/>
                  <a:pt x="238448" y="77525"/>
                </a:cubicBezTo>
                <a:cubicBezTo>
                  <a:pt x="233308" y="72121"/>
                  <a:pt x="230738" y="64543"/>
                  <a:pt x="230738" y="54790"/>
                </a:cubicBezTo>
                <a:cubicBezTo>
                  <a:pt x="230738" y="44698"/>
                  <a:pt x="233336" y="36865"/>
                  <a:pt x="238533" y="31292"/>
                </a:cubicBezTo>
                <a:cubicBezTo>
                  <a:pt x="243729" y="25719"/>
                  <a:pt x="250470" y="22933"/>
                  <a:pt x="258754" y="22933"/>
                </a:cubicBezTo>
                <a:cubicBezTo>
                  <a:pt x="266775" y="22933"/>
                  <a:pt x="273327" y="25659"/>
                  <a:pt x="278410" y="31110"/>
                </a:cubicBezTo>
                <a:cubicBezTo>
                  <a:pt x="283494" y="36561"/>
                  <a:pt x="286036" y="44230"/>
                  <a:pt x="286036" y="54117"/>
                </a:cubicBezTo>
                <a:cubicBezTo>
                  <a:pt x="286036" y="54718"/>
                  <a:pt x="286017" y="55620"/>
                  <a:pt x="285979" y="56823"/>
                </a:cubicBezTo>
                <a:lnTo>
                  <a:pt x="241244" y="56823"/>
                </a:lnTo>
                <a:cubicBezTo>
                  <a:pt x="241620" y="63394"/>
                  <a:pt x="243484" y="68426"/>
                  <a:pt x="246836" y="71918"/>
                </a:cubicBezTo>
                <a:cubicBezTo>
                  <a:pt x="250187" y="75411"/>
                  <a:pt x="254367" y="77157"/>
                  <a:pt x="259375" y="77157"/>
                </a:cubicBezTo>
                <a:cubicBezTo>
                  <a:pt x="263103" y="77157"/>
                  <a:pt x="266285" y="76188"/>
                  <a:pt x="268921" y="74248"/>
                </a:cubicBezTo>
                <a:cubicBezTo>
                  <a:pt x="271557" y="72308"/>
                  <a:pt x="273647" y="69211"/>
                  <a:pt x="275191" y="64957"/>
                </a:cubicBezTo>
                <a:moveTo>
                  <a:pt x="241809" y="48350"/>
                </a:moveTo>
                <a:lnTo>
                  <a:pt x="275304" y="48350"/>
                </a:lnTo>
                <a:cubicBezTo>
                  <a:pt x="274852" y="43387"/>
                  <a:pt x="273572" y="39664"/>
                  <a:pt x="271463" y="37182"/>
                </a:cubicBezTo>
                <a:cubicBezTo>
                  <a:pt x="268224" y="33331"/>
                  <a:pt x="264026" y="31405"/>
                  <a:pt x="258867" y="31405"/>
                </a:cubicBezTo>
                <a:cubicBezTo>
                  <a:pt x="254198" y="31405"/>
                  <a:pt x="250272" y="32943"/>
                  <a:pt x="247090" y="36017"/>
                </a:cubicBezTo>
                <a:cubicBezTo>
                  <a:pt x="243908" y="39091"/>
                  <a:pt x="242148" y="43202"/>
                  <a:pt x="241809" y="48350"/>
                </a:cubicBezTo>
                <a:close/>
                <a:moveTo>
                  <a:pt x="298309" y="84274"/>
                </a:moveTo>
                <a:lnTo>
                  <a:pt x="298309" y="24288"/>
                </a:lnTo>
                <a:lnTo>
                  <a:pt x="307459" y="24288"/>
                </a:lnTo>
                <a:lnTo>
                  <a:pt x="307459" y="33326"/>
                </a:lnTo>
                <a:cubicBezTo>
                  <a:pt x="309794" y="29094"/>
                  <a:pt x="311950" y="26304"/>
                  <a:pt x="313927" y="24955"/>
                </a:cubicBezTo>
                <a:cubicBezTo>
                  <a:pt x="315904" y="23607"/>
                  <a:pt x="318078" y="22933"/>
                  <a:pt x="320451" y="22933"/>
                </a:cubicBezTo>
                <a:cubicBezTo>
                  <a:pt x="323878" y="22933"/>
                  <a:pt x="327361" y="24020"/>
                  <a:pt x="330900" y="26195"/>
                </a:cubicBezTo>
                <a:lnTo>
                  <a:pt x="327398" y="35585"/>
                </a:lnTo>
                <a:cubicBezTo>
                  <a:pt x="324913" y="34116"/>
                  <a:pt x="322428" y="33382"/>
                  <a:pt x="319942" y="33382"/>
                </a:cubicBezTo>
                <a:cubicBezTo>
                  <a:pt x="317721" y="33382"/>
                  <a:pt x="315725" y="34052"/>
                  <a:pt x="313955" y="35391"/>
                </a:cubicBezTo>
                <a:cubicBezTo>
                  <a:pt x="312185" y="36729"/>
                  <a:pt x="310924" y="38585"/>
                  <a:pt x="310171" y="40960"/>
                </a:cubicBezTo>
                <a:cubicBezTo>
                  <a:pt x="309041" y="44578"/>
                  <a:pt x="308476" y="48536"/>
                  <a:pt x="308476" y="52834"/>
                </a:cubicBezTo>
                <a:lnTo>
                  <a:pt x="308476" y="84274"/>
                </a:lnTo>
                <a:lnTo>
                  <a:pt x="298309" y="84274"/>
                </a:lnTo>
                <a:close/>
                <a:moveTo>
                  <a:pt x="376063" y="76868"/>
                </a:moveTo>
                <a:cubicBezTo>
                  <a:pt x="372298" y="80071"/>
                  <a:pt x="368673" y="82332"/>
                  <a:pt x="365190" y="83651"/>
                </a:cubicBezTo>
                <a:cubicBezTo>
                  <a:pt x="361707" y="84970"/>
                  <a:pt x="357970" y="85630"/>
                  <a:pt x="353978" y="85630"/>
                </a:cubicBezTo>
                <a:cubicBezTo>
                  <a:pt x="347388" y="85630"/>
                  <a:pt x="342324" y="84019"/>
                  <a:pt x="338784" y="80797"/>
                </a:cubicBezTo>
                <a:cubicBezTo>
                  <a:pt x="335244" y="77575"/>
                  <a:pt x="333474" y="73458"/>
                  <a:pt x="333474" y="68446"/>
                </a:cubicBezTo>
                <a:cubicBezTo>
                  <a:pt x="333474" y="65508"/>
                  <a:pt x="334143" y="62824"/>
                  <a:pt x="335480" y="60394"/>
                </a:cubicBezTo>
                <a:cubicBezTo>
                  <a:pt x="336816" y="57963"/>
                  <a:pt x="338567" y="56012"/>
                  <a:pt x="340733" y="54543"/>
                </a:cubicBezTo>
                <a:cubicBezTo>
                  <a:pt x="342898" y="53073"/>
                  <a:pt x="345336" y="51961"/>
                  <a:pt x="348047" y="51208"/>
                </a:cubicBezTo>
                <a:cubicBezTo>
                  <a:pt x="350043" y="50680"/>
                  <a:pt x="353056" y="50171"/>
                  <a:pt x="357085" y="49681"/>
                </a:cubicBezTo>
                <a:cubicBezTo>
                  <a:pt x="365294" y="48709"/>
                  <a:pt x="371338" y="47550"/>
                  <a:pt x="375216" y="46204"/>
                </a:cubicBezTo>
                <a:cubicBezTo>
                  <a:pt x="375254" y="44817"/>
                  <a:pt x="375273" y="43935"/>
                  <a:pt x="375273" y="43560"/>
                </a:cubicBezTo>
                <a:cubicBezTo>
                  <a:pt x="375273" y="39433"/>
                  <a:pt x="374312" y="36526"/>
                  <a:pt x="372392" y="34838"/>
                </a:cubicBezTo>
                <a:cubicBezTo>
                  <a:pt x="369794" y="32550"/>
                  <a:pt x="365934" y="31405"/>
                  <a:pt x="360813" y="31405"/>
                </a:cubicBezTo>
                <a:cubicBezTo>
                  <a:pt x="356030" y="31405"/>
                  <a:pt x="352500" y="32243"/>
                  <a:pt x="350222" y="33919"/>
                </a:cubicBezTo>
                <a:cubicBezTo>
                  <a:pt x="347944" y="35594"/>
                  <a:pt x="346259" y="38560"/>
                  <a:pt x="345167" y="42815"/>
                </a:cubicBezTo>
                <a:lnTo>
                  <a:pt x="335225" y="41459"/>
                </a:lnTo>
                <a:cubicBezTo>
                  <a:pt x="336129" y="37191"/>
                  <a:pt x="337617" y="33745"/>
                  <a:pt x="339688" y="31119"/>
                </a:cubicBezTo>
                <a:cubicBezTo>
                  <a:pt x="341759" y="28494"/>
                  <a:pt x="344752" y="26473"/>
                  <a:pt x="348669" y="25058"/>
                </a:cubicBezTo>
                <a:cubicBezTo>
                  <a:pt x="352585" y="23641"/>
                  <a:pt x="357122" y="22933"/>
                  <a:pt x="362281" y="22933"/>
                </a:cubicBezTo>
                <a:cubicBezTo>
                  <a:pt x="367403" y="22933"/>
                  <a:pt x="371564" y="23535"/>
                  <a:pt x="374764" y="24740"/>
                </a:cubicBezTo>
                <a:cubicBezTo>
                  <a:pt x="377965" y="25945"/>
                  <a:pt x="380319" y="27461"/>
                  <a:pt x="381825" y="29287"/>
                </a:cubicBezTo>
                <a:cubicBezTo>
                  <a:pt x="383331" y="31113"/>
                  <a:pt x="384385" y="33420"/>
                  <a:pt x="384988" y="36206"/>
                </a:cubicBezTo>
                <a:cubicBezTo>
                  <a:pt x="385327" y="37939"/>
                  <a:pt x="385496" y="41064"/>
                  <a:pt x="385496" y="45583"/>
                </a:cubicBezTo>
                <a:lnTo>
                  <a:pt x="385496" y="59139"/>
                </a:lnTo>
                <a:cubicBezTo>
                  <a:pt x="385496" y="68591"/>
                  <a:pt x="385713" y="74569"/>
                  <a:pt x="386146" y="77073"/>
                </a:cubicBezTo>
                <a:cubicBezTo>
                  <a:pt x="386579" y="79577"/>
                  <a:pt x="387436" y="81977"/>
                  <a:pt x="388716" y="84274"/>
                </a:cubicBezTo>
                <a:lnTo>
                  <a:pt x="378097" y="84274"/>
                </a:lnTo>
                <a:cubicBezTo>
                  <a:pt x="377043" y="82163"/>
                  <a:pt x="376365" y="79694"/>
                  <a:pt x="376063" y="76868"/>
                </a:cubicBezTo>
                <a:moveTo>
                  <a:pt x="375216" y="54112"/>
                </a:moveTo>
                <a:cubicBezTo>
                  <a:pt x="371526" y="55631"/>
                  <a:pt x="365990" y="56922"/>
                  <a:pt x="358610" y="57985"/>
                </a:cubicBezTo>
                <a:cubicBezTo>
                  <a:pt x="354430" y="58589"/>
                  <a:pt x="351474" y="59270"/>
                  <a:pt x="349742" y="60027"/>
                </a:cubicBezTo>
                <a:cubicBezTo>
                  <a:pt x="348010" y="60782"/>
                  <a:pt x="346673" y="61888"/>
                  <a:pt x="345731" y="63345"/>
                </a:cubicBezTo>
                <a:cubicBezTo>
                  <a:pt x="344790" y="64801"/>
                  <a:pt x="344319" y="66417"/>
                  <a:pt x="344319" y="68194"/>
                </a:cubicBezTo>
                <a:cubicBezTo>
                  <a:pt x="344319" y="70916"/>
                  <a:pt x="345345" y="73185"/>
                  <a:pt x="347398" y="75000"/>
                </a:cubicBezTo>
                <a:cubicBezTo>
                  <a:pt x="349450" y="76815"/>
                  <a:pt x="352453" y="77722"/>
                  <a:pt x="356407" y="77722"/>
                </a:cubicBezTo>
                <a:cubicBezTo>
                  <a:pt x="360323" y="77722"/>
                  <a:pt x="363806" y="76861"/>
                  <a:pt x="366857" y="75140"/>
                </a:cubicBezTo>
                <a:cubicBezTo>
                  <a:pt x="369907" y="73418"/>
                  <a:pt x="372147" y="71063"/>
                  <a:pt x="373578" y="68074"/>
                </a:cubicBezTo>
                <a:cubicBezTo>
                  <a:pt x="374670" y="65765"/>
                  <a:pt x="375216" y="62360"/>
                  <a:pt x="375216" y="57857"/>
                </a:cubicBezTo>
                <a:lnTo>
                  <a:pt x="375216" y="54112"/>
                </a:lnTo>
                <a:close/>
                <a:moveTo>
                  <a:pt x="410591" y="84274"/>
                </a:moveTo>
                <a:lnTo>
                  <a:pt x="401158" y="84274"/>
                </a:lnTo>
                <a:lnTo>
                  <a:pt x="401158" y="1469"/>
                </a:lnTo>
                <a:lnTo>
                  <a:pt x="411326" y="1469"/>
                </a:lnTo>
                <a:lnTo>
                  <a:pt x="411326" y="31119"/>
                </a:lnTo>
                <a:cubicBezTo>
                  <a:pt x="415618" y="25661"/>
                  <a:pt x="421097" y="22933"/>
                  <a:pt x="427762" y="22933"/>
                </a:cubicBezTo>
                <a:cubicBezTo>
                  <a:pt x="431453" y="22933"/>
                  <a:pt x="434945" y="23676"/>
                  <a:pt x="438240" y="25164"/>
                </a:cubicBezTo>
                <a:cubicBezTo>
                  <a:pt x="441535" y="26651"/>
                  <a:pt x="444246" y="28741"/>
                  <a:pt x="446374" y="31433"/>
                </a:cubicBezTo>
                <a:cubicBezTo>
                  <a:pt x="448502" y="34126"/>
                  <a:pt x="450168" y="37374"/>
                  <a:pt x="451373" y="41177"/>
                </a:cubicBezTo>
                <a:cubicBezTo>
                  <a:pt x="452578" y="44980"/>
                  <a:pt x="453180" y="49047"/>
                  <a:pt x="453180" y="53378"/>
                </a:cubicBezTo>
                <a:cubicBezTo>
                  <a:pt x="453180" y="63658"/>
                  <a:pt x="450639" y="71603"/>
                  <a:pt x="445555" y="77214"/>
                </a:cubicBezTo>
                <a:cubicBezTo>
                  <a:pt x="440471" y="82825"/>
                  <a:pt x="434371" y="85630"/>
                  <a:pt x="427254" y="85630"/>
                </a:cubicBezTo>
                <a:cubicBezTo>
                  <a:pt x="420175" y="85630"/>
                  <a:pt x="414620" y="82636"/>
                  <a:pt x="410591" y="76649"/>
                </a:cubicBezTo>
                <a:lnTo>
                  <a:pt x="410591" y="84274"/>
                </a:lnTo>
                <a:moveTo>
                  <a:pt x="410478" y="53831"/>
                </a:moveTo>
                <a:cubicBezTo>
                  <a:pt x="410478" y="60988"/>
                  <a:pt x="411457" y="66159"/>
                  <a:pt x="413415" y="69345"/>
                </a:cubicBezTo>
                <a:cubicBezTo>
                  <a:pt x="416616" y="74553"/>
                  <a:pt x="420947" y="77157"/>
                  <a:pt x="426407" y="77157"/>
                </a:cubicBezTo>
                <a:cubicBezTo>
                  <a:pt x="430850" y="77157"/>
                  <a:pt x="434691" y="75237"/>
                  <a:pt x="437930" y="71396"/>
                </a:cubicBezTo>
                <a:cubicBezTo>
                  <a:pt x="441168" y="67555"/>
                  <a:pt x="442787" y="61831"/>
                  <a:pt x="442787" y="54225"/>
                </a:cubicBezTo>
                <a:cubicBezTo>
                  <a:pt x="442787" y="46431"/>
                  <a:pt x="441234" y="40680"/>
                  <a:pt x="438127" y="36971"/>
                </a:cubicBezTo>
                <a:cubicBezTo>
                  <a:pt x="435021" y="33260"/>
                  <a:pt x="431264" y="31405"/>
                  <a:pt x="426859" y="31405"/>
                </a:cubicBezTo>
                <a:cubicBezTo>
                  <a:pt x="422415" y="31405"/>
                  <a:pt x="418574" y="33326"/>
                  <a:pt x="415336" y="37167"/>
                </a:cubicBezTo>
                <a:cubicBezTo>
                  <a:pt x="412097" y="41008"/>
                  <a:pt x="410478" y="46562"/>
                  <a:pt x="410478" y="53831"/>
                </a:cubicBezTo>
                <a:close/>
                <a:moveTo>
                  <a:pt x="465284" y="84274"/>
                </a:moveTo>
                <a:lnTo>
                  <a:pt x="465284" y="1469"/>
                </a:lnTo>
                <a:lnTo>
                  <a:pt x="475451" y="1469"/>
                </a:lnTo>
                <a:lnTo>
                  <a:pt x="475451" y="84274"/>
                </a:lnTo>
                <a:lnTo>
                  <a:pt x="465284" y="84274"/>
                </a:lnTo>
                <a:close/>
                <a:moveTo>
                  <a:pt x="532232" y="64957"/>
                </a:moveTo>
                <a:lnTo>
                  <a:pt x="542738" y="66256"/>
                </a:lnTo>
                <a:cubicBezTo>
                  <a:pt x="541081" y="72394"/>
                  <a:pt x="538012" y="77157"/>
                  <a:pt x="533531" y="80546"/>
                </a:cubicBezTo>
                <a:cubicBezTo>
                  <a:pt x="529050" y="83936"/>
                  <a:pt x="523326" y="85630"/>
                  <a:pt x="516359" y="85630"/>
                </a:cubicBezTo>
                <a:cubicBezTo>
                  <a:pt x="507586" y="85630"/>
                  <a:pt x="500629" y="82928"/>
                  <a:pt x="495489" y="77525"/>
                </a:cubicBezTo>
                <a:cubicBezTo>
                  <a:pt x="490348" y="72121"/>
                  <a:pt x="487778" y="64543"/>
                  <a:pt x="487778" y="54790"/>
                </a:cubicBezTo>
                <a:cubicBezTo>
                  <a:pt x="487778" y="44698"/>
                  <a:pt x="490377" y="36865"/>
                  <a:pt x="495573" y="31292"/>
                </a:cubicBezTo>
                <a:cubicBezTo>
                  <a:pt x="500770" y="25719"/>
                  <a:pt x="507510" y="22933"/>
                  <a:pt x="515795" y="22933"/>
                </a:cubicBezTo>
                <a:cubicBezTo>
                  <a:pt x="523815" y="22933"/>
                  <a:pt x="530368" y="25659"/>
                  <a:pt x="535451" y="31110"/>
                </a:cubicBezTo>
                <a:cubicBezTo>
                  <a:pt x="540535" y="36561"/>
                  <a:pt x="543076" y="44230"/>
                  <a:pt x="543076" y="54117"/>
                </a:cubicBezTo>
                <a:cubicBezTo>
                  <a:pt x="543076" y="54718"/>
                  <a:pt x="543058" y="55620"/>
                  <a:pt x="543020" y="56823"/>
                </a:cubicBezTo>
                <a:lnTo>
                  <a:pt x="498285" y="56823"/>
                </a:lnTo>
                <a:cubicBezTo>
                  <a:pt x="498661" y="63394"/>
                  <a:pt x="500525" y="68426"/>
                  <a:pt x="503876" y="71918"/>
                </a:cubicBezTo>
                <a:cubicBezTo>
                  <a:pt x="507228" y="75411"/>
                  <a:pt x="511408" y="77157"/>
                  <a:pt x="516416" y="77157"/>
                </a:cubicBezTo>
                <a:cubicBezTo>
                  <a:pt x="520144" y="77157"/>
                  <a:pt x="523326" y="76188"/>
                  <a:pt x="525962" y="74248"/>
                </a:cubicBezTo>
                <a:cubicBezTo>
                  <a:pt x="528598" y="72308"/>
                  <a:pt x="530688" y="69211"/>
                  <a:pt x="532232" y="64957"/>
                </a:cubicBezTo>
                <a:moveTo>
                  <a:pt x="498849" y="48350"/>
                </a:moveTo>
                <a:lnTo>
                  <a:pt x="532344" y="48350"/>
                </a:lnTo>
                <a:cubicBezTo>
                  <a:pt x="531893" y="43387"/>
                  <a:pt x="530612" y="39664"/>
                  <a:pt x="528504" y="37182"/>
                </a:cubicBezTo>
                <a:cubicBezTo>
                  <a:pt x="525265" y="33331"/>
                  <a:pt x="521066" y="31405"/>
                  <a:pt x="515908" y="31405"/>
                </a:cubicBezTo>
                <a:cubicBezTo>
                  <a:pt x="511238" y="31405"/>
                  <a:pt x="507313" y="32943"/>
                  <a:pt x="504131" y="36017"/>
                </a:cubicBezTo>
                <a:cubicBezTo>
                  <a:pt x="500949" y="39091"/>
                  <a:pt x="499188" y="43202"/>
                  <a:pt x="498849" y="48350"/>
                </a:cubicBezTo>
                <a:close/>
                <a:moveTo>
                  <a:pt x="584521" y="57614"/>
                </a:moveTo>
                <a:lnTo>
                  <a:pt x="594858" y="56710"/>
                </a:lnTo>
                <a:cubicBezTo>
                  <a:pt x="595348" y="60852"/>
                  <a:pt x="596487" y="64251"/>
                  <a:pt x="598275" y="66906"/>
                </a:cubicBezTo>
                <a:cubicBezTo>
                  <a:pt x="600064" y="69560"/>
                  <a:pt x="602841" y="71707"/>
                  <a:pt x="606607" y="73345"/>
                </a:cubicBezTo>
                <a:cubicBezTo>
                  <a:pt x="610372" y="74983"/>
                  <a:pt x="614609" y="75802"/>
                  <a:pt x="619316" y="75802"/>
                </a:cubicBezTo>
                <a:cubicBezTo>
                  <a:pt x="623496" y="75802"/>
                  <a:pt x="627186" y="75180"/>
                  <a:pt x="630387" y="73938"/>
                </a:cubicBezTo>
                <a:cubicBezTo>
                  <a:pt x="633587" y="72695"/>
                  <a:pt x="635969" y="70991"/>
                  <a:pt x="637532" y="68826"/>
                </a:cubicBezTo>
                <a:cubicBezTo>
                  <a:pt x="639095" y="66661"/>
                  <a:pt x="639876" y="64298"/>
                  <a:pt x="639876" y="61737"/>
                </a:cubicBezTo>
                <a:cubicBezTo>
                  <a:pt x="639876" y="59139"/>
                  <a:pt x="639123" y="56870"/>
                  <a:pt x="637617" y="54931"/>
                </a:cubicBezTo>
                <a:cubicBezTo>
                  <a:pt x="636110" y="52992"/>
                  <a:pt x="633625" y="51363"/>
                  <a:pt x="630161" y="50045"/>
                </a:cubicBezTo>
                <a:cubicBezTo>
                  <a:pt x="627939" y="49179"/>
                  <a:pt x="623025" y="47833"/>
                  <a:pt x="615418" y="46006"/>
                </a:cubicBezTo>
                <a:cubicBezTo>
                  <a:pt x="607812" y="44180"/>
                  <a:pt x="602483" y="42457"/>
                  <a:pt x="599433" y="40838"/>
                </a:cubicBezTo>
                <a:cubicBezTo>
                  <a:pt x="595479" y="38767"/>
                  <a:pt x="592533" y="36197"/>
                  <a:pt x="590594" y="33128"/>
                </a:cubicBezTo>
                <a:cubicBezTo>
                  <a:pt x="588654" y="30059"/>
                  <a:pt x="587685" y="26623"/>
                  <a:pt x="587685" y="22820"/>
                </a:cubicBezTo>
                <a:cubicBezTo>
                  <a:pt x="587685" y="18640"/>
                  <a:pt x="588871" y="14733"/>
                  <a:pt x="591243" y="11099"/>
                </a:cubicBezTo>
                <a:cubicBezTo>
                  <a:pt x="593615" y="7465"/>
                  <a:pt x="597080" y="4707"/>
                  <a:pt x="601636" y="2824"/>
                </a:cubicBezTo>
                <a:cubicBezTo>
                  <a:pt x="606193" y="941"/>
                  <a:pt x="611257" y="0"/>
                  <a:pt x="616830" y="0"/>
                </a:cubicBezTo>
                <a:cubicBezTo>
                  <a:pt x="622968" y="0"/>
                  <a:pt x="628381" y="988"/>
                  <a:pt x="633070" y="2965"/>
                </a:cubicBezTo>
                <a:cubicBezTo>
                  <a:pt x="637758" y="4942"/>
                  <a:pt x="641363" y="7851"/>
                  <a:pt x="643886" y="11692"/>
                </a:cubicBezTo>
                <a:cubicBezTo>
                  <a:pt x="646409" y="15533"/>
                  <a:pt x="647765" y="19882"/>
                  <a:pt x="647953" y="24740"/>
                </a:cubicBezTo>
                <a:lnTo>
                  <a:pt x="637447" y="25531"/>
                </a:lnTo>
                <a:cubicBezTo>
                  <a:pt x="636882" y="20278"/>
                  <a:pt x="634971" y="16310"/>
                  <a:pt x="631714" y="13627"/>
                </a:cubicBezTo>
                <a:cubicBezTo>
                  <a:pt x="628457" y="10944"/>
                  <a:pt x="623646" y="9602"/>
                  <a:pt x="617282" y="9602"/>
                </a:cubicBezTo>
                <a:cubicBezTo>
                  <a:pt x="610655" y="9602"/>
                  <a:pt x="605825" y="10818"/>
                  <a:pt x="602794" y="13249"/>
                </a:cubicBezTo>
                <a:cubicBezTo>
                  <a:pt x="599763" y="15679"/>
                  <a:pt x="598247" y="18609"/>
                  <a:pt x="598247" y="22038"/>
                </a:cubicBezTo>
                <a:cubicBezTo>
                  <a:pt x="598247" y="25015"/>
                  <a:pt x="599320" y="27464"/>
                  <a:pt x="601467" y="29386"/>
                </a:cubicBezTo>
                <a:cubicBezTo>
                  <a:pt x="603575" y="31309"/>
                  <a:pt x="609083" y="33278"/>
                  <a:pt x="617988" y="35294"/>
                </a:cubicBezTo>
                <a:cubicBezTo>
                  <a:pt x="626894" y="37310"/>
                  <a:pt x="633004" y="39071"/>
                  <a:pt x="636317" y="40579"/>
                </a:cubicBezTo>
                <a:cubicBezTo>
                  <a:pt x="641137" y="42801"/>
                  <a:pt x="644696" y="45619"/>
                  <a:pt x="646993" y="49030"/>
                </a:cubicBezTo>
                <a:cubicBezTo>
                  <a:pt x="649290" y="52440"/>
                  <a:pt x="650439" y="56369"/>
                  <a:pt x="650439" y="60816"/>
                </a:cubicBezTo>
                <a:cubicBezTo>
                  <a:pt x="650439" y="65224"/>
                  <a:pt x="649177" y="69378"/>
                  <a:pt x="646654" y="73279"/>
                </a:cubicBezTo>
                <a:cubicBezTo>
                  <a:pt x="644131" y="77179"/>
                  <a:pt x="640507" y="80213"/>
                  <a:pt x="635781" y="82380"/>
                </a:cubicBezTo>
                <a:cubicBezTo>
                  <a:pt x="631055" y="84547"/>
                  <a:pt x="625736" y="85630"/>
                  <a:pt x="619824" y="85630"/>
                </a:cubicBezTo>
                <a:cubicBezTo>
                  <a:pt x="612331" y="85630"/>
                  <a:pt x="606051" y="84538"/>
                  <a:pt x="600987" y="82354"/>
                </a:cubicBezTo>
                <a:cubicBezTo>
                  <a:pt x="595922" y="80170"/>
                  <a:pt x="591949" y="76884"/>
                  <a:pt x="589068" y="72497"/>
                </a:cubicBezTo>
                <a:cubicBezTo>
                  <a:pt x="586188" y="68111"/>
                  <a:pt x="584672" y="63149"/>
                  <a:pt x="584521" y="57614"/>
                </a:cubicBezTo>
                <a:close/>
                <a:moveTo>
                  <a:pt x="686284" y="75293"/>
                </a:moveTo>
                <a:lnTo>
                  <a:pt x="687753" y="84274"/>
                </a:lnTo>
                <a:cubicBezTo>
                  <a:pt x="684891" y="84802"/>
                  <a:pt x="682330" y="85065"/>
                  <a:pt x="680071" y="85065"/>
                </a:cubicBezTo>
                <a:cubicBezTo>
                  <a:pt x="676380" y="85065"/>
                  <a:pt x="673519" y="84482"/>
                  <a:pt x="671485" y="83314"/>
                </a:cubicBezTo>
                <a:cubicBezTo>
                  <a:pt x="669452" y="82147"/>
                  <a:pt x="668021" y="80612"/>
                  <a:pt x="667192" y="78711"/>
                </a:cubicBezTo>
                <a:cubicBezTo>
                  <a:pt x="666364" y="76809"/>
                  <a:pt x="665950" y="72808"/>
                  <a:pt x="665950" y="66708"/>
                </a:cubicBezTo>
                <a:lnTo>
                  <a:pt x="665950" y="32196"/>
                </a:lnTo>
                <a:lnTo>
                  <a:pt x="658494" y="32196"/>
                </a:lnTo>
                <a:lnTo>
                  <a:pt x="658494" y="24288"/>
                </a:lnTo>
                <a:lnTo>
                  <a:pt x="665950" y="24288"/>
                </a:lnTo>
                <a:lnTo>
                  <a:pt x="665950" y="9392"/>
                </a:lnTo>
                <a:lnTo>
                  <a:pt x="676060" y="3276"/>
                </a:lnTo>
                <a:lnTo>
                  <a:pt x="676060" y="24288"/>
                </a:lnTo>
                <a:lnTo>
                  <a:pt x="686284" y="24288"/>
                </a:lnTo>
                <a:lnTo>
                  <a:pt x="686284" y="32196"/>
                </a:lnTo>
                <a:lnTo>
                  <a:pt x="676060" y="32196"/>
                </a:lnTo>
                <a:lnTo>
                  <a:pt x="676060" y="67273"/>
                </a:lnTo>
                <a:cubicBezTo>
                  <a:pt x="676060" y="70172"/>
                  <a:pt x="676239" y="72036"/>
                  <a:pt x="676597" y="72865"/>
                </a:cubicBezTo>
                <a:cubicBezTo>
                  <a:pt x="676955" y="73693"/>
                  <a:pt x="677538" y="74352"/>
                  <a:pt x="678348" y="74842"/>
                </a:cubicBezTo>
                <a:cubicBezTo>
                  <a:pt x="679158" y="75331"/>
                  <a:pt x="680315" y="75576"/>
                  <a:pt x="681822" y="75576"/>
                </a:cubicBezTo>
                <a:cubicBezTo>
                  <a:pt x="682951" y="75576"/>
                  <a:pt x="684439" y="75482"/>
                  <a:pt x="686284" y="75293"/>
                </a:cubicBezTo>
                <a:close/>
                <a:moveTo>
                  <a:pt x="735365" y="76868"/>
                </a:moveTo>
                <a:cubicBezTo>
                  <a:pt x="731600" y="80071"/>
                  <a:pt x="727975" y="82332"/>
                  <a:pt x="724492" y="83651"/>
                </a:cubicBezTo>
                <a:cubicBezTo>
                  <a:pt x="721009" y="84970"/>
                  <a:pt x="717271" y="85630"/>
                  <a:pt x="713280" y="85630"/>
                </a:cubicBezTo>
                <a:cubicBezTo>
                  <a:pt x="706690" y="85630"/>
                  <a:pt x="701625" y="84019"/>
                  <a:pt x="698086" y="80797"/>
                </a:cubicBezTo>
                <a:cubicBezTo>
                  <a:pt x="694546" y="77575"/>
                  <a:pt x="692776" y="73458"/>
                  <a:pt x="692776" y="68446"/>
                </a:cubicBezTo>
                <a:cubicBezTo>
                  <a:pt x="692776" y="65508"/>
                  <a:pt x="693445" y="62824"/>
                  <a:pt x="694781" y="60394"/>
                </a:cubicBezTo>
                <a:cubicBezTo>
                  <a:pt x="696118" y="57963"/>
                  <a:pt x="697869" y="56012"/>
                  <a:pt x="700034" y="54543"/>
                </a:cubicBezTo>
                <a:cubicBezTo>
                  <a:pt x="702200" y="53073"/>
                  <a:pt x="704638" y="51961"/>
                  <a:pt x="707349" y="51208"/>
                </a:cubicBezTo>
                <a:cubicBezTo>
                  <a:pt x="709345" y="50680"/>
                  <a:pt x="712357" y="50171"/>
                  <a:pt x="716387" y="49681"/>
                </a:cubicBezTo>
                <a:cubicBezTo>
                  <a:pt x="724596" y="48709"/>
                  <a:pt x="730639" y="47550"/>
                  <a:pt x="734518" y="46204"/>
                </a:cubicBezTo>
                <a:cubicBezTo>
                  <a:pt x="734556" y="44817"/>
                  <a:pt x="734574" y="43935"/>
                  <a:pt x="734574" y="43560"/>
                </a:cubicBezTo>
                <a:cubicBezTo>
                  <a:pt x="734574" y="39433"/>
                  <a:pt x="733614" y="36526"/>
                  <a:pt x="731694" y="34838"/>
                </a:cubicBezTo>
                <a:cubicBezTo>
                  <a:pt x="729096" y="32550"/>
                  <a:pt x="725236" y="31405"/>
                  <a:pt x="720115" y="31405"/>
                </a:cubicBezTo>
                <a:cubicBezTo>
                  <a:pt x="715332" y="31405"/>
                  <a:pt x="711802" y="32243"/>
                  <a:pt x="709524" y="33919"/>
                </a:cubicBezTo>
                <a:cubicBezTo>
                  <a:pt x="707246" y="35594"/>
                  <a:pt x="705560" y="38560"/>
                  <a:pt x="704468" y="42815"/>
                </a:cubicBezTo>
                <a:lnTo>
                  <a:pt x="694527" y="41459"/>
                </a:lnTo>
                <a:cubicBezTo>
                  <a:pt x="695431" y="37191"/>
                  <a:pt x="696918" y="33745"/>
                  <a:pt x="698989" y="31119"/>
                </a:cubicBezTo>
                <a:cubicBezTo>
                  <a:pt x="701061" y="28494"/>
                  <a:pt x="704054" y="26473"/>
                  <a:pt x="707970" y="25058"/>
                </a:cubicBezTo>
                <a:cubicBezTo>
                  <a:pt x="711887" y="23641"/>
                  <a:pt x="716424" y="22933"/>
                  <a:pt x="721583" y="22933"/>
                </a:cubicBezTo>
                <a:cubicBezTo>
                  <a:pt x="726704" y="22933"/>
                  <a:pt x="730865" y="23535"/>
                  <a:pt x="734066" y="24740"/>
                </a:cubicBezTo>
                <a:cubicBezTo>
                  <a:pt x="737267" y="25945"/>
                  <a:pt x="739620" y="27461"/>
                  <a:pt x="741127" y="29287"/>
                </a:cubicBezTo>
                <a:cubicBezTo>
                  <a:pt x="742633" y="31113"/>
                  <a:pt x="743687" y="33420"/>
                  <a:pt x="744290" y="36206"/>
                </a:cubicBezTo>
                <a:cubicBezTo>
                  <a:pt x="744629" y="37939"/>
                  <a:pt x="744798" y="41064"/>
                  <a:pt x="744798" y="45583"/>
                </a:cubicBezTo>
                <a:lnTo>
                  <a:pt x="744798" y="59139"/>
                </a:lnTo>
                <a:cubicBezTo>
                  <a:pt x="744798" y="68591"/>
                  <a:pt x="745015" y="74569"/>
                  <a:pt x="745448" y="77073"/>
                </a:cubicBezTo>
                <a:cubicBezTo>
                  <a:pt x="745881" y="79577"/>
                  <a:pt x="746737" y="81977"/>
                  <a:pt x="748018" y="84274"/>
                </a:cubicBezTo>
                <a:lnTo>
                  <a:pt x="737399" y="84274"/>
                </a:lnTo>
                <a:cubicBezTo>
                  <a:pt x="736344" y="82163"/>
                  <a:pt x="735667" y="79694"/>
                  <a:pt x="735365" y="76868"/>
                </a:cubicBezTo>
                <a:moveTo>
                  <a:pt x="734518" y="54112"/>
                </a:moveTo>
                <a:cubicBezTo>
                  <a:pt x="730828" y="55631"/>
                  <a:pt x="725292" y="56922"/>
                  <a:pt x="717912" y="57985"/>
                </a:cubicBezTo>
                <a:cubicBezTo>
                  <a:pt x="713732" y="58589"/>
                  <a:pt x="710776" y="59270"/>
                  <a:pt x="709044" y="60027"/>
                </a:cubicBezTo>
                <a:cubicBezTo>
                  <a:pt x="707311" y="60782"/>
                  <a:pt x="705975" y="61888"/>
                  <a:pt x="705033" y="63345"/>
                </a:cubicBezTo>
                <a:cubicBezTo>
                  <a:pt x="704092" y="64801"/>
                  <a:pt x="703621" y="66417"/>
                  <a:pt x="703621" y="68194"/>
                </a:cubicBezTo>
                <a:cubicBezTo>
                  <a:pt x="703621" y="70916"/>
                  <a:pt x="704647" y="73185"/>
                  <a:pt x="706700" y="75000"/>
                </a:cubicBezTo>
                <a:cubicBezTo>
                  <a:pt x="708752" y="76815"/>
                  <a:pt x="711755" y="77722"/>
                  <a:pt x="715709" y="77722"/>
                </a:cubicBezTo>
                <a:cubicBezTo>
                  <a:pt x="719625" y="77722"/>
                  <a:pt x="723108" y="76861"/>
                  <a:pt x="726158" y="75140"/>
                </a:cubicBezTo>
                <a:cubicBezTo>
                  <a:pt x="729208" y="73418"/>
                  <a:pt x="731449" y="71063"/>
                  <a:pt x="732880" y="68074"/>
                </a:cubicBezTo>
                <a:cubicBezTo>
                  <a:pt x="733972" y="65765"/>
                  <a:pt x="734518" y="62360"/>
                  <a:pt x="734518" y="57857"/>
                </a:cubicBezTo>
                <a:lnTo>
                  <a:pt x="734518" y="54112"/>
                </a:lnTo>
                <a:close/>
                <a:moveTo>
                  <a:pt x="782715" y="75293"/>
                </a:moveTo>
                <a:lnTo>
                  <a:pt x="784183" y="84274"/>
                </a:lnTo>
                <a:cubicBezTo>
                  <a:pt x="781321" y="84802"/>
                  <a:pt x="778761" y="85065"/>
                  <a:pt x="776501" y="85065"/>
                </a:cubicBezTo>
                <a:cubicBezTo>
                  <a:pt x="772811" y="85065"/>
                  <a:pt x="769949" y="84482"/>
                  <a:pt x="767916" y="83314"/>
                </a:cubicBezTo>
                <a:cubicBezTo>
                  <a:pt x="765882" y="82147"/>
                  <a:pt x="764451" y="80612"/>
                  <a:pt x="763623" y="78711"/>
                </a:cubicBezTo>
                <a:cubicBezTo>
                  <a:pt x="762795" y="76809"/>
                  <a:pt x="762380" y="72808"/>
                  <a:pt x="762380" y="66708"/>
                </a:cubicBezTo>
                <a:lnTo>
                  <a:pt x="762380" y="32196"/>
                </a:lnTo>
                <a:lnTo>
                  <a:pt x="754924" y="32196"/>
                </a:lnTo>
                <a:lnTo>
                  <a:pt x="754924" y="24288"/>
                </a:lnTo>
                <a:lnTo>
                  <a:pt x="762380" y="24288"/>
                </a:lnTo>
                <a:lnTo>
                  <a:pt x="762380" y="9392"/>
                </a:lnTo>
                <a:lnTo>
                  <a:pt x="772491" y="3276"/>
                </a:lnTo>
                <a:lnTo>
                  <a:pt x="772491" y="24288"/>
                </a:lnTo>
                <a:lnTo>
                  <a:pt x="782715" y="24288"/>
                </a:lnTo>
                <a:lnTo>
                  <a:pt x="782715" y="32196"/>
                </a:lnTo>
                <a:lnTo>
                  <a:pt x="772491" y="32196"/>
                </a:lnTo>
                <a:lnTo>
                  <a:pt x="772491" y="67273"/>
                </a:lnTo>
                <a:cubicBezTo>
                  <a:pt x="772491" y="70172"/>
                  <a:pt x="772670" y="72036"/>
                  <a:pt x="773028" y="72865"/>
                </a:cubicBezTo>
                <a:cubicBezTo>
                  <a:pt x="773385" y="73693"/>
                  <a:pt x="773969" y="74352"/>
                  <a:pt x="774779" y="74842"/>
                </a:cubicBezTo>
                <a:cubicBezTo>
                  <a:pt x="775588" y="75331"/>
                  <a:pt x="776746" y="75576"/>
                  <a:pt x="778252" y="75576"/>
                </a:cubicBezTo>
                <a:cubicBezTo>
                  <a:pt x="779382" y="75576"/>
                  <a:pt x="780869" y="75482"/>
                  <a:pt x="782715" y="75293"/>
                </a:cubicBezTo>
                <a:close/>
                <a:moveTo>
                  <a:pt x="833716" y="64957"/>
                </a:moveTo>
                <a:lnTo>
                  <a:pt x="844222" y="66256"/>
                </a:lnTo>
                <a:cubicBezTo>
                  <a:pt x="842566" y="72394"/>
                  <a:pt x="839497" y="77157"/>
                  <a:pt x="835015" y="80546"/>
                </a:cubicBezTo>
                <a:cubicBezTo>
                  <a:pt x="830534" y="83936"/>
                  <a:pt x="824811" y="85630"/>
                  <a:pt x="817844" y="85630"/>
                </a:cubicBezTo>
                <a:cubicBezTo>
                  <a:pt x="809070" y="85630"/>
                  <a:pt x="802113" y="82928"/>
                  <a:pt x="796973" y="77525"/>
                </a:cubicBezTo>
                <a:cubicBezTo>
                  <a:pt x="791833" y="72121"/>
                  <a:pt x="789263" y="64543"/>
                  <a:pt x="789263" y="54790"/>
                </a:cubicBezTo>
                <a:cubicBezTo>
                  <a:pt x="789263" y="44698"/>
                  <a:pt x="791862" y="36865"/>
                  <a:pt x="797058" y="31292"/>
                </a:cubicBezTo>
                <a:cubicBezTo>
                  <a:pt x="802255" y="25719"/>
                  <a:pt x="808995" y="22933"/>
                  <a:pt x="817279" y="22933"/>
                </a:cubicBezTo>
                <a:cubicBezTo>
                  <a:pt x="825300" y="22933"/>
                  <a:pt x="831852" y="25659"/>
                  <a:pt x="836936" y="31110"/>
                </a:cubicBezTo>
                <a:cubicBezTo>
                  <a:pt x="842020" y="36561"/>
                  <a:pt x="844561" y="44230"/>
                  <a:pt x="844561" y="54117"/>
                </a:cubicBezTo>
                <a:cubicBezTo>
                  <a:pt x="844561" y="54718"/>
                  <a:pt x="844542" y="55620"/>
                  <a:pt x="844505" y="56823"/>
                </a:cubicBezTo>
                <a:lnTo>
                  <a:pt x="799769" y="56823"/>
                </a:lnTo>
                <a:cubicBezTo>
                  <a:pt x="800146" y="63394"/>
                  <a:pt x="802010" y="68426"/>
                  <a:pt x="805361" y="71918"/>
                </a:cubicBezTo>
                <a:cubicBezTo>
                  <a:pt x="808713" y="75411"/>
                  <a:pt x="812893" y="77157"/>
                  <a:pt x="817901" y="77157"/>
                </a:cubicBezTo>
                <a:cubicBezTo>
                  <a:pt x="821629" y="77157"/>
                  <a:pt x="824811" y="76188"/>
                  <a:pt x="827447" y="74248"/>
                </a:cubicBezTo>
                <a:cubicBezTo>
                  <a:pt x="830083" y="72308"/>
                  <a:pt x="832172" y="69211"/>
                  <a:pt x="833716" y="64957"/>
                </a:cubicBezTo>
                <a:moveTo>
                  <a:pt x="800334" y="48350"/>
                </a:moveTo>
                <a:lnTo>
                  <a:pt x="833829" y="48350"/>
                </a:lnTo>
                <a:cubicBezTo>
                  <a:pt x="833377" y="43387"/>
                  <a:pt x="832097" y="39664"/>
                  <a:pt x="829988" y="37182"/>
                </a:cubicBezTo>
                <a:cubicBezTo>
                  <a:pt x="826750" y="33331"/>
                  <a:pt x="822551" y="31405"/>
                  <a:pt x="817392" y="31405"/>
                </a:cubicBezTo>
                <a:cubicBezTo>
                  <a:pt x="812723" y="31405"/>
                  <a:pt x="808797" y="32943"/>
                  <a:pt x="805615" y="36017"/>
                </a:cubicBezTo>
                <a:cubicBezTo>
                  <a:pt x="802434" y="39091"/>
                  <a:pt x="800673" y="43202"/>
                  <a:pt x="800334" y="48350"/>
                </a:cubicBezTo>
                <a:close/>
                <a:moveTo>
                  <a:pt x="856947" y="84274"/>
                </a:moveTo>
                <a:lnTo>
                  <a:pt x="856947" y="24288"/>
                </a:lnTo>
                <a:lnTo>
                  <a:pt x="866041" y="24288"/>
                </a:lnTo>
                <a:lnTo>
                  <a:pt x="866041" y="32648"/>
                </a:lnTo>
                <a:cubicBezTo>
                  <a:pt x="867924" y="29727"/>
                  <a:pt x="870428" y="27378"/>
                  <a:pt x="873553" y="25600"/>
                </a:cubicBezTo>
                <a:cubicBezTo>
                  <a:pt x="876679" y="23822"/>
                  <a:pt x="880237" y="22933"/>
                  <a:pt x="884229" y="22933"/>
                </a:cubicBezTo>
                <a:cubicBezTo>
                  <a:pt x="888672" y="22933"/>
                  <a:pt x="892315" y="23850"/>
                  <a:pt x="895158" y="25686"/>
                </a:cubicBezTo>
                <a:cubicBezTo>
                  <a:pt x="898002" y="27521"/>
                  <a:pt x="900007" y="30086"/>
                  <a:pt x="901174" y="33382"/>
                </a:cubicBezTo>
                <a:cubicBezTo>
                  <a:pt x="905919" y="26416"/>
                  <a:pt x="912094" y="22933"/>
                  <a:pt x="919701" y="22933"/>
                </a:cubicBezTo>
                <a:cubicBezTo>
                  <a:pt x="925651" y="22933"/>
                  <a:pt x="930226" y="24580"/>
                  <a:pt x="933427" y="27875"/>
                </a:cubicBezTo>
                <a:cubicBezTo>
                  <a:pt x="936627" y="31170"/>
                  <a:pt x="938228" y="36244"/>
                  <a:pt x="938228" y="43097"/>
                </a:cubicBezTo>
                <a:lnTo>
                  <a:pt x="938228" y="84274"/>
                </a:lnTo>
                <a:lnTo>
                  <a:pt x="928117" y="84274"/>
                </a:lnTo>
                <a:lnTo>
                  <a:pt x="928117" y="46446"/>
                </a:lnTo>
                <a:cubicBezTo>
                  <a:pt x="928117" y="42374"/>
                  <a:pt x="927788" y="39444"/>
                  <a:pt x="927129" y="37654"/>
                </a:cubicBezTo>
                <a:cubicBezTo>
                  <a:pt x="926470" y="35863"/>
                  <a:pt x="925274" y="34421"/>
                  <a:pt x="923542" y="33327"/>
                </a:cubicBezTo>
                <a:cubicBezTo>
                  <a:pt x="921810" y="32234"/>
                  <a:pt x="919776" y="31688"/>
                  <a:pt x="917442" y="31688"/>
                </a:cubicBezTo>
                <a:cubicBezTo>
                  <a:pt x="913224" y="31688"/>
                  <a:pt x="909722" y="33092"/>
                  <a:pt x="906935" y="35901"/>
                </a:cubicBezTo>
                <a:cubicBezTo>
                  <a:pt x="904149" y="38709"/>
                  <a:pt x="902756" y="43204"/>
                  <a:pt x="902756" y="49387"/>
                </a:cubicBezTo>
                <a:lnTo>
                  <a:pt x="902756" y="84274"/>
                </a:lnTo>
                <a:lnTo>
                  <a:pt x="892588" y="84274"/>
                </a:lnTo>
                <a:lnTo>
                  <a:pt x="892588" y="45258"/>
                </a:lnTo>
                <a:cubicBezTo>
                  <a:pt x="892588" y="40735"/>
                  <a:pt x="891760" y="37342"/>
                  <a:pt x="890103" y="35080"/>
                </a:cubicBezTo>
                <a:cubicBezTo>
                  <a:pt x="888446" y="32818"/>
                  <a:pt x="885735" y="31688"/>
                  <a:pt x="881969" y="31688"/>
                </a:cubicBezTo>
                <a:cubicBezTo>
                  <a:pt x="879108" y="31688"/>
                  <a:pt x="876462" y="32442"/>
                  <a:pt x="874033" y="33951"/>
                </a:cubicBezTo>
                <a:cubicBezTo>
                  <a:pt x="871605" y="35458"/>
                  <a:pt x="869844" y="37663"/>
                  <a:pt x="868752" y="40566"/>
                </a:cubicBezTo>
                <a:cubicBezTo>
                  <a:pt x="867660" y="43468"/>
                  <a:pt x="867114" y="47652"/>
                  <a:pt x="867114" y="53118"/>
                </a:cubicBezTo>
                <a:lnTo>
                  <a:pt x="867114" y="84274"/>
                </a:lnTo>
                <a:lnTo>
                  <a:pt x="856947" y="84274"/>
                </a:lnTo>
                <a:close/>
                <a:moveTo>
                  <a:pt x="994349" y="64957"/>
                </a:moveTo>
                <a:lnTo>
                  <a:pt x="1004855" y="66256"/>
                </a:lnTo>
                <a:cubicBezTo>
                  <a:pt x="1003198" y="72394"/>
                  <a:pt x="1000129" y="77157"/>
                  <a:pt x="995648" y="80546"/>
                </a:cubicBezTo>
                <a:cubicBezTo>
                  <a:pt x="991167" y="83936"/>
                  <a:pt x="985443" y="85630"/>
                  <a:pt x="978477" y="85630"/>
                </a:cubicBezTo>
                <a:cubicBezTo>
                  <a:pt x="969703" y="85630"/>
                  <a:pt x="962746" y="82928"/>
                  <a:pt x="957606" y="77525"/>
                </a:cubicBezTo>
                <a:cubicBezTo>
                  <a:pt x="952466" y="72121"/>
                  <a:pt x="949896" y="64543"/>
                  <a:pt x="949896" y="54790"/>
                </a:cubicBezTo>
                <a:cubicBezTo>
                  <a:pt x="949896" y="44698"/>
                  <a:pt x="952494" y="36865"/>
                  <a:pt x="957691" y="31292"/>
                </a:cubicBezTo>
                <a:cubicBezTo>
                  <a:pt x="962887" y="25719"/>
                  <a:pt x="969628" y="22933"/>
                  <a:pt x="977912" y="22933"/>
                </a:cubicBezTo>
                <a:cubicBezTo>
                  <a:pt x="985933" y="22933"/>
                  <a:pt x="992485" y="25659"/>
                  <a:pt x="997569" y="31110"/>
                </a:cubicBezTo>
                <a:cubicBezTo>
                  <a:pt x="1002652" y="36561"/>
                  <a:pt x="1005194" y="44230"/>
                  <a:pt x="1005194" y="54117"/>
                </a:cubicBezTo>
                <a:cubicBezTo>
                  <a:pt x="1005194" y="54718"/>
                  <a:pt x="1005175" y="55620"/>
                  <a:pt x="1005137" y="56823"/>
                </a:cubicBezTo>
                <a:lnTo>
                  <a:pt x="960402" y="56823"/>
                </a:lnTo>
                <a:cubicBezTo>
                  <a:pt x="960779" y="63394"/>
                  <a:pt x="962643" y="68426"/>
                  <a:pt x="965994" y="71918"/>
                </a:cubicBezTo>
                <a:cubicBezTo>
                  <a:pt x="969345" y="75411"/>
                  <a:pt x="973525" y="77157"/>
                  <a:pt x="978533" y="77157"/>
                </a:cubicBezTo>
                <a:cubicBezTo>
                  <a:pt x="982261" y="77157"/>
                  <a:pt x="985443" y="76188"/>
                  <a:pt x="988079" y="74248"/>
                </a:cubicBezTo>
                <a:cubicBezTo>
                  <a:pt x="990715" y="72308"/>
                  <a:pt x="992805" y="69211"/>
                  <a:pt x="994349" y="64957"/>
                </a:cubicBezTo>
                <a:moveTo>
                  <a:pt x="960967" y="48350"/>
                </a:moveTo>
                <a:lnTo>
                  <a:pt x="994462" y="48350"/>
                </a:lnTo>
                <a:cubicBezTo>
                  <a:pt x="994010" y="43387"/>
                  <a:pt x="992730" y="39664"/>
                  <a:pt x="990621" y="37182"/>
                </a:cubicBezTo>
                <a:cubicBezTo>
                  <a:pt x="987383" y="33331"/>
                  <a:pt x="983184" y="31405"/>
                  <a:pt x="978025" y="31405"/>
                </a:cubicBezTo>
                <a:cubicBezTo>
                  <a:pt x="973356" y="31405"/>
                  <a:pt x="969430" y="32943"/>
                  <a:pt x="966248" y="36017"/>
                </a:cubicBezTo>
                <a:cubicBezTo>
                  <a:pt x="963066" y="39091"/>
                  <a:pt x="961306" y="43202"/>
                  <a:pt x="960967" y="48350"/>
                </a:cubicBezTo>
                <a:close/>
                <a:moveTo>
                  <a:pt x="1017580" y="84274"/>
                </a:moveTo>
                <a:lnTo>
                  <a:pt x="1017580" y="24288"/>
                </a:lnTo>
                <a:lnTo>
                  <a:pt x="1026730" y="24288"/>
                </a:lnTo>
                <a:lnTo>
                  <a:pt x="1026730" y="32761"/>
                </a:lnTo>
                <a:cubicBezTo>
                  <a:pt x="1031136" y="26209"/>
                  <a:pt x="1037500" y="22933"/>
                  <a:pt x="1045822" y="22933"/>
                </a:cubicBezTo>
                <a:cubicBezTo>
                  <a:pt x="1049437" y="22933"/>
                  <a:pt x="1052760" y="23582"/>
                  <a:pt x="1055791" y="24881"/>
                </a:cubicBezTo>
                <a:cubicBezTo>
                  <a:pt x="1058823" y="26180"/>
                  <a:pt x="1061092" y="27884"/>
                  <a:pt x="1062598" y="29993"/>
                </a:cubicBezTo>
                <a:cubicBezTo>
                  <a:pt x="1064104" y="32102"/>
                  <a:pt x="1065158" y="34606"/>
                  <a:pt x="1065761" y="37506"/>
                </a:cubicBezTo>
                <a:cubicBezTo>
                  <a:pt x="1066137" y="39388"/>
                  <a:pt x="1066326" y="42683"/>
                  <a:pt x="1066326" y="47390"/>
                </a:cubicBezTo>
                <a:lnTo>
                  <a:pt x="1066326" y="84274"/>
                </a:lnTo>
                <a:lnTo>
                  <a:pt x="1056159" y="84274"/>
                </a:lnTo>
                <a:lnTo>
                  <a:pt x="1056159" y="47747"/>
                </a:lnTo>
                <a:cubicBezTo>
                  <a:pt x="1056159" y="43600"/>
                  <a:pt x="1055763" y="40499"/>
                  <a:pt x="1054972" y="38445"/>
                </a:cubicBezTo>
                <a:cubicBezTo>
                  <a:pt x="1054182" y="36390"/>
                  <a:pt x="1052779" y="34750"/>
                  <a:pt x="1050764" y="33525"/>
                </a:cubicBezTo>
                <a:cubicBezTo>
                  <a:pt x="1048750" y="32300"/>
                  <a:pt x="1046387" y="31688"/>
                  <a:pt x="1043676" y="31688"/>
                </a:cubicBezTo>
                <a:cubicBezTo>
                  <a:pt x="1039345" y="31688"/>
                  <a:pt x="1035608" y="33064"/>
                  <a:pt x="1032463" y="35816"/>
                </a:cubicBezTo>
                <a:cubicBezTo>
                  <a:pt x="1029319" y="38568"/>
                  <a:pt x="1027747" y="43788"/>
                  <a:pt x="1027747" y="51478"/>
                </a:cubicBezTo>
                <a:lnTo>
                  <a:pt x="1027747" y="84274"/>
                </a:lnTo>
                <a:lnTo>
                  <a:pt x="1017580" y="84274"/>
                </a:lnTo>
                <a:close/>
                <a:moveTo>
                  <a:pt x="1104073" y="75293"/>
                </a:moveTo>
                <a:lnTo>
                  <a:pt x="1105542" y="84274"/>
                </a:lnTo>
                <a:cubicBezTo>
                  <a:pt x="1102680" y="84802"/>
                  <a:pt x="1100119" y="85065"/>
                  <a:pt x="1097860" y="85065"/>
                </a:cubicBezTo>
                <a:cubicBezTo>
                  <a:pt x="1094169" y="85065"/>
                  <a:pt x="1091308" y="84482"/>
                  <a:pt x="1089274" y="83314"/>
                </a:cubicBezTo>
                <a:cubicBezTo>
                  <a:pt x="1087241" y="82147"/>
                  <a:pt x="1085810" y="80612"/>
                  <a:pt x="1084981" y="78711"/>
                </a:cubicBezTo>
                <a:cubicBezTo>
                  <a:pt x="1084153" y="76809"/>
                  <a:pt x="1083739" y="72808"/>
                  <a:pt x="1083739" y="66708"/>
                </a:cubicBezTo>
                <a:lnTo>
                  <a:pt x="1083739" y="32196"/>
                </a:lnTo>
                <a:lnTo>
                  <a:pt x="1076283" y="32196"/>
                </a:lnTo>
                <a:lnTo>
                  <a:pt x="1076283" y="24288"/>
                </a:lnTo>
                <a:lnTo>
                  <a:pt x="1083739" y="24288"/>
                </a:lnTo>
                <a:lnTo>
                  <a:pt x="1083739" y="9392"/>
                </a:lnTo>
                <a:lnTo>
                  <a:pt x="1093849" y="3276"/>
                </a:lnTo>
                <a:lnTo>
                  <a:pt x="1093849" y="24288"/>
                </a:lnTo>
                <a:lnTo>
                  <a:pt x="1104073" y="24288"/>
                </a:lnTo>
                <a:lnTo>
                  <a:pt x="1104073" y="32196"/>
                </a:lnTo>
                <a:lnTo>
                  <a:pt x="1093849" y="32196"/>
                </a:lnTo>
                <a:lnTo>
                  <a:pt x="1093849" y="67273"/>
                </a:lnTo>
                <a:cubicBezTo>
                  <a:pt x="1093849" y="70172"/>
                  <a:pt x="1094028" y="72036"/>
                  <a:pt x="1094386" y="72865"/>
                </a:cubicBezTo>
                <a:cubicBezTo>
                  <a:pt x="1094744" y="73693"/>
                  <a:pt x="1095327" y="74352"/>
                  <a:pt x="1096137" y="74842"/>
                </a:cubicBezTo>
                <a:cubicBezTo>
                  <a:pt x="1096947" y="75331"/>
                  <a:pt x="1098105" y="75576"/>
                  <a:pt x="1099611" y="75576"/>
                </a:cubicBezTo>
                <a:cubicBezTo>
                  <a:pt x="1100740" y="75576"/>
                  <a:pt x="1102228" y="75482"/>
                  <a:pt x="1104073" y="75293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SyntaxCompletion">
            <a:extLst xmlns:a="http://schemas.openxmlformats.org/drawingml/2006/main">
              <a:ext uri="{FF2B5EF4-FFF2-40B4-BE49-F238E27FC236}">
                <a16:creationId xmlns:a16="http://schemas.microsoft.com/office/drawing/2014/main" id="{765CC7EA-41C5-40E8-BB7A-DE3D6E37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641" y="1236976"/>
            <a:ext cx="956402" cy="108676"/>
          </a:xfrm>
          <a:custGeom xmlns:a="http://schemas.openxmlformats.org/drawingml/2006/main">
            <a:pathLst>
              <a:path w="956402" h="108676">
                <a:moveTo>
                  <a:pt x="0" y="57614"/>
                </a:moveTo>
                <a:lnTo>
                  <a:pt x="10337" y="56710"/>
                </a:lnTo>
                <a:cubicBezTo>
                  <a:pt x="10826" y="60852"/>
                  <a:pt x="11965" y="64251"/>
                  <a:pt x="13754" y="66906"/>
                </a:cubicBezTo>
                <a:cubicBezTo>
                  <a:pt x="15543" y="69560"/>
                  <a:pt x="18320" y="71707"/>
                  <a:pt x="22085" y="73345"/>
                </a:cubicBezTo>
                <a:cubicBezTo>
                  <a:pt x="25851" y="74983"/>
                  <a:pt x="30087" y="75802"/>
                  <a:pt x="34794" y="75802"/>
                </a:cubicBezTo>
                <a:cubicBezTo>
                  <a:pt x="38974" y="75802"/>
                  <a:pt x="42664" y="75180"/>
                  <a:pt x="45865" y="73938"/>
                </a:cubicBezTo>
                <a:cubicBezTo>
                  <a:pt x="49066" y="72695"/>
                  <a:pt x="51448" y="70991"/>
                  <a:pt x="53010" y="68826"/>
                </a:cubicBezTo>
                <a:cubicBezTo>
                  <a:pt x="54573" y="66661"/>
                  <a:pt x="55355" y="64298"/>
                  <a:pt x="55355" y="61737"/>
                </a:cubicBezTo>
                <a:cubicBezTo>
                  <a:pt x="55355" y="59139"/>
                  <a:pt x="54601" y="56870"/>
                  <a:pt x="53095" y="54931"/>
                </a:cubicBezTo>
                <a:cubicBezTo>
                  <a:pt x="51589" y="52992"/>
                  <a:pt x="49104" y="51363"/>
                  <a:pt x="45639" y="50045"/>
                </a:cubicBezTo>
                <a:cubicBezTo>
                  <a:pt x="43418" y="49179"/>
                  <a:pt x="38503" y="47833"/>
                  <a:pt x="30897" y="46006"/>
                </a:cubicBezTo>
                <a:cubicBezTo>
                  <a:pt x="23290" y="44180"/>
                  <a:pt x="17962" y="42457"/>
                  <a:pt x="14912" y="40838"/>
                </a:cubicBezTo>
                <a:cubicBezTo>
                  <a:pt x="10958" y="38767"/>
                  <a:pt x="8011" y="36197"/>
                  <a:pt x="6072" y="33128"/>
                </a:cubicBezTo>
                <a:cubicBezTo>
                  <a:pt x="4133" y="30059"/>
                  <a:pt x="3163" y="26623"/>
                  <a:pt x="3163" y="22820"/>
                </a:cubicBezTo>
                <a:cubicBezTo>
                  <a:pt x="3163" y="18640"/>
                  <a:pt x="4349" y="14733"/>
                  <a:pt x="6722" y="11099"/>
                </a:cubicBezTo>
                <a:cubicBezTo>
                  <a:pt x="9094" y="7465"/>
                  <a:pt x="12558" y="4707"/>
                  <a:pt x="17115" y="2824"/>
                </a:cubicBezTo>
                <a:cubicBezTo>
                  <a:pt x="21671" y="941"/>
                  <a:pt x="26736" y="0"/>
                  <a:pt x="32309" y="0"/>
                </a:cubicBezTo>
                <a:cubicBezTo>
                  <a:pt x="38447" y="0"/>
                  <a:pt x="43860" y="988"/>
                  <a:pt x="48548" y="2965"/>
                </a:cubicBezTo>
                <a:cubicBezTo>
                  <a:pt x="53236" y="4942"/>
                  <a:pt x="56842" y="7851"/>
                  <a:pt x="59365" y="11692"/>
                </a:cubicBezTo>
                <a:cubicBezTo>
                  <a:pt x="61888" y="15533"/>
                  <a:pt x="63243" y="19882"/>
                  <a:pt x="63432" y="24740"/>
                </a:cubicBezTo>
                <a:lnTo>
                  <a:pt x="52926" y="25531"/>
                </a:lnTo>
                <a:cubicBezTo>
                  <a:pt x="52361" y="20278"/>
                  <a:pt x="50450" y="16310"/>
                  <a:pt x="47193" y="13627"/>
                </a:cubicBezTo>
                <a:cubicBezTo>
                  <a:pt x="43935" y="10944"/>
                  <a:pt x="39125" y="9602"/>
                  <a:pt x="32761" y="9602"/>
                </a:cubicBezTo>
                <a:cubicBezTo>
                  <a:pt x="26133" y="9602"/>
                  <a:pt x="21304" y="10818"/>
                  <a:pt x="18273" y="13249"/>
                </a:cubicBezTo>
                <a:cubicBezTo>
                  <a:pt x="15241" y="15679"/>
                  <a:pt x="13726" y="18609"/>
                  <a:pt x="13726" y="22038"/>
                </a:cubicBezTo>
                <a:cubicBezTo>
                  <a:pt x="13726" y="25015"/>
                  <a:pt x="14799" y="27464"/>
                  <a:pt x="16945" y="29386"/>
                </a:cubicBezTo>
                <a:cubicBezTo>
                  <a:pt x="19054" y="31309"/>
                  <a:pt x="24561" y="33278"/>
                  <a:pt x="33467" y="35294"/>
                </a:cubicBezTo>
                <a:cubicBezTo>
                  <a:pt x="42373" y="37310"/>
                  <a:pt x="48482" y="39071"/>
                  <a:pt x="51796" y="40579"/>
                </a:cubicBezTo>
                <a:cubicBezTo>
                  <a:pt x="56616" y="42801"/>
                  <a:pt x="60174" y="45619"/>
                  <a:pt x="62472" y="49030"/>
                </a:cubicBezTo>
                <a:cubicBezTo>
                  <a:pt x="64769" y="52440"/>
                  <a:pt x="65917" y="56369"/>
                  <a:pt x="65917" y="60816"/>
                </a:cubicBezTo>
                <a:cubicBezTo>
                  <a:pt x="65917" y="65224"/>
                  <a:pt x="64656" y="69378"/>
                  <a:pt x="62133" y="73279"/>
                </a:cubicBezTo>
                <a:cubicBezTo>
                  <a:pt x="59610" y="77179"/>
                  <a:pt x="55985" y="80213"/>
                  <a:pt x="51259" y="82380"/>
                </a:cubicBezTo>
                <a:cubicBezTo>
                  <a:pt x="46534" y="84547"/>
                  <a:pt x="41215" y="85630"/>
                  <a:pt x="35303" y="85630"/>
                </a:cubicBezTo>
                <a:cubicBezTo>
                  <a:pt x="27809" y="85630"/>
                  <a:pt x="21530" y="84538"/>
                  <a:pt x="16465" y="82354"/>
                </a:cubicBezTo>
                <a:cubicBezTo>
                  <a:pt x="11400" y="80170"/>
                  <a:pt x="7428" y="76884"/>
                  <a:pt x="4547" y="72497"/>
                </a:cubicBezTo>
                <a:cubicBezTo>
                  <a:pt x="1666" y="68111"/>
                  <a:pt x="151" y="63149"/>
                  <a:pt x="0" y="57614"/>
                </a:cubicBezTo>
                <a:close/>
                <a:moveTo>
                  <a:pt x="79077" y="107433"/>
                </a:moveTo>
                <a:lnTo>
                  <a:pt x="77948" y="97887"/>
                </a:lnTo>
                <a:cubicBezTo>
                  <a:pt x="80170" y="98490"/>
                  <a:pt x="82109" y="98791"/>
                  <a:pt x="83766" y="98791"/>
                </a:cubicBezTo>
                <a:cubicBezTo>
                  <a:pt x="86025" y="98791"/>
                  <a:pt x="87833" y="98410"/>
                  <a:pt x="89188" y="97647"/>
                </a:cubicBezTo>
                <a:cubicBezTo>
                  <a:pt x="90544" y="96886"/>
                  <a:pt x="91655" y="95819"/>
                  <a:pt x="92521" y="94447"/>
                </a:cubicBezTo>
                <a:cubicBezTo>
                  <a:pt x="93161" y="93418"/>
                  <a:pt x="94196" y="90866"/>
                  <a:pt x="95627" y="86790"/>
                </a:cubicBezTo>
                <a:cubicBezTo>
                  <a:pt x="95816" y="86218"/>
                  <a:pt x="96117" y="85379"/>
                  <a:pt x="96531" y="84274"/>
                </a:cubicBezTo>
                <a:lnTo>
                  <a:pt x="73768" y="24288"/>
                </a:lnTo>
                <a:lnTo>
                  <a:pt x="84726" y="24288"/>
                </a:lnTo>
                <a:lnTo>
                  <a:pt x="97209" y="58945"/>
                </a:lnTo>
                <a:cubicBezTo>
                  <a:pt x="98828" y="63341"/>
                  <a:pt x="100278" y="67962"/>
                  <a:pt x="101558" y="72808"/>
                </a:cubicBezTo>
                <a:cubicBezTo>
                  <a:pt x="102726" y="68149"/>
                  <a:pt x="104119" y="63604"/>
                  <a:pt x="105738" y="59171"/>
                </a:cubicBezTo>
                <a:lnTo>
                  <a:pt x="118560" y="24288"/>
                </a:lnTo>
                <a:lnTo>
                  <a:pt x="128727" y="24288"/>
                </a:lnTo>
                <a:lnTo>
                  <a:pt x="105907" y="85332"/>
                </a:lnTo>
                <a:cubicBezTo>
                  <a:pt x="103460" y="91926"/>
                  <a:pt x="101558" y="96467"/>
                  <a:pt x="100203" y="98953"/>
                </a:cubicBezTo>
                <a:cubicBezTo>
                  <a:pt x="98395" y="102307"/>
                  <a:pt x="96324" y="104766"/>
                  <a:pt x="93989" y="106330"/>
                </a:cubicBezTo>
                <a:cubicBezTo>
                  <a:pt x="91655" y="107894"/>
                  <a:pt x="88868" y="108676"/>
                  <a:pt x="85630" y="108676"/>
                </a:cubicBezTo>
                <a:cubicBezTo>
                  <a:pt x="83672" y="108676"/>
                  <a:pt x="81487" y="108261"/>
                  <a:pt x="79077" y="107433"/>
                </a:cubicBezTo>
                <a:close/>
                <a:moveTo>
                  <a:pt x="137311" y="84274"/>
                </a:moveTo>
                <a:lnTo>
                  <a:pt x="137311" y="24288"/>
                </a:lnTo>
                <a:lnTo>
                  <a:pt x="146462" y="24288"/>
                </a:lnTo>
                <a:lnTo>
                  <a:pt x="146462" y="32761"/>
                </a:lnTo>
                <a:cubicBezTo>
                  <a:pt x="150868" y="26209"/>
                  <a:pt x="157232" y="22933"/>
                  <a:pt x="165554" y="22933"/>
                </a:cubicBezTo>
                <a:cubicBezTo>
                  <a:pt x="169169" y="22933"/>
                  <a:pt x="172492" y="23582"/>
                  <a:pt x="175523" y="24881"/>
                </a:cubicBezTo>
                <a:cubicBezTo>
                  <a:pt x="178554" y="26180"/>
                  <a:pt x="180823" y="27884"/>
                  <a:pt x="182329" y="29993"/>
                </a:cubicBezTo>
                <a:cubicBezTo>
                  <a:pt x="183836" y="32102"/>
                  <a:pt x="184890" y="34606"/>
                  <a:pt x="185492" y="37506"/>
                </a:cubicBezTo>
                <a:cubicBezTo>
                  <a:pt x="185869" y="39388"/>
                  <a:pt x="186057" y="42683"/>
                  <a:pt x="186057" y="47390"/>
                </a:cubicBezTo>
                <a:lnTo>
                  <a:pt x="186057" y="84274"/>
                </a:lnTo>
                <a:lnTo>
                  <a:pt x="175890" y="84274"/>
                </a:lnTo>
                <a:lnTo>
                  <a:pt x="175890" y="47747"/>
                </a:lnTo>
                <a:cubicBezTo>
                  <a:pt x="175890" y="43600"/>
                  <a:pt x="175495" y="40499"/>
                  <a:pt x="174704" y="38445"/>
                </a:cubicBezTo>
                <a:cubicBezTo>
                  <a:pt x="173913" y="36390"/>
                  <a:pt x="172511" y="34750"/>
                  <a:pt x="170496" y="33525"/>
                </a:cubicBezTo>
                <a:cubicBezTo>
                  <a:pt x="168481" y="32300"/>
                  <a:pt x="166118" y="31688"/>
                  <a:pt x="163407" y="31688"/>
                </a:cubicBezTo>
                <a:cubicBezTo>
                  <a:pt x="159077" y="31688"/>
                  <a:pt x="155339" y="33064"/>
                  <a:pt x="152195" y="35816"/>
                </a:cubicBezTo>
                <a:cubicBezTo>
                  <a:pt x="149051" y="38568"/>
                  <a:pt x="147479" y="43788"/>
                  <a:pt x="147479" y="51478"/>
                </a:cubicBezTo>
                <a:lnTo>
                  <a:pt x="147479" y="84274"/>
                </a:lnTo>
                <a:lnTo>
                  <a:pt x="137311" y="84274"/>
                </a:lnTo>
                <a:close/>
                <a:moveTo>
                  <a:pt x="223769" y="75293"/>
                </a:moveTo>
                <a:lnTo>
                  <a:pt x="225238" y="84274"/>
                </a:lnTo>
                <a:cubicBezTo>
                  <a:pt x="222376" y="84802"/>
                  <a:pt x="219816" y="85065"/>
                  <a:pt x="217556" y="85065"/>
                </a:cubicBezTo>
                <a:cubicBezTo>
                  <a:pt x="213866" y="85065"/>
                  <a:pt x="211004" y="84482"/>
                  <a:pt x="208971" y="83314"/>
                </a:cubicBezTo>
                <a:cubicBezTo>
                  <a:pt x="206937" y="82147"/>
                  <a:pt x="205506" y="80612"/>
                  <a:pt x="204678" y="78711"/>
                </a:cubicBezTo>
                <a:cubicBezTo>
                  <a:pt x="203849" y="76809"/>
                  <a:pt x="203435" y="72808"/>
                  <a:pt x="203435" y="66708"/>
                </a:cubicBezTo>
                <a:lnTo>
                  <a:pt x="203435" y="32196"/>
                </a:lnTo>
                <a:lnTo>
                  <a:pt x="195979" y="32196"/>
                </a:lnTo>
                <a:lnTo>
                  <a:pt x="195979" y="24288"/>
                </a:lnTo>
                <a:lnTo>
                  <a:pt x="203435" y="24288"/>
                </a:lnTo>
                <a:lnTo>
                  <a:pt x="203435" y="9392"/>
                </a:lnTo>
                <a:lnTo>
                  <a:pt x="213546" y="3276"/>
                </a:lnTo>
                <a:lnTo>
                  <a:pt x="213546" y="24288"/>
                </a:lnTo>
                <a:lnTo>
                  <a:pt x="223769" y="24288"/>
                </a:lnTo>
                <a:lnTo>
                  <a:pt x="223769" y="32196"/>
                </a:lnTo>
                <a:lnTo>
                  <a:pt x="213546" y="32196"/>
                </a:lnTo>
                <a:lnTo>
                  <a:pt x="213546" y="67273"/>
                </a:lnTo>
                <a:cubicBezTo>
                  <a:pt x="213546" y="70172"/>
                  <a:pt x="213725" y="72036"/>
                  <a:pt x="214082" y="72865"/>
                </a:cubicBezTo>
                <a:cubicBezTo>
                  <a:pt x="214440" y="73693"/>
                  <a:pt x="215024" y="74352"/>
                  <a:pt x="215833" y="74842"/>
                </a:cubicBezTo>
                <a:cubicBezTo>
                  <a:pt x="216643" y="75331"/>
                  <a:pt x="217801" y="75576"/>
                  <a:pt x="219307" y="75576"/>
                </a:cubicBezTo>
                <a:cubicBezTo>
                  <a:pt x="220437" y="75576"/>
                  <a:pt x="221924" y="75482"/>
                  <a:pt x="223769" y="75293"/>
                </a:cubicBezTo>
                <a:close/>
                <a:moveTo>
                  <a:pt x="272816" y="76868"/>
                </a:moveTo>
                <a:cubicBezTo>
                  <a:pt x="269050" y="80071"/>
                  <a:pt x="265426" y="82332"/>
                  <a:pt x="261943" y="83651"/>
                </a:cubicBezTo>
                <a:cubicBezTo>
                  <a:pt x="258459" y="84970"/>
                  <a:pt x="254722" y="85630"/>
                  <a:pt x="250731" y="85630"/>
                </a:cubicBezTo>
                <a:cubicBezTo>
                  <a:pt x="244141" y="85630"/>
                  <a:pt x="239076" y="84019"/>
                  <a:pt x="235536" y="80797"/>
                </a:cubicBezTo>
                <a:cubicBezTo>
                  <a:pt x="231997" y="77575"/>
                  <a:pt x="230227" y="73458"/>
                  <a:pt x="230227" y="68446"/>
                </a:cubicBezTo>
                <a:cubicBezTo>
                  <a:pt x="230227" y="65508"/>
                  <a:pt x="230895" y="62824"/>
                  <a:pt x="232232" y="60394"/>
                </a:cubicBezTo>
                <a:cubicBezTo>
                  <a:pt x="233569" y="57963"/>
                  <a:pt x="235320" y="56012"/>
                  <a:pt x="237485" y="54543"/>
                </a:cubicBezTo>
                <a:cubicBezTo>
                  <a:pt x="239650" y="53073"/>
                  <a:pt x="242088" y="51961"/>
                  <a:pt x="244800" y="51208"/>
                </a:cubicBezTo>
                <a:cubicBezTo>
                  <a:pt x="246796" y="50680"/>
                  <a:pt x="249808" y="50171"/>
                  <a:pt x="253837" y="49681"/>
                </a:cubicBezTo>
                <a:cubicBezTo>
                  <a:pt x="262046" y="48709"/>
                  <a:pt x="268090" y="47550"/>
                  <a:pt x="271969" y="46204"/>
                </a:cubicBezTo>
                <a:cubicBezTo>
                  <a:pt x="272006" y="44817"/>
                  <a:pt x="272025" y="43935"/>
                  <a:pt x="272025" y="43560"/>
                </a:cubicBezTo>
                <a:cubicBezTo>
                  <a:pt x="272025" y="39433"/>
                  <a:pt x="271065" y="36526"/>
                  <a:pt x="269144" y="34838"/>
                </a:cubicBezTo>
                <a:cubicBezTo>
                  <a:pt x="266546" y="32550"/>
                  <a:pt x="262686" y="31405"/>
                  <a:pt x="257565" y="31405"/>
                </a:cubicBezTo>
                <a:cubicBezTo>
                  <a:pt x="252783" y="31405"/>
                  <a:pt x="249253" y="32243"/>
                  <a:pt x="246974" y="33919"/>
                </a:cubicBezTo>
                <a:cubicBezTo>
                  <a:pt x="244696" y="35594"/>
                  <a:pt x="243011" y="38560"/>
                  <a:pt x="241919" y="42815"/>
                </a:cubicBezTo>
                <a:lnTo>
                  <a:pt x="231978" y="41459"/>
                </a:lnTo>
                <a:cubicBezTo>
                  <a:pt x="232882" y="37191"/>
                  <a:pt x="234369" y="33745"/>
                  <a:pt x="236440" y="31119"/>
                </a:cubicBezTo>
                <a:cubicBezTo>
                  <a:pt x="238511" y="28494"/>
                  <a:pt x="241505" y="26473"/>
                  <a:pt x="245421" y="25058"/>
                </a:cubicBezTo>
                <a:cubicBezTo>
                  <a:pt x="249337" y="23641"/>
                  <a:pt x="253875" y="22933"/>
                  <a:pt x="259034" y="22933"/>
                </a:cubicBezTo>
                <a:cubicBezTo>
                  <a:pt x="264155" y="22933"/>
                  <a:pt x="268316" y="23535"/>
                  <a:pt x="271517" y="24740"/>
                </a:cubicBezTo>
                <a:cubicBezTo>
                  <a:pt x="274718" y="25945"/>
                  <a:pt x="277071" y="27461"/>
                  <a:pt x="278577" y="29287"/>
                </a:cubicBezTo>
                <a:cubicBezTo>
                  <a:pt x="280084" y="31113"/>
                  <a:pt x="281138" y="33420"/>
                  <a:pt x="281740" y="36206"/>
                </a:cubicBezTo>
                <a:cubicBezTo>
                  <a:pt x="282079" y="37939"/>
                  <a:pt x="282249" y="41064"/>
                  <a:pt x="282249" y="45583"/>
                </a:cubicBezTo>
                <a:lnTo>
                  <a:pt x="282249" y="59139"/>
                </a:lnTo>
                <a:cubicBezTo>
                  <a:pt x="282249" y="68591"/>
                  <a:pt x="282465" y="74569"/>
                  <a:pt x="282898" y="77073"/>
                </a:cubicBezTo>
                <a:cubicBezTo>
                  <a:pt x="283331" y="79577"/>
                  <a:pt x="284188" y="81977"/>
                  <a:pt x="285468" y="84274"/>
                </a:cubicBezTo>
                <a:lnTo>
                  <a:pt x="274849" y="84274"/>
                </a:lnTo>
                <a:cubicBezTo>
                  <a:pt x="273795" y="82163"/>
                  <a:pt x="273117" y="79694"/>
                  <a:pt x="272816" y="76868"/>
                </a:cubicBezTo>
                <a:moveTo>
                  <a:pt x="271969" y="54112"/>
                </a:moveTo>
                <a:cubicBezTo>
                  <a:pt x="268278" y="55631"/>
                  <a:pt x="262743" y="56922"/>
                  <a:pt x="255362" y="57985"/>
                </a:cubicBezTo>
                <a:cubicBezTo>
                  <a:pt x="251182" y="58589"/>
                  <a:pt x="248226" y="59270"/>
                  <a:pt x="246494" y="60027"/>
                </a:cubicBezTo>
                <a:cubicBezTo>
                  <a:pt x="244762" y="60782"/>
                  <a:pt x="243425" y="61888"/>
                  <a:pt x="242484" y="63345"/>
                </a:cubicBezTo>
                <a:cubicBezTo>
                  <a:pt x="241542" y="64801"/>
                  <a:pt x="241072" y="66417"/>
                  <a:pt x="241072" y="68194"/>
                </a:cubicBezTo>
                <a:cubicBezTo>
                  <a:pt x="241072" y="70916"/>
                  <a:pt x="242098" y="73185"/>
                  <a:pt x="244150" y="75000"/>
                </a:cubicBezTo>
                <a:cubicBezTo>
                  <a:pt x="246202" y="76815"/>
                  <a:pt x="249206" y="77722"/>
                  <a:pt x="253159" y="77722"/>
                </a:cubicBezTo>
                <a:cubicBezTo>
                  <a:pt x="257076" y="77722"/>
                  <a:pt x="260559" y="76861"/>
                  <a:pt x="263609" y="75140"/>
                </a:cubicBezTo>
                <a:cubicBezTo>
                  <a:pt x="266659" y="73418"/>
                  <a:pt x="268900" y="71063"/>
                  <a:pt x="270331" y="68074"/>
                </a:cubicBezTo>
                <a:cubicBezTo>
                  <a:pt x="271423" y="65765"/>
                  <a:pt x="271969" y="62360"/>
                  <a:pt x="271969" y="57857"/>
                </a:cubicBezTo>
                <a:lnTo>
                  <a:pt x="271969" y="54112"/>
                </a:lnTo>
                <a:close/>
                <a:moveTo>
                  <a:pt x="291154" y="84274"/>
                </a:moveTo>
                <a:lnTo>
                  <a:pt x="313070" y="53095"/>
                </a:lnTo>
                <a:lnTo>
                  <a:pt x="292792" y="24288"/>
                </a:lnTo>
                <a:lnTo>
                  <a:pt x="305501" y="24288"/>
                </a:lnTo>
                <a:lnTo>
                  <a:pt x="314708" y="38353"/>
                </a:lnTo>
                <a:cubicBezTo>
                  <a:pt x="316440" y="41026"/>
                  <a:pt x="317833" y="43267"/>
                  <a:pt x="318888" y="45074"/>
                </a:cubicBezTo>
                <a:cubicBezTo>
                  <a:pt x="320545" y="42589"/>
                  <a:pt x="322070" y="40386"/>
                  <a:pt x="323463" y="38466"/>
                </a:cubicBezTo>
                <a:lnTo>
                  <a:pt x="333574" y="24288"/>
                </a:lnTo>
                <a:lnTo>
                  <a:pt x="345718" y="24288"/>
                </a:lnTo>
                <a:lnTo>
                  <a:pt x="324988" y="52530"/>
                </a:lnTo>
                <a:lnTo>
                  <a:pt x="347299" y="84274"/>
                </a:lnTo>
                <a:lnTo>
                  <a:pt x="334816" y="84274"/>
                </a:lnTo>
                <a:lnTo>
                  <a:pt x="322503" y="65635"/>
                </a:lnTo>
                <a:lnTo>
                  <a:pt x="319227" y="60608"/>
                </a:lnTo>
                <a:lnTo>
                  <a:pt x="303468" y="84274"/>
                </a:lnTo>
                <a:lnTo>
                  <a:pt x="291154" y="84274"/>
                </a:lnTo>
                <a:close/>
                <a:moveTo>
                  <a:pt x="447885" y="55129"/>
                </a:moveTo>
                <a:lnTo>
                  <a:pt x="458843" y="57896"/>
                </a:lnTo>
                <a:cubicBezTo>
                  <a:pt x="456546" y="66915"/>
                  <a:pt x="452413" y="73792"/>
                  <a:pt x="446445" y="78527"/>
                </a:cubicBezTo>
                <a:cubicBezTo>
                  <a:pt x="440476" y="83262"/>
                  <a:pt x="433180" y="85630"/>
                  <a:pt x="424557" y="85630"/>
                </a:cubicBezTo>
                <a:cubicBezTo>
                  <a:pt x="415632" y="85630"/>
                  <a:pt x="408374" y="83813"/>
                  <a:pt x="402782" y="80179"/>
                </a:cubicBezTo>
                <a:cubicBezTo>
                  <a:pt x="397190" y="76545"/>
                  <a:pt x="392935" y="71283"/>
                  <a:pt x="390017" y="64392"/>
                </a:cubicBezTo>
                <a:cubicBezTo>
                  <a:pt x="387098" y="57501"/>
                  <a:pt x="385639" y="50101"/>
                  <a:pt x="385639" y="42194"/>
                </a:cubicBezTo>
                <a:cubicBezTo>
                  <a:pt x="385639" y="33570"/>
                  <a:pt x="387287" y="26049"/>
                  <a:pt x="390582" y="19628"/>
                </a:cubicBezTo>
                <a:cubicBezTo>
                  <a:pt x="393877" y="13208"/>
                  <a:pt x="398565" y="8331"/>
                  <a:pt x="404646" y="4999"/>
                </a:cubicBezTo>
                <a:cubicBezTo>
                  <a:pt x="410728" y="1666"/>
                  <a:pt x="417421" y="0"/>
                  <a:pt x="424726" y="0"/>
                </a:cubicBezTo>
                <a:cubicBezTo>
                  <a:pt x="433011" y="0"/>
                  <a:pt x="439977" y="2109"/>
                  <a:pt x="445626" y="6326"/>
                </a:cubicBezTo>
                <a:cubicBezTo>
                  <a:pt x="451274" y="10544"/>
                  <a:pt x="455209" y="16475"/>
                  <a:pt x="457431" y="24119"/>
                </a:cubicBezTo>
                <a:lnTo>
                  <a:pt x="446642" y="26661"/>
                </a:lnTo>
                <a:cubicBezTo>
                  <a:pt x="444722" y="20616"/>
                  <a:pt x="441935" y="16214"/>
                  <a:pt x="438283" y="13457"/>
                </a:cubicBezTo>
                <a:cubicBezTo>
                  <a:pt x="434630" y="10699"/>
                  <a:pt x="430036" y="9320"/>
                  <a:pt x="424500" y="9320"/>
                </a:cubicBezTo>
                <a:cubicBezTo>
                  <a:pt x="418137" y="9320"/>
                  <a:pt x="412818" y="10848"/>
                  <a:pt x="408544" y="13904"/>
                </a:cubicBezTo>
                <a:cubicBezTo>
                  <a:pt x="404270" y="16959"/>
                  <a:pt x="401267" y="21061"/>
                  <a:pt x="399534" y="26210"/>
                </a:cubicBezTo>
                <a:cubicBezTo>
                  <a:pt x="397802" y="31359"/>
                  <a:pt x="396936" y="36667"/>
                  <a:pt x="396936" y="42135"/>
                </a:cubicBezTo>
                <a:cubicBezTo>
                  <a:pt x="396936" y="49189"/>
                  <a:pt x="397962" y="55347"/>
                  <a:pt x="400015" y="60609"/>
                </a:cubicBezTo>
                <a:cubicBezTo>
                  <a:pt x="402067" y="65872"/>
                  <a:pt x="405258" y="69804"/>
                  <a:pt x="409589" y="72407"/>
                </a:cubicBezTo>
                <a:cubicBezTo>
                  <a:pt x="413919" y="75009"/>
                  <a:pt x="418607" y="76310"/>
                  <a:pt x="423653" y="76310"/>
                </a:cubicBezTo>
                <a:cubicBezTo>
                  <a:pt x="429791" y="76310"/>
                  <a:pt x="434988" y="74531"/>
                  <a:pt x="439243" y="70972"/>
                </a:cubicBezTo>
                <a:cubicBezTo>
                  <a:pt x="443498" y="67414"/>
                  <a:pt x="446379" y="62133"/>
                  <a:pt x="447885" y="55129"/>
                </a:cubicBezTo>
                <a:close/>
                <a:moveTo>
                  <a:pt x="467181" y="54281"/>
                </a:moveTo>
                <a:cubicBezTo>
                  <a:pt x="467181" y="43173"/>
                  <a:pt x="470269" y="34945"/>
                  <a:pt x="476445" y="29598"/>
                </a:cubicBezTo>
                <a:cubicBezTo>
                  <a:pt x="481604" y="25154"/>
                  <a:pt x="487892" y="22933"/>
                  <a:pt x="495310" y="22933"/>
                </a:cubicBezTo>
                <a:cubicBezTo>
                  <a:pt x="503557" y="22933"/>
                  <a:pt x="510298" y="25634"/>
                  <a:pt x="515532" y="31038"/>
                </a:cubicBezTo>
                <a:cubicBezTo>
                  <a:pt x="520766" y="36442"/>
                  <a:pt x="523383" y="43907"/>
                  <a:pt x="523383" y="53434"/>
                </a:cubicBezTo>
                <a:cubicBezTo>
                  <a:pt x="523383" y="61154"/>
                  <a:pt x="522225" y="67226"/>
                  <a:pt x="519909" y="71650"/>
                </a:cubicBezTo>
                <a:cubicBezTo>
                  <a:pt x="517593" y="76075"/>
                  <a:pt x="514223" y="79511"/>
                  <a:pt x="509799" y="81959"/>
                </a:cubicBezTo>
                <a:cubicBezTo>
                  <a:pt x="505374" y="84406"/>
                  <a:pt x="500545" y="85630"/>
                  <a:pt x="495310" y="85630"/>
                </a:cubicBezTo>
                <a:cubicBezTo>
                  <a:pt x="486913" y="85630"/>
                  <a:pt x="480126" y="82938"/>
                  <a:pt x="474948" y="77553"/>
                </a:cubicBezTo>
                <a:cubicBezTo>
                  <a:pt x="469770" y="72168"/>
                  <a:pt x="467181" y="64411"/>
                  <a:pt x="467181" y="54281"/>
                </a:cubicBezTo>
                <a:moveTo>
                  <a:pt x="477631" y="54253"/>
                </a:moveTo>
                <a:cubicBezTo>
                  <a:pt x="477631" y="61907"/>
                  <a:pt x="479307" y="67637"/>
                  <a:pt x="482658" y="71445"/>
                </a:cubicBezTo>
                <a:cubicBezTo>
                  <a:pt x="486009" y="75253"/>
                  <a:pt x="490227" y="77157"/>
                  <a:pt x="495310" y="77157"/>
                </a:cubicBezTo>
                <a:cubicBezTo>
                  <a:pt x="500356" y="77157"/>
                  <a:pt x="504555" y="75244"/>
                  <a:pt x="507906" y="71417"/>
                </a:cubicBezTo>
                <a:cubicBezTo>
                  <a:pt x="511258" y="67590"/>
                  <a:pt x="512933" y="61757"/>
                  <a:pt x="512933" y="53916"/>
                </a:cubicBezTo>
                <a:cubicBezTo>
                  <a:pt x="512933" y="46525"/>
                  <a:pt x="511248" y="40925"/>
                  <a:pt x="507878" y="37117"/>
                </a:cubicBezTo>
                <a:cubicBezTo>
                  <a:pt x="504508" y="33309"/>
                  <a:pt x="500319" y="31405"/>
                  <a:pt x="495310" y="31405"/>
                </a:cubicBezTo>
                <a:cubicBezTo>
                  <a:pt x="490227" y="31405"/>
                  <a:pt x="486009" y="33300"/>
                  <a:pt x="482658" y="37089"/>
                </a:cubicBezTo>
                <a:cubicBezTo>
                  <a:pt x="479307" y="40878"/>
                  <a:pt x="477631" y="46599"/>
                  <a:pt x="477631" y="54253"/>
                </a:cubicBezTo>
                <a:close/>
                <a:moveTo>
                  <a:pt x="535226" y="84274"/>
                </a:moveTo>
                <a:lnTo>
                  <a:pt x="535226" y="24288"/>
                </a:lnTo>
                <a:lnTo>
                  <a:pt x="544320" y="24288"/>
                </a:lnTo>
                <a:lnTo>
                  <a:pt x="544320" y="32648"/>
                </a:lnTo>
                <a:cubicBezTo>
                  <a:pt x="546203" y="29727"/>
                  <a:pt x="548707" y="27378"/>
                  <a:pt x="551832" y="25600"/>
                </a:cubicBezTo>
                <a:cubicBezTo>
                  <a:pt x="554958" y="23822"/>
                  <a:pt x="558516" y="22933"/>
                  <a:pt x="562508" y="22933"/>
                </a:cubicBezTo>
                <a:cubicBezTo>
                  <a:pt x="566951" y="22933"/>
                  <a:pt x="570595" y="23850"/>
                  <a:pt x="573438" y="25686"/>
                </a:cubicBezTo>
                <a:cubicBezTo>
                  <a:pt x="576281" y="27521"/>
                  <a:pt x="578286" y="30086"/>
                  <a:pt x="579453" y="33382"/>
                </a:cubicBezTo>
                <a:cubicBezTo>
                  <a:pt x="584198" y="26416"/>
                  <a:pt x="590373" y="22933"/>
                  <a:pt x="597980" y="22933"/>
                </a:cubicBezTo>
                <a:cubicBezTo>
                  <a:pt x="603930" y="22933"/>
                  <a:pt x="608505" y="24580"/>
                  <a:pt x="611706" y="27875"/>
                </a:cubicBezTo>
                <a:cubicBezTo>
                  <a:pt x="614906" y="31170"/>
                  <a:pt x="616507" y="36244"/>
                  <a:pt x="616507" y="43097"/>
                </a:cubicBezTo>
                <a:lnTo>
                  <a:pt x="616507" y="84274"/>
                </a:lnTo>
                <a:lnTo>
                  <a:pt x="606396" y="84274"/>
                </a:lnTo>
                <a:lnTo>
                  <a:pt x="606396" y="46446"/>
                </a:lnTo>
                <a:cubicBezTo>
                  <a:pt x="606396" y="42374"/>
                  <a:pt x="606067" y="39444"/>
                  <a:pt x="605408" y="37654"/>
                </a:cubicBezTo>
                <a:cubicBezTo>
                  <a:pt x="604749" y="35863"/>
                  <a:pt x="603553" y="34421"/>
                  <a:pt x="601821" y="33327"/>
                </a:cubicBezTo>
                <a:cubicBezTo>
                  <a:pt x="600089" y="32234"/>
                  <a:pt x="598055" y="31688"/>
                  <a:pt x="595721" y="31688"/>
                </a:cubicBezTo>
                <a:cubicBezTo>
                  <a:pt x="591503" y="31688"/>
                  <a:pt x="588001" y="33092"/>
                  <a:pt x="585215" y="35901"/>
                </a:cubicBezTo>
                <a:cubicBezTo>
                  <a:pt x="582428" y="38709"/>
                  <a:pt x="581035" y="43204"/>
                  <a:pt x="581035" y="49387"/>
                </a:cubicBezTo>
                <a:lnTo>
                  <a:pt x="581035" y="84274"/>
                </a:lnTo>
                <a:lnTo>
                  <a:pt x="570868" y="84274"/>
                </a:lnTo>
                <a:lnTo>
                  <a:pt x="570868" y="45258"/>
                </a:lnTo>
                <a:cubicBezTo>
                  <a:pt x="570868" y="40735"/>
                  <a:pt x="570039" y="37342"/>
                  <a:pt x="568382" y="35080"/>
                </a:cubicBezTo>
                <a:cubicBezTo>
                  <a:pt x="566725" y="32818"/>
                  <a:pt x="564014" y="31688"/>
                  <a:pt x="560249" y="31688"/>
                </a:cubicBezTo>
                <a:cubicBezTo>
                  <a:pt x="557387" y="31688"/>
                  <a:pt x="554741" y="32442"/>
                  <a:pt x="552313" y="33951"/>
                </a:cubicBezTo>
                <a:cubicBezTo>
                  <a:pt x="549884" y="35458"/>
                  <a:pt x="548123" y="37663"/>
                  <a:pt x="547031" y="40566"/>
                </a:cubicBezTo>
                <a:cubicBezTo>
                  <a:pt x="545939" y="43468"/>
                  <a:pt x="545393" y="47652"/>
                  <a:pt x="545393" y="53118"/>
                </a:cubicBezTo>
                <a:lnTo>
                  <a:pt x="545393" y="84274"/>
                </a:lnTo>
                <a:lnTo>
                  <a:pt x="535226" y="84274"/>
                </a:lnTo>
                <a:close/>
                <a:moveTo>
                  <a:pt x="631529" y="107320"/>
                </a:moveTo>
                <a:lnTo>
                  <a:pt x="631529" y="24288"/>
                </a:lnTo>
                <a:lnTo>
                  <a:pt x="640792" y="24288"/>
                </a:lnTo>
                <a:lnTo>
                  <a:pt x="640792" y="32027"/>
                </a:lnTo>
                <a:cubicBezTo>
                  <a:pt x="642976" y="28995"/>
                  <a:pt x="645443" y="26722"/>
                  <a:pt x="648192" y="25206"/>
                </a:cubicBezTo>
                <a:cubicBezTo>
                  <a:pt x="650941" y="23690"/>
                  <a:pt x="654273" y="22933"/>
                  <a:pt x="658189" y="22933"/>
                </a:cubicBezTo>
                <a:cubicBezTo>
                  <a:pt x="663311" y="22933"/>
                  <a:pt x="667829" y="24251"/>
                  <a:pt x="671746" y="26886"/>
                </a:cubicBezTo>
                <a:cubicBezTo>
                  <a:pt x="675662" y="29522"/>
                  <a:pt x="678618" y="33241"/>
                  <a:pt x="680614" y="38042"/>
                </a:cubicBezTo>
                <a:cubicBezTo>
                  <a:pt x="682609" y="42843"/>
                  <a:pt x="683607" y="48106"/>
                  <a:pt x="683607" y="53829"/>
                </a:cubicBezTo>
                <a:cubicBezTo>
                  <a:pt x="683607" y="59967"/>
                  <a:pt x="682506" y="65493"/>
                  <a:pt x="680303" y="70408"/>
                </a:cubicBezTo>
                <a:cubicBezTo>
                  <a:pt x="678100" y="75322"/>
                  <a:pt x="674899" y="79087"/>
                  <a:pt x="670701" y="81704"/>
                </a:cubicBezTo>
                <a:cubicBezTo>
                  <a:pt x="666502" y="84321"/>
                  <a:pt x="662087" y="85630"/>
                  <a:pt x="657455" y="85630"/>
                </a:cubicBezTo>
                <a:cubicBezTo>
                  <a:pt x="654066" y="85630"/>
                  <a:pt x="651025" y="84905"/>
                  <a:pt x="648333" y="83455"/>
                </a:cubicBezTo>
                <a:cubicBezTo>
                  <a:pt x="645641" y="82004"/>
                  <a:pt x="643428" y="80172"/>
                  <a:pt x="641696" y="77959"/>
                </a:cubicBezTo>
                <a:lnTo>
                  <a:pt x="641696" y="107320"/>
                </a:lnTo>
                <a:lnTo>
                  <a:pt x="631529" y="107320"/>
                </a:lnTo>
                <a:moveTo>
                  <a:pt x="640736" y="54535"/>
                </a:moveTo>
                <a:cubicBezTo>
                  <a:pt x="640736" y="62246"/>
                  <a:pt x="642299" y="67943"/>
                  <a:pt x="645424" y="71629"/>
                </a:cubicBezTo>
                <a:cubicBezTo>
                  <a:pt x="648550" y="75315"/>
                  <a:pt x="652334" y="77157"/>
                  <a:pt x="656777" y="77157"/>
                </a:cubicBezTo>
                <a:cubicBezTo>
                  <a:pt x="661296" y="77157"/>
                  <a:pt x="665165" y="75249"/>
                  <a:pt x="668385" y="71431"/>
                </a:cubicBezTo>
                <a:cubicBezTo>
                  <a:pt x="671604" y="67614"/>
                  <a:pt x="673214" y="61700"/>
                  <a:pt x="673214" y="53688"/>
                </a:cubicBezTo>
                <a:cubicBezTo>
                  <a:pt x="673214" y="46053"/>
                  <a:pt x="671642" y="40337"/>
                  <a:pt x="668498" y="36538"/>
                </a:cubicBezTo>
                <a:cubicBezTo>
                  <a:pt x="665354" y="32740"/>
                  <a:pt x="661597" y="30840"/>
                  <a:pt x="657229" y="30840"/>
                </a:cubicBezTo>
                <a:cubicBezTo>
                  <a:pt x="652899" y="30840"/>
                  <a:pt x="649067" y="32862"/>
                  <a:pt x="645735" y="36905"/>
                </a:cubicBezTo>
                <a:cubicBezTo>
                  <a:pt x="642402" y="40949"/>
                  <a:pt x="640736" y="46825"/>
                  <a:pt x="640736" y="54535"/>
                </a:cubicBezTo>
                <a:close/>
                <a:moveTo>
                  <a:pt x="695563" y="84274"/>
                </a:moveTo>
                <a:lnTo>
                  <a:pt x="695563" y="1469"/>
                </a:lnTo>
                <a:lnTo>
                  <a:pt x="705730" y="1469"/>
                </a:lnTo>
                <a:lnTo>
                  <a:pt x="705730" y="84274"/>
                </a:lnTo>
                <a:lnTo>
                  <a:pt x="695563" y="84274"/>
                </a:lnTo>
                <a:close/>
                <a:moveTo>
                  <a:pt x="762476" y="64957"/>
                </a:moveTo>
                <a:lnTo>
                  <a:pt x="772982" y="66256"/>
                </a:lnTo>
                <a:cubicBezTo>
                  <a:pt x="771325" y="72394"/>
                  <a:pt x="768256" y="77157"/>
                  <a:pt x="763775" y="80546"/>
                </a:cubicBezTo>
                <a:cubicBezTo>
                  <a:pt x="759294" y="83936"/>
                  <a:pt x="753571" y="85630"/>
                  <a:pt x="746604" y="85630"/>
                </a:cubicBezTo>
                <a:cubicBezTo>
                  <a:pt x="737830" y="85630"/>
                  <a:pt x="730873" y="82928"/>
                  <a:pt x="725733" y="77525"/>
                </a:cubicBezTo>
                <a:cubicBezTo>
                  <a:pt x="720593" y="72121"/>
                  <a:pt x="718023" y="64543"/>
                  <a:pt x="718023" y="54790"/>
                </a:cubicBezTo>
                <a:cubicBezTo>
                  <a:pt x="718023" y="44698"/>
                  <a:pt x="720621" y="36865"/>
                  <a:pt x="725818" y="31292"/>
                </a:cubicBezTo>
                <a:cubicBezTo>
                  <a:pt x="731014" y="25719"/>
                  <a:pt x="737755" y="22933"/>
                  <a:pt x="746039" y="22933"/>
                </a:cubicBezTo>
                <a:cubicBezTo>
                  <a:pt x="754060" y="22933"/>
                  <a:pt x="760612" y="25659"/>
                  <a:pt x="765696" y="31110"/>
                </a:cubicBezTo>
                <a:cubicBezTo>
                  <a:pt x="770779" y="36561"/>
                  <a:pt x="773321" y="44230"/>
                  <a:pt x="773321" y="54117"/>
                </a:cubicBezTo>
                <a:cubicBezTo>
                  <a:pt x="773321" y="54718"/>
                  <a:pt x="773302" y="55620"/>
                  <a:pt x="773265" y="56823"/>
                </a:cubicBezTo>
                <a:lnTo>
                  <a:pt x="728529" y="56823"/>
                </a:lnTo>
                <a:cubicBezTo>
                  <a:pt x="728906" y="63394"/>
                  <a:pt x="730770" y="68426"/>
                  <a:pt x="734121" y="71918"/>
                </a:cubicBezTo>
                <a:cubicBezTo>
                  <a:pt x="737473" y="75411"/>
                  <a:pt x="741652" y="77157"/>
                  <a:pt x="746661" y="77157"/>
                </a:cubicBezTo>
                <a:cubicBezTo>
                  <a:pt x="750389" y="77157"/>
                  <a:pt x="753571" y="76188"/>
                  <a:pt x="756206" y="74248"/>
                </a:cubicBezTo>
                <a:cubicBezTo>
                  <a:pt x="758842" y="72308"/>
                  <a:pt x="760932" y="69211"/>
                  <a:pt x="762476" y="64957"/>
                </a:cubicBezTo>
                <a:moveTo>
                  <a:pt x="729094" y="48350"/>
                </a:moveTo>
                <a:lnTo>
                  <a:pt x="762589" y="48350"/>
                </a:lnTo>
                <a:cubicBezTo>
                  <a:pt x="762137" y="43387"/>
                  <a:pt x="760857" y="39664"/>
                  <a:pt x="758748" y="37182"/>
                </a:cubicBezTo>
                <a:cubicBezTo>
                  <a:pt x="755510" y="33331"/>
                  <a:pt x="751311" y="31405"/>
                  <a:pt x="746152" y="31405"/>
                </a:cubicBezTo>
                <a:cubicBezTo>
                  <a:pt x="741483" y="31405"/>
                  <a:pt x="737557" y="32943"/>
                  <a:pt x="734375" y="36017"/>
                </a:cubicBezTo>
                <a:cubicBezTo>
                  <a:pt x="731193" y="39091"/>
                  <a:pt x="729433" y="43202"/>
                  <a:pt x="729094" y="48350"/>
                </a:cubicBezTo>
                <a:close/>
                <a:moveTo>
                  <a:pt x="807870" y="75293"/>
                </a:moveTo>
                <a:lnTo>
                  <a:pt x="809339" y="84274"/>
                </a:lnTo>
                <a:cubicBezTo>
                  <a:pt x="806477" y="84802"/>
                  <a:pt x="803916" y="85065"/>
                  <a:pt x="801657" y="85065"/>
                </a:cubicBezTo>
                <a:cubicBezTo>
                  <a:pt x="797967" y="85065"/>
                  <a:pt x="795105" y="84482"/>
                  <a:pt x="793071" y="83314"/>
                </a:cubicBezTo>
                <a:cubicBezTo>
                  <a:pt x="791038" y="82147"/>
                  <a:pt x="789607" y="80612"/>
                  <a:pt x="788779" y="78711"/>
                </a:cubicBezTo>
                <a:cubicBezTo>
                  <a:pt x="787950" y="76809"/>
                  <a:pt x="787536" y="72808"/>
                  <a:pt x="787536" y="66708"/>
                </a:cubicBezTo>
                <a:lnTo>
                  <a:pt x="787536" y="32196"/>
                </a:lnTo>
                <a:lnTo>
                  <a:pt x="780080" y="32196"/>
                </a:lnTo>
                <a:lnTo>
                  <a:pt x="780080" y="24288"/>
                </a:lnTo>
                <a:lnTo>
                  <a:pt x="787536" y="24288"/>
                </a:lnTo>
                <a:lnTo>
                  <a:pt x="787536" y="9392"/>
                </a:lnTo>
                <a:lnTo>
                  <a:pt x="797647" y="3276"/>
                </a:lnTo>
                <a:lnTo>
                  <a:pt x="797647" y="24288"/>
                </a:lnTo>
                <a:lnTo>
                  <a:pt x="807870" y="24288"/>
                </a:lnTo>
                <a:lnTo>
                  <a:pt x="807870" y="32196"/>
                </a:lnTo>
                <a:lnTo>
                  <a:pt x="797647" y="32196"/>
                </a:lnTo>
                <a:lnTo>
                  <a:pt x="797647" y="67273"/>
                </a:lnTo>
                <a:cubicBezTo>
                  <a:pt x="797647" y="70172"/>
                  <a:pt x="797825" y="72036"/>
                  <a:pt x="798183" y="72865"/>
                </a:cubicBezTo>
                <a:cubicBezTo>
                  <a:pt x="798541" y="73693"/>
                  <a:pt x="799125" y="74352"/>
                  <a:pt x="799934" y="74842"/>
                </a:cubicBezTo>
                <a:cubicBezTo>
                  <a:pt x="800744" y="75331"/>
                  <a:pt x="801902" y="75576"/>
                  <a:pt x="803408" y="75576"/>
                </a:cubicBezTo>
                <a:cubicBezTo>
                  <a:pt x="804538" y="75576"/>
                  <a:pt x="806025" y="75482"/>
                  <a:pt x="807870" y="75293"/>
                </a:cubicBezTo>
                <a:close/>
                <a:moveTo>
                  <a:pt x="817830" y="13217"/>
                </a:moveTo>
                <a:lnTo>
                  <a:pt x="817830" y="1469"/>
                </a:lnTo>
                <a:lnTo>
                  <a:pt x="827997" y="1469"/>
                </a:lnTo>
                <a:lnTo>
                  <a:pt x="827997" y="13217"/>
                </a:lnTo>
                <a:lnTo>
                  <a:pt x="817830" y="13217"/>
                </a:lnTo>
                <a:moveTo>
                  <a:pt x="817830" y="84274"/>
                </a:moveTo>
                <a:lnTo>
                  <a:pt x="817830" y="24288"/>
                </a:lnTo>
                <a:lnTo>
                  <a:pt x="827997" y="24288"/>
                </a:lnTo>
                <a:lnTo>
                  <a:pt x="827997" y="84274"/>
                </a:lnTo>
                <a:lnTo>
                  <a:pt x="817830" y="84274"/>
                </a:lnTo>
                <a:close/>
                <a:moveTo>
                  <a:pt x="839612" y="54281"/>
                </a:moveTo>
                <a:cubicBezTo>
                  <a:pt x="839612" y="43173"/>
                  <a:pt x="842699" y="34945"/>
                  <a:pt x="848875" y="29598"/>
                </a:cubicBezTo>
                <a:cubicBezTo>
                  <a:pt x="854034" y="25154"/>
                  <a:pt x="860322" y="22933"/>
                  <a:pt x="867741" y="22933"/>
                </a:cubicBezTo>
                <a:cubicBezTo>
                  <a:pt x="875987" y="22933"/>
                  <a:pt x="882728" y="25634"/>
                  <a:pt x="887962" y="31038"/>
                </a:cubicBezTo>
                <a:cubicBezTo>
                  <a:pt x="893196" y="36442"/>
                  <a:pt x="895813" y="43907"/>
                  <a:pt x="895813" y="53434"/>
                </a:cubicBezTo>
                <a:cubicBezTo>
                  <a:pt x="895813" y="61154"/>
                  <a:pt x="894655" y="67226"/>
                  <a:pt x="892340" y="71650"/>
                </a:cubicBezTo>
                <a:cubicBezTo>
                  <a:pt x="890024" y="76075"/>
                  <a:pt x="886653" y="79511"/>
                  <a:pt x="882229" y="81959"/>
                </a:cubicBezTo>
                <a:cubicBezTo>
                  <a:pt x="877804" y="84406"/>
                  <a:pt x="872975" y="85630"/>
                  <a:pt x="867741" y="85630"/>
                </a:cubicBezTo>
                <a:cubicBezTo>
                  <a:pt x="859343" y="85630"/>
                  <a:pt x="852556" y="82938"/>
                  <a:pt x="847378" y="77553"/>
                </a:cubicBezTo>
                <a:cubicBezTo>
                  <a:pt x="842200" y="72168"/>
                  <a:pt x="839612" y="64411"/>
                  <a:pt x="839612" y="54281"/>
                </a:cubicBezTo>
                <a:moveTo>
                  <a:pt x="850061" y="54253"/>
                </a:moveTo>
                <a:cubicBezTo>
                  <a:pt x="850061" y="61907"/>
                  <a:pt x="851737" y="67637"/>
                  <a:pt x="855088" y="71445"/>
                </a:cubicBezTo>
                <a:cubicBezTo>
                  <a:pt x="858440" y="75253"/>
                  <a:pt x="862657" y="77157"/>
                  <a:pt x="867741" y="77157"/>
                </a:cubicBezTo>
                <a:cubicBezTo>
                  <a:pt x="872787" y="77157"/>
                  <a:pt x="876985" y="75244"/>
                  <a:pt x="880337" y="71417"/>
                </a:cubicBezTo>
                <a:cubicBezTo>
                  <a:pt x="883688" y="67590"/>
                  <a:pt x="885364" y="61757"/>
                  <a:pt x="885364" y="53916"/>
                </a:cubicBezTo>
                <a:cubicBezTo>
                  <a:pt x="885364" y="46525"/>
                  <a:pt x="883679" y="40925"/>
                  <a:pt x="880308" y="37117"/>
                </a:cubicBezTo>
                <a:cubicBezTo>
                  <a:pt x="876938" y="33309"/>
                  <a:pt x="872749" y="31405"/>
                  <a:pt x="867741" y="31405"/>
                </a:cubicBezTo>
                <a:cubicBezTo>
                  <a:pt x="862657" y="31405"/>
                  <a:pt x="858440" y="33300"/>
                  <a:pt x="855088" y="37089"/>
                </a:cubicBezTo>
                <a:cubicBezTo>
                  <a:pt x="851737" y="40878"/>
                  <a:pt x="850061" y="46599"/>
                  <a:pt x="850061" y="54253"/>
                </a:cubicBezTo>
                <a:close/>
                <a:moveTo>
                  <a:pt x="907656" y="84274"/>
                </a:moveTo>
                <a:lnTo>
                  <a:pt x="907656" y="24288"/>
                </a:lnTo>
                <a:lnTo>
                  <a:pt x="916806" y="24288"/>
                </a:lnTo>
                <a:lnTo>
                  <a:pt x="916806" y="32761"/>
                </a:lnTo>
                <a:cubicBezTo>
                  <a:pt x="921212" y="26209"/>
                  <a:pt x="927576" y="22933"/>
                  <a:pt x="935898" y="22933"/>
                </a:cubicBezTo>
                <a:cubicBezTo>
                  <a:pt x="939513" y="22933"/>
                  <a:pt x="942836" y="23582"/>
                  <a:pt x="945867" y="24881"/>
                </a:cubicBezTo>
                <a:cubicBezTo>
                  <a:pt x="948899" y="26180"/>
                  <a:pt x="951167" y="27884"/>
                  <a:pt x="952674" y="29993"/>
                </a:cubicBezTo>
                <a:cubicBezTo>
                  <a:pt x="954180" y="32102"/>
                  <a:pt x="955234" y="34606"/>
                  <a:pt x="955837" y="37506"/>
                </a:cubicBezTo>
                <a:cubicBezTo>
                  <a:pt x="956213" y="39388"/>
                  <a:pt x="956402" y="42683"/>
                  <a:pt x="956402" y="47390"/>
                </a:cubicBezTo>
                <a:lnTo>
                  <a:pt x="956402" y="84274"/>
                </a:lnTo>
                <a:lnTo>
                  <a:pt x="946234" y="84274"/>
                </a:lnTo>
                <a:lnTo>
                  <a:pt x="946234" y="47747"/>
                </a:lnTo>
                <a:cubicBezTo>
                  <a:pt x="946234" y="43600"/>
                  <a:pt x="945839" y="40499"/>
                  <a:pt x="945048" y="38445"/>
                </a:cubicBezTo>
                <a:cubicBezTo>
                  <a:pt x="944257" y="36390"/>
                  <a:pt x="942855" y="34750"/>
                  <a:pt x="940840" y="33525"/>
                </a:cubicBezTo>
                <a:cubicBezTo>
                  <a:pt x="938826" y="32300"/>
                  <a:pt x="936463" y="31688"/>
                  <a:pt x="933751" y="31688"/>
                </a:cubicBezTo>
                <a:cubicBezTo>
                  <a:pt x="929421" y="31688"/>
                  <a:pt x="925684" y="33064"/>
                  <a:pt x="922539" y="35816"/>
                </a:cubicBezTo>
                <a:cubicBezTo>
                  <a:pt x="919395" y="38568"/>
                  <a:pt x="917823" y="43788"/>
                  <a:pt x="917823" y="51478"/>
                </a:cubicBezTo>
                <a:lnTo>
                  <a:pt x="917823" y="84274"/>
                </a:lnTo>
                <a:lnTo>
                  <a:pt x="907656" y="8427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eda72a2bc432e"/>
          <a:stretch xmlns:a="http://schemas.openxmlformats.org/drawingml/2006/main"/>
        </p:blipFill>
        <p:spPr>
          <a:xfrm xmlns:a="http://schemas.openxmlformats.org/drawingml/2006/main">
            <a:off x="4894674" y="607047"/>
            <a:ext cx="1559943" cy="472961"/>
          </a:xfrm>
          <a:prstGeom xmlns:a="http://schemas.openxmlformats.org/drawingml/2006/main" prst="rect">
            <a:avLst/>
          </a:prstGeom>
        </p:spPr>
      </p:pic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ad24a73544299"/>
          <a:stretch xmlns:a="http://schemas.openxmlformats.org/drawingml/2006/main"/>
        </p:blipFill>
        <p:spPr>
          <a:xfrm xmlns:a="http://schemas.openxmlformats.org/drawingml/2006/main">
            <a:off x="5045700" y="1037767"/>
            <a:ext cx="1257198" cy="36770"/>
          </a:xfrm>
          <a:prstGeom xmlns:a="http://schemas.openxmlformats.org/drawingml/2006/main" prst="rect">
            <a:avLst/>
          </a:prstGeom>
        </p:spPr>
      </p:pic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844B2-E860-41B1-8A82-773687C9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746" y="617084"/>
            <a:ext cx="1507645" cy="420684"/>
          </a:xfrm>
          <a:custGeom xmlns:a="http://schemas.openxmlformats.org/drawingml/2006/main">
            <a:pathLst>
              <a:path w="1507645" h="420684">
                <a:moveTo>
                  <a:pt x="0" y="0"/>
                </a:moveTo>
                <a:lnTo>
                  <a:pt x="0" y="420684"/>
                </a:lnTo>
                <a:lnTo>
                  <a:pt x="1507645" y="420684"/>
                </a:lnTo>
                <a:lnTo>
                  <a:pt x="150764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11CA1-9C5B-4E4F-8E43-E40EC525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746" y="617084"/>
            <a:ext cx="1507645" cy="420684"/>
          </a:xfrm>
          <a:custGeom xmlns:a="http://schemas.openxmlformats.org/drawingml/2006/main">
            <a:pathLst>
              <a:path w="1507645" h="420684" fill="none">
                <a:moveTo>
                  <a:pt x="0" y="0"/>
                </a:moveTo>
                <a:lnTo>
                  <a:pt x="0" y="420684"/>
                </a:lnTo>
                <a:lnTo>
                  <a:pt x="1507645" y="420684"/>
                </a:lnTo>
                <a:lnTo>
                  <a:pt x="1507645" y="0"/>
                </a:lnTo>
                <a:lnTo>
                  <a:pt x="0" y="0"/>
                </a:lnTo>
                <a:close/>
                <a:moveTo>
                  <a:pt x="0" y="420684"/>
                </a:moveTo>
                <a:close/>
              </a:path>
            </a:pathLst>
          </a:custGeom>
          <a:noFill xmlns:a="http://schemas.openxmlformats.org/drawingml/2006/main"/>
          <a:ln xmlns:a="http://schemas.openxmlformats.org/drawingml/2006/main" w="5772" cap="flat">
            <a:solidFill>
              <a:srgbClr val="231F20"/>
            </a:solidFill>
            <a:miter/>
          </a:ln>
        </p:spPr>
      </p:sp>
      <p:sp>
        <p:nvSpPr>
          <p:cNvPr id="16" name="Text PatchPortingPrompt">
            <a:extLst xmlns:a="http://schemas.openxmlformats.org/drawingml/2006/main">
              <a:ext uri="{FF2B5EF4-FFF2-40B4-BE49-F238E27FC236}">
                <a16:creationId xmlns:a16="http://schemas.microsoft.com/office/drawing/2014/main" id="{D45B8DA8-5612-4B5A-A2BF-63FA33DF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228" y="718522"/>
            <a:ext cx="1087591" cy="107207"/>
          </a:xfrm>
          <a:custGeom xmlns:a="http://schemas.openxmlformats.org/drawingml/2006/main">
            <a:pathLst>
              <a:path w="1087591" h="107207">
                <a:moveTo>
                  <a:pt x="0" y="82806"/>
                </a:moveTo>
                <a:lnTo>
                  <a:pt x="0" y="0"/>
                </a:lnTo>
                <a:lnTo>
                  <a:pt x="31236" y="0"/>
                </a:lnTo>
                <a:cubicBezTo>
                  <a:pt x="36734" y="0"/>
                  <a:pt x="40932" y="263"/>
                  <a:pt x="43832" y="789"/>
                </a:cubicBezTo>
                <a:cubicBezTo>
                  <a:pt x="47899" y="1467"/>
                  <a:pt x="51306" y="2755"/>
                  <a:pt x="54055" y="4655"/>
                </a:cubicBezTo>
                <a:cubicBezTo>
                  <a:pt x="56804" y="6554"/>
                  <a:pt x="59017" y="9215"/>
                  <a:pt x="60692" y="12638"/>
                </a:cubicBezTo>
                <a:cubicBezTo>
                  <a:pt x="62368" y="16060"/>
                  <a:pt x="63206" y="19821"/>
                  <a:pt x="63206" y="23921"/>
                </a:cubicBezTo>
                <a:cubicBezTo>
                  <a:pt x="63206" y="30956"/>
                  <a:pt x="60965" y="36908"/>
                  <a:pt x="56484" y="41779"/>
                </a:cubicBezTo>
                <a:cubicBezTo>
                  <a:pt x="52003" y="46649"/>
                  <a:pt x="43907" y="49085"/>
                  <a:pt x="32196" y="49085"/>
                </a:cubicBezTo>
                <a:lnTo>
                  <a:pt x="10958" y="49085"/>
                </a:lnTo>
                <a:lnTo>
                  <a:pt x="10958" y="82806"/>
                </a:lnTo>
                <a:lnTo>
                  <a:pt x="0" y="82806"/>
                </a:lnTo>
                <a:moveTo>
                  <a:pt x="10958" y="39313"/>
                </a:moveTo>
                <a:lnTo>
                  <a:pt x="32365" y="39313"/>
                </a:lnTo>
                <a:cubicBezTo>
                  <a:pt x="39445" y="39313"/>
                  <a:pt x="44472" y="37998"/>
                  <a:pt x="47447" y="35368"/>
                </a:cubicBezTo>
                <a:cubicBezTo>
                  <a:pt x="50422" y="32737"/>
                  <a:pt x="51909" y="29034"/>
                  <a:pt x="51909" y="24260"/>
                </a:cubicBezTo>
                <a:cubicBezTo>
                  <a:pt x="51909" y="20803"/>
                  <a:pt x="51033" y="17843"/>
                  <a:pt x="49282" y="15381"/>
                </a:cubicBezTo>
                <a:cubicBezTo>
                  <a:pt x="47531" y="12920"/>
                  <a:pt x="45225" y="11294"/>
                  <a:pt x="42363" y="10504"/>
                </a:cubicBezTo>
                <a:cubicBezTo>
                  <a:pt x="40518" y="10016"/>
                  <a:pt x="37110" y="9772"/>
                  <a:pt x="32140" y="9772"/>
                </a:cubicBezTo>
                <a:lnTo>
                  <a:pt x="10958" y="9772"/>
                </a:lnTo>
                <a:lnTo>
                  <a:pt x="10958" y="39313"/>
                </a:lnTo>
                <a:close/>
                <a:moveTo>
                  <a:pt x="115003" y="75399"/>
                </a:moveTo>
                <a:cubicBezTo>
                  <a:pt x="111237" y="78602"/>
                  <a:pt x="107613" y="80864"/>
                  <a:pt x="104129" y="82183"/>
                </a:cubicBezTo>
                <a:cubicBezTo>
                  <a:pt x="100646" y="83502"/>
                  <a:pt x="96909" y="84161"/>
                  <a:pt x="92917" y="84161"/>
                </a:cubicBezTo>
                <a:cubicBezTo>
                  <a:pt x="86327" y="84161"/>
                  <a:pt x="81263" y="82550"/>
                  <a:pt x="77723" y="79329"/>
                </a:cubicBezTo>
                <a:cubicBezTo>
                  <a:pt x="74183" y="76107"/>
                  <a:pt x="72414" y="71990"/>
                  <a:pt x="72414" y="66978"/>
                </a:cubicBezTo>
                <a:cubicBezTo>
                  <a:pt x="72414" y="64040"/>
                  <a:pt x="73082" y="61355"/>
                  <a:pt x="74419" y="58925"/>
                </a:cubicBezTo>
                <a:cubicBezTo>
                  <a:pt x="75756" y="56494"/>
                  <a:pt x="77507" y="54544"/>
                  <a:pt x="79672" y="53074"/>
                </a:cubicBezTo>
                <a:cubicBezTo>
                  <a:pt x="81837" y="51604"/>
                  <a:pt x="84275" y="50493"/>
                  <a:pt x="86986" y="49740"/>
                </a:cubicBezTo>
                <a:cubicBezTo>
                  <a:pt x="88982" y="49211"/>
                  <a:pt x="91995" y="48702"/>
                  <a:pt x="96024" y="48213"/>
                </a:cubicBezTo>
                <a:cubicBezTo>
                  <a:pt x="104233" y="47241"/>
                  <a:pt x="110277" y="46082"/>
                  <a:pt x="114155" y="44735"/>
                </a:cubicBezTo>
                <a:cubicBezTo>
                  <a:pt x="114193" y="43348"/>
                  <a:pt x="114212" y="42467"/>
                  <a:pt x="114212" y="42091"/>
                </a:cubicBezTo>
                <a:cubicBezTo>
                  <a:pt x="114212" y="37964"/>
                  <a:pt x="113252" y="35057"/>
                  <a:pt x="111331" y="33370"/>
                </a:cubicBezTo>
                <a:cubicBezTo>
                  <a:pt x="108733" y="31081"/>
                  <a:pt x="104873" y="29937"/>
                  <a:pt x="99752" y="29937"/>
                </a:cubicBezTo>
                <a:cubicBezTo>
                  <a:pt x="94970" y="29937"/>
                  <a:pt x="91439" y="30774"/>
                  <a:pt x="89161" y="32450"/>
                </a:cubicBezTo>
                <a:cubicBezTo>
                  <a:pt x="86883" y="34126"/>
                  <a:pt x="85198" y="37091"/>
                  <a:pt x="84106" y="41346"/>
                </a:cubicBezTo>
                <a:lnTo>
                  <a:pt x="74165" y="39991"/>
                </a:lnTo>
                <a:cubicBezTo>
                  <a:pt x="75068" y="35723"/>
                  <a:pt x="76556" y="32276"/>
                  <a:pt x="78627" y="29651"/>
                </a:cubicBezTo>
                <a:cubicBezTo>
                  <a:pt x="80698" y="27025"/>
                  <a:pt x="83692" y="25005"/>
                  <a:pt x="87608" y="23589"/>
                </a:cubicBezTo>
                <a:cubicBezTo>
                  <a:pt x="91524" y="22172"/>
                  <a:pt x="96062" y="21464"/>
                  <a:pt x="101220" y="21464"/>
                </a:cubicBezTo>
                <a:cubicBezTo>
                  <a:pt x="106342" y="21464"/>
                  <a:pt x="110503" y="22066"/>
                  <a:pt x="113703" y="23271"/>
                </a:cubicBezTo>
                <a:cubicBezTo>
                  <a:pt x="116904" y="24476"/>
                  <a:pt x="119258" y="25992"/>
                  <a:pt x="120764" y="27818"/>
                </a:cubicBezTo>
                <a:cubicBezTo>
                  <a:pt x="122270" y="29645"/>
                  <a:pt x="123325" y="31951"/>
                  <a:pt x="123927" y="34738"/>
                </a:cubicBezTo>
                <a:cubicBezTo>
                  <a:pt x="124266" y="36470"/>
                  <a:pt x="124435" y="39595"/>
                  <a:pt x="124435" y="44114"/>
                </a:cubicBezTo>
                <a:lnTo>
                  <a:pt x="124435" y="57670"/>
                </a:lnTo>
                <a:cubicBezTo>
                  <a:pt x="124435" y="67122"/>
                  <a:pt x="124652" y="73100"/>
                  <a:pt x="125085" y="75604"/>
                </a:cubicBezTo>
                <a:cubicBezTo>
                  <a:pt x="125518" y="78108"/>
                  <a:pt x="126375" y="80509"/>
                  <a:pt x="127655" y="82806"/>
                </a:cubicBezTo>
                <a:lnTo>
                  <a:pt x="117036" y="82806"/>
                </a:lnTo>
                <a:cubicBezTo>
                  <a:pt x="115982" y="80695"/>
                  <a:pt x="115304" y="78226"/>
                  <a:pt x="115003" y="75399"/>
                </a:cubicBezTo>
                <a:moveTo>
                  <a:pt x="114155" y="52643"/>
                </a:moveTo>
                <a:cubicBezTo>
                  <a:pt x="110465" y="54162"/>
                  <a:pt x="104930" y="55453"/>
                  <a:pt x="97549" y="56516"/>
                </a:cubicBezTo>
                <a:cubicBezTo>
                  <a:pt x="93369" y="57121"/>
                  <a:pt x="90413" y="57802"/>
                  <a:pt x="88681" y="58558"/>
                </a:cubicBezTo>
                <a:cubicBezTo>
                  <a:pt x="86949" y="59314"/>
                  <a:pt x="85612" y="60420"/>
                  <a:pt x="84671" y="61877"/>
                </a:cubicBezTo>
                <a:cubicBezTo>
                  <a:pt x="83729" y="63332"/>
                  <a:pt x="83259" y="64949"/>
                  <a:pt x="83259" y="66725"/>
                </a:cubicBezTo>
                <a:cubicBezTo>
                  <a:pt x="83259" y="69447"/>
                  <a:pt x="84285" y="71716"/>
                  <a:pt x="86337" y="73532"/>
                </a:cubicBezTo>
                <a:cubicBezTo>
                  <a:pt x="88389" y="75346"/>
                  <a:pt x="91392" y="76254"/>
                  <a:pt x="95346" y="76254"/>
                </a:cubicBezTo>
                <a:cubicBezTo>
                  <a:pt x="99262" y="76254"/>
                  <a:pt x="102746" y="75393"/>
                  <a:pt x="105796" y="73671"/>
                </a:cubicBezTo>
                <a:cubicBezTo>
                  <a:pt x="108846" y="71950"/>
                  <a:pt x="111086" y="69594"/>
                  <a:pt x="112517" y="66605"/>
                </a:cubicBezTo>
                <a:cubicBezTo>
                  <a:pt x="113609" y="64297"/>
                  <a:pt x="114155" y="60891"/>
                  <a:pt x="114155" y="56389"/>
                </a:cubicBezTo>
                <a:lnTo>
                  <a:pt x="114155" y="52643"/>
                </a:lnTo>
                <a:close/>
                <a:moveTo>
                  <a:pt x="162375" y="73825"/>
                </a:moveTo>
                <a:lnTo>
                  <a:pt x="163844" y="82806"/>
                </a:lnTo>
                <a:cubicBezTo>
                  <a:pt x="160982" y="83333"/>
                  <a:pt x="158421" y="83597"/>
                  <a:pt x="156162" y="83597"/>
                </a:cubicBezTo>
                <a:cubicBezTo>
                  <a:pt x="152472" y="83597"/>
                  <a:pt x="149610" y="83013"/>
                  <a:pt x="147576" y="81846"/>
                </a:cubicBezTo>
                <a:cubicBezTo>
                  <a:pt x="145543" y="80678"/>
                  <a:pt x="144112" y="79144"/>
                  <a:pt x="143283" y="77242"/>
                </a:cubicBezTo>
                <a:cubicBezTo>
                  <a:pt x="142455" y="75340"/>
                  <a:pt x="142041" y="71340"/>
                  <a:pt x="142041" y="65239"/>
                </a:cubicBezTo>
                <a:lnTo>
                  <a:pt x="142041" y="30727"/>
                </a:lnTo>
                <a:lnTo>
                  <a:pt x="134585" y="30727"/>
                </a:lnTo>
                <a:lnTo>
                  <a:pt x="134585" y="22820"/>
                </a:lnTo>
                <a:lnTo>
                  <a:pt x="142041" y="22820"/>
                </a:lnTo>
                <a:lnTo>
                  <a:pt x="142041" y="7924"/>
                </a:lnTo>
                <a:lnTo>
                  <a:pt x="152151" y="1807"/>
                </a:lnTo>
                <a:lnTo>
                  <a:pt x="152151" y="22820"/>
                </a:lnTo>
                <a:lnTo>
                  <a:pt x="162375" y="22820"/>
                </a:lnTo>
                <a:lnTo>
                  <a:pt x="162375" y="30727"/>
                </a:lnTo>
                <a:lnTo>
                  <a:pt x="152151" y="30727"/>
                </a:lnTo>
                <a:lnTo>
                  <a:pt x="152151" y="65804"/>
                </a:lnTo>
                <a:cubicBezTo>
                  <a:pt x="152151" y="68704"/>
                  <a:pt x="152330" y="70568"/>
                  <a:pt x="152688" y="71396"/>
                </a:cubicBezTo>
                <a:cubicBezTo>
                  <a:pt x="153046" y="72224"/>
                  <a:pt x="153629" y="72883"/>
                  <a:pt x="154439" y="73373"/>
                </a:cubicBezTo>
                <a:cubicBezTo>
                  <a:pt x="155249" y="73862"/>
                  <a:pt x="156407" y="74107"/>
                  <a:pt x="157913" y="74107"/>
                </a:cubicBezTo>
                <a:cubicBezTo>
                  <a:pt x="159043" y="74107"/>
                  <a:pt x="160530" y="74013"/>
                  <a:pt x="162375" y="73825"/>
                </a:cubicBezTo>
                <a:close/>
                <a:moveTo>
                  <a:pt x="211480" y="60777"/>
                </a:moveTo>
                <a:lnTo>
                  <a:pt x="221477" y="62076"/>
                </a:lnTo>
                <a:cubicBezTo>
                  <a:pt x="220385" y="68985"/>
                  <a:pt x="217589" y="74393"/>
                  <a:pt x="213089" y="78301"/>
                </a:cubicBezTo>
                <a:cubicBezTo>
                  <a:pt x="208589" y="82208"/>
                  <a:pt x="203063" y="84161"/>
                  <a:pt x="196511" y="84161"/>
                </a:cubicBezTo>
                <a:cubicBezTo>
                  <a:pt x="188302" y="84161"/>
                  <a:pt x="181703" y="81478"/>
                  <a:pt x="176714" y="76112"/>
                </a:cubicBezTo>
                <a:cubicBezTo>
                  <a:pt x="171724" y="70746"/>
                  <a:pt x="169229" y="63055"/>
                  <a:pt x="169229" y="53039"/>
                </a:cubicBezTo>
                <a:cubicBezTo>
                  <a:pt x="169229" y="46562"/>
                  <a:pt x="170303" y="40895"/>
                  <a:pt x="172449" y="36037"/>
                </a:cubicBezTo>
                <a:cubicBezTo>
                  <a:pt x="174595" y="31179"/>
                  <a:pt x="177862" y="27536"/>
                  <a:pt x="182249" y="25107"/>
                </a:cubicBezTo>
                <a:cubicBezTo>
                  <a:pt x="186636" y="22678"/>
                  <a:pt x="191409" y="21464"/>
                  <a:pt x="196568" y="21464"/>
                </a:cubicBezTo>
                <a:cubicBezTo>
                  <a:pt x="203082" y="21464"/>
                  <a:pt x="208411" y="23117"/>
                  <a:pt x="212553" y="26422"/>
                </a:cubicBezTo>
                <a:cubicBezTo>
                  <a:pt x="216695" y="29727"/>
                  <a:pt x="219350" y="34419"/>
                  <a:pt x="220517" y="40499"/>
                </a:cubicBezTo>
                <a:lnTo>
                  <a:pt x="210632" y="42024"/>
                </a:lnTo>
                <a:cubicBezTo>
                  <a:pt x="209691" y="38014"/>
                  <a:pt x="208025" y="34997"/>
                  <a:pt x="205633" y="32973"/>
                </a:cubicBezTo>
                <a:cubicBezTo>
                  <a:pt x="203242" y="30949"/>
                  <a:pt x="200352" y="29937"/>
                  <a:pt x="196963" y="29937"/>
                </a:cubicBezTo>
                <a:cubicBezTo>
                  <a:pt x="191842" y="29937"/>
                  <a:pt x="187681" y="31764"/>
                  <a:pt x="184480" y="35417"/>
                </a:cubicBezTo>
                <a:cubicBezTo>
                  <a:pt x="181279" y="39070"/>
                  <a:pt x="179679" y="44850"/>
                  <a:pt x="179679" y="52756"/>
                </a:cubicBezTo>
                <a:cubicBezTo>
                  <a:pt x="179679" y="60776"/>
                  <a:pt x="181223" y="66603"/>
                  <a:pt x="184311" y="70238"/>
                </a:cubicBezTo>
                <a:cubicBezTo>
                  <a:pt x="187398" y="73872"/>
                  <a:pt x="191428" y="75689"/>
                  <a:pt x="196398" y="75689"/>
                </a:cubicBezTo>
                <a:cubicBezTo>
                  <a:pt x="200390" y="75689"/>
                  <a:pt x="203722" y="74470"/>
                  <a:pt x="206396" y="72031"/>
                </a:cubicBezTo>
                <a:cubicBezTo>
                  <a:pt x="209070" y="69593"/>
                  <a:pt x="210764" y="65842"/>
                  <a:pt x="211480" y="60777"/>
                </a:cubicBezTo>
                <a:close/>
                <a:moveTo>
                  <a:pt x="230176" y="82806"/>
                </a:moveTo>
                <a:lnTo>
                  <a:pt x="230176" y="0"/>
                </a:lnTo>
                <a:lnTo>
                  <a:pt x="240343" y="0"/>
                </a:lnTo>
                <a:lnTo>
                  <a:pt x="240343" y="29711"/>
                </a:lnTo>
                <a:cubicBezTo>
                  <a:pt x="245088" y="24213"/>
                  <a:pt x="251075" y="21464"/>
                  <a:pt x="258305" y="21464"/>
                </a:cubicBezTo>
                <a:cubicBezTo>
                  <a:pt x="262748" y="21464"/>
                  <a:pt x="266608" y="22339"/>
                  <a:pt x="269884" y="24091"/>
                </a:cubicBezTo>
                <a:cubicBezTo>
                  <a:pt x="273160" y="25842"/>
                  <a:pt x="275504" y="28261"/>
                  <a:pt x="276916" y="31349"/>
                </a:cubicBezTo>
                <a:cubicBezTo>
                  <a:pt x="278329" y="34437"/>
                  <a:pt x="279035" y="38918"/>
                  <a:pt x="279035" y="44792"/>
                </a:cubicBezTo>
                <a:lnTo>
                  <a:pt x="279035" y="82806"/>
                </a:lnTo>
                <a:lnTo>
                  <a:pt x="268867" y="82806"/>
                </a:lnTo>
                <a:lnTo>
                  <a:pt x="268867" y="44792"/>
                </a:lnTo>
                <a:cubicBezTo>
                  <a:pt x="268867" y="39708"/>
                  <a:pt x="267766" y="36009"/>
                  <a:pt x="265563" y="33693"/>
                </a:cubicBezTo>
                <a:cubicBezTo>
                  <a:pt x="263360" y="31377"/>
                  <a:pt x="260244" y="30219"/>
                  <a:pt x="256215" y="30219"/>
                </a:cubicBezTo>
                <a:cubicBezTo>
                  <a:pt x="253203" y="30219"/>
                  <a:pt x="250369" y="31000"/>
                  <a:pt x="247714" y="32563"/>
                </a:cubicBezTo>
                <a:cubicBezTo>
                  <a:pt x="245059" y="34126"/>
                  <a:pt x="243167" y="36244"/>
                  <a:pt x="242037" y="38918"/>
                </a:cubicBezTo>
                <a:cubicBezTo>
                  <a:pt x="240908" y="41591"/>
                  <a:pt x="240343" y="45281"/>
                  <a:pt x="240343" y="49989"/>
                </a:cubicBezTo>
                <a:lnTo>
                  <a:pt x="240343" y="82806"/>
                </a:lnTo>
                <a:lnTo>
                  <a:pt x="230176" y="82806"/>
                </a:lnTo>
                <a:close/>
                <a:moveTo>
                  <a:pt x="326933" y="82806"/>
                </a:moveTo>
                <a:lnTo>
                  <a:pt x="326933" y="0"/>
                </a:lnTo>
                <a:lnTo>
                  <a:pt x="358169" y="0"/>
                </a:lnTo>
                <a:cubicBezTo>
                  <a:pt x="363667" y="0"/>
                  <a:pt x="367866" y="263"/>
                  <a:pt x="370765" y="789"/>
                </a:cubicBezTo>
                <a:cubicBezTo>
                  <a:pt x="374832" y="1467"/>
                  <a:pt x="378240" y="2755"/>
                  <a:pt x="380989" y="4655"/>
                </a:cubicBezTo>
                <a:cubicBezTo>
                  <a:pt x="383738" y="6554"/>
                  <a:pt x="385950" y="9215"/>
                  <a:pt x="387626" y="12638"/>
                </a:cubicBezTo>
                <a:cubicBezTo>
                  <a:pt x="389301" y="16060"/>
                  <a:pt x="390139" y="19821"/>
                  <a:pt x="390139" y="23921"/>
                </a:cubicBezTo>
                <a:cubicBezTo>
                  <a:pt x="390139" y="30956"/>
                  <a:pt x="387899" y="36908"/>
                  <a:pt x="383418" y="41779"/>
                </a:cubicBezTo>
                <a:cubicBezTo>
                  <a:pt x="378937" y="46649"/>
                  <a:pt x="370840" y="49085"/>
                  <a:pt x="359129" y="49085"/>
                </a:cubicBezTo>
                <a:lnTo>
                  <a:pt x="337891" y="49085"/>
                </a:lnTo>
                <a:lnTo>
                  <a:pt x="337891" y="82806"/>
                </a:lnTo>
                <a:lnTo>
                  <a:pt x="326933" y="82806"/>
                </a:lnTo>
                <a:moveTo>
                  <a:pt x="337891" y="39313"/>
                </a:moveTo>
                <a:lnTo>
                  <a:pt x="359299" y="39313"/>
                </a:lnTo>
                <a:cubicBezTo>
                  <a:pt x="366378" y="39313"/>
                  <a:pt x="371405" y="37998"/>
                  <a:pt x="374380" y="35368"/>
                </a:cubicBezTo>
                <a:cubicBezTo>
                  <a:pt x="377355" y="32737"/>
                  <a:pt x="378842" y="29034"/>
                  <a:pt x="378842" y="24260"/>
                </a:cubicBezTo>
                <a:cubicBezTo>
                  <a:pt x="378842" y="20803"/>
                  <a:pt x="377967" y="17843"/>
                  <a:pt x="376216" y="15381"/>
                </a:cubicBezTo>
                <a:cubicBezTo>
                  <a:pt x="374465" y="12920"/>
                  <a:pt x="372158" y="11294"/>
                  <a:pt x="369297" y="10504"/>
                </a:cubicBezTo>
                <a:cubicBezTo>
                  <a:pt x="367451" y="10016"/>
                  <a:pt x="364044" y="9772"/>
                  <a:pt x="359073" y="9772"/>
                </a:cubicBezTo>
                <a:lnTo>
                  <a:pt x="337891" y="9772"/>
                </a:lnTo>
                <a:lnTo>
                  <a:pt x="337891" y="39313"/>
                </a:lnTo>
                <a:close/>
                <a:moveTo>
                  <a:pt x="399008" y="52813"/>
                </a:moveTo>
                <a:cubicBezTo>
                  <a:pt x="399008" y="41704"/>
                  <a:pt x="402096" y="33476"/>
                  <a:pt x="408272" y="28129"/>
                </a:cubicBezTo>
                <a:cubicBezTo>
                  <a:pt x="413431" y="23686"/>
                  <a:pt x="419719" y="21464"/>
                  <a:pt x="427137" y="21464"/>
                </a:cubicBezTo>
                <a:cubicBezTo>
                  <a:pt x="435384" y="21464"/>
                  <a:pt x="442125" y="24166"/>
                  <a:pt x="447359" y="29569"/>
                </a:cubicBezTo>
                <a:cubicBezTo>
                  <a:pt x="452593" y="34973"/>
                  <a:pt x="455210" y="42438"/>
                  <a:pt x="455210" y="51965"/>
                </a:cubicBezTo>
                <a:cubicBezTo>
                  <a:pt x="455210" y="59685"/>
                  <a:pt x="454052" y="65757"/>
                  <a:pt x="451736" y="70182"/>
                </a:cubicBezTo>
                <a:cubicBezTo>
                  <a:pt x="449420" y="74606"/>
                  <a:pt x="446050" y="78042"/>
                  <a:pt x="441626" y="80490"/>
                </a:cubicBezTo>
                <a:cubicBezTo>
                  <a:pt x="437201" y="82938"/>
                  <a:pt x="432372" y="84161"/>
                  <a:pt x="427137" y="84161"/>
                </a:cubicBezTo>
                <a:cubicBezTo>
                  <a:pt x="418740" y="84161"/>
                  <a:pt x="411953" y="81469"/>
                  <a:pt x="406775" y="76084"/>
                </a:cubicBezTo>
                <a:cubicBezTo>
                  <a:pt x="401597" y="70699"/>
                  <a:pt x="399008" y="62942"/>
                  <a:pt x="399008" y="52813"/>
                </a:cubicBezTo>
                <a:moveTo>
                  <a:pt x="409458" y="52784"/>
                </a:moveTo>
                <a:cubicBezTo>
                  <a:pt x="409458" y="60438"/>
                  <a:pt x="411134" y="66169"/>
                  <a:pt x="414485" y="69977"/>
                </a:cubicBezTo>
                <a:cubicBezTo>
                  <a:pt x="417836" y="73785"/>
                  <a:pt x="422054" y="75689"/>
                  <a:pt x="427137" y="75689"/>
                </a:cubicBezTo>
                <a:cubicBezTo>
                  <a:pt x="432183" y="75689"/>
                  <a:pt x="436382" y="73775"/>
                  <a:pt x="439733" y="69949"/>
                </a:cubicBezTo>
                <a:cubicBezTo>
                  <a:pt x="443085" y="66122"/>
                  <a:pt x="444761" y="60288"/>
                  <a:pt x="444761" y="52447"/>
                </a:cubicBezTo>
                <a:cubicBezTo>
                  <a:pt x="444761" y="45056"/>
                  <a:pt x="443075" y="39457"/>
                  <a:pt x="439705" y="35649"/>
                </a:cubicBezTo>
                <a:cubicBezTo>
                  <a:pt x="436335" y="31841"/>
                  <a:pt x="432146" y="29937"/>
                  <a:pt x="427137" y="29937"/>
                </a:cubicBezTo>
                <a:cubicBezTo>
                  <a:pt x="422054" y="29937"/>
                  <a:pt x="417836" y="31831"/>
                  <a:pt x="414485" y="35620"/>
                </a:cubicBezTo>
                <a:cubicBezTo>
                  <a:pt x="411134" y="39409"/>
                  <a:pt x="409458" y="45131"/>
                  <a:pt x="409458" y="52784"/>
                </a:cubicBezTo>
                <a:close/>
                <a:moveTo>
                  <a:pt x="466998" y="82806"/>
                </a:moveTo>
                <a:lnTo>
                  <a:pt x="466998" y="22820"/>
                </a:lnTo>
                <a:lnTo>
                  <a:pt x="476148" y="22820"/>
                </a:lnTo>
                <a:lnTo>
                  <a:pt x="476148" y="31857"/>
                </a:lnTo>
                <a:cubicBezTo>
                  <a:pt x="478483" y="27625"/>
                  <a:pt x="480639" y="24835"/>
                  <a:pt x="482615" y="23487"/>
                </a:cubicBezTo>
                <a:cubicBezTo>
                  <a:pt x="484592" y="22138"/>
                  <a:pt x="486767" y="21464"/>
                  <a:pt x="489139" y="21464"/>
                </a:cubicBezTo>
                <a:cubicBezTo>
                  <a:pt x="492566" y="21464"/>
                  <a:pt x="496049" y="22551"/>
                  <a:pt x="499589" y="24726"/>
                </a:cubicBezTo>
                <a:lnTo>
                  <a:pt x="496087" y="34116"/>
                </a:lnTo>
                <a:cubicBezTo>
                  <a:pt x="493602" y="32648"/>
                  <a:pt x="491116" y="31914"/>
                  <a:pt x="488631" y="31914"/>
                </a:cubicBezTo>
                <a:cubicBezTo>
                  <a:pt x="486409" y="31914"/>
                  <a:pt x="484414" y="32583"/>
                  <a:pt x="482644" y="33922"/>
                </a:cubicBezTo>
                <a:cubicBezTo>
                  <a:pt x="480874" y="35260"/>
                  <a:pt x="479612" y="37117"/>
                  <a:pt x="478859" y="39491"/>
                </a:cubicBezTo>
                <a:cubicBezTo>
                  <a:pt x="477730" y="43110"/>
                  <a:pt x="477165" y="47068"/>
                  <a:pt x="477165" y="51365"/>
                </a:cubicBezTo>
                <a:lnTo>
                  <a:pt x="477165" y="82806"/>
                </a:lnTo>
                <a:lnTo>
                  <a:pt x="466998" y="82806"/>
                </a:lnTo>
                <a:close/>
                <a:moveTo>
                  <a:pt x="527831" y="73825"/>
                </a:moveTo>
                <a:lnTo>
                  <a:pt x="529299" y="82806"/>
                </a:lnTo>
                <a:cubicBezTo>
                  <a:pt x="526437" y="83333"/>
                  <a:pt x="523877" y="83597"/>
                  <a:pt x="521617" y="83597"/>
                </a:cubicBezTo>
                <a:cubicBezTo>
                  <a:pt x="517927" y="83597"/>
                  <a:pt x="515065" y="83013"/>
                  <a:pt x="513032" y="81846"/>
                </a:cubicBezTo>
                <a:cubicBezTo>
                  <a:pt x="510998" y="80678"/>
                  <a:pt x="509567" y="79144"/>
                  <a:pt x="508739" y="77242"/>
                </a:cubicBezTo>
                <a:cubicBezTo>
                  <a:pt x="507910" y="75340"/>
                  <a:pt x="507496" y="71340"/>
                  <a:pt x="507496" y="65239"/>
                </a:cubicBezTo>
                <a:lnTo>
                  <a:pt x="507496" y="30727"/>
                </a:lnTo>
                <a:lnTo>
                  <a:pt x="500040" y="30727"/>
                </a:lnTo>
                <a:lnTo>
                  <a:pt x="500040" y="22820"/>
                </a:lnTo>
                <a:lnTo>
                  <a:pt x="507496" y="22820"/>
                </a:lnTo>
                <a:lnTo>
                  <a:pt x="507496" y="7924"/>
                </a:lnTo>
                <a:lnTo>
                  <a:pt x="517607" y="1807"/>
                </a:lnTo>
                <a:lnTo>
                  <a:pt x="517607" y="22820"/>
                </a:lnTo>
                <a:lnTo>
                  <a:pt x="527831" y="22820"/>
                </a:lnTo>
                <a:lnTo>
                  <a:pt x="527831" y="30727"/>
                </a:lnTo>
                <a:lnTo>
                  <a:pt x="517607" y="30727"/>
                </a:lnTo>
                <a:lnTo>
                  <a:pt x="517607" y="65804"/>
                </a:lnTo>
                <a:cubicBezTo>
                  <a:pt x="517607" y="68704"/>
                  <a:pt x="517786" y="70568"/>
                  <a:pt x="518143" y="71396"/>
                </a:cubicBezTo>
                <a:cubicBezTo>
                  <a:pt x="518501" y="72224"/>
                  <a:pt x="519085" y="72883"/>
                  <a:pt x="519894" y="73373"/>
                </a:cubicBezTo>
                <a:cubicBezTo>
                  <a:pt x="520704" y="73862"/>
                  <a:pt x="521862" y="74107"/>
                  <a:pt x="523368" y="74107"/>
                </a:cubicBezTo>
                <a:cubicBezTo>
                  <a:pt x="524498" y="74107"/>
                  <a:pt x="525985" y="74013"/>
                  <a:pt x="527831" y="73825"/>
                </a:cubicBezTo>
                <a:close/>
                <a:moveTo>
                  <a:pt x="537847" y="11749"/>
                </a:moveTo>
                <a:lnTo>
                  <a:pt x="537847" y="0"/>
                </a:lnTo>
                <a:lnTo>
                  <a:pt x="548014" y="0"/>
                </a:lnTo>
                <a:lnTo>
                  <a:pt x="548014" y="11749"/>
                </a:lnTo>
                <a:lnTo>
                  <a:pt x="537847" y="11749"/>
                </a:lnTo>
                <a:moveTo>
                  <a:pt x="537847" y="82806"/>
                </a:moveTo>
                <a:lnTo>
                  <a:pt x="537847" y="22820"/>
                </a:lnTo>
                <a:lnTo>
                  <a:pt x="548014" y="22820"/>
                </a:lnTo>
                <a:lnTo>
                  <a:pt x="548014" y="82806"/>
                </a:lnTo>
                <a:lnTo>
                  <a:pt x="537847" y="82806"/>
                </a:lnTo>
                <a:close/>
                <a:moveTo>
                  <a:pt x="563471" y="82806"/>
                </a:moveTo>
                <a:lnTo>
                  <a:pt x="563471" y="22820"/>
                </a:lnTo>
                <a:lnTo>
                  <a:pt x="572622" y="22820"/>
                </a:lnTo>
                <a:lnTo>
                  <a:pt x="572622" y="31292"/>
                </a:lnTo>
                <a:cubicBezTo>
                  <a:pt x="577028" y="24740"/>
                  <a:pt x="583392" y="21464"/>
                  <a:pt x="591714" y="21464"/>
                </a:cubicBezTo>
                <a:cubicBezTo>
                  <a:pt x="595329" y="21464"/>
                  <a:pt x="598652" y="22114"/>
                  <a:pt x="601683" y="23413"/>
                </a:cubicBezTo>
                <a:cubicBezTo>
                  <a:pt x="604714" y="24712"/>
                  <a:pt x="606983" y="26416"/>
                  <a:pt x="608489" y="28525"/>
                </a:cubicBezTo>
                <a:cubicBezTo>
                  <a:pt x="609996" y="30633"/>
                  <a:pt x="611050" y="33137"/>
                  <a:pt x="611652" y="36037"/>
                </a:cubicBezTo>
                <a:cubicBezTo>
                  <a:pt x="612029" y="37920"/>
                  <a:pt x="612217" y="41215"/>
                  <a:pt x="612217" y="45922"/>
                </a:cubicBezTo>
                <a:lnTo>
                  <a:pt x="612217" y="82806"/>
                </a:lnTo>
                <a:lnTo>
                  <a:pt x="602050" y="82806"/>
                </a:lnTo>
                <a:lnTo>
                  <a:pt x="602050" y="46278"/>
                </a:lnTo>
                <a:cubicBezTo>
                  <a:pt x="602050" y="42131"/>
                  <a:pt x="601655" y="39031"/>
                  <a:pt x="600864" y="36976"/>
                </a:cubicBezTo>
                <a:cubicBezTo>
                  <a:pt x="600073" y="34921"/>
                  <a:pt x="598671" y="33282"/>
                  <a:pt x="596656" y="32057"/>
                </a:cubicBezTo>
                <a:cubicBezTo>
                  <a:pt x="594641" y="30832"/>
                  <a:pt x="592278" y="30219"/>
                  <a:pt x="589567" y="30219"/>
                </a:cubicBezTo>
                <a:cubicBezTo>
                  <a:pt x="585237" y="30219"/>
                  <a:pt x="581499" y="31595"/>
                  <a:pt x="578355" y="34348"/>
                </a:cubicBezTo>
                <a:cubicBezTo>
                  <a:pt x="575211" y="37099"/>
                  <a:pt x="573639" y="42320"/>
                  <a:pt x="573639" y="50010"/>
                </a:cubicBezTo>
                <a:lnTo>
                  <a:pt x="573639" y="82806"/>
                </a:lnTo>
                <a:lnTo>
                  <a:pt x="563471" y="82806"/>
                </a:lnTo>
                <a:close/>
                <a:moveTo>
                  <a:pt x="625926" y="87776"/>
                </a:moveTo>
                <a:lnTo>
                  <a:pt x="635810" y="89245"/>
                </a:lnTo>
                <a:cubicBezTo>
                  <a:pt x="636224" y="92295"/>
                  <a:pt x="637373" y="94517"/>
                  <a:pt x="639256" y="95910"/>
                </a:cubicBezTo>
                <a:cubicBezTo>
                  <a:pt x="641779" y="97793"/>
                  <a:pt x="645224" y="98734"/>
                  <a:pt x="649592" y="98734"/>
                </a:cubicBezTo>
                <a:cubicBezTo>
                  <a:pt x="654299" y="98734"/>
                  <a:pt x="657933" y="97791"/>
                  <a:pt x="660494" y="95903"/>
                </a:cubicBezTo>
                <a:cubicBezTo>
                  <a:pt x="663054" y="94017"/>
                  <a:pt x="664787" y="91375"/>
                  <a:pt x="665690" y="87978"/>
                </a:cubicBezTo>
                <a:cubicBezTo>
                  <a:pt x="666218" y="85903"/>
                  <a:pt x="666462" y="81544"/>
                  <a:pt x="666425" y="74902"/>
                </a:cubicBezTo>
                <a:cubicBezTo>
                  <a:pt x="661981" y="80171"/>
                  <a:pt x="656446" y="82806"/>
                  <a:pt x="649818" y="82806"/>
                </a:cubicBezTo>
                <a:cubicBezTo>
                  <a:pt x="641572" y="82806"/>
                  <a:pt x="635189" y="79831"/>
                  <a:pt x="630670" y="73881"/>
                </a:cubicBezTo>
                <a:cubicBezTo>
                  <a:pt x="626151" y="67932"/>
                  <a:pt x="623892" y="60796"/>
                  <a:pt x="623892" y="52474"/>
                </a:cubicBezTo>
                <a:cubicBezTo>
                  <a:pt x="623892" y="46750"/>
                  <a:pt x="624928" y="41469"/>
                  <a:pt x="626999" y="36630"/>
                </a:cubicBezTo>
                <a:cubicBezTo>
                  <a:pt x="629070" y="31791"/>
                  <a:pt x="632073" y="28054"/>
                  <a:pt x="636008" y="25418"/>
                </a:cubicBezTo>
                <a:cubicBezTo>
                  <a:pt x="639943" y="22782"/>
                  <a:pt x="644565" y="21464"/>
                  <a:pt x="649875" y="21464"/>
                </a:cubicBezTo>
                <a:cubicBezTo>
                  <a:pt x="656954" y="21464"/>
                  <a:pt x="662791" y="24345"/>
                  <a:pt x="667385" y="30106"/>
                </a:cubicBezTo>
                <a:lnTo>
                  <a:pt x="667385" y="22820"/>
                </a:lnTo>
                <a:lnTo>
                  <a:pt x="676761" y="22820"/>
                </a:lnTo>
                <a:lnTo>
                  <a:pt x="676761" y="74707"/>
                </a:lnTo>
                <a:cubicBezTo>
                  <a:pt x="676761" y="84052"/>
                  <a:pt x="675810" y="90674"/>
                  <a:pt x="673909" y="94574"/>
                </a:cubicBezTo>
                <a:cubicBezTo>
                  <a:pt x="672007" y="98474"/>
                  <a:pt x="668995" y="101554"/>
                  <a:pt x="664871" y="103814"/>
                </a:cubicBezTo>
                <a:cubicBezTo>
                  <a:pt x="660748" y="106076"/>
                  <a:pt x="655674" y="107207"/>
                  <a:pt x="649649" y="107207"/>
                </a:cubicBezTo>
                <a:cubicBezTo>
                  <a:pt x="642494" y="107207"/>
                  <a:pt x="636714" y="105592"/>
                  <a:pt x="632308" y="102363"/>
                </a:cubicBezTo>
                <a:cubicBezTo>
                  <a:pt x="627902" y="99134"/>
                  <a:pt x="625775" y="94272"/>
                  <a:pt x="625926" y="87776"/>
                </a:cubicBezTo>
                <a:moveTo>
                  <a:pt x="634342" y="51741"/>
                </a:moveTo>
                <a:cubicBezTo>
                  <a:pt x="634342" y="59591"/>
                  <a:pt x="635904" y="65319"/>
                  <a:pt x="639030" y="68925"/>
                </a:cubicBezTo>
                <a:cubicBezTo>
                  <a:pt x="642155" y="72530"/>
                  <a:pt x="646072" y="74333"/>
                  <a:pt x="650779" y="74333"/>
                </a:cubicBezTo>
                <a:cubicBezTo>
                  <a:pt x="655448" y="74333"/>
                  <a:pt x="659364" y="72540"/>
                  <a:pt x="662527" y="68953"/>
                </a:cubicBezTo>
                <a:cubicBezTo>
                  <a:pt x="665690" y="65366"/>
                  <a:pt x="667272" y="59741"/>
                  <a:pt x="667272" y="52078"/>
                </a:cubicBezTo>
                <a:cubicBezTo>
                  <a:pt x="667272" y="44754"/>
                  <a:pt x="665643" y="39233"/>
                  <a:pt x="662386" y="35514"/>
                </a:cubicBezTo>
                <a:cubicBezTo>
                  <a:pt x="659129" y="31796"/>
                  <a:pt x="655203" y="29937"/>
                  <a:pt x="650609" y="29937"/>
                </a:cubicBezTo>
                <a:cubicBezTo>
                  <a:pt x="646090" y="29937"/>
                  <a:pt x="642249" y="31768"/>
                  <a:pt x="639086" y="35430"/>
                </a:cubicBezTo>
                <a:cubicBezTo>
                  <a:pt x="635923" y="39092"/>
                  <a:pt x="634342" y="44529"/>
                  <a:pt x="634342" y="51741"/>
                </a:cubicBezTo>
                <a:close/>
                <a:moveTo>
                  <a:pt x="724547" y="82806"/>
                </a:moveTo>
                <a:lnTo>
                  <a:pt x="724547" y="0"/>
                </a:lnTo>
                <a:lnTo>
                  <a:pt x="755783" y="0"/>
                </a:lnTo>
                <a:cubicBezTo>
                  <a:pt x="761281" y="0"/>
                  <a:pt x="765480" y="263"/>
                  <a:pt x="768379" y="789"/>
                </a:cubicBezTo>
                <a:cubicBezTo>
                  <a:pt x="772446" y="1467"/>
                  <a:pt x="775854" y="2755"/>
                  <a:pt x="778603" y="4655"/>
                </a:cubicBezTo>
                <a:cubicBezTo>
                  <a:pt x="781352" y="6554"/>
                  <a:pt x="783564" y="9215"/>
                  <a:pt x="785240" y="12638"/>
                </a:cubicBezTo>
                <a:cubicBezTo>
                  <a:pt x="786915" y="16060"/>
                  <a:pt x="787753" y="19821"/>
                  <a:pt x="787753" y="23921"/>
                </a:cubicBezTo>
                <a:cubicBezTo>
                  <a:pt x="787753" y="30956"/>
                  <a:pt x="785513" y="36908"/>
                  <a:pt x="781032" y="41779"/>
                </a:cubicBezTo>
                <a:cubicBezTo>
                  <a:pt x="776551" y="46649"/>
                  <a:pt x="768454" y="49085"/>
                  <a:pt x="756743" y="49085"/>
                </a:cubicBezTo>
                <a:lnTo>
                  <a:pt x="735505" y="49085"/>
                </a:lnTo>
                <a:lnTo>
                  <a:pt x="735505" y="82806"/>
                </a:lnTo>
                <a:lnTo>
                  <a:pt x="724547" y="82806"/>
                </a:lnTo>
                <a:moveTo>
                  <a:pt x="735505" y="39313"/>
                </a:moveTo>
                <a:lnTo>
                  <a:pt x="756913" y="39313"/>
                </a:lnTo>
                <a:cubicBezTo>
                  <a:pt x="763992" y="39313"/>
                  <a:pt x="769019" y="37998"/>
                  <a:pt x="771994" y="35368"/>
                </a:cubicBezTo>
                <a:cubicBezTo>
                  <a:pt x="774969" y="32737"/>
                  <a:pt x="776456" y="29034"/>
                  <a:pt x="776456" y="24260"/>
                </a:cubicBezTo>
                <a:cubicBezTo>
                  <a:pt x="776456" y="20803"/>
                  <a:pt x="775581" y="17843"/>
                  <a:pt x="773830" y="15381"/>
                </a:cubicBezTo>
                <a:cubicBezTo>
                  <a:pt x="772079" y="12920"/>
                  <a:pt x="769772" y="11294"/>
                  <a:pt x="766911" y="10504"/>
                </a:cubicBezTo>
                <a:cubicBezTo>
                  <a:pt x="765065" y="10016"/>
                  <a:pt x="761658" y="9772"/>
                  <a:pt x="756687" y="9772"/>
                </a:cubicBezTo>
                <a:lnTo>
                  <a:pt x="735505" y="9772"/>
                </a:lnTo>
                <a:lnTo>
                  <a:pt x="735505" y="39313"/>
                </a:lnTo>
                <a:close/>
                <a:moveTo>
                  <a:pt x="800294" y="82806"/>
                </a:moveTo>
                <a:lnTo>
                  <a:pt x="800294" y="22820"/>
                </a:lnTo>
                <a:lnTo>
                  <a:pt x="809444" y="22820"/>
                </a:lnTo>
                <a:lnTo>
                  <a:pt x="809444" y="31857"/>
                </a:lnTo>
                <a:cubicBezTo>
                  <a:pt x="811779" y="27625"/>
                  <a:pt x="813935" y="24835"/>
                  <a:pt x="815912" y="23487"/>
                </a:cubicBezTo>
                <a:cubicBezTo>
                  <a:pt x="817889" y="22138"/>
                  <a:pt x="820063" y="21464"/>
                  <a:pt x="822436" y="21464"/>
                </a:cubicBezTo>
                <a:cubicBezTo>
                  <a:pt x="825862" y="21464"/>
                  <a:pt x="829346" y="22551"/>
                  <a:pt x="832885" y="24726"/>
                </a:cubicBezTo>
                <a:lnTo>
                  <a:pt x="829383" y="34116"/>
                </a:lnTo>
                <a:cubicBezTo>
                  <a:pt x="826898" y="32648"/>
                  <a:pt x="824413" y="31914"/>
                  <a:pt x="821927" y="31914"/>
                </a:cubicBezTo>
                <a:cubicBezTo>
                  <a:pt x="819706" y="31914"/>
                  <a:pt x="817710" y="32583"/>
                  <a:pt x="815940" y="33922"/>
                </a:cubicBezTo>
                <a:cubicBezTo>
                  <a:pt x="814170" y="35260"/>
                  <a:pt x="812909" y="37117"/>
                  <a:pt x="812155" y="39491"/>
                </a:cubicBezTo>
                <a:cubicBezTo>
                  <a:pt x="811026" y="43110"/>
                  <a:pt x="810461" y="47068"/>
                  <a:pt x="810461" y="51365"/>
                </a:cubicBezTo>
                <a:lnTo>
                  <a:pt x="810461" y="82806"/>
                </a:lnTo>
                <a:lnTo>
                  <a:pt x="800294" y="82806"/>
                </a:lnTo>
                <a:close/>
                <a:moveTo>
                  <a:pt x="835143" y="52813"/>
                </a:moveTo>
                <a:cubicBezTo>
                  <a:pt x="835143" y="41704"/>
                  <a:pt x="838231" y="33476"/>
                  <a:pt x="844407" y="28129"/>
                </a:cubicBezTo>
                <a:cubicBezTo>
                  <a:pt x="849566" y="23686"/>
                  <a:pt x="855854" y="21464"/>
                  <a:pt x="863273" y="21464"/>
                </a:cubicBezTo>
                <a:cubicBezTo>
                  <a:pt x="871519" y="21464"/>
                  <a:pt x="878260" y="24166"/>
                  <a:pt x="883494" y="29569"/>
                </a:cubicBezTo>
                <a:cubicBezTo>
                  <a:pt x="888728" y="34973"/>
                  <a:pt x="891345" y="42438"/>
                  <a:pt x="891345" y="51965"/>
                </a:cubicBezTo>
                <a:cubicBezTo>
                  <a:pt x="891345" y="59685"/>
                  <a:pt x="890187" y="65757"/>
                  <a:pt x="887871" y="70182"/>
                </a:cubicBezTo>
                <a:cubicBezTo>
                  <a:pt x="885556" y="74606"/>
                  <a:pt x="882185" y="78042"/>
                  <a:pt x="877761" y="80490"/>
                </a:cubicBezTo>
                <a:cubicBezTo>
                  <a:pt x="873336" y="82938"/>
                  <a:pt x="868507" y="84161"/>
                  <a:pt x="863273" y="84161"/>
                </a:cubicBezTo>
                <a:cubicBezTo>
                  <a:pt x="854875" y="84161"/>
                  <a:pt x="848088" y="81469"/>
                  <a:pt x="842910" y="76084"/>
                </a:cubicBezTo>
                <a:cubicBezTo>
                  <a:pt x="837732" y="70699"/>
                  <a:pt x="835143" y="62942"/>
                  <a:pt x="835143" y="52813"/>
                </a:cubicBezTo>
                <a:moveTo>
                  <a:pt x="845593" y="52784"/>
                </a:moveTo>
                <a:cubicBezTo>
                  <a:pt x="845593" y="60438"/>
                  <a:pt x="847269" y="66169"/>
                  <a:pt x="850620" y="69977"/>
                </a:cubicBezTo>
                <a:cubicBezTo>
                  <a:pt x="853972" y="73785"/>
                  <a:pt x="858189" y="75689"/>
                  <a:pt x="863273" y="75689"/>
                </a:cubicBezTo>
                <a:cubicBezTo>
                  <a:pt x="868318" y="75689"/>
                  <a:pt x="872517" y="73775"/>
                  <a:pt x="875869" y="69949"/>
                </a:cubicBezTo>
                <a:cubicBezTo>
                  <a:pt x="879220" y="66122"/>
                  <a:pt x="880896" y="60288"/>
                  <a:pt x="880896" y="52447"/>
                </a:cubicBezTo>
                <a:cubicBezTo>
                  <a:pt x="880896" y="45056"/>
                  <a:pt x="879211" y="39457"/>
                  <a:pt x="875840" y="35649"/>
                </a:cubicBezTo>
                <a:cubicBezTo>
                  <a:pt x="872470" y="31841"/>
                  <a:pt x="868281" y="29937"/>
                  <a:pt x="863273" y="29937"/>
                </a:cubicBezTo>
                <a:cubicBezTo>
                  <a:pt x="858189" y="29937"/>
                  <a:pt x="853972" y="31831"/>
                  <a:pt x="850620" y="35620"/>
                </a:cubicBezTo>
                <a:cubicBezTo>
                  <a:pt x="847269" y="39409"/>
                  <a:pt x="845593" y="45131"/>
                  <a:pt x="845593" y="52784"/>
                </a:cubicBezTo>
                <a:close/>
                <a:moveTo>
                  <a:pt x="903246" y="82806"/>
                </a:moveTo>
                <a:lnTo>
                  <a:pt x="903246" y="22820"/>
                </a:lnTo>
                <a:lnTo>
                  <a:pt x="912340" y="22820"/>
                </a:lnTo>
                <a:lnTo>
                  <a:pt x="912340" y="31179"/>
                </a:lnTo>
                <a:cubicBezTo>
                  <a:pt x="914222" y="28259"/>
                  <a:pt x="916727" y="25909"/>
                  <a:pt x="919852" y="24131"/>
                </a:cubicBezTo>
                <a:cubicBezTo>
                  <a:pt x="922977" y="22353"/>
                  <a:pt x="926536" y="21464"/>
                  <a:pt x="930527" y="21464"/>
                </a:cubicBezTo>
                <a:cubicBezTo>
                  <a:pt x="934971" y="21464"/>
                  <a:pt x="938614" y="22382"/>
                  <a:pt x="941457" y="24218"/>
                </a:cubicBezTo>
                <a:cubicBezTo>
                  <a:pt x="944300" y="26052"/>
                  <a:pt x="946305" y="28617"/>
                  <a:pt x="947473" y="31914"/>
                </a:cubicBezTo>
                <a:cubicBezTo>
                  <a:pt x="952217" y="24947"/>
                  <a:pt x="958393" y="21464"/>
                  <a:pt x="966000" y="21464"/>
                </a:cubicBezTo>
                <a:cubicBezTo>
                  <a:pt x="971949" y="21464"/>
                  <a:pt x="976524" y="23111"/>
                  <a:pt x="979725" y="26406"/>
                </a:cubicBezTo>
                <a:cubicBezTo>
                  <a:pt x="982926" y="29701"/>
                  <a:pt x="984526" y="34775"/>
                  <a:pt x="984526" y="41629"/>
                </a:cubicBezTo>
                <a:lnTo>
                  <a:pt x="984526" y="82806"/>
                </a:lnTo>
                <a:lnTo>
                  <a:pt x="974416" y="82806"/>
                </a:lnTo>
                <a:lnTo>
                  <a:pt x="974416" y="44977"/>
                </a:lnTo>
                <a:cubicBezTo>
                  <a:pt x="974416" y="40906"/>
                  <a:pt x="974086" y="37975"/>
                  <a:pt x="973427" y="36185"/>
                </a:cubicBezTo>
                <a:cubicBezTo>
                  <a:pt x="972768" y="34394"/>
                  <a:pt x="971573" y="32952"/>
                  <a:pt x="969840" y="31859"/>
                </a:cubicBezTo>
                <a:cubicBezTo>
                  <a:pt x="968108" y="30766"/>
                  <a:pt x="966075" y="30219"/>
                  <a:pt x="963740" y="30219"/>
                </a:cubicBezTo>
                <a:cubicBezTo>
                  <a:pt x="959523" y="30219"/>
                  <a:pt x="956021" y="31623"/>
                  <a:pt x="953234" y="34432"/>
                </a:cubicBezTo>
                <a:cubicBezTo>
                  <a:pt x="950448" y="37240"/>
                  <a:pt x="949054" y="41735"/>
                  <a:pt x="949054" y="47918"/>
                </a:cubicBezTo>
                <a:lnTo>
                  <a:pt x="949054" y="82806"/>
                </a:lnTo>
                <a:lnTo>
                  <a:pt x="938887" y="82806"/>
                </a:lnTo>
                <a:lnTo>
                  <a:pt x="938887" y="43789"/>
                </a:lnTo>
                <a:cubicBezTo>
                  <a:pt x="938887" y="39266"/>
                  <a:pt x="938059" y="35873"/>
                  <a:pt x="936402" y="33612"/>
                </a:cubicBezTo>
                <a:cubicBezTo>
                  <a:pt x="934745" y="31350"/>
                  <a:pt x="932034" y="30219"/>
                  <a:pt x="928268" y="30219"/>
                </a:cubicBezTo>
                <a:cubicBezTo>
                  <a:pt x="925406" y="30219"/>
                  <a:pt x="922761" y="30973"/>
                  <a:pt x="920332" y="32482"/>
                </a:cubicBezTo>
                <a:cubicBezTo>
                  <a:pt x="917903" y="33989"/>
                  <a:pt x="916143" y="36195"/>
                  <a:pt x="915051" y="39098"/>
                </a:cubicBezTo>
                <a:cubicBezTo>
                  <a:pt x="913959" y="42000"/>
                  <a:pt x="913413" y="46183"/>
                  <a:pt x="913413" y="51649"/>
                </a:cubicBezTo>
                <a:lnTo>
                  <a:pt x="913413" y="82806"/>
                </a:lnTo>
                <a:lnTo>
                  <a:pt x="903246" y="82806"/>
                </a:lnTo>
                <a:close/>
                <a:moveTo>
                  <a:pt x="999607" y="105851"/>
                </a:moveTo>
                <a:lnTo>
                  <a:pt x="999607" y="22820"/>
                </a:lnTo>
                <a:lnTo>
                  <a:pt x="1008871" y="22820"/>
                </a:lnTo>
                <a:lnTo>
                  <a:pt x="1008871" y="30558"/>
                </a:lnTo>
                <a:cubicBezTo>
                  <a:pt x="1011055" y="27527"/>
                  <a:pt x="1013521" y="25253"/>
                  <a:pt x="1016270" y="23737"/>
                </a:cubicBezTo>
                <a:cubicBezTo>
                  <a:pt x="1019019" y="22222"/>
                  <a:pt x="1022352" y="21464"/>
                  <a:pt x="1026268" y="21464"/>
                </a:cubicBezTo>
                <a:cubicBezTo>
                  <a:pt x="1031389" y="21464"/>
                  <a:pt x="1035908" y="22782"/>
                  <a:pt x="1039824" y="25418"/>
                </a:cubicBezTo>
                <a:cubicBezTo>
                  <a:pt x="1043740" y="28054"/>
                  <a:pt x="1046696" y="31772"/>
                  <a:pt x="1048692" y="36574"/>
                </a:cubicBezTo>
                <a:cubicBezTo>
                  <a:pt x="1050688" y="41375"/>
                  <a:pt x="1051686" y="46637"/>
                  <a:pt x="1051686" y="52361"/>
                </a:cubicBezTo>
                <a:cubicBezTo>
                  <a:pt x="1051686" y="58499"/>
                  <a:pt x="1050584" y="64025"/>
                  <a:pt x="1048381" y="68939"/>
                </a:cubicBezTo>
                <a:cubicBezTo>
                  <a:pt x="1046179" y="73853"/>
                  <a:pt x="1042978" y="77619"/>
                  <a:pt x="1038779" y="80236"/>
                </a:cubicBezTo>
                <a:cubicBezTo>
                  <a:pt x="1034581" y="82853"/>
                  <a:pt x="1030165" y="84161"/>
                  <a:pt x="1025534" y="84161"/>
                </a:cubicBezTo>
                <a:cubicBezTo>
                  <a:pt x="1022145" y="84161"/>
                  <a:pt x="1019104" y="83437"/>
                  <a:pt x="1016411" y="81987"/>
                </a:cubicBezTo>
                <a:cubicBezTo>
                  <a:pt x="1013719" y="80536"/>
                  <a:pt x="1011507" y="78704"/>
                  <a:pt x="1009775" y="76490"/>
                </a:cubicBezTo>
                <a:lnTo>
                  <a:pt x="1009775" y="105851"/>
                </a:lnTo>
                <a:lnTo>
                  <a:pt x="999607" y="105851"/>
                </a:lnTo>
                <a:moveTo>
                  <a:pt x="1008814" y="53067"/>
                </a:moveTo>
                <a:cubicBezTo>
                  <a:pt x="1008814" y="60777"/>
                  <a:pt x="1010377" y="66475"/>
                  <a:pt x="1013503" y="70160"/>
                </a:cubicBezTo>
                <a:cubicBezTo>
                  <a:pt x="1016628" y="73846"/>
                  <a:pt x="1020412" y="75689"/>
                  <a:pt x="1024856" y="75689"/>
                </a:cubicBezTo>
                <a:cubicBezTo>
                  <a:pt x="1029375" y="75689"/>
                  <a:pt x="1033244" y="73780"/>
                  <a:pt x="1036463" y="69963"/>
                </a:cubicBezTo>
                <a:cubicBezTo>
                  <a:pt x="1039683" y="66145"/>
                  <a:pt x="1041293" y="60231"/>
                  <a:pt x="1041293" y="52220"/>
                </a:cubicBezTo>
                <a:cubicBezTo>
                  <a:pt x="1041293" y="44585"/>
                  <a:pt x="1039721" y="38868"/>
                  <a:pt x="1036576" y="35070"/>
                </a:cubicBezTo>
                <a:cubicBezTo>
                  <a:pt x="1033432" y="31271"/>
                  <a:pt x="1029676" y="29372"/>
                  <a:pt x="1025308" y="29372"/>
                </a:cubicBezTo>
                <a:cubicBezTo>
                  <a:pt x="1020977" y="29372"/>
                  <a:pt x="1017146" y="31393"/>
                  <a:pt x="1013813" y="35437"/>
                </a:cubicBezTo>
                <a:cubicBezTo>
                  <a:pt x="1010481" y="39480"/>
                  <a:pt x="1008814" y="45357"/>
                  <a:pt x="1008814" y="53067"/>
                </a:cubicBezTo>
                <a:close/>
                <a:moveTo>
                  <a:pt x="1086123" y="73825"/>
                </a:moveTo>
                <a:lnTo>
                  <a:pt x="1087591" y="82806"/>
                </a:lnTo>
                <a:cubicBezTo>
                  <a:pt x="1084730" y="83333"/>
                  <a:pt x="1082169" y="83597"/>
                  <a:pt x="1079910" y="83597"/>
                </a:cubicBezTo>
                <a:cubicBezTo>
                  <a:pt x="1076219" y="83597"/>
                  <a:pt x="1073357" y="83013"/>
                  <a:pt x="1071324" y="81846"/>
                </a:cubicBezTo>
                <a:cubicBezTo>
                  <a:pt x="1069291" y="80678"/>
                  <a:pt x="1067860" y="79144"/>
                  <a:pt x="1067031" y="77242"/>
                </a:cubicBezTo>
                <a:cubicBezTo>
                  <a:pt x="1066203" y="75340"/>
                  <a:pt x="1065789" y="71340"/>
                  <a:pt x="1065789" y="65239"/>
                </a:cubicBezTo>
                <a:lnTo>
                  <a:pt x="1065789" y="30727"/>
                </a:lnTo>
                <a:lnTo>
                  <a:pt x="1058333" y="30727"/>
                </a:lnTo>
                <a:lnTo>
                  <a:pt x="1058333" y="22820"/>
                </a:lnTo>
                <a:lnTo>
                  <a:pt x="1065789" y="22820"/>
                </a:lnTo>
                <a:lnTo>
                  <a:pt x="1065789" y="7924"/>
                </a:lnTo>
                <a:lnTo>
                  <a:pt x="1075899" y="1807"/>
                </a:lnTo>
                <a:lnTo>
                  <a:pt x="1075899" y="22820"/>
                </a:lnTo>
                <a:lnTo>
                  <a:pt x="1086123" y="22820"/>
                </a:lnTo>
                <a:lnTo>
                  <a:pt x="1086123" y="30727"/>
                </a:lnTo>
                <a:lnTo>
                  <a:pt x="1075899" y="30727"/>
                </a:lnTo>
                <a:lnTo>
                  <a:pt x="1075899" y="65804"/>
                </a:lnTo>
                <a:cubicBezTo>
                  <a:pt x="1075899" y="68704"/>
                  <a:pt x="1076078" y="70568"/>
                  <a:pt x="1076436" y="71396"/>
                </a:cubicBezTo>
                <a:cubicBezTo>
                  <a:pt x="1076794" y="72224"/>
                  <a:pt x="1077377" y="72883"/>
                  <a:pt x="1078187" y="73373"/>
                </a:cubicBezTo>
                <a:cubicBezTo>
                  <a:pt x="1078996" y="73862"/>
                  <a:pt x="1080154" y="74107"/>
                  <a:pt x="1081661" y="74107"/>
                </a:cubicBezTo>
                <a:cubicBezTo>
                  <a:pt x="1082790" y="74107"/>
                  <a:pt x="1084278" y="74013"/>
                  <a:pt x="1086123" y="73825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Generation">
            <a:extLst xmlns:a="http://schemas.openxmlformats.org/drawingml/2006/main">
              <a:ext uri="{FF2B5EF4-FFF2-40B4-BE49-F238E27FC236}">
                <a16:creationId xmlns:a16="http://schemas.microsoft.com/office/drawing/2014/main" id="{AA66F792-6682-492C-B0A3-68FCB69C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300" y="855592"/>
            <a:ext cx="558475" cy="85630"/>
          </a:xfrm>
          <a:custGeom xmlns:a="http://schemas.openxmlformats.org/drawingml/2006/main">
            <a:pathLst>
              <a:path w="558475" h="85630">
                <a:moveTo>
                  <a:pt x="41516" y="51627"/>
                </a:moveTo>
                <a:lnTo>
                  <a:pt x="41516" y="42024"/>
                </a:lnTo>
                <a:lnTo>
                  <a:pt x="76593" y="41968"/>
                </a:lnTo>
                <a:lnTo>
                  <a:pt x="76593" y="72639"/>
                </a:lnTo>
                <a:cubicBezTo>
                  <a:pt x="71208" y="76950"/>
                  <a:pt x="65653" y="80193"/>
                  <a:pt x="59930" y="82368"/>
                </a:cubicBezTo>
                <a:cubicBezTo>
                  <a:pt x="54206" y="84543"/>
                  <a:pt x="48332" y="85630"/>
                  <a:pt x="42307" y="85630"/>
                </a:cubicBezTo>
                <a:cubicBezTo>
                  <a:pt x="34173" y="85630"/>
                  <a:pt x="26783" y="83888"/>
                  <a:pt x="20137" y="80405"/>
                </a:cubicBezTo>
                <a:cubicBezTo>
                  <a:pt x="13490" y="76922"/>
                  <a:pt x="8473" y="71886"/>
                  <a:pt x="5084" y="65296"/>
                </a:cubicBezTo>
                <a:cubicBezTo>
                  <a:pt x="1695" y="58706"/>
                  <a:pt x="0" y="51344"/>
                  <a:pt x="0" y="43210"/>
                </a:cubicBezTo>
                <a:cubicBezTo>
                  <a:pt x="0" y="35152"/>
                  <a:pt x="1685" y="27630"/>
                  <a:pt x="5055" y="20645"/>
                </a:cubicBezTo>
                <a:cubicBezTo>
                  <a:pt x="8426" y="13660"/>
                  <a:pt x="13274" y="8473"/>
                  <a:pt x="19600" y="5084"/>
                </a:cubicBezTo>
                <a:cubicBezTo>
                  <a:pt x="25926" y="1695"/>
                  <a:pt x="33213" y="0"/>
                  <a:pt x="41459" y="0"/>
                </a:cubicBezTo>
                <a:cubicBezTo>
                  <a:pt x="47447" y="0"/>
                  <a:pt x="52860" y="967"/>
                  <a:pt x="57699" y="2902"/>
                </a:cubicBezTo>
                <a:cubicBezTo>
                  <a:pt x="62537" y="4836"/>
                  <a:pt x="66331" y="7532"/>
                  <a:pt x="69080" y="10990"/>
                </a:cubicBezTo>
                <a:cubicBezTo>
                  <a:pt x="71829" y="14446"/>
                  <a:pt x="73919" y="18954"/>
                  <a:pt x="75350" y="24514"/>
                </a:cubicBezTo>
                <a:lnTo>
                  <a:pt x="65465" y="27225"/>
                </a:lnTo>
                <a:cubicBezTo>
                  <a:pt x="64223" y="23008"/>
                  <a:pt x="62679" y="19694"/>
                  <a:pt x="60833" y="17284"/>
                </a:cubicBezTo>
                <a:cubicBezTo>
                  <a:pt x="58988" y="14874"/>
                  <a:pt x="56352" y="12944"/>
                  <a:pt x="52926" y="11495"/>
                </a:cubicBezTo>
                <a:cubicBezTo>
                  <a:pt x="49499" y="10045"/>
                  <a:pt x="45696" y="9320"/>
                  <a:pt x="41516" y="9320"/>
                </a:cubicBezTo>
                <a:cubicBezTo>
                  <a:pt x="36508" y="9320"/>
                  <a:pt x="32177" y="10083"/>
                  <a:pt x="28525" y="11609"/>
                </a:cubicBezTo>
                <a:cubicBezTo>
                  <a:pt x="24872" y="13136"/>
                  <a:pt x="21925" y="15142"/>
                  <a:pt x="19685" y="17630"/>
                </a:cubicBezTo>
                <a:cubicBezTo>
                  <a:pt x="17444" y="20118"/>
                  <a:pt x="15703" y="22850"/>
                  <a:pt x="14460" y="25827"/>
                </a:cubicBezTo>
                <a:cubicBezTo>
                  <a:pt x="12351" y="30953"/>
                  <a:pt x="11297" y="36512"/>
                  <a:pt x="11297" y="42504"/>
                </a:cubicBezTo>
                <a:cubicBezTo>
                  <a:pt x="11297" y="49891"/>
                  <a:pt x="12568" y="56072"/>
                  <a:pt x="15110" y="61047"/>
                </a:cubicBezTo>
                <a:cubicBezTo>
                  <a:pt x="17651" y="66022"/>
                  <a:pt x="21351" y="69716"/>
                  <a:pt x="26209" y="72129"/>
                </a:cubicBezTo>
                <a:cubicBezTo>
                  <a:pt x="31066" y="74540"/>
                  <a:pt x="36225" y="75745"/>
                  <a:pt x="41685" y="75745"/>
                </a:cubicBezTo>
                <a:cubicBezTo>
                  <a:pt x="46430" y="75745"/>
                  <a:pt x="51062" y="74826"/>
                  <a:pt x="55580" y="72988"/>
                </a:cubicBezTo>
                <a:cubicBezTo>
                  <a:pt x="60099" y="71150"/>
                  <a:pt x="63526" y="69188"/>
                  <a:pt x="65861" y="67103"/>
                </a:cubicBezTo>
                <a:lnTo>
                  <a:pt x="65861" y="51627"/>
                </a:lnTo>
                <a:lnTo>
                  <a:pt x="41516" y="51627"/>
                </a:lnTo>
                <a:close/>
                <a:moveTo>
                  <a:pt x="132566" y="64957"/>
                </a:moveTo>
                <a:lnTo>
                  <a:pt x="143072" y="66256"/>
                </a:lnTo>
                <a:cubicBezTo>
                  <a:pt x="141415" y="72394"/>
                  <a:pt x="138346" y="77157"/>
                  <a:pt x="133865" y="80546"/>
                </a:cubicBezTo>
                <a:cubicBezTo>
                  <a:pt x="129384" y="83936"/>
                  <a:pt x="123660" y="85630"/>
                  <a:pt x="116694" y="85630"/>
                </a:cubicBezTo>
                <a:cubicBezTo>
                  <a:pt x="107920" y="85630"/>
                  <a:pt x="100963" y="82928"/>
                  <a:pt x="95823" y="77525"/>
                </a:cubicBezTo>
                <a:cubicBezTo>
                  <a:pt x="90683" y="72121"/>
                  <a:pt x="88113" y="64543"/>
                  <a:pt x="88113" y="54790"/>
                </a:cubicBezTo>
                <a:cubicBezTo>
                  <a:pt x="88113" y="44698"/>
                  <a:pt x="90711" y="36865"/>
                  <a:pt x="95908" y="31292"/>
                </a:cubicBezTo>
                <a:cubicBezTo>
                  <a:pt x="101104" y="25719"/>
                  <a:pt x="107845" y="22933"/>
                  <a:pt x="116129" y="22933"/>
                </a:cubicBezTo>
                <a:cubicBezTo>
                  <a:pt x="124150" y="22933"/>
                  <a:pt x="130702" y="25659"/>
                  <a:pt x="135786" y="31110"/>
                </a:cubicBezTo>
                <a:cubicBezTo>
                  <a:pt x="140869" y="36561"/>
                  <a:pt x="143411" y="44230"/>
                  <a:pt x="143411" y="54117"/>
                </a:cubicBezTo>
                <a:cubicBezTo>
                  <a:pt x="143411" y="54718"/>
                  <a:pt x="143392" y="55620"/>
                  <a:pt x="143355" y="56823"/>
                </a:cubicBezTo>
                <a:lnTo>
                  <a:pt x="98619" y="56823"/>
                </a:lnTo>
                <a:cubicBezTo>
                  <a:pt x="98996" y="63394"/>
                  <a:pt x="100860" y="68426"/>
                  <a:pt x="104211" y="71918"/>
                </a:cubicBezTo>
                <a:cubicBezTo>
                  <a:pt x="107562" y="75411"/>
                  <a:pt x="111742" y="77157"/>
                  <a:pt x="116751" y="77157"/>
                </a:cubicBezTo>
                <a:cubicBezTo>
                  <a:pt x="120479" y="77157"/>
                  <a:pt x="123660" y="76188"/>
                  <a:pt x="126296" y="74248"/>
                </a:cubicBezTo>
                <a:cubicBezTo>
                  <a:pt x="128932" y="72308"/>
                  <a:pt x="131022" y="69211"/>
                  <a:pt x="132566" y="64957"/>
                </a:cubicBezTo>
                <a:moveTo>
                  <a:pt x="99184" y="48350"/>
                </a:moveTo>
                <a:lnTo>
                  <a:pt x="132679" y="48350"/>
                </a:lnTo>
                <a:cubicBezTo>
                  <a:pt x="132227" y="43387"/>
                  <a:pt x="130947" y="39664"/>
                  <a:pt x="128838" y="37182"/>
                </a:cubicBezTo>
                <a:cubicBezTo>
                  <a:pt x="125600" y="33331"/>
                  <a:pt x="121401" y="31405"/>
                  <a:pt x="116242" y="31405"/>
                </a:cubicBezTo>
                <a:cubicBezTo>
                  <a:pt x="111573" y="31405"/>
                  <a:pt x="107647" y="32943"/>
                  <a:pt x="104465" y="36017"/>
                </a:cubicBezTo>
                <a:cubicBezTo>
                  <a:pt x="101283" y="39091"/>
                  <a:pt x="99523" y="43202"/>
                  <a:pt x="99184" y="48350"/>
                </a:cubicBezTo>
                <a:close/>
                <a:moveTo>
                  <a:pt x="155855" y="84274"/>
                </a:moveTo>
                <a:lnTo>
                  <a:pt x="155855" y="24288"/>
                </a:lnTo>
                <a:lnTo>
                  <a:pt x="165005" y="24288"/>
                </a:lnTo>
                <a:lnTo>
                  <a:pt x="165005" y="32761"/>
                </a:lnTo>
                <a:cubicBezTo>
                  <a:pt x="169411" y="26209"/>
                  <a:pt x="175775" y="22933"/>
                  <a:pt x="184097" y="22933"/>
                </a:cubicBezTo>
                <a:cubicBezTo>
                  <a:pt x="187712" y="22933"/>
                  <a:pt x="191035" y="23582"/>
                  <a:pt x="194066" y="24881"/>
                </a:cubicBezTo>
                <a:cubicBezTo>
                  <a:pt x="197098" y="26180"/>
                  <a:pt x="199366" y="27884"/>
                  <a:pt x="200873" y="29993"/>
                </a:cubicBezTo>
                <a:cubicBezTo>
                  <a:pt x="202379" y="32102"/>
                  <a:pt x="203433" y="34606"/>
                  <a:pt x="204036" y="37506"/>
                </a:cubicBezTo>
                <a:cubicBezTo>
                  <a:pt x="204412" y="39388"/>
                  <a:pt x="204601" y="42683"/>
                  <a:pt x="204601" y="47390"/>
                </a:cubicBezTo>
                <a:lnTo>
                  <a:pt x="204601" y="84274"/>
                </a:lnTo>
                <a:lnTo>
                  <a:pt x="194433" y="84274"/>
                </a:lnTo>
                <a:lnTo>
                  <a:pt x="194433" y="47747"/>
                </a:lnTo>
                <a:cubicBezTo>
                  <a:pt x="194433" y="43600"/>
                  <a:pt x="194038" y="40499"/>
                  <a:pt x="193247" y="38445"/>
                </a:cubicBezTo>
                <a:cubicBezTo>
                  <a:pt x="192457" y="36390"/>
                  <a:pt x="191054" y="34750"/>
                  <a:pt x="189039" y="33525"/>
                </a:cubicBezTo>
                <a:cubicBezTo>
                  <a:pt x="187025" y="32300"/>
                  <a:pt x="184662" y="31688"/>
                  <a:pt x="181950" y="31688"/>
                </a:cubicBezTo>
                <a:cubicBezTo>
                  <a:pt x="177620" y="31688"/>
                  <a:pt x="173883" y="33064"/>
                  <a:pt x="170738" y="35816"/>
                </a:cubicBezTo>
                <a:cubicBezTo>
                  <a:pt x="167594" y="38568"/>
                  <a:pt x="166022" y="43788"/>
                  <a:pt x="166022" y="51478"/>
                </a:cubicBezTo>
                <a:lnTo>
                  <a:pt x="166022" y="84274"/>
                </a:lnTo>
                <a:lnTo>
                  <a:pt x="155855" y="84274"/>
                </a:lnTo>
                <a:close/>
                <a:moveTo>
                  <a:pt x="261271" y="64957"/>
                </a:moveTo>
                <a:lnTo>
                  <a:pt x="271777" y="66256"/>
                </a:lnTo>
                <a:cubicBezTo>
                  <a:pt x="270121" y="72394"/>
                  <a:pt x="267052" y="77157"/>
                  <a:pt x="262571" y="80546"/>
                </a:cubicBezTo>
                <a:cubicBezTo>
                  <a:pt x="258089" y="83936"/>
                  <a:pt x="252366" y="85630"/>
                  <a:pt x="245399" y="85630"/>
                </a:cubicBezTo>
                <a:cubicBezTo>
                  <a:pt x="236625" y="85630"/>
                  <a:pt x="229668" y="82928"/>
                  <a:pt x="224528" y="77525"/>
                </a:cubicBezTo>
                <a:cubicBezTo>
                  <a:pt x="219388" y="72121"/>
                  <a:pt x="216818" y="64543"/>
                  <a:pt x="216818" y="54790"/>
                </a:cubicBezTo>
                <a:cubicBezTo>
                  <a:pt x="216818" y="44698"/>
                  <a:pt x="219417" y="36865"/>
                  <a:pt x="224613" y="31292"/>
                </a:cubicBezTo>
                <a:cubicBezTo>
                  <a:pt x="229810" y="25719"/>
                  <a:pt x="236550" y="22933"/>
                  <a:pt x="244834" y="22933"/>
                </a:cubicBezTo>
                <a:cubicBezTo>
                  <a:pt x="252855" y="22933"/>
                  <a:pt x="259407" y="25659"/>
                  <a:pt x="264491" y="31110"/>
                </a:cubicBezTo>
                <a:cubicBezTo>
                  <a:pt x="269575" y="36561"/>
                  <a:pt x="272116" y="44230"/>
                  <a:pt x="272116" y="54117"/>
                </a:cubicBezTo>
                <a:cubicBezTo>
                  <a:pt x="272116" y="54718"/>
                  <a:pt x="272098" y="55620"/>
                  <a:pt x="272060" y="56823"/>
                </a:cubicBezTo>
                <a:lnTo>
                  <a:pt x="227324" y="56823"/>
                </a:lnTo>
                <a:cubicBezTo>
                  <a:pt x="227701" y="63394"/>
                  <a:pt x="229565" y="68426"/>
                  <a:pt x="232916" y="71918"/>
                </a:cubicBezTo>
                <a:cubicBezTo>
                  <a:pt x="236268" y="75411"/>
                  <a:pt x="240448" y="77157"/>
                  <a:pt x="245456" y="77157"/>
                </a:cubicBezTo>
                <a:cubicBezTo>
                  <a:pt x="249184" y="77157"/>
                  <a:pt x="252366" y="76188"/>
                  <a:pt x="255002" y="74248"/>
                </a:cubicBezTo>
                <a:cubicBezTo>
                  <a:pt x="257638" y="72308"/>
                  <a:pt x="259727" y="69211"/>
                  <a:pt x="261271" y="64957"/>
                </a:cubicBezTo>
                <a:moveTo>
                  <a:pt x="227889" y="48350"/>
                </a:moveTo>
                <a:lnTo>
                  <a:pt x="261384" y="48350"/>
                </a:lnTo>
                <a:cubicBezTo>
                  <a:pt x="260932" y="43387"/>
                  <a:pt x="259652" y="39664"/>
                  <a:pt x="257543" y="37182"/>
                </a:cubicBezTo>
                <a:cubicBezTo>
                  <a:pt x="254305" y="33331"/>
                  <a:pt x="250106" y="31405"/>
                  <a:pt x="244947" y="31405"/>
                </a:cubicBezTo>
                <a:cubicBezTo>
                  <a:pt x="240278" y="31405"/>
                  <a:pt x="236352" y="32943"/>
                  <a:pt x="233170" y="36017"/>
                </a:cubicBezTo>
                <a:cubicBezTo>
                  <a:pt x="229989" y="39091"/>
                  <a:pt x="228228" y="43202"/>
                  <a:pt x="227889" y="48350"/>
                </a:cubicBezTo>
                <a:close/>
                <a:moveTo>
                  <a:pt x="284447" y="84274"/>
                </a:moveTo>
                <a:lnTo>
                  <a:pt x="284447" y="24288"/>
                </a:lnTo>
                <a:lnTo>
                  <a:pt x="293597" y="24288"/>
                </a:lnTo>
                <a:lnTo>
                  <a:pt x="293597" y="33326"/>
                </a:lnTo>
                <a:cubicBezTo>
                  <a:pt x="295932" y="29094"/>
                  <a:pt x="298088" y="26304"/>
                  <a:pt x="300065" y="24955"/>
                </a:cubicBezTo>
                <a:cubicBezTo>
                  <a:pt x="302042" y="23607"/>
                  <a:pt x="304216" y="22933"/>
                  <a:pt x="306589" y="22933"/>
                </a:cubicBezTo>
                <a:cubicBezTo>
                  <a:pt x="310015" y="22933"/>
                  <a:pt x="313498" y="24020"/>
                  <a:pt x="317038" y="26195"/>
                </a:cubicBezTo>
                <a:lnTo>
                  <a:pt x="313536" y="35585"/>
                </a:lnTo>
                <a:cubicBezTo>
                  <a:pt x="311051" y="34116"/>
                  <a:pt x="308565" y="33382"/>
                  <a:pt x="306080" y="33382"/>
                </a:cubicBezTo>
                <a:cubicBezTo>
                  <a:pt x="303858" y="33382"/>
                  <a:pt x="301863" y="34052"/>
                  <a:pt x="300093" y="35391"/>
                </a:cubicBezTo>
                <a:cubicBezTo>
                  <a:pt x="298323" y="36729"/>
                  <a:pt x="297062" y="38585"/>
                  <a:pt x="296308" y="40960"/>
                </a:cubicBezTo>
                <a:cubicBezTo>
                  <a:pt x="295179" y="44578"/>
                  <a:pt x="294614" y="48536"/>
                  <a:pt x="294614" y="52834"/>
                </a:cubicBezTo>
                <a:lnTo>
                  <a:pt x="294614" y="84274"/>
                </a:lnTo>
                <a:lnTo>
                  <a:pt x="284447" y="84274"/>
                </a:lnTo>
                <a:close/>
                <a:moveTo>
                  <a:pt x="362259" y="76868"/>
                </a:moveTo>
                <a:cubicBezTo>
                  <a:pt x="358494" y="80071"/>
                  <a:pt x="354869" y="82332"/>
                  <a:pt x="351386" y="83651"/>
                </a:cubicBezTo>
                <a:cubicBezTo>
                  <a:pt x="347903" y="84970"/>
                  <a:pt x="344165" y="85630"/>
                  <a:pt x="340174" y="85630"/>
                </a:cubicBezTo>
                <a:cubicBezTo>
                  <a:pt x="333584" y="85630"/>
                  <a:pt x="328519" y="84019"/>
                  <a:pt x="324980" y="80797"/>
                </a:cubicBezTo>
                <a:cubicBezTo>
                  <a:pt x="321440" y="77575"/>
                  <a:pt x="319670" y="73458"/>
                  <a:pt x="319670" y="68446"/>
                </a:cubicBezTo>
                <a:cubicBezTo>
                  <a:pt x="319670" y="65508"/>
                  <a:pt x="320339" y="62824"/>
                  <a:pt x="321675" y="60394"/>
                </a:cubicBezTo>
                <a:cubicBezTo>
                  <a:pt x="323012" y="57963"/>
                  <a:pt x="324763" y="56012"/>
                  <a:pt x="326928" y="54543"/>
                </a:cubicBezTo>
                <a:cubicBezTo>
                  <a:pt x="329094" y="53073"/>
                  <a:pt x="331532" y="51961"/>
                  <a:pt x="334243" y="51208"/>
                </a:cubicBezTo>
                <a:cubicBezTo>
                  <a:pt x="336239" y="50680"/>
                  <a:pt x="339251" y="50171"/>
                  <a:pt x="343281" y="49681"/>
                </a:cubicBezTo>
                <a:cubicBezTo>
                  <a:pt x="351490" y="48709"/>
                  <a:pt x="357533" y="47550"/>
                  <a:pt x="361412" y="46204"/>
                </a:cubicBezTo>
                <a:cubicBezTo>
                  <a:pt x="361450" y="44817"/>
                  <a:pt x="361468" y="43935"/>
                  <a:pt x="361468" y="43560"/>
                </a:cubicBezTo>
                <a:cubicBezTo>
                  <a:pt x="361468" y="39433"/>
                  <a:pt x="360508" y="36526"/>
                  <a:pt x="358588" y="34838"/>
                </a:cubicBezTo>
                <a:cubicBezTo>
                  <a:pt x="355989" y="32550"/>
                  <a:pt x="352130" y="31405"/>
                  <a:pt x="347008" y="31405"/>
                </a:cubicBezTo>
                <a:cubicBezTo>
                  <a:pt x="342226" y="31405"/>
                  <a:pt x="338696" y="32243"/>
                  <a:pt x="336418" y="33919"/>
                </a:cubicBezTo>
                <a:cubicBezTo>
                  <a:pt x="334139" y="35594"/>
                  <a:pt x="332454" y="38560"/>
                  <a:pt x="331362" y="42815"/>
                </a:cubicBezTo>
                <a:lnTo>
                  <a:pt x="321421" y="41459"/>
                </a:lnTo>
                <a:cubicBezTo>
                  <a:pt x="322325" y="37191"/>
                  <a:pt x="323812" y="33745"/>
                  <a:pt x="325883" y="31119"/>
                </a:cubicBezTo>
                <a:cubicBezTo>
                  <a:pt x="327954" y="28494"/>
                  <a:pt x="330948" y="26473"/>
                  <a:pt x="334864" y="25058"/>
                </a:cubicBezTo>
                <a:cubicBezTo>
                  <a:pt x="338781" y="23641"/>
                  <a:pt x="343318" y="22933"/>
                  <a:pt x="348477" y="22933"/>
                </a:cubicBezTo>
                <a:cubicBezTo>
                  <a:pt x="353598" y="22933"/>
                  <a:pt x="357759" y="23535"/>
                  <a:pt x="360960" y="24740"/>
                </a:cubicBezTo>
                <a:cubicBezTo>
                  <a:pt x="364161" y="25945"/>
                  <a:pt x="366514" y="27461"/>
                  <a:pt x="368021" y="29287"/>
                </a:cubicBezTo>
                <a:cubicBezTo>
                  <a:pt x="369527" y="31113"/>
                  <a:pt x="370581" y="33420"/>
                  <a:pt x="371184" y="36206"/>
                </a:cubicBezTo>
                <a:cubicBezTo>
                  <a:pt x="371523" y="37939"/>
                  <a:pt x="371692" y="41064"/>
                  <a:pt x="371692" y="45583"/>
                </a:cubicBezTo>
                <a:lnTo>
                  <a:pt x="371692" y="59139"/>
                </a:lnTo>
                <a:cubicBezTo>
                  <a:pt x="371692" y="68591"/>
                  <a:pt x="371909" y="74569"/>
                  <a:pt x="372342" y="77073"/>
                </a:cubicBezTo>
                <a:cubicBezTo>
                  <a:pt x="372775" y="79577"/>
                  <a:pt x="373631" y="81977"/>
                  <a:pt x="374912" y="84274"/>
                </a:cubicBezTo>
                <a:lnTo>
                  <a:pt x="364293" y="84274"/>
                </a:lnTo>
                <a:cubicBezTo>
                  <a:pt x="363238" y="82163"/>
                  <a:pt x="362560" y="79694"/>
                  <a:pt x="362259" y="76868"/>
                </a:cubicBezTo>
                <a:moveTo>
                  <a:pt x="361412" y="54112"/>
                </a:moveTo>
                <a:cubicBezTo>
                  <a:pt x="357722" y="55631"/>
                  <a:pt x="352186" y="56922"/>
                  <a:pt x="344806" y="57985"/>
                </a:cubicBezTo>
                <a:cubicBezTo>
                  <a:pt x="340626" y="58589"/>
                  <a:pt x="337670" y="59270"/>
                  <a:pt x="335938" y="60027"/>
                </a:cubicBezTo>
                <a:cubicBezTo>
                  <a:pt x="334205" y="60782"/>
                  <a:pt x="332869" y="61888"/>
                  <a:pt x="331927" y="63345"/>
                </a:cubicBezTo>
                <a:cubicBezTo>
                  <a:pt x="330986" y="64801"/>
                  <a:pt x="330515" y="66417"/>
                  <a:pt x="330515" y="68194"/>
                </a:cubicBezTo>
                <a:cubicBezTo>
                  <a:pt x="330515" y="70916"/>
                  <a:pt x="331541" y="73185"/>
                  <a:pt x="333593" y="75000"/>
                </a:cubicBezTo>
                <a:cubicBezTo>
                  <a:pt x="335646" y="76815"/>
                  <a:pt x="338649" y="77722"/>
                  <a:pt x="342603" y="77722"/>
                </a:cubicBezTo>
                <a:cubicBezTo>
                  <a:pt x="346519" y="77722"/>
                  <a:pt x="350002" y="76861"/>
                  <a:pt x="353052" y="75140"/>
                </a:cubicBezTo>
                <a:cubicBezTo>
                  <a:pt x="356102" y="73418"/>
                  <a:pt x="358343" y="71063"/>
                  <a:pt x="359774" y="68074"/>
                </a:cubicBezTo>
                <a:cubicBezTo>
                  <a:pt x="360866" y="65765"/>
                  <a:pt x="361412" y="62360"/>
                  <a:pt x="361412" y="57857"/>
                </a:cubicBezTo>
                <a:lnTo>
                  <a:pt x="361412" y="54112"/>
                </a:lnTo>
                <a:close/>
                <a:moveTo>
                  <a:pt x="409666" y="75293"/>
                </a:moveTo>
                <a:lnTo>
                  <a:pt x="411135" y="84274"/>
                </a:lnTo>
                <a:cubicBezTo>
                  <a:pt x="408273" y="84802"/>
                  <a:pt x="405712" y="85065"/>
                  <a:pt x="403453" y="85065"/>
                </a:cubicBezTo>
                <a:cubicBezTo>
                  <a:pt x="399763" y="85065"/>
                  <a:pt x="396901" y="84482"/>
                  <a:pt x="394867" y="83314"/>
                </a:cubicBezTo>
                <a:cubicBezTo>
                  <a:pt x="392834" y="82147"/>
                  <a:pt x="391403" y="80612"/>
                  <a:pt x="390575" y="78711"/>
                </a:cubicBezTo>
                <a:cubicBezTo>
                  <a:pt x="389746" y="76809"/>
                  <a:pt x="389332" y="72808"/>
                  <a:pt x="389332" y="66708"/>
                </a:cubicBezTo>
                <a:lnTo>
                  <a:pt x="389332" y="32196"/>
                </a:lnTo>
                <a:lnTo>
                  <a:pt x="381876" y="32196"/>
                </a:lnTo>
                <a:lnTo>
                  <a:pt x="381876" y="24288"/>
                </a:lnTo>
                <a:lnTo>
                  <a:pt x="389332" y="24288"/>
                </a:lnTo>
                <a:lnTo>
                  <a:pt x="389332" y="9392"/>
                </a:lnTo>
                <a:lnTo>
                  <a:pt x="399443" y="3276"/>
                </a:lnTo>
                <a:lnTo>
                  <a:pt x="399443" y="24288"/>
                </a:lnTo>
                <a:lnTo>
                  <a:pt x="409666" y="24288"/>
                </a:lnTo>
                <a:lnTo>
                  <a:pt x="409666" y="32196"/>
                </a:lnTo>
                <a:lnTo>
                  <a:pt x="399443" y="32196"/>
                </a:lnTo>
                <a:lnTo>
                  <a:pt x="399443" y="67273"/>
                </a:lnTo>
                <a:cubicBezTo>
                  <a:pt x="399443" y="70172"/>
                  <a:pt x="399621" y="72036"/>
                  <a:pt x="399979" y="72865"/>
                </a:cubicBezTo>
                <a:cubicBezTo>
                  <a:pt x="400337" y="73693"/>
                  <a:pt x="400921" y="74352"/>
                  <a:pt x="401730" y="74842"/>
                </a:cubicBezTo>
                <a:cubicBezTo>
                  <a:pt x="402540" y="75331"/>
                  <a:pt x="403698" y="75576"/>
                  <a:pt x="405204" y="75576"/>
                </a:cubicBezTo>
                <a:cubicBezTo>
                  <a:pt x="406334" y="75576"/>
                  <a:pt x="407821" y="75482"/>
                  <a:pt x="409666" y="75293"/>
                </a:cubicBezTo>
                <a:close/>
                <a:moveTo>
                  <a:pt x="419718" y="13217"/>
                </a:moveTo>
                <a:lnTo>
                  <a:pt x="419718" y="1469"/>
                </a:lnTo>
                <a:lnTo>
                  <a:pt x="429886" y="1469"/>
                </a:lnTo>
                <a:lnTo>
                  <a:pt x="429886" y="13217"/>
                </a:lnTo>
                <a:lnTo>
                  <a:pt x="419718" y="13217"/>
                </a:lnTo>
                <a:moveTo>
                  <a:pt x="419718" y="84274"/>
                </a:moveTo>
                <a:lnTo>
                  <a:pt x="419718" y="24288"/>
                </a:lnTo>
                <a:lnTo>
                  <a:pt x="429886" y="24288"/>
                </a:lnTo>
                <a:lnTo>
                  <a:pt x="429886" y="84274"/>
                </a:lnTo>
                <a:lnTo>
                  <a:pt x="419718" y="84274"/>
                </a:lnTo>
                <a:close/>
                <a:moveTo>
                  <a:pt x="441592" y="54281"/>
                </a:moveTo>
                <a:cubicBezTo>
                  <a:pt x="441592" y="43173"/>
                  <a:pt x="444680" y="34945"/>
                  <a:pt x="450856" y="29598"/>
                </a:cubicBezTo>
                <a:cubicBezTo>
                  <a:pt x="456015" y="25154"/>
                  <a:pt x="462303" y="22933"/>
                  <a:pt x="469722" y="22933"/>
                </a:cubicBezTo>
                <a:cubicBezTo>
                  <a:pt x="477968" y="22933"/>
                  <a:pt x="484709" y="25634"/>
                  <a:pt x="489943" y="31038"/>
                </a:cubicBezTo>
                <a:cubicBezTo>
                  <a:pt x="495177" y="36442"/>
                  <a:pt x="497794" y="43907"/>
                  <a:pt x="497794" y="53434"/>
                </a:cubicBezTo>
                <a:cubicBezTo>
                  <a:pt x="497794" y="61154"/>
                  <a:pt x="496636" y="67226"/>
                  <a:pt x="494320" y="71650"/>
                </a:cubicBezTo>
                <a:cubicBezTo>
                  <a:pt x="492005" y="76075"/>
                  <a:pt x="488634" y="79511"/>
                  <a:pt x="484210" y="81959"/>
                </a:cubicBezTo>
                <a:cubicBezTo>
                  <a:pt x="479785" y="84406"/>
                  <a:pt x="474956" y="85630"/>
                  <a:pt x="469722" y="85630"/>
                </a:cubicBezTo>
                <a:cubicBezTo>
                  <a:pt x="461324" y="85630"/>
                  <a:pt x="454537" y="82938"/>
                  <a:pt x="449359" y="77553"/>
                </a:cubicBezTo>
                <a:cubicBezTo>
                  <a:pt x="444181" y="72168"/>
                  <a:pt x="441592" y="64411"/>
                  <a:pt x="441592" y="54281"/>
                </a:cubicBezTo>
                <a:moveTo>
                  <a:pt x="452042" y="54253"/>
                </a:moveTo>
                <a:cubicBezTo>
                  <a:pt x="452042" y="61907"/>
                  <a:pt x="453718" y="67637"/>
                  <a:pt x="457069" y="71445"/>
                </a:cubicBezTo>
                <a:cubicBezTo>
                  <a:pt x="460421" y="75253"/>
                  <a:pt x="464638" y="77157"/>
                  <a:pt x="469722" y="77157"/>
                </a:cubicBezTo>
                <a:cubicBezTo>
                  <a:pt x="474768" y="77157"/>
                  <a:pt x="478966" y="75244"/>
                  <a:pt x="482318" y="71417"/>
                </a:cubicBezTo>
                <a:cubicBezTo>
                  <a:pt x="485669" y="67590"/>
                  <a:pt x="487345" y="61757"/>
                  <a:pt x="487345" y="53916"/>
                </a:cubicBezTo>
                <a:cubicBezTo>
                  <a:pt x="487345" y="46525"/>
                  <a:pt x="485660" y="40925"/>
                  <a:pt x="482289" y="37117"/>
                </a:cubicBezTo>
                <a:cubicBezTo>
                  <a:pt x="478919" y="33309"/>
                  <a:pt x="474730" y="31405"/>
                  <a:pt x="469722" y="31405"/>
                </a:cubicBezTo>
                <a:cubicBezTo>
                  <a:pt x="464638" y="31405"/>
                  <a:pt x="460421" y="33300"/>
                  <a:pt x="457069" y="37089"/>
                </a:cubicBezTo>
                <a:cubicBezTo>
                  <a:pt x="453718" y="40878"/>
                  <a:pt x="452042" y="46599"/>
                  <a:pt x="452042" y="54253"/>
                </a:cubicBezTo>
                <a:close/>
                <a:moveTo>
                  <a:pt x="509729" y="84274"/>
                </a:moveTo>
                <a:lnTo>
                  <a:pt x="509729" y="24288"/>
                </a:lnTo>
                <a:lnTo>
                  <a:pt x="518880" y="24288"/>
                </a:lnTo>
                <a:lnTo>
                  <a:pt x="518880" y="32761"/>
                </a:lnTo>
                <a:cubicBezTo>
                  <a:pt x="523285" y="26209"/>
                  <a:pt x="529649" y="22933"/>
                  <a:pt x="537971" y="22933"/>
                </a:cubicBezTo>
                <a:cubicBezTo>
                  <a:pt x="541586" y="22933"/>
                  <a:pt x="544909" y="23582"/>
                  <a:pt x="547941" y="24881"/>
                </a:cubicBezTo>
                <a:cubicBezTo>
                  <a:pt x="550972" y="26180"/>
                  <a:pt x="553241" y="27884"/>
                  <a:pt x="554747" y="29993"/>
                </a:cubicBezTo>
                <a:cubicBezTo>
                  <a:pt x="556253" y="32102"/>
                  <a:pt x="557308" y="34606"/>
                  <a:pt x="557910" y="37506"/>
                </a:cubicBezTo>
                <a:cubicBezTo>
                  <a:pt x="558287" y="39388"/>
                  <a:pt x="558475" y="42683"/>
                  <a:pt x="558475" y="47390"/>
                </a:cubicBezTo>
                <a:lnTo>
                  <a:pt x="558475" y="84274"/>
                </a:lnTo>
                <a:lnTo>
                  <a:pt x="548308" y="84274"/>
                </a:lnTo>
                <a:lnTo>
                  <a:pt x="548308" y="47747"/>
                </a:lnTo>
                <a:cubicBezTo>
                  <a:pt x="548308" y="43600"/>
                  <a:pt x="547913" y="40499"/>
                  <a:pt x="547122" y="38445"/>
                </a:cubicBezTo>
                <a:cubicBezTo>
                  <a:pt x="546331" y="36390"/>
                  <a:pt x="544928" y="34750"/>
                  <a:pt x="542914" y="33525"/>
                </a:cubicBezTo>
                <a:cubicBezTo>
                  <a:pt x="540899" y="32300"/>
                  <a:pt x="538536" y="31688"/>
                  <a:pt x="535825" y="31688"/>
                </a:cubicBezTo>
                <a:cubicBezTo>
                  <a:pt x="531494" y="31688"/>
                  <a:pt x="527757" y="33064"/>
                  <a:pt x="524613" y="35816"/>
                </a:cubicBezTo>
                <a:cubicBezTo>
                  <a:pt x="521469" y="38568"/>
                  <a:pt x="519896" y="43788"/>
                  <a:pt x="519896" y="51478"/>
                </a:cubicBezTo>
                <a:lnTo>
                  <a:pt x="519896" y="84274"/>
                </a:lnTo>
                <a:lnTo>
                  <a:pt x="509729" y="8427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15DF7-25E4-480F-A8C7-0A5EAE29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74" y="79254"/>
            <a:ext cx="3594092" cy="627579"/>
          </a:xfrm>
          <a:custGeom xmlns:a="http://schemas.openxmlformats.org/drawingml/2006/main">
            <a:pathLst>
              <a:path w="3594092" h="627579">
                <a:moveTo>
                  <a:pt x="43293" y="621807"/>
                </a:moveTo>
                <a:lnTo>
                  <a:pt x="66383" y="621807"/>
                </a:lnTo>
                <a:lnTo>
                  <a:pt x="66383" y="627579"/>
                </a:lnTo>
                <a:lnTo>
                  <a:pt x="43293" y="627579"/>
                </a:lnTo>
                <a:lnTo>
                  <a:pt x="43293" y="621807"/>
                </a:lnTo>
                <a:moveTo>
                  <a:pt x="83700" y="621807"/>
                </a:moveTo>
                <a:lnTo>
                  <a:pt x="106790" y="621807"/>
                </a:lnTo>
                <a:lnTo>
                  <a:pt x="106790" y="627579"/>
                </a:lnTo>
                <a:lnTo>
                  <a:pt x="83700" y="627579"/>
                </a:lnTo>
                <a:lnTo>
                  <a:pt x="83700" y="621807"/>
                </a:lnTo>
                <a:moveTo>
                  <a:pt x="124107" y="621807"/>
                </a:moveTo>
                <a:lnTo>
                  <a:pt x="147197" y="621807"/>
                </a:lnTo>
                <a:lnTo>
                  <a:pt x="147197" y="627579"/>
                </a:lnTo>
                <a:lnTo>
                  <a:pt x="124107" y="627579"/>
                </a:lnTo>
                <a:lnTo>
                  <a:pt x="124107" y="621807"/>
                </a:lnTo>
                <a:moveTo>
                  <a:pt x="164514" y="621807"/>
                </a:moveTo>
                <a:lnTo>
                  <a:pt x="187604" y="621807"/>
                </a:lnTo>
                <a:lnTo>
                  <a:pt x="187604" y="627579"/>
                </a:lnTo>
                <a:lnTo>
                  <a:pt x="164514" y="627579"/>
                </a:lnTo>
                <a:lnTo>
                  <a:pt x="164514" y="621807"/>
                </a:lnTo>
                <a:moveTo>
                  <a:pt x="204921" y="621807"/>
                </a:moveTo>
                <a:lnTo>
                  <a:pt x="228011" y="621807"/>
                </a:lnTo>
                <a:lnTo>
                  <a:pt x="228011" y="627579"/>
                </a:lnTo>
                <a:lnTo>
                  <a:pt x="204921" y="627579"/>
                </a:lnTo>
                <a:lnTo>
                  <a:pt x="204921" y="621807"/>
                </a:lnTo>
                <a:moveTo>
                  <a:pt x="245329" y="621807"/>
                </a:moveTo>
                <a:lnTo>
                  <a:pt x="268418" y="621807"/>
                </a:lnTo>
                <a:lnTo>
                  <a:pt x="268418" y="627579"/>
                </a:lnTo>
                <a:lnTo>
                  <a:pt x="245329" y="627579"/>
                </a:lnTo>
                <a:lnTo>
                  <a:pt x="245329" y="621807"/>
                </a:lnTo>
                <a:moveTo>
                  <a:pt x="285736" y="621807"/>
                </a:moveTo>
                <a:lnTo>
                  <a:pt x="308825" y="621807"/>
                </a:lnTo>
                <a:lnTo>
                  <a:pt x="308825" y="627579"/>
                </a:lnTo>
                <a:lnTo>
                  <a:pt x="285736" y="627579"/>
                </a:lnTo>
                <a:lnTo>
                  <a:pt x="285736" y="621807"/>
                </a:lnTo>
                <a:moveTo>
                  <a:pt x="326143" y="621807"/>
                </a:moveTo>
                <a:lnTo>
                  <a:pt x="349232" y="621807"/>
                </a:lnTo>
                <a:lnTo>
                  <a:pt x="349232" y="627579"/>
                </a:lnTo>
                <a:lnTo>
                  <a:pt x="326143" y="627579"/>
                </a:lnTo>
                <a:lnTo>
                  <a:pt x="326143" y="621807"/>
                </a:lnTo>
                <a:moveTo>
                  <a:pt x="366550" y="621807"/>
                </a:moveTo>
                <a:lnTo>
                  <a:pt x="389639" y="621807"/>
                </a:lnTo>
                <a:lnTo>
                  <a:pt x="389639" y="627579"/>
                </a:lnTo>
                <a:lnTo>
                  <a:pt x="366550" y="627579"/>
                </a:lnTo>
                <a:lnTo>
                  <a:pt x="366550" y="621807"/>
                </a:lnTo>
                <a:moveTo>
                  <a:pt x="406957" y="621807"/>
                </a:moveTo>
                <a:lnTo>
                  <a:pt x="430046" y="621807"/>
                </a:lnTo>
                <a:lnTo>
                  <a:pt x="430046" y="627579"/>
                </a:lnTo>
                <a:lnTo>
                  <a:pt x="406957" y="627579"/>
                </a:lnTo>
                <a:lnTo>
                  <a:pt x="406957" y="621807"/>
                </a:lnTo>
                <a:moveTo>
                  <a:pt x="447364" y="621807"/>
                </a:moveTo>
                <a:lnTo>
                  <a:pt x="470454" y="621807"/>
                </a:lnTo>
                <a:lnTo>
                  <a:pt x="470454" y="627579"/>
                </a:lnTo>
                <a:lnTo>
                  <a:pt x="447364" y="627579"/>
                </a:lnTo>
                <a:lnTo>
                  <a:pt x="447364" y="621807"/>
                </a:lnTo>
                <a:moveTo>
                  <a:pt x="487771" y="621807"/>
                </a:moveTo>
                <a:lnTo>
                  <a:pt x="510861" y="621807"/>
                </a:lnTo>
                <a:lnTo>
                  <a:pt x="510861" y="627579"/>
                </a:lnTo>
                <a:lnTo>
                  <a:pt x="487771" y="627579"/>
                </a:lnTo>
                <a:lnTo>
                  <a:pt x="487771" y="621807"/>
                </a:lnTo>
                <a:moveTo>
                  <a:pt x="528178" y="621807"/>
                </a:moveTo>
                <a:lnTo>
                  <a:pt x="551268" y="621807"/>
                </a:lnTo>
                <a:lnTo>
                  <a:pt x="551268" y="627579"/>
                </a:lnTo>
                <a:lnTo>
                  <a:pt x="528178" y="627579"/>
                </a:lnTo>
                <a:lnTo>
                  <a:pt x="528178" y="621807"/>
                </a:lnTo>
                <a:moveTo>
                  <a:pt x="568585" y="621807"/>
                </a:moveTo>
                <a:lnTo>
                  <a:pt x="591675" y="621807"/>
                </a:lnTo>
                <a:lnTo>
                  <a:pt x="591675" y="627579"/>
                </a:lnTo>
                <a:lnTo>
                  <a:pt x="568585" y="627579"/>
                </a:lnTo>
                <a:lnTo>
                  <a:pt x="568585" y="621807"/>
                </a:lnTo>
                <a:moveTo>
                  <a:pt x="608992" y="621807"/>
                </a:moveTo>
                <a:lnTo>
                  <a:pt x="632082" y="621807"/>
                </a:lnTo>
                <a:lnTo>
                  <a:pt x="632082" y="627579"/>
                </a:lnTo>
                <a:lnTo>
                  <a:pt x="608992" y="627579"/>
                </a:lnTo>
                <a:lnTo>
                  <a:pt x="608992" y="621807"/>
                </a:lnTo>
                <a:moveTo>
                  <a:pt x="649399" y="621807"/>
                </a:moveTo>
                <a:lnTo>
                  <a:pt x="672489" y="621807"/>
                </a:lnTo>
                <a:lnTo>
                  <a:pt x="672489" y="627579"/>
                </a:lnTo>
                <a:lnTo>
                  <a:pt x="649399" y="627579"/>
                </a:lnTo>
                <a:lnTo>
                  <a:pt x="649399" y="621807"/>
                </a:lnTo>
                <a:moveTo>
                  <a:pt x="689806" y="621807"/>
                </a:moveTo>
                <a:lnTo>
                  <a:pt x="712896" y="621807"/>
                </a:lnTo>
                <a:lnTo>
                  <a:pt x="712896" y="627579"/>
                </a:lnTo>
                <a:lnTo>
                  <a:pt x="689806" y="627579"/>
                </a:lnTo>
                <a:lnTo>
                  <a:pt x="689806" y="621807"/>
                </a:lnTo>
                <a:moveTo>
                  <a:pt x="730213" y="621807"/>
                </a:moveTo>
                <a:lnTo>
                  <a:pt x="753303" y="621807"/>
                </a:lnTo>
                <a:lnTo>
                  <a:pt x="753303" y="627579"/>
                </a:lnTo>
                <a:lnTo>
                  <a:pt x="730213" y="627579"/>
                </a:lnTo>
                <a:lnTo>
                  <a:pt x="730213" y="621807"/>
                </a:lnTo>
                <a:moveTo>
                  <a:pt x="770620" y="621807"/>
                </a:moveTo>
                <a:lnTo>
                  <a:pt x="793710" y="621807"/>
                </a:lnTo>
                <a:lnTo>
                  <a:pt x="793710" y="627579"/>
                </a:lnTo>
                <a:lnTo>
                  <a:pt x="770620" y="627579"/>
                </a:lnTo>
                <a:lnTo>
                  <a:pt x="770620" y="621807"/>
                </a:lnTo>
                <a:moveTo>
                  <a:pt x="811027" y="621807"/>
                </a:moveTo>
                <a:lnTo>
                  <a:pt x="834117" y="621807"/>
                </a:lnTo>
                <a:lnTo>
                  <a:pt x="834117" y="627579"/>
                </a:lnTo>
                <a:lnTo>
                  <a:pt x="811027" y="627579"/>
                </a:lnTo>
                <a:lnTo>
                  <a:pt x="811027" y="621807"/>
                </a:lnTo>
                <a:moveTo>
                  <a:pt x="851434" y="621807"/>
                </a:moveTo>
                <a:lnTo>
                  <a:pt x="874524" y="621807"/>
                </a:lnTo>
                <a:lnTo>
                  <a:pt x="874524" y="627579"/>
                </a:lnTo>
                <a:lnTo>
                  <a:pt x="851434" y="627579"/>
                </a:lnTo>
                <a:lnTo>
                  <a:pt x="851434" y="621807"/>
                </a:lnTo>
                <a:moveTo>
                  <a:pt x="891841" y="621807"/>
                </a:moveTo>
                <a:lnTo>
                  <a:pt x="914931" y="621807"/>
                </a:lnTo>
                <a:lnTo>
                  <a:pt x="914931" y="627579"/>
                </a:lnTo>
                <a:lnTo>
                  <a:pt x="891841" y="627579"/>
                </a:lnTo>
                <a:lnTo>
                  <a:pt x="891841" y="621807"/>
                </a:lnTo>
                <a:moveTo>
                  <a:pt x="932248" y="621807"/>
                </a:moveTo>
                <a:lnTo>
                  <a:pt x="955338" y="621807"/>
                </a:lnTo>
                <a:lnTo>
                  <a:pt x="955338" y="627579"/>
                </a:lnTo>
                <a:lnTo>
                  <a:pt x="932248" y="627579"/>
                </a:lnTo>
                <a:lnTo>
                  <a:pt x="932248" y="621807"/>
                </a:lnTo>
                <a:moveTo>
                  <a:pt x="972655" y="621807"/>
                </a:moveTo>
                <a:lnTo>
                  <a:pt x="995745" y="621807"/>
                </a:lnTo>
                <a:lnTo>
                  <a:pt x="995745" y="627579"/>
                </a:lnTo>
                <a:lnTo>
                  <a:pt x="972655" y="627579"/>
                </a:lnTo>
                <a:lnTo>
                  <a:pt x="972655" y="621807"/>
                </a:lnTo>
                <a:moveTo>
                  <a:pt x="1013062" y="621807"/>
                </a:moveTo>
                <a:lnTo>
                  <a:pt x="1036152" y="621807"/>
                </a:lnTo>
                <a:lnTo>
                  <a:pt x="1036152" y="627579"/>
                </a:lnTo>
                <a:lnTo>
                  <a:pt x="1013062" y="627579"/>
                </a:lnTo>
                <a:lnTo>
                  <a:pt x="1013062" y="621807"/>
                </a:lnTo>
                <a:moveTo>
                  <a:pt x="1053470" y="621807"/>
                </a:moveTo>
                <a:lnTo>
                  <a:pt x="1076559" y="621807"/>
                </a:lnTo>
                <a:lnTo>
                  <a:pt x="1076559" y="627579"/>
                </a:lnTo>
                <a:lnTo>
                  <a:pt x="1053470" y="627579"/>
                </a:lnTo>
                <a:lnTo>
                  <a:pt x="1053470" y="621807"/>
                </a:lnTo>
                <a:moveTo>
                  <a:pt x="1093877" y="621807"/>
                </a:moveTo>
                <a:lnTo>
                  <a:pt x="1116966" y="621807"/>
                </a:lnTo>
                <a:lnTo>
                  <a:pt x="1116966" y="627579"/>
                </a:lnTo>
                <a:lnTo>
                  <a:pt x="1093877" y="627579"/>
                </a:lnTo>
                <a:lnTo>
                  <a:pt x="1093877" y="621807"/>
                </a:lnTo>
                <a:moveTo>
                  <a:pt x="1134284" y="621807"/>
                </a:moveTo>
                <a:lnTo>
                  <a:pt x="1157373" y="621807"/>
                </a:lnTo>
                <a:lnTo>
                  <a:pt x="1157373" y="627579"/>
                </a:lnTo>
                <a:lnTo>
                  <a:pt x="1134284" y="627579"/>
                </a:lnTo>
                <a:lnTo>
                  <a:pt x="1134284" y="621807"/>
                </a:lnTo>
                <a:moveTo>
                  <a:pt x="1174691" y="621807"/>
                </a:moveTo>
                <a:lnTo>
                  <a:pt x="1197780" y="621807"/>
                </a:lnTo>
                <a:lnTo>
                  <a:pt x="1197780" y="627579"/>
                </a:lnTo>
                <a:lnTo>
                  <a:pt x="1174691" y="627579"/>
                </a:lnTo>
                <a:lnTo>
                  <a:pt x="1174691" y="621807"/>
                </a:lnTo>
                <a:moveTo>
                  <a:pt x="1215098" y="621807"/>
                </a:moveTo>
                <a:lnTo>
                  <a:pt x="1238187" y="621807"/>
                </a:lnTo>
                <a:lnTo>
                  <a:pt x="1238187" y="627579"/>
                </a:lnTo>
                <a:lnTo>
                  <a:pt x="1215098" y="627579"/>
                </a:lnTo>
                <a:lnTo>
                  <a:pt x="1215098" y="621807"/>
                </a:lnTo>
                <a:moveTo>
                  <a:pt x="1255505" y="621807"/>
                </a:moveTo>
                <a:lnTo>
                  <a:pt x="1278595" y="621807"/>
                </a:lnTo>
                <a:lnTo>
                  <a:pt x="1278595" y="627579"/>
                </a:lnTo>
                <a:lnTo>
                  <a:pt x="1255505" y="627579"/>
                </a:lnTo>
                <a:lnTo>
                  <a:pt x="1255505" y="621807"/>
                </a:lnTo>
                <a:moveTo>
                  <a:pt x="1295912" y="621807"/>
                </a:moveTo>
                <a:lnTo>
                  <a:pt x="1319002" y="621807"/>
                </a:lnTo>
                <a:lnTo>
                  <a:pt x="1319002" y="627579"/>
                </a:lnTo>
                <a:lnTo>
                  <a:pt x="1295912" y="627579"/>
                </a:lnTo>
                <a:lnTo>
                  <a:pt x="1295912" y="621807"/>
                </a:lnTo>
                <a:moveTo>
                  <a:pt x="1336319" y="621807"/>
                </a:moveTo>
                <a:lnTo>
                  <a:pt x="1359409" y="621807"/>
                </a:lnTo>
                <a:lnTo>
                  <a:pt x="1359409" y="627579"/>
                </a:lnTo>
                <a:lnTo>
                  <a:pt x="1336319" y="627579"/>
                </a:lnTo>
                <a:lnTo>
                  <a:pt x="1336319" y="621807"/>
                </a:lnTo>
                <a:moveTo>
                  <a:pt x="1376726" y="621807"/>
                </a:moveTo>
                <a:lnTo>
                  <a:pt x="1399816" y="621807"/>
                </a:lnTo>
                <a:lnTo>
                  <a:pt x="1399816" y="627579"/>
                </a:lnTo>
                <a:lnTo>
                  <a:pt x="1376726" y="627579"/>
                </a:lnTo>
                <a:lnTo>
                  <a:pt x="1376726" y="621807"/>
                </a:lnTo>
                <a:moveTo>
                  <a:pt x="1417133" y="621807"/>
                </a:moveTo>
                <a:lnTo>
                  <a:pt x="1440223" y="621807"/>
                </a:lnTo>
                <a:lnTo>
                  <a:pt x="1440223" y="627579"/>
                </a:lnTo>
                <a:lnTo>
                  <a:pt x="1417133" y="627579"/>
                </a:lnTo>
                <a:lnTo>
                  <a:pt x="1417133" y="621807"/>
                </a:lnTo>
                <a:moveTo>
                  <a:pt x="1457540" y="621807"/>
                </a:moveTo>
                <a:lnTo>
                  <a:pt x="1480630" y="621807"/>
                </a:lnTo>
                <a:lnTo>
                  <a:pt x="1480630" y="627579"/>
                </a:lnTo>
                <a:lnTo>
                  <a:pt x="1457540" y="627579"/>
                </a:lnTo>
                <a:lnTo>
                  <a:pt x="1457540" y="621807"/>
                </a:lnTo>
                <a:moveTo>
                  <a:pt x="1497947" y="621807"/>
                </a:moveTo>
                <a:lnTo>
                  <a:pt x="1521037" y="621807"/>
                </a:lnTo>
                <a:lnTo>
                  <a:pt x="1521037" y="627579"/>
                </a:lnTo>
                <a:lnTo>
                  <a:pt x="1497947" y="627579"/>
                </a:lnTo>
                <a:lnTo>
                  <a:pt x="1497947" y="621807"/>
                </a:lnTo>
                <a:moveTo>
                  <a:pt x="1538354" y="621807"/>
                </a:moveTo>
                <a:lnTo>
                  <a:pt x="1561444" y="621807"/>
                </a:lnTo>
                <a:lnTo>
                  <a:pt x="1561444" y="627579"/>
                </a:lnTo>
                <a:lnTo>
                  <a:pt x="1538354" y="627579"/>
                </a:lnTo>
                <a:lnTo>
                  <a:pt x="1538354" y="621807"/>
                </a:lnTo>
                <a:moveTo>
                  <a:pt x="1578761" y="621807"/>
                </a:moveTo>
                <a:lnTo>
                  <a:pt x="1601851" y="621807"/>
                </a:lnTo>
                <a:lnTo>
                  <a:pt x="1601851" y="627579"/>
                </a:lnTo>
                <a:lnTo>
                  <a:pt x="1578761" y="627579"/>
                </a:lnTo>
                <a:lnTo>
                  <a:pt x="1578761" y="621807"/>
                </a:lnTo>
                <a:moveTo>
                  <a:pt x="1619168" y="621807"/>
                </a:moveTo>
                <a:lnTo>
                  <a:pt x="1642258" y="621807"/>
                </a:lnTo>
                <a:lnTo>
                  <a:pt x="1642258" y="627579"/>
                </a:lnTo>
                <a:lnTo>
                  <a:pt x="1619168" y="627579"/>
                </a:lnTo>
                <a:lnTo>
                  <a:pt x="1619168" y="621807"/>
                </a:lnTo>
                <a:moveTo>
                  <a:pt x="1659575" y="621807"/>
                </a:moveTo>
                <a:lnTo>
                  <a:pt x="1682665" y="621807"/>
                </a:lnTo>
                <a:lnTo>
                  <a:pt x="1682665" y="627579"/>
                </a:lnTo>
                <a:lnTo>
                  <a:pt x="1659575" y="627579"/>
                </a:lnTo>
                <a:lnTo>
                  <a:pt x="1659575" y="621807"/>
                </a:lnTo>
                <a:moveTo>
                  <a:pt x="1699982" y="621807"/>
                </a:moveTo>
                <a:lnTo>
                  <a:pt x="1723072" y="621807"/>
                </a:lnTo>
                <a:lnTo>
                  <a:pt x="1723072" y="627579"/>
                </a:lnTo>
                <a:lnTo>
                  <a:pt x="1699982" y="627579"/>
                </a:lnTo>
                <a:lnTo>
                  <a:pt x="1699982" y="621807"/>
                </a:lnTo>
                <a:moveTo>
                  <a:pt x="1740389" y="621807"/>
                </a:moveTo>
                <a:lnTo>
                  <a:pt x="1763479" y="621807"/>
                </a:lnTo>
                <a:lnTo>
                  <a:pt x="1763479" y="627579"/>
                </a:lnTo>
                <a:lnTo>
                  <a:pt x="1740389" y="627579"/>
                </a:lnTo>
                <a:lnTo>
                  <a:pt x="1740389" y="621807"/>
                </a:lnTo>
                <a:moveTo>
                  <a:pt x="1780796" y="621807"/>
                </a:moveTo>
                <a:lnTo>
                  <a:pt x="1803886" y="621807"/>
                </a:lnTo>
                <a:lnTo>
                  <a:pt x="1803886" y="627579"/>
                </a:lnTo>
                <a:lnTo>
                  <a:pt x="1780796" y="627579"/>
                </a:lnTo>
                <a:lnTo>
                  <a:pt x="1780796" y="621807"/>
                </a:lnTo>
                <a:moveTo>
                  <a:pt x="1821203" y="621807"/>
                </a:moveTo>
                <a:lnTo>
                  <a:pt x="1844293" y="621807"/>
                </a:lnTo>
                <a:lnTo>
                  <a:pt x="1844293" y="627579"/>
                </a:lnTo>
                <a:lnTo>
                  <a:pt x="1821203" y="627579"/>
                </a:lnTo>
                <a:lnTo>
                  <a:pt x="1821203" y="621807"/>
                </a:lnTo>
                <a:moveTo>
                  <a:pt x="1861611" y="621807"/>
                </a:moveTo>
                <a:lnTo>
                  <a:pt x="1884700" y="621807"/>
                </a:lnTo>
                <a:lnTo>
                  <a:pt x="1884700" y="627579"/>
                </a:lnTo>
                <a:lnTo>
                  <a:pt x="1861611" y="627579"/>
                </a:lnTo>
                <a:lnTo>
                  <a:pt x="1861611" y="621807"/>
                </a:lnTo>
                <a:moveTo>
                  <a:pt x="1902018" y="621807"/>
                </a:moveTo>
                <a:lnTo>
                  <a:pt x="1925107" y="621807"/>
                </a:lnTo>
                <a:lnTo>
                  <a:pt x="1925107" y="627579"/>
                </a:lnTo>
                <a:lnTo>
                  <a:pt x="1902018" y="627579"/>
                </a:lnTo>
                <a:lnTo>
                  <a:pt x="1902018" y="621807"/>
                </a:lnTo>
                <a:moveTo>
                  <a:pt x="1942425" y="621807"/>
                </a:moveTo>
                <a:lnTo>
                  <a:pt x="1965514" y="621807"/>
                </a:lnTo>
                <a:lnTo>
                  <a:pt x="1965514" y="627579"/>
                </a:lnTo>
                <a:lnTo>
                  <a:pt x="1942425" y="627579"/>
                </a:lnTo>
                <a:lnTo>
                  <a:pt x="1942425" y="621807"/>
                </a:lnTo>
                <a:moveTo>
                  <a:pt x="1982832" y="621807"/>
                </a:moveTo>
                <a:lnTo>
                  <a:pt x="2005921" y="621807"/>
                </a:lnTo>
                <a:lnTo>
                  <a:pt x="2005921" y="627579"/>
                </a:lnTo>
                <a:lnTo>
                  <a:pt x="1982832" y="627579"/>
                </a:lnTo>
                <a:lnTo>
                  <a:pt x="1982832" y="621807"/>
                </a:lnTo>
                <a:moveTo>
                  <a:pt x="2023239" y="621807"/>
                </a:moveTo>
                <a:lnTo>
                  <a:pt x="2046328" y="621807"/>
                </a:lnTo>
                <a:lnTo>
                  <a:pt x="2046328" y="627579"/>
                </a:lnTo>
                <a:lnTo>
                  <a:pt x="2023239" y="627579"/>
                </a:lnTo>
                <a:lnTo>
                  <a:pt x="2023239" y="621807"/>
                </a:lnTo>
                <a:moveTo>
                  <a:pt x="2063646" y="621807"/>
                </a:moveTo>
                <a:lnTo>
                  <a:pt x="2086736" y="621807"/>
                </a:lnTo>
                <a:lnTo>
                  <a:pt x="2086736" y="627579"/>
                </a:lnTo>
                <a:lnTo>
                  <a:pt x="2063646" y="627579"/>
                </a:lnTo>
                <a:lnTo>
                  <a:pt x="2063646" y="621807"/>
                </a:lnTo>
                <a:moveTo>
                  <a:pt x="2104053" y="621807"/>
                </a:moveTo>
                <a:lnTo>
                  <a:pt x="2127143" y="621807"/>
                </a:lnTo>
                <a:lnTo>
                  <a:pt x="2127143" y="627579"/>
                </a:lnTo>
                <a:lnTo>
                  <a:pt x="2104053" y="627579"/>
                </a:lnTo>
                <a:lnTo>
                  <a:pt x="2104053" y="621807"/>
                </a:lnTo>
                <a:moveTo>
                  <a:pt x="2144460" y="621807"/>
                </a:moveTo>
                <a:lnTo>
                  <a:pt x="2167550" y="621807"/>
                </a:lnTo>
                <a:lnTo>
                  <a:pt x="2167550" y="627579"/>
                </a:lnTo>
                <a:lnTo>
                  <a:pt x="2144460" y="627579"/>
                </a:lnTo>
                <a:lnTo>
                  <a:pt x="2144460" y="621807"/>
                </a:lnTo>
                <a:moveTo>
                  <a:pt x="2184867" y="621807"/>
                </a:moveTo>
                <a:lnTo>
                  <a:pt x="2207957" y="621807"/>
                </a:lnTo>
                <a:lnTo>
                  <a:pt x="2207957" y="627579"/>
                </a:lnTo>
                <a:lnTo>
                  <a:pt x="2184867" y="627579"/>
                </a:lnTo>
                <a:lnTo>
                  <a:pt x="2184867" y="621807"/>
                </a:lnTo>
                <a:moveTo>
                  <a:pt x="2225274" y="621807"/>
                </a:moveTo>
                <a:lnTo>
                  <a:pt x="2248364" y="621807"/>
                </a:lnTo>
                <a:lnTo>
                  <a:pt x="2248364" y="627579"/>
                </a:lnTo>
                <a:lnTo>
                  <a:pt x="2225274" y="627579"/>
                </a:lnTo>
                <a:lnTo>
                  <a:pt x="2225274" y="621807"/>
                </a:lnTo>
                <a:moveTo>
                  <a:pt x="2265681" y="621807"/>
                </a:moveTo>
                <a:lnTo>
                  <a:pt x="2288771" y="621807"/>
                </a:lnTo>
                <a:lnTo>
                  <a:pt x="2288771" y="627579"/>
                </a:lnTo>
                <a:lnTo>
                  <a:pt x="2265681" y="627579"/>
                </a:lnTo>
                <a:lnTo>
                  <a:pt x="2265681" y="621807"/>
                </a:lnTo>
                <a:moveTo>
                  <a:pt x="2306088" y="621807"/>
                </a:moveTo>
                <a:lnTo>
                  <a:pt x="2329178" y="621807"/>
                </a:lnTo>
                <a:lnTo>
                  <a:pt x="2329178" y="627579"/>
                </a:lnTo>
                <a:lnTo>
                  <a:pt x="2306088" y="627579"/>
                </a:lnTo>
                <a:lnTo>
                  <a:pt x="2306088" y="621807"/>
                </a:lnTo>
                <a:moveTo>
                  <a:pt x="2346495" y="621807"/>
                </a:moveTo>
                <a:lnTo>
                  <a:pt x="2369585" y="621807"/>
                </a:lnTo>
                <a:lnTo>
                  <a:pt x="2369585" y="627579"/>
                </a:lnTo>
                <a:lnTo>
                  <a:pt x="2346495" y="627579"/>
                </a:lnTo>
                <a:lnTo>
                  <a:pt x="2346495" y="621807"/>
                </a:lnTo>
                <a:moveTo>
                  <a:pt x="2386902" y="621807"/>
                </a:moveTo>
                <a:lnTo>
                  <a:pt x="2409992" y="621807"/>
                </a:lnTo>
                <a:lnTo>
                  <a:pt x="2409992" y="627579"/>
                </a:lnTo>
                <a:lnTo>
                  <a:pt x="2386902" y="627579"/>
                </a:lnTo>
                <a:lnTo>
                  <a:pt x="2386902" y="621807"/>
                </a:lnTo>
                <a:moveTo>
                  <a:pt x="2427309" y="621807"/>
                </a:moveTo>
                <a:lnTo>
                  <a:pt x="2450399" y="621807"/>
                </a:lnTo>
                <a:lnTo>
                  <a:pt x="2450399" y="627579"/>
                </a:lnTo>
                <a:lnTo>
                  <a:pt x="2427309" y="627579"/>
                </a:lnTo>
                <a:lnTo>
                  <a:pt x="2427309" y="621807"/>
                </a:lnTo>
                <a:moveTo>
                  <a:pt x="2467716" y="621807"/>
                </a:moveTo>
                <a:lnTo>
                  <a:pt x="2490806" y="621807"/>
                </a:lnTo>
                <a:lnTo>
                  <a:pt x="2490806" y="627579"/>
                </a:lnTo>
                <a:lnTo>
                  <a:pt x="2467716" y="627579"/>
                </a:lnTo>
                <a:lnTo>
                  <a:pt x="2467716" y="621807"/>
                </a:lnTo>
                <a:moveTo>
                  <a:pt x="2508123" y="621807"/>
                </a:moveTo>
                <a:lnTo>
                  <a:pt x="2531213" y="621807"/>
                </a:lnTo>
                <a:lnTo>
                  <a:pt x="2531213" y="627579"/>
                </a:lnTo>
                <a:lnTo>
                  <a:pt x="2508123" y="627579"/>
                </a:lnTo>
                <a:lnTo>
                  <a:pt x="2508123" y="621807"/>
                </a:lnTo>
                <a:moveTo>
                  <a:pt x="2548530" y="621807"/>
                </a:moveTo>
                <a:lnTo>
                  <a:pt x="2571620" y="621807"/>
                </a:lnTo>
                <a:lnTo>
                  <a:pt x="2571620" y="627579"/>
                </a:lnTo>
                <a:lnTo>
                  <a:pt x="2548530" y="627579"/>
                </a:lnTo>
                <a:lnTo>
                  <a:pt x="2548530" y="621807"/>
                </a:lnTo>
                <a:moveTo>
                  <a:pt x="2588937" y="621807"/>
                </a:moveTo>
                <a:lnTo>
                  <a:pt x="2612027" y="621807"/>
                </a:lnTo>
                <a:lnTo>
                  <a:pt x="2612027" y="627579"/>
                </a:lnTo>
                <a:lnTo>
                  <a:pt x="2588937" y="627579"/>
                </a:lnTo>
                <a:lnTo>
                  <a:pt x="2588937" y="621807"/>
                </a:lnTo>
                <a:moveTo>
                  <a:pt x="2629344" y="621807"/>
                </a:moveTo>
                <a:lnTo>
                  <a:pt x="2652434" y="621807"/>
                </a:lnTo>
                <a:lnTo>
                  <a:pt x="2652434" y="627579"/>
                </a:lnTo>
                <a:lnTo>
                  <a:pt x="2629344" y="627579"/>
                </a:lnTo>
                <a:lnTo>
                  <a:pt x="2629344" y="621807"/>
                </a:lnTo>
                <a:moveTo>
                  <a:pt x="2669752" y="621807"/>
                </a:moveTo>
                <a:lnTo>
                  <a:pt x="2692841" y="621807"/>
                </a:lnTo>
                <a:lnTo>
                  <a:pt x="2692841" y="627579"/>
                </a:lnTo>
                <a:lnTo>
                  <a:pt x="2669752" y="627579"/>
                </a:lnTo>
                <a:lnTo>
                  <a:pt x="2669752" y="621807"/>
                </a:lnTo>
                <a:moveTo>
                  <a:pt x="2710159" y="621807"/>
                </a:moveTo>
                <a:lnTo>
                  <a:pt x="2733248" y="621807"/>
                </a:lnTo>
                <a:lnTo>
                  <a:pt x="2733248" y="627579"/>
                </a:lnTo>
                <a:lnTo>
                  <a:pt x="2710159" y="627579"/>
                </a:lnTo>
                <a:lnTo>
                  <a:pt x="2710159" y="621807"/>
                </a:lnTo>
                <a:moveTo>
                  <a:pt x="2750566" y="621807"/>
                </a:moveTo>
                <a:lnTo>
                  <a:pt x="2773655" y="621807"/>
                </a:lnTo>
                <a:lnTo>
                  <a:pt x="2773655" y="627579"/>
                </a:lnTo>
                <a:lnTo>
                  <a:pt x="2750566" y="627579"/>
                </a:lnTo>
                <a:lnTo>
                  <a:pt x="2750566" y="621807"/>
                </a:lnTo>
                <a:moveTo>
                  <a:pt x="2790973" y="621807"/>
                </a:moveTo>
                <a:lnTo>
                  <a:pt x="2814062" y="621807"/>
                </a:lnTo>
                <a:lnTo>
                  <a:pt x="2814062" y="627579"/>
                </a:lnTo>
                <a:lnTo>
                  <a:pt x="2790973" y="627579"/>
                </a:lnTo>
                <a:lnTo>
                  <a:pt x="2790973" y="621807"/>
                </a:lnTo>
                <a:moveTo>
                  <a:pt x="2831380" y="621807"/>
                </a:moveTo>
                <a:lnTo>
                  <a:pt x="2854469" y="621807"/>
                </a:lnTo>
                <a:lnTo>
                  <a:pt x="2854469" y="627579"/>
                </a:lnTo>
                <a:lnTo>
                  <a:pt x="2831380" y="627579"/>
                </a:lnTo>
                <a:lnTo>
                  <a:pt x="2831380" y="621807"/>
                </a:lnTo>
                <a:moveTo>
                  <a:pt x="2871787" y="621807"/>
                </a:moveTo>
                <a:lnTo>
                  <a:pt x="2894877" y="621807"/>
                </a:lnTo>
                <a:lnTo>
                  <a:pt x="2894877" y="627579"/>
                </a:lnTo>
                <a:lnTo>
                  <a:pt x="2871787" y="627579"/>
                </a:lnTo>
                <a:lnTo>
                  <a:pt x="2871787" y="621807"/>
                </a:lnTo>
                <a:moveTo>
                  <a:pt x="2912194" y="621807"/>
                </a:moveTo>
                <a:lnTo>
                  <a:pt x="2935284" y="621807"/>
                </a:lnTo>
                <a:lnTo>
                  <a:pt x="2935284" y="627579"/>
                </a:lnTo>
                <a:lnTo>
                  <a:pt x="2912194" y="627579"/>
                </a:lnTo>
                <a:lnTo>
                  <a:pt x="2912194" y="621807"/>
                </a:lnTo>
                <a:moveTo>
                  <a:pt x="2952601" y="621807"/>
                </a:moveTo>
                <a:lnTo>
                  <a:pt x="2975691" y="621807"/>
                </a:lnTo>
                <a:lnTo>
                  <a:pt x="2975691" y="627579"/>
                </a:lnTo>
                <a:lnTo>
                  <a:pt x="2952601" y="627579"/>
                </a:lnTo>
                <a:lnTo>
                  <a:pt x="2952601" y="621807"/>
                </a:lnTo>
                <a:moveTo>
                  <a:pt x="2993008" y="621807"/>
                </a:moveTo>
                <a:lnTo>
                  <a:pt x="3016098" y="621807"/>
                </a:lnTo>
                <a:lnTo>
                  <a:pt x="3016098" y="627579"/>
                </a:lnTo>
                <a:lnTo>
                  <a:pt x="2993008" y="627579"/>
                </a:lnTo>
                <a:lnTo>
                  <a:pt x="2993008" y="621807"/>
                </a:lnTo>
                <a:moveTo>
                  <a:pt x="3033415" y="621807"/>
                </a:moveTo>
                <a:lnTo>
                  <a:pt x="3056505" y="621807"/>
                </a:lnTo>
                <a:lnTo>
                  <a:pt x="3056505" y="627579"/>
                </a:lnTo>
                <a:lnTo>
                  <a:pt x="3033415" y="627579"/>
                </a:lnTo>
                <a:lnTo>
                  <a:pt x="3033415" y="621807"/>
                </a:lnTo>
                <a:moveTo>
                  <a:pt x="3073822" y="621807"/>
                </a:moveTo>
                <a:lnTo>
                  <a:pt x="3096912" y="621807"/>
                </a:lnTo>
                <a:lnTo>
                  <a:pt x="3096912" y="627579"/>
                </a:lnTo>
                <a:lnTo>
                  <a:pt x="3073822" y="627579"/>
                </a:lnTo>
                <a:lnTo>
                  <a:pt x="3073822" y="621807"/>
                </a:lnTo>
                <a:moveTo>
                  <a:pt x="3114229" y="621807"/>
                </a:moveTo>
                <a:lnTo>
                  <a:pt x="3137319" y="621807"/>
                </a:lnTo>
                <a:lnTo>
                  <a:pt x="3137319" y="627579"/>
                </a:lnTo>
                <a:lnTo>
                  <a:pt x="3114229" y="627579"/>
                </a:lnTo>
                <a:lnTo>
                  <a:pt x="3114229" y="621807"/>
                </a:lnTo>
                <a:moveTo>
                  <a:pt x="3154636" y="621807"/>
                </a:moveTo>
                <a:lnTo>
                  <a:pt x="3177726" y="621807"/>
                </a:lnTo>
                <a:lnTo>
                  <a:pt x="3177726" y="627579"/>
                </a:lnTo>
                <a:lnTo>
                  <a:pt x="3154636" y="627579"/>
                </a:lnTo>
                <a:lnTo>
                  <a:pt x="3154636" y="621807"/>
                </a:lnTo>
                <a:moveTo>
                  <a:pt x="3195043" y="621807"/>
                </a:moveTo>
                <a:lnTo>
                  <a:pt x="3218133" y="621807"/>
                </a:lnTo>
                <a:lnTo>
                  <a:pt x="3218133" y="627579"/>
                </a:lnTo>
                <a:lnTo>
                  <a:pt x="3195043" y="627579"/>
                </a:lnTo>
                <a:lnTo>
                  <a:pt x="3195043" y="621807"/>
                </a:lnTo>
                <a:moveTo>
                  <a:pt x="3235450" y="621807"/>
                </a:moveTo>
                <a:lnTo>
                  <a:pt x="3258540" y="621807"/>
                </a:lnTo>
                <a:lnTo>
                  <a:pt x="3258540" y="627579"/>
                </a:lnTo>
                <a:lnTo>
                  <a:pt x="3235450" y="627579"/>
                </a:lnTo>
                <a:lnTo>
                  <a:pt x="3235450" y="621807"/>
                </a:lnTo>
                <a:moveTo>
                  <a:pt x="3275857" y="621807"/>
                </a:moveTo>
                <a:lnTo>
                  <a:pt x="3298947" y="621807"/>
                </a:lnTo>
                <a:lnTo>
                  <a:pt x="3298947" y="627579"/>
                </a:lnTo>
                <a:lnTo>
                  <a:pt x="3275857" y="627579"/>
                </a:lnTo>
                <a:lnTo>
                  <a:pt x="3275857" y="621807"/>
                </a:lnTo>
                <a:moveTo>
                  <a:pt x="3316264" y="621807"/>
                </a:moveTo>
                <a:lnTo>
                  <a:pt x="3339354" y="621807"/>
                </a:lnTo>
                <a:lnTo>
                  <a:pt x="3339354" y="627579"/>
                </a:lnTo>
                <a:lnTo>
                  <a:pt x="3316264" y="627579"/>
                </a:lnTo>
                <a:lnTo>
                  <a:pt x="3316264" y="621807"/>
                </a:lnTo>
                <a:moveTo>
                  <a:pt x="3356671" y="621807"/>
                </a:moveTo>
                <a:lnTo>
                  <a:pt x="3379761" y="621807"/>
                </a:lnTo>
                <a:lnTo>
                  <a:pt x="3379761" y="627579"/>
                </a:lnTo>
                <a:lnTo>
                  <a:pt x="3356671" y="627579"/>
                </a:lnTo>
                <a:lnTo>
                  <a:pt x="3356671" y="621807"/>
                </a:lnTo>
                <a:moveTo>
                  <a:pt x="3397078" y="621807"/>
                </a:moveTo>
                <a:lnTo>
                  <a:pt x="3420168" y="621807"/>
                </a:lnTo>
                <a:lnTo>
                  <a:pt x="3420168" y="627579"/>
                </a:lnTo>
                <a:lnTo>
                  <a:pt x="3397078" y="627579"/>
                </a:lnTo>
                <a:lnTo>
                  <a:pt x="3397078" y="621807"/>
                </a:lnTo>
                <a:moveTo>
                  <a:pt x="3437485" y="621807"/>
                </a:moveTo>
                <a:lnTo>
                  <a:pt x="3460575" y="621807"/>
                </a:lnTo>
                <a:lnTo>
                  <a:pt x="3460575" y="627579"/>
                </a:lnTo>
                <a:lnTo>
                  <a:pt x="3437485" y="627579"/>
                </a:lnTo>
                <a:lnTo>
                  <a:pt x="3437485" y="621807"/>
                </a:lnTo>
                <a:moveTo>
                  <a:pt x="3477893" y="621807"/>
                </a:moveTo>
                <a:lnTo>
                  <a:pt x="3500982" y="621807"/>
                </a:lnTo>
                <a:lnTo>
                  <a:pt x="3500982" y="627579"/>
                </a:lnTo>
                <a:lnTo>
                  <a:pt x="3477893" y="627579"/>
                </a:lnTo>
                <a:lnTo>
                  <a:pt x="3477893" y="621807"/>
                </a:lnTo>
                <a:moveTo>
                  <a:pt x="3518300" y="621807"/>
                </a:moveTo>
                <a:lnTo>
                  <a:pt x="3541389" y="621807"/>
                </a:lnTo>
                <a:lnTo>
                  <a:pt x="3541389" y="627579"/>
                </a:lnTo>
                <a:lnTo>
                  <a:pt x="3518300" y="627579"/>
                </a:lnTo>
                <a:lnTo>
                  <a:pt x="3518300" y="621807"/>
                </a:lnTo>
                <a:moveTo>
                  <a:pt x="3558707" y="621807"/>
                </a:moveTo>
                <a:lnTo>
                  <a:pt x="3581796" y="621807"/>
                </a:lnTo>
                <a:lnTo>
                  <a:pt x="3581796" y="627579"/>
                </a:lnTo>
                <a:lnTo>
                  <a:pt x="3558707" y="627579"/>
                </a:lnTo>
                <a:lnTo>
                  <a:pt x="3558707" y="621807"/>
                </a:lnTo>
                <a:moveTo>
                  <a:pt x="3588319" y="616785"/>
                </a:moveTo>
                <a:lnTo>
                  <a:pt x="3588319" y="593695"/>
                </a:lnTo>
                <a:lnTo>
                  <a:pt x="3594092" y="593695"/>
                </a:lnTo>
                <a:lnTo>
                  <a:pt x="3594092" y="616785"/>
                </a:lnTo>
                <a:lnTo>
                  <a:pt x="3588319" y="616785"/>
                </a:lnTo>
                <a:moveTo>
                  <a:pt x="3588319" y="576378"/>
                </a:moveTo>
                <a:lnTo>
                  <a:pt x="3588319" y="553288"/>
                </a:lnTo>
                <a:lnTo>
                  <a:pt x="3594092" y="553288"/>
                </a:lnTo>
                <a:lnTo>
                  <a:pt x="3594092" y="576378"/>
                </a:lnTo>
                <a:lnTo>
                  <a:pt x="3588319" y="576378"/>
                </a:lnTo>
                <a:moveTo>
                  <a:pt x="3588319" y="535971"/>
                </a:moveTo>
                <a:lnTo>
                  <a:pt x="3588319" y="512881"/>
                </a:lnTo>
                <a:lnTo>
                  <a:pt x="3594092" y="512881"/>
                </a:lnTo>
                <a:lnTo>
                  <a:pt x="3594092" y="535971"/>
                </a:lnTo>
                <a:lnTo>
                  <a:pt x="3588319" y="535971"/>
                </a:lnTo>
                <a:moveTo>
                  <a:pt x="3588319" y="495564"/>
                </a:moveTo>
                <a:lnTo>
                  <a:pt x="3588319" y="472474"/>
                </a:lnTo>
                <a:lnTo>
                  <a:pt x="3594092" y="472474"/>
                </a:lnTo>
                <a:lnTo>
                  <a:pt x="3594092" y="495564"/>
                </a:lnTo>
                <a:lnTo>
                  <a:pt x="3588319" y="495564"/>
                </a:lnTo>
                <a:moveTo>
                  <a:pt x="3588319" y="455157"/>
                </a:moveTo>
                <a:lnTo>
                  <a:pt x="3588319" y="432067"/>
                </a:lnTo>
                <a:lnTo>
                  <a:pt x="3594092" y="432067"/>
                </a:lnTo>
                <a:lnTo>
                  <a:pt x="3594092" y="455157"/>
                </a:lnTo>
                <a:lnTo>
                  <a:pt x="3588319" y="455157"/>
                </a:lnTo>
                <a:moveTo>
                  <a:pt x="3588319" y="414750"/>
                </a:moveTo>
                <a:lnTo>
                  <a:pt x="3588319" y="391660"/>
                </a:lnTo>
                <a:lnTo>
                  <a:pt x="3594092" y="391660"/>
                </a:lnTo>
                <a:lnTo>
                  <a:pt x="3594092" y="414750"/>
                </a:lnTo>
                <a:lnTo>
                  <a:pt x="3588319" y="414750"/>
                </a:lnTo>
                <a:moveTo>
                  <a:pt x="3588319" y="374342"/>
                </a:moveTo>
                <a:lnTo>
                  <a:pt x="3588319" y="351253"/>
                </a:lnTo>
                <a:lnTo>
                  <a:pt x="3594092" y="351253"/>
                </a:lnTo>
                <a:lnTo>
                  <a:pt x="3594092" y="374342"/>
                </a:lnTo>
                <a:lnTo>
                  <a:pt x="3588319" y="374342"/>
                </a:lnTo>
                <a:moveTo>
                  <a:pt x="3588319" y="333935"/>
                </a:moveTo>
                <a:lnTo>
                  <a:pt x="3588319" y="310846"/>
                </a:lnTo>
                <a:lnTo>
                  <a:pt x="3594092" y="310846"/>
                </a:lnTo>
                <a:lnTo>
                  <a:pt x="3594092" y="333935"/>
                </a:lnTo>
                <a:lnTo>
                  <a:pt x="3588319" y="333935"/>
                </a:lnTo>
                <a:moveTo>
                  <a:pt x="3588319" y="293528"/>
                </a:moveTo>
                <a:lnTo>
                  <a:pt x="3588319" y="270439"/>
                </a:lnTo>
                <a:lnTo>
                  <a:pt x="3594092" y="270439"/>
                </a:lnTo>
                <a:lnTo>
                  <a:pt x="3594092" y="293528"/>
                </a:lnTo>
                <a:lnTo>
                  <a:pt x="3588319" y="293528"/>
                </a:lnTo>
                <a:moveTo>
                  <a:pt x="3588319" y="253121"/>
                </a:moveTo>
                <a:lnTo>
                  <a:pt x="3588319" y="230032"/>
                </a:lnTo>
                <a:lnTo>
                  <a:pt x="3594092" y="230032"/>
                </a:lnTo>
                <a:lnTo>
                  <a:pt x="3594092" y="253121"/>
                </a:lnTo>
                <a:lnTo>
                  <a:pt x="3588319" y="253121"/>
                </a:lnTo>
                <a:moveTo>
                  <a:pt x="3588319" y="212714"/>
                </a:moveTo>
                <a:lnTo>
                  <a:pt x="3588319" y="189625"/>
                </a:lnTo>
                <a:lnTo>
                  <a:pt x="3594092" y="189625"/>
                </a:lnTo>
                <a:lnTo>
                  <a:pt x="3594092" y="212714"/>
                </a:lnTo>
                <a:lnTo>
                  <a:pt x="3588319" y="212714"/>
                </a:lnTo>
                <a:moveTo>
                  <a:pt x="3588319" y="172307"/>
                </a:moveTo>
                <a:lnTo>
                  <a:pt x="3588319" y="149217"/>
                </a:lnTo>
                <a:lnTo>
                  <a:pt x="3594092" y="149217"/>
                </a:lnTo>
                <a:lnTo>
                  <a:pt x="3594092" y="172307"/>
                </a:lnTo>
                <a:lnTo>
                  <a:pt x="3588319" y="172307"/>
                </a:lnTo>
                <a:moveTo>
                  <a:pt x="3588319" y="131900"/>
                </a:moveTo>
                <a:lnTo>
                  <a:pt x="3588319" y="108810"/>
                </a:lnTo>
                <a:lnTo>
                  <a:pt x="3594092" y="108810"/>
                </a:lnTo>
                <a:lnTo>
                  <a:pt x="3594092" y="131900"/>
                </a:lnTo>
                <a:lnTo>
                  <a:pt x="3588319" y="131900"/>
                </a:lnTo>
                <a:moveTo>
                  <a:pt x="3588319" y="91493"/>
                </a:moveTo>
                <a:lnTo>
                  <a:pt x="3588319" y="68403"/>
                </a:lnTo>
                <a:lnTo>
                  <a:pt x="3594092" y="68403"/>
                </a:lnTo>
                <a:lnTo>
                  <a:pt x="3594092" y="91493"/>
                </a:lnTo>
                <a:lnTo>
                  <a:pt x="3588319" y="91493"/>
                </a:lnTo>
                <a:moveTo>
                  <a:pt x="3588319" y="51086"/>
                </a:moveTo>
                <a:lnTo>
                  <a:pt x="3588319" y="27996"/>
                </a:lnTo>
                <a:lnTo>
                  <a:pt x="3594092" y="27996"/>
                </a:lnTo>
                <a:lnTo>
                  <a:pt x="3594092" y="51086"/>
                </a:lnTo>
                <a:lnTo>
                  <a:pt x="3588319" y="51086"/>
                </a:lnTo>
                <a:moveTo>
                  <a:pt x="3588319" y="10679"/>
                </a:moveTo>
                <a:lnTo>
                  <a:pt x="3588319" y="5772"/>
                </a:lnTo>
                <a:lnTo>
                  <a:pt x="3575908" y="5772"/>
                </a:lnTo>
                <a:lnTo>
                  <a:pt x="3575908" y="0"/>
                </a:lnTo>
                <a:lnTo>
                  <a:pt x="3594092" y="0"/>
                </a:lnTo>
                <a:lnTo>
                  <a:pt x="3594092" y="10679"/>
                </a:lnTo>
                <a:lnTo>
                  <a:pt x="3588319" y="10679"/>
                </a:lnTo>
                <a:moveTo>
                  <a:pt x="3558591" y="5772"/>
                </a:moveTo>
                <a:lnTo>
                  <a:pt x="3535501" y="5772"/>
                </a:lnTo>
                <a:lnTo>
                  <a:pt x="3535501" y="0"/>
                </a:lnTo>
                <a:lnTo>
                  <a:pt x="3558591" y="0"/>
                </a:lnTo>
                <a:lnTo>
                  <a:pt x="3558591" y="5772"/>
                </a:lnTo>
                <a:moveTo>
                  <a:pt x="3518184" y="5772"/>
                </a:moveTo>
                <a:lnTo>
                  <a:pt x="3495094" y="5772"/>
                </a:lnTo>
                <a:lnTo>
                  <a:pt x="3495094" y="0"/>
                </a:lnTo>
                <a:lnTo>
                  <a:pt x="3518184" y="0"/>
                </a:lnTo>
                <a:lnTo>
                  <a:pt x="3518184" y="5772"/>
                </a:lnTo>
                <a:moveTo>
                  <a:pt x="3477777" y="5772"/>
                </a:moveTo>
                <a:lnTo>
                  <a:pt x="3454687" y="5772"/>
                </a:lnTo>
                <a:lnTo>
                  <a:pt x="3454687" y="0"/>
                </a:lnTo>
                <a:lnTo>
                  <a:pt x="3477777" y="0"/>
                </a:lnTo>
                <a:lnTo>
                  <a:pt x="3477777" y="5772"/>
                </a:lnTo>
                <a:moveTo>
                  <a:pt x="3437370" y="5772"/>
                </a:moveTo>
                <a:lnTo>
                  <a:pt x="3414280" y="5772"/>
                </a:lnTo>
                <a:lnTo>
                  <a:pt x="3414280" y="0"/>
                </a:lnTo>
                <a:lnTo>
                  <a:pt x="3437370" y="0"/>
                </a:lnTo>
                <a:lnTo>
                  <a:pt x="3437370" y="5772"/>
                </a:lnTo>
                <a:moveTo>
                  <a:pt x="3396963" y="5772"/>
                </a:moveTo>
                <a:lnTo>
                  <a:pt x="3373873" y="5772"/>
                </a:lnTo>
                <a:lnTo>
                  <a:pt x="3373873" y="0"/>
                </a:lnTo>
                <a:lnTo>
                  <a:pt x="3396963" y="0"/>
                </a:lnTo>
                <a:lnTo>
                  <a:pt x="3396963" y="5772"/>
                </a:lnTo>
                <a:moveTo>
                  <a:pt x="3356556" y="5772"/>
                </a:moveTo>
                <a:lnTo>
                  <a:pt x="3333466" y="5772"/>
                </a:lnTo>
                <a:lnTo>
                  <a:pt x="3333466" y="0"/>
                </a:lnTo>
                <a:lnTo>
                  <a:pt x="3356556" y="0"/>
                </a:lnTo>
                <a:lnTo>
                  <a:pt x="3356556" y="5772"/>
                </a:lnTo>
                <a:moveTo>
                  <a:pt x="3316149" y="5772"/>
                </a:moveTo>
                <a:lnTo>
                  <a:pt x="3293059" y="5772"/>
                </a:lnTo>
                <a:lnTo>
                  <a:pt x="3293059" y="0"/>
                </a:lnTo>
                <a:lnTo>
                  <a:pt x="3316149" y="0"/>
                </a:lnTo>
                <a:lnTo>
                  <a:pt x="3316149" y="5772"/>
                </a:lnTo>
                <a:moveTo>
                  <a:pt x="3275742" y="5772"/>
                </a:moveTo>
                <a:lnTo>
                  <a:pt x="3252652" y="5772"/>
                </a:lnTo>
                <a:lnTo>
                  <a:pt x="3252652" y="0"/>
                </a:lnTo>
                <a:lnTo>
                  <a:pt x="3275742" y="0"/>
                </a:lnTo>
                <a:lnTo>
                  <a:pt x="3275742" y="5772"/>
                </a:lnTo>
                <a:moveTo>
                  <a:pt x="3235335" y="5772"/>
                </a:moveTo>
                <a:lnTo>
                  <a:pt x="3212245" y="5772"/>
                </a:lnTo>
                <a:lnTo>
                  <a:pt x="3212245" y="0"/>
                </a:lnTo>
                <a:lnTo>
                  <a:pt x="3235335" y="0"/>
                </a:lnTo>
                <a:lnTo>
                  <a:pt x="3235335" y="5772"/>
                </a:lnTo>
                <a:moveTo>
                  <a:pt x="3194928" y="5772"/>
                </a:moveTo>
                <a:lnTo>
                  <a:pt x="3171838" y="5772"/>
                </a:lnTo>
                <a:lnTo>
                  <a:pt x="3171838" y="0"/>
                </a:lnTo>
                <a:lnTo>
                  <a:pt x="3194928" y="0"/>
                </a:lnTo>
                <a:lnTo>
                  <a:pt x="3194928" y="5772"/>
                </a:lnTo>
                <a:moveTo>
                  <a:pt x="3154521" y="5772"/>
                </a:moveTo>
                <a:lnTo>
                  <a:pt x="3131431" y="5772"/>
                </a:lnTo>
                <a:lnTo>
                  <a:pt x="3131431" y="0"/>
                </a:lnTo>
                <a:lnTo>
                  <a:pt x="3154521" y="0"/>
                </a:lnTo>
                <a:lnTo>
                  <a:pt x="3154521" y="5772"/>
                </a:lnTo>
                <a:moveTo>
                  <a:pt x="3114114" y="5772"/>
                </a:moveTo>
                <a:lnTo>
                  <a:pt x="3091024" y="5772"/>
                </a:lnTo>
                <a:lnTo>
                  <a:pt x="3091024" y="0"/>
                </a:lnTo>
                <a:lnTo>
                  <a:pt x="3114114" y="0"/>
                </a:lnTo>
                <a:lnTo>
                  <a:pt x="3114114" y="5772"/>
                </a:lnTo>
                <a:moveTo>
                  <a:pt x="3073707" y="5772"/>
                </a:moveTo>
                <a:lnTo>
                  <a:pt x="3050617" y="5772"/>
                </a:lnTo>
                <a:lnTo>
                  <a:pt x="3050617" y="0"/>
                </a:lnTo>
                <a:lnTo>
                  <a:pt x="3073707" y="0"/>
                </a:lnTo>
                <a:lnTo>
                  <a:pt x="3073707" y="5772"/>
                </a:lnTo>
                <a:moveTo>
                  <a:pt x="3033300" y="5772"/>
                </a:moveTo>
                <a:lnTo>
                  <a:pt x="3010210" y="5772"/>
                </a:lnTo>
                <a:lnTo>
                  <a:pt x="3010210" y="0"/>
                </a:lnTo>
                <a:lnTo>
                  <a:pt x="3033300" y="0"/>
                </a:lnTo>
                <a:lnTo>
                  <a:pt x="3033300" y="5772"/>
                </a:lnTo>
                <a:moveTo>
                  <a:pt x="2992892" y="5772"/>
                </a:moveTo>
                <a:lnTo>
                  <a:pt x="2969803" y="5772"/>
                </a:lnTo>
                <a:lnTo>
                  <a:pt x="2969803" y="0"/>
                </a:lnTo>
                <a:lnTo>
                  <a:pt x="2992892" y="0"/>
                </a:lnTo>
                <a:lnTo>
                  <a:pt x="2992892" y="5772"/>
                </a:lnTo>
                <a:moveTo>
                  <a:pt x="2952485" y="5772"/>
                </a:moveTo>
                <a:lnTo>
                  <a:pt x="2929396" y="5772"/>
                </a:lnTo>
                <a:lnTo>
                  <a:pt x="2929396" y="0"/>
                </a:lnTo>
                <a:lnTo>
                  <a:pt x="2952485" y="0"/>
                </a:lnTo>
                <a:lnTo>
                  <a:pt x="2952485" y="5772"/>
                </a:lnTo>
                <a:moveTo>
                  <a:pt x="2912078" y="5772"/>
                </a:moveTo>
                <a:lnTo>
                  <a:pt x="2888989" y="5772"/>
                </a:lnTo>
                <a:lnTo>
                  <a:pt x="2888989" y="0"/>
                </a:lnTo>
                <a:lnTo>
                  <a:pt x="2912078" y="0"/>
                </a:lnTo>
                <a:lnTo>
                  <a:pt x="2912078" y="5772"/>
                </a:lnTo>
                <a:moveTo>
                  <a:pt x="2871671" y="5772"/>
                </a:moveTo>
                <a:lnTo>
                  <a:pt x="2848582" y="5772"/>
                </a:lnTo>
                <a:lnTo>
                  <a:pt x="2848582" y="0"/>
                </a:lnTo>
                <a:lnTo>
                  <a:pt x="2871671" y="0"/>
                </a:lnTo>
                <a:lnTo>
                  <a:pt x="2871671" y="5772"/>
                </a:lnTo>
                <a:moveTo>
                  <a:pt x="2831264" y="5772"/>
                </a:moveTo>
                <a:lnTo>
                  <a:pt x="2808175" y="5772"/>
                </a:lnTo>
                <a:lnTo>
                  <a:pt x="2808175" y="0"/>
                </a:lnTo>
                <a:lnTo>
                  <a:pt x="2831264" y="0"/>
                </a:lnTo>
                <a:lnTo>
                  <a:pt x="2831264" y="5772"/>
                </a:lnTo>
                <a:moveTo>
                  <a:pt x="2790857" y="5772"/>
                </a:moveTo>
                <a:lnTo>
                  <a:pt x="2767767" y="5772"/>
                </a:lnTo>
                <a:lnTo>
                  <a:pt x="2767767" y="0"/>
                </a:lnTo>
                <a:lnTo>
                  <a:pt x="2790857" y="0"/>
                </a:lnTo>
                <a:lnTo>
                  <a:pt x="2790857" y="5772"/>
                </a:lnTo>
                <a:moveTo>
                  <a:pt x="2750450" y="5772"/>
                </a:moveTo>
                <a:lnTo>
                  <a:pt x="2727360" y="5772"/>
                </a:lnTo>
                <a:lnTo>
                  <a:pt x="2727360" y="0"/>
                </a:lnTo>
                <a:lnTo>
                  <a:pt x="2750450" y="0"/>
                </a:lnTo>
                <a:lnTo>
                  <a:pt x="2750450" y="5772"/>
                </a:lnTo>
                <a:moveTo>
                  <a:pt x="2710043" y="5772"/>
                </a:moveTo>
                <a:lnTo>
                  <a:pt x="2686953" y="5772"/>
                </a:lnTo>
                <a:lnTo>
                  <a:pt x="2686953" y="0"/>
                </a:lnTo>
                <a:lnTo>
                  <a:pt x="2710043" y="0"/>
                </a:lnTo>
                <a:lnTo>
                  <a:pt x="2710043" y="5772"/>
                </a:lnTo>
                <a:moveTo>
                  <a:pt x="2669636" y="5772"/>
                </a:moveTo>
                <a:lnTo>
                  <a:pt x="2646546" y="5772"/>
                </a:lnTo>
                <a:lnTo>
                  <a:pt x="2646546" y="0"/>
                </a:lnTo>
                <a:lnTo>
                  <a:pt x="2669636" y="0"/>
                </a:lnTo>
                <a:lnTo>
                  <a:pt x="2669636" y="5772"/>
                </a:lnTo>
                <a:moveTo>
                  <a:pt x="2629229" y="5772"/>
                </a:moveTo>
                <a:lnTo>
                  <a:pt x="2606139" y="5772"/>
                </a:lnTo>
                <a:lnTo>
                  <a:pt x="2606139" y="0"/>
                </a:lnTo>
                <a:lnTo>
                  <a:pt x="2629229" y="0"/>
                </a:lnTo>
                <a:lnTo>
                  <a:pt x="2629229" y="5772"/>
                </a:lnTo>
                <a:moveTo>
                  <a:pt x="2588822" y="5772"/>
                </a:moveTo>
                <a:lnTo>
                  <a:pt x="2565732" y="5772"/>
                </a:lnTo>
                <a:lnTo>
                  <a:pt x="2565732" y="0"/>
                </a:lnTo>
                <a:lnTo>
                  <a:pt x="2588822" y="0"/>
                </a:lnTo>
                <a:lnTo>
                  <a:pt x="2588822" y="5772"/>
                </a:lnTo>
                <a:moveTo>
                  <a:pt x="2548415" y="5772"/>
                </a:moveTo>
                <a:lnTo>
                  <a:pt x="2525325" y="5772"/>
                </a:lnTo>
                <a:lnTo>
                  <a:pt x="2525325" y="0"/>
                </a:lnTo>
                <a:lnTo>
                  <a:pt x="2548415" y="0"/>
                </a:lnTo>
                <a:lnTo>
                  <a:pt x="2548415" y="5772"/>
                </a:lnTo>
                <a:moveTo>
                  <a:pt x="2508008" y="5772"/>
                </a:moveTo>
                <a:lnTo>
                  <a:pt x="2484918" y="5772"/>
                </a:lnTo>
                <a:lnTo>
                  <a:pt x="2484918" y="0"/>
                </a:lnTo>
                <a:lnTo>
                  <a:pt x="2508008" y="0"/>
                </a:lnTo>
                <a:lnTo>
                  <a:pt x="2508008" y="5772"/>
                </a:lnTo>
                <a:moveTo>
                  <a:pt x="2467601" y="5772"/>
                </a:moveTo>
                <a:lnTo>
                  <a:pt x="2444511" y="5772"/>
                </a:lnTo>
                <a:lnTo>
                  <a:pt x="2444511" y="0"/>
                </a:lnTo>
                <a:lnTo>
                  <a:pt x="2467601" y="0"/>
                </a:lnTo>
                <a:lnTo>
                  <a:pt x="2467601" y="5772"/>
                </a:lnTo>
                <a:moveTo>
                  <a:pt x="2427194" y="5772"/>
                </a:moveTo>
                <a:lnTo>
                  <a:pt x="2404104" y="5772"/>
                </a:lnTo>
                <a:lnTo>
                  <a:pt x="2404104" y="0"/>
                </a:lnTo>
                <a:lnTo>
                  <a:pt x="2427194" y="0"/>
                </a:lnTo>
                <a:lnTo>
                  <a:pt x="2427194" y="5772"/>
                </a:lnTo>
                <a:moveTo>
                  <a:pt x="2386787" y="5772"/>
                </a:moveTo>
                <a:lnTo>
                  <a:pt x="2363697" y="5772"/>
                </a:lnTo>
                <a:lnTo>
                  <a:pt x="2363697" y="0"/>
                </a:lnTo>
                <a:lnTo>
                  <a:pt x="2386787" y="0"/>
                </a:lnTo>
                <a:lnTo>
                  <a:pt x="2386787" y="5772"/>
                </a:lnTo>
                <a:moveTo>
                  <a:pt x="2346380" y="5772"/>
                </a:moveTo>
                <a:lnTo>
                  <a:pt x="2323290" y="5772"/>
                </a:lnTo>
                <a:lnTo>
                  <a:pt x="2323290" y="0"/>
                </a:lnTo>
                <a:lnTo>
                  <a:pt x="2346380" y="0"/>
                </a:lnTo>
                <a:lnTo>
                  <a:pt x="2346380" y="5772"/>
                </a:lnTo>
                <a:moveTo>
                  <a:pt x="2305973" y="5772"/>
                </a:moveTo>
                <a:lnTo>
                  <a:pt x="2282883" y="5772"/>
                </a:lnTo>
                <a:lnTo>
                  <a:pt x="2282883" y="0"/>
                </a:lnTo>
                <a:lnTo>
                  <a:pt x="2305973" y="0"/>
                </a:lnTo>
                <a:lnTo>
                  <a:pt x="2305973" y="5772"/>
                </a:lnTo>
                <a:moveTo>
                  <a:pt x="2265566" y="5772"/>
                </a:moveTo>
                <a:lnTo>
                  <a:pt x="2242476" y="5772"/>
                </a:lnTo>
                <a:lnTo>
                  <a:pt x="2242476" y="0"/>
                </a:lnTo>
                <a:lnTo>
                  <a:pt x="2265566" y="0"/>
                </a:lnTo>
                <a:lnTo>
                  <a:pt x="2265566" y="5772"/>
                </a:lnTo>
                <a:moveTo>
                  <a:pt x="2225159" y="5772"/>
                </a:moveTo>
                <a:lnTo>
                  <a:pt x="2202069" y="5772"/>
                </a:lnTo>
                <a:lnTo>
                  <a:pt x="2202069" y="0"/>
                </a:lnTo>
                <a:lnTo>
                  <a:pt x="2225159" y="0"/>
                </a:lnTo>
                <a:lnTo>
                  <a:pt x="2225159" y="5772"/>
                </a:lnTo>
                <a:moveTo>
                  <a:pt x="2184751" y="5772"/>
                </a:moveTo>
                <a:lnTo>
                  <a:pt x="2161662" y="5772"/>
                </a:lnTo>
                <a:lnTo>
                  <a:pt x="2161662" y="0"/>
                </a:lnTo>
                <a:lnTo>
                  <a:pt x="2184751" y="0"/>
                </a:lnTo>
                <a:lnTo>
                  <a:pt x="2184751" y="5772"/>
                </a:lnTo>
                <a:moveTo>
                  <a:pt x="2144344" y="5772"/>
                </a:moveTo>
                <a:lnTo>
                  <a:pt x="2121255" y="5772"/>
                </a:lnTo>
                <a:lnTo>
                  <a:pt x="2121255" y="0"/>
                </a:lnTo>
                <a:lnTo>
                  <a:pt x="2144344" y="0"/>
                </a:lnTo>
                <a:lnTo>
                  <a:pt x="2144344" y="5772"/>
                </a:lnTo>
                <a:moveTo>
                  <a:pt x="2103937" y="5772"/>
                </a:moveTo>
                <a:lnTo>
                  <a:pt x="2080848" y="5772"/>
                </a:lnTo>
                <a:lnTo>
                  <a:pt x="2080848" y="0"/>
                </a:lnTo>
                <a:lnTo>
                  <a:pt x="2103937" y="0"/>
                </a:lnTo>
                <a:lnTo>
                  <a:pt x="2103937" y="5772"/>
                </a:lnTo>
                <a:moveTo>
                  <a:pt x="2063530" y="5772"/>
                </a:moveTo>
                <a:lnTo>
                  <a:pt x="2040441" y="5772"/>
                </a:lnTo>
                <a:lnTo>
                  <a:pt x="2040441" y="0"/>
                </a:lnTo>
                <a:lnTo>
                  <a:pt x="2063530" y="0"/>
                </a:lnTo>
                <a:lnTo>
                  <a:pt x="2063530" y="5772"/>
                </a:lnTo>
                <a:moveTo>
                  <a:pt x="2023123" y="5772"/>
                </a:moveTo>
                <a:lnTo>
                  <a:pt x="2000034" y="5772"/>
                </a:lnTo>
                <a:lnTo>
                  <a:pt x="2000034" y="0"/>
                </a:lnTo>
                <a:lnTo>
                  <a:pt x="2023123" y="0"/>
                </a:lnTo>
                <a:lnTo>
                  <a:pt x="2023123" y="5772"/>
                </a:lnTo>
                <a:moveTo>
                  <a:pt x="1982716" y="5772"/>
                </a:moveTo>
                <a:lnTo>
                  <a:pt x="1959626" y="5772"/>
                </a:lnTo>
                <a:lnTo>
                  <a:pt x="1959626" y="0"/>
                </a:lnTo>
                <a:lnTo>
                  <a:pt x="1982716" y="0"/>
                </a:lnTo>
                <a:lnTo>
                  <a:pt x="1982716" y="5772"/>
                </a:lnTo>
                <a:moveTo>
                  <a:pt x="1942309" y="5772"/>
                </a:moveTo>
                <a:lnTo>
                  <a:pt x="1919219" y="5772"/>
                </a:lnTo>
                <a:lnTo>
                  <a:pt x="1919219" y="0"/>
                </a:lnTo>
                <a:lnTo>
                  <a:pt x="1942309" y="0"/>
                </a:lnTo>
                <a:lnTo>
                  <a:pt x="1942309" y="5772"/>
                </a:lnTo>
                <a:moveTo>
                  <a:pt x="1901902" y="5772"/>
                </a:moveTo>
                <a:lnTo>
                  <a:pt x="1878812" y="5772"/>
                </a:lnTo>
                <a:lnTo>
                  <a:pt x="1878812" y="0"/>
                </a:lnTo>
                <a:lnTo>
                  <a:pt x="1901902" y="0"/>
                </a:lnTo>
                <a:lnTo>
                  <a:pt x="1901902" y="5772"/>
                </a:lnTo>
                <a:moveTo>
                  <a:pt x="1861495" y="5772"/>
                </a:moveTo>
                <a:lnTo>
                  <a:pt x="1838405" y="5772"/>
                </a:lnTo>
                <a:lnTo>
                  <a:pt x="1838405" y="0"/>
                </a:lnTo>
                <a:lnTo>
                  <a:pt x="1861495" y="0"/>
                </a:lnTo>
                <a:lnTo>
                  <a:pt x="1861495" y="5772"/>
                </a:lnTo>
                <a:moveTo>
                  <a:pt x="1821088" y="5772"/>
                </a:moveTo>
                <a:lnTo>
                  <a:pt x="1797998" y="5772"/>
                </a:lnTo>
                <a:lnTo>
                  <a:pt x="1797998" y="0"/>
                </a:lnTo>
                <a:lnTo>
                  <a:pt x="1821088" y="0"/>
                </a:lnTo>
                <a:lnTo>
                  <a:pt x="1821088" y="5772"/>
                </a:lnTo>
                <a:moveTo>
                  <a:pt x="1780681" y="5772"/>
                </a:moveTo>
                <a:lnTo>
                  <a:pt x="1757591" y="5772"/>
                </a:lnTo>
                <a:lnTo>
                  <a:pt x="1757591" y="0"/>
                </a:lnTo>
                <a:lnTo>
                  <a:pt x="1780681" y="0"/>
                </a:lnTo>
                <a:lnTo>
                  <a:pt x="1780681" y="5772"/>
                </a:lnTo>
                <a:moveTo>
                  <a:pt x="1740274" y="5772"/>
                </a:moveTo>
                <a:lnTo>
                  <a:pt x="1717184" y="5772"/>
                </a:lnTo>
                <a:lnTo>
                  <a:pt x="1717184" y="0"/>
                </a:lnTo>
                <a:lnTo>
                  <a:pt x="1740274" y="0"/>
                </a:lnTo>
                <a:lnTo>
                  <a:pt x="1740274" y="5772"/>
                </a:lnTo>
                <a:moveTo>
                  <a:pt x="1699867" y="5772"/>
                </a:moveTo>
                <a:lnTo>
                  <a:pt x="1676777" y="5772"/>
                </a:lnTo>
                <a:lnTo>
                  <a:pt x="1676777" y="0"/>
                </a:lnTo>
                <a:lnTo>
                  <a:pt x="1699867" y="0"/>
                </a:lnTo>
                <a:lnTo>
                  <a:pt x="1699867" y="5772"/>
                </a:lnTo>
                <a:moveTo>
                  <a:pt x="1659460" y="5772"/>
                </a:moveTo>
                <a:lnTo>
                  <a:pt x="1636370" y="5772"/>
                </a:lnTo>
                <a:lnTo>
                  <a:pt x="1636370" y="0"/>
                </a:lnTo>
                <a:lnTo>
                  <a:pt x="1659460" y="0"/>
                </a:lnTo>
                <a:lnTo>
                  <a:pt x="1659460" y="5772"/>
                </a:lnTo>
                <a:moveTo>
                  <a:pt x="1619053" y="5772"/>
                </a:moveTo>
                <a:lnTo>
                  <a:pt x="1595963" y="5772"/>
                </a:lnTo>
                <a:lnTo>
                  <a:pt x="1595963" y="0"/>
                </a:lnTo>
                <a:lnTo>
                  <a:pt x="1619053" y="0"/>
                </a:lnTo>
                <a:lnTo>
                  <a:pt x="1619053" y="5772"/>
                </a:lnTo>
                <a:moveTo>
                  <a:pt x="1578646" y="5772"/>
                </a:moveTo>
                <a:lnTo>
                  <a:pt x="1555556" y="5772"/>
                </a:lnTo>
                <a:lnTo>
                  <a:pt x="1555556" y="0"/>
                </a:lnTo>
                <a:lnTo>
                  <a:pt x="1578646" y="0"/>
                </a:lnTo>
                <a:lnTo>
                  <a:pt x="1578646" y="5772"/>
                </a:lnTo>
                <a:moveTo>
                  <a:pt x="1538239" y="5772"/>
                </a:moveTo>
                <a:lnTo>
                  <a:pt x="1515149" y="5772"/>
                </a:lnTo>
                <a:lnTo>
                  <a:pt x="1515149" y="0"/>
                </a:lnTo>
                <a:lnTo>
                  <a:pt x="1538239" y="0"/>
                </a:lnTo>
                <a:lnTo>
                  <a:pt x="1538239" y="5772"/>
                </a:lnTo>
                <a:moveTo>
                  <a:pt x="1497832" y="5772"/>
                </a:moveTo>
                <a:lnTo>
                  <a:pt x="1474742" y="5772"/>
                </a:lnTo>
                <a:lnTo>
                  <a:pt x="1474742" y="0"/>
                </a:lnTo>
                <a:lnTo>
                  <a:pt x="1497832" y="0"/>
                </a:lnTo>
                <a:lnTo>
                  <a:pt x="1497832" y="5772"/>
                </a:lnTo>
                <a:moveTo>
                  <a:pt x="1457425" y="5772"/>
                </a:moveTo>
                <a:lnTo>
                  <a:pt x="1434335" y="5772"/>
                </a:lnTo>
                <a:lnTo>
                  <a:pt x="1434335" y="0"/>
                </a:lnTo>
                <a:lnTo>
                  <a:pt x="1457425" y="0"/>
                </a:lnTo>
                <a:lnTo>
                  <a:pt x="1457425" y="5772"/>
                </a:lnTo>
                <a:moveTo>
                  <a:pt x="1417018" y="5772"/>
                </a:moveTo>
                <a:lnTo>
                  <a:pt x="1393928" y="5772"/>
                </a:lnTo>
                <a:lnTo>
                  <a:pt x="1393928" y="0"/>
                </a:lnTo>
                <a:lnTo>
                  <a:pt x="1417018" y="0"/>
                </a:lnTo>
                <a:lnTo>
                  <a:pt x="1417018" y="5772"/>
                </a:lnTo>
                <a:moveTo>
                  <a:pt x="1376610" y="5772"/>
                </a:moveTo>
                <a:lnTo>
                  <a:pt x="1353521" y="5772"/>
                </a:lnTo>
                <a:lnTo>
                  <a:pt x="1353521" y="0"/>
                </a:lnTo>
                <a:lnTo>
                  <a:pt x="1376610" y="0"/>
                </a:lnTo>
                <a:lnTo>
                  <a:pt x="1376610" y="5772"/>
                </a:lnTo>
                <a:moveTo>
                  <a:pt x="1336203" y="5772"/>
                </a:moveTo>
                <a:lnTo>
                  <a:pt x="1313114" y="5772"/>
                </a:lnTo>
                <a:lnTo>
                  <a:pt x="1313114" y="0"/>
                </a:lnTo>
                <a:lnTo>
                  <a:pt x="1336203" y="0"/>
                </a:lnTo>
                <a:lnTo>
                  <a:pt x="1336203" y="5772"/>
                </a:lnTo>
                <a:moveTo>
                  <a:pt x="1295796" y="5772"/>
                </a:moveTo>
                <a:lnTo>
                  <a:pt x="1272707" y="5772"/>
                </a:lnTo>
                <a:lnTo>
                  <a:pt x="1272707" y="0"/>
                </a:lnTo>
                <a:lnTo>
                  <a:pt x="1295796" y="0"/>
                </a:lnTo>
                <a:lnTo>
                  <a:pt x="1295796" y="5772"/>
                </a:lnTo>
                <a:moveTo>
                  <a:pt x="1255389" y="5772"/>
                </a:moveTo>
                <a:lnTo>
                  <a:pt x="1232300" y="5772"/>
                </a:lnTo>
                <a:lnTo>
                  <a:pt x="1232300" y="0"/>
                </a:lnTo>
                <a:lnTo>
                  <a:pt x="1255389" y="0"/>
                </a:lnTo>
                <a:lnTo>
                  <a:pt x="1255389" y="5772"/>
                </a:lnTo>
                <a:moveTo>
                  <a:pt x="1214982" y="5772"/>
                </a:moveTo>
                <a:lnTo>
                  <a:pt x="1191893" y="5772"/>
                </a:lnTo>
                <a:lnTo>
                  <a:pt x="1191893" y="0"/>
                </a:lnTo>
                <a:lnTo>
                  <a:pt x="1214982" y="0"/>
                </a:lnTo>
                <a:lnTo>
                  <a:pt x="1214982" y="5772"/>
                </a:lnTo>
                <a:moveTo>
                  <a:pt x="1174575" y="5772"/>
                </a:moveTo>
                <a:lnTo>
                  <a:pt x="1151485" y="5772"/>
                </a:lnTo>
                <a:lnTo>
                  <a:pt x="1151485" y="0"/>
                </a:lnTo>
                <a:lnTo>
                  <a:pt x="1174575" y="0"/>
                </a:lnTo>
                <a:lnTo>
                  <a:pt x="1174575" y="5772"/>
                </a:lnTo>
                <a:moveTo>
                  <a:pt x="1134168" y="5772"/>
                </a:moveTo>
                <a:lnTo>
                  <a:pt x="1111078" y="5772"/>
                </a:lnTo>
                <a:lnTo>
                  <a:pt x="1111078" y="0"/>
                </a:lnTo>
                <a:lnTo>
                  <a:pt x="1134168" y="0"/>
                </a:lnTo>
                <a:lnTo>
                  <a:pt x="1134168" y="5772"/>
                </a:lnTo>
                <a:moveTo>
                  <a:pt x="1093761" y="5772"/>
                </a:moveTo>
                <a:lnTo>
                  <a:pt x="1070671" y="5772"/>
                </a:lnTo>
                <a:lnTo>
                  <a:pt x="1070671" y="0"/>
                </a:lnTo>
                <a:lnTo>
                  <a:pt x="1093761" y="0"/>
                </a:lnTo>
                <a:lnTo>
                  <a:pt x="1093761" y="5772"/>
                </a:lnTo>
                <a:moveTo>
                  <a:pt x="1053354" y="5772"/>
                </a:moveTo>
                <a:lnTo>
                  <a:pt x="1030264" y="5772"/>
                </a:lnTo>
                <a:lnTo>
                  <a:pt x="1030264" y="0"/>
                </a:lnTo>
                <a:lnTo>
                  <a:pt x="1053354" y="0"/>
                </a:lnTo>
                <a:lnTo>
                  <a:pt x="1053354" y="5772"/>
                </a:lnTo>
                <a:moveTo>
                  <a:pt x="1012947" y="5772"/>
                </a:moveTo>
                <a:lnTo>
                  <a:pt x="989857" y="5772"/>
                </a:lnTo>
                <a:lnTo>
                  <a:pt x="989857" y="0"/>
                </a:lnTo>
                <a:lnTo>
                  <a:pt x="1012947" y="0"/>
                </a:lnTo>
                <a:lnTo>
                  <a:pt x="1012947" y="5772"/>
                </a:lnTo>
                <a:moveTo>
                  <a:pt x="972540" y="5772"/>
                </a:moveTo>
                <a:lnTo>
                  <a:pt x="949450" y="5772"/>
                </a:lnTo>
                <a:lnTo>
                  <a:pt x="949450" y="0"/>
                </a:lnTo>
                <a:lnTo>
                  <a:pt x="972540" y="0"/>
                </a:lnTo>
                <a:lnTo>
                  <a:pt x="972540" y="5772"/>
                </a:lnTo>
                <a:moveTo>
                  <a:pt x="932133" y="5772"/>
                </a:moveTo>
                <a:lnTo>
                  <a:pt x="909043" y="5772"/>
                </a:lnTo>
                <a:lnTo>
                  <a:pt x="909043" y="0"/>
                </a:lnTo>
                <a:lnTo>
                  <a:pt x="932133" y="0"/>
                </a:lnTo>
                <a:lnTo>
                  <a:pt x="932133" y="5772"/>
                </a:lnTo>
                <a:moveTo>
                  <a:pt x="891726" y="5772"/>
                </a:moveTo>
                <a:lnTo>
                  <a:pt x="868636" y="5772"/>
                </a:lnTo>
                <a:lnTo>
                  <a:pt x="868636" y="0"/>
                </a:lnTo>
                <a:lnTo>
                  <a:pt x="891726" y="0"/>
                </a:lnTo>
                <a:lnTo>
                  <a:pt x="891726" y="5772"/>
                </a:lnTo>
                <a:moveTo>
                  <a:pt x="851319" y="5772"/>
                </a:moveTo>
                <a:lnTo>
                  <a:pt x="828229" y="5772"/>
                </a:lnTo>
                <a:lnTo>
                  <a:pt x="828229" y="0"/>
                </a:lnTo>
                <a:lnTo>
                  <a:pt x="851319" y="0"/>
                </a:lnTo>
                <a:lnTo>
                  <a:pt x="851319" y="5772"/>
                </a:lnTo>
                <a:moveTo>
                  <a:pt x="810912" y="5772"/>
                </a:moveTo>
                <a:lnTo>
                  <a:pt x="787822" y="5772"/>
                </a:lnTo>
                <a:lnTo>
                  <a:pt x="787822" y="0"/>
                </a:lnTo>
                <a:lnTo>
                  <a:pt x="810912" y="0"/>
                </a:lnTo>
                <a:lnTo>
                  <a:pt x="810912" y="5772"/>
                </a:lnTo>
                <a:moveTo>
                  <a:pt x="770505" y="5772"/>
                </a:moveTo>
                <a:lnTo>
                  <a:pt x="747415" y="5772"/>
                </a:lnTo>
                <a:lnTo>
                  <a:pt x="747415" y="0"/>
                </a:lnTo>
                <a:lnTo>
                  <a:pt x="770505" y="0"/>
                </a:lnTo>
                <a:lnTo>
                  <a:pt x="770505" y="5772"/>
                </a:lnTo>
                <a:moveTo>
                  <a:pt x="730098" y="5772"/>
                </a:moveTo>
                <a:lnTo>
                  <a:pt x="707008" y="5772"/>
                </a:lnTo>
                <a:lnTo>
                  <a:pt x="707008" y="0"/>
                </a:lnTo>
                <a:lnTo>
                  <a:pt x="730098" y="0"/>
                </a:lnTo>
                <a:lnTo>
                  <a:pt x="730098" y="5772"/>
                </a:lnTo>
                <a:moveTo>
                  <a:pt x="689691" y="5772"/>
                </a:moveTo>
                <a:lnTo>
                  <a:pt x="666601" y="5772"/>
                </a:lnTo>
                <a:lnTo>
                  <a:pt x="666601" y="0"/>
                </a:lnTo>
                <a:lnTo>
                  <a:pt x="689691" y="0"/>
                </a:lnTo>
                <a:lnTo>
                  <a:pt x="689691" y="5772"/>
                </a:lnTo>
                <a:moveTo>
                  <a:pt x="649284" y="5772"/>
                </a:moveTo>
                <a:lnTo>
                  <a:pt x="626194" y="5772"/>
                </a:lnTo>
                <a:lnTo>
                  <a:pt x="626194" y="0"/>
                </a:lnTo>
                <a:lnTo>
                  <a:pt x="649284" y="0"/>
                </a:lnTo>
                <a:lnTo>
                  <a:pt x="649284" y="5772"/>
                </a:lnTo>
                <a:moveTo>
                  <a:pt x="608877" y="5772"/>
                </a:moveTo>
                <a:lnTo>
                  <a:pt x="585787" y="5772"/>
                </a:lnTo>
                <a:lnTo>
                  <a:pt x="585787" y="0"/>
                </a:lnTo>
                <a:lnTo>
                  <a:pt x="608877" y="0"/>
                </a:lnTo>
                <a:lnTo>
                  <a:pt x="608877" y="5772"/>
                </a:lnTo>
                <a:moveTo>
                  <a:pt x="568469" y="5772"/>
                </a:moveTo>
                <a:lnTo>
                  <a:pt x="545380" y="5772"/>
                </a:lnTo>
                <a:lnTo>
                  <a:pt x="545380" y="0"/>
                </a:lnTo>
                <a:lnTo>
                  <a:pt x="568469" y="0"/>
                </a:lnTo>
                <a:lnTo>
                  <a:pt x="568469" y="5772"/>
                </a:lnTo>
                <a:moveTo>
                  <a:pt x="528062" y="5772"/>
                </a:moveTo>
                <a:lnTo>
                  <a:pt x="504973" y="5772"/>
                </a:lnTo>
                <a:lnTo>
                  <a:pt x="504973" y="0"/>
                </a:lnTo>
                <a:lnTo>
                  <a:pt x="528062" y="0"/>
                </a:lnTo>
                <a:lnTo>
                  <a:pt x="528062" y="5772"/>
                </a:lnTo>
                <a:moveTo>
                  <a:pt x="487655" y="5772"/>
                </a:moveTo>
                <a:lnTo>
                  <a:pt x="464566" y="5772"/>
                </a:lnTo>
                <a:lnTo>
                  <a:pt x="464566" y="0"/>
                </a:lnTo>
                <a:lnTo>
                  <a:pt x="487655" y="0"/>
                </a:lnTo>
                <a:lnTo>
                  <a:pt x="487655" y="5772"/>
                </a:lnTo>
                <a:moveTo>
                  <a:pt x="447248" y="5772"/>
                </a:moveTo>
                <a:lnTo>
                  <a:pt x="424159" y="5772"/>
                </a:lnTo>
                <a:lnTo>
                  <a:pt x="424159" y="0"/>
                </a:lnTo>
                <a:lnTo>
                  <a:pt x="447248" y="0"/>
                </a:lnTo>
                <a:lnTo>
                  <a:pt x="447248" y="5772"/>
                </a:lnTo>
                <a:moveTo>
                  <a:pt x="406841" y="5772"/>
                </a:moveTo>
                <a:lnTo>
                  <a:pt x="383752" y="5772"/>
                </a:lnTo>
                <a:lnTo>
                  <a:pt x="383752" y="0"/>
                </a:lnTo>
                <a:lnTo>
                  <a:pt x="406841" y="0"/>
                </a:lnTo>
                <a:lnTo>
                  <a:pt x="406841" y="5772"/>
                </a:lnTo>
                <a:moveTo>
                  <a:pt x="366434" y="5772"/>
                </a:moveTo>
                <a:lnTo>
                  <a:pt x="343344" y="5772"/>
                </a:lnTo>
                <a:lnTo>
                  <a:pt x="343344" y="0"/>
                </a:lnTo>
                <a:lnTo>
                  <a:pt x="366434" y="0"/>
                </a:lnTo>
                <a:lnTo>
                  <a:pt x="366434" y="5772"/>
                </a:lnTo>
                <a:moveTo>
                  <a:pt x="326027" y="5772"/>
                </a:moveTo>
                <a:lnTo>
                  <a:pt x="302937" y="5772"/>
                </a:lnTo>
                <a:lnTo>
                  <a:pt x="302937" y="0"/>
                </a:lnTo>
                <a:lnTo>
                  <a:pt x="326027" y="0"/>
                </a:lnTo>
                <a:lnTo>
                  <a:pt x="326027" y="5772"/>
                </a:lnTo>
                <a:moveTo>
                  <a:pt x="285620" y="5772"/>
                </a:moveTo>
                <a:lnTo>
                  <a:pt x="262530" y="5772"/>
                </a:lnTo>
                <a:lnTo>
                  <a:pt x="262530" y="0"/>
                </a:lnTo>
                <a:lnTo>
                  <a:pt x="285620" y="0"/>
                </a:lnTo>
                <a:lnTo>
                  <a:pt x="285620" y="5772"/>
                </a:lnTo>
                <a:moveTo>
                  <a:pt x="245213" y="5772"/>
                </a:moveTo>
                <a:lnTo>
                  <a:pt x="222123" y="5772"/>
                </a:lnTo>
                <a:lnTo>
                  <a:pt x="222123" y="0"/>
                </a:lnTo>
                <a:lnTo>
                  <a:pt x="245213" y="0"/>
                </a:lnTo>
                <a:lnTo>
                  <a:pt x="245213" y="5772"/>
                </a:lnTo>
                <a:moveTo>
                  <a:pt x="204806" y="5772"/>
                </a:moveTo>
                <a:lnTo>
                  <a:pt x="181716" y="5772"/>
                </a:lnTo>
                <a:lnTo>
                  <a:pt x="181716" y="0"/>
                </a:lnTo>
                <a:lnTo>
                  <a:pt x="204806" y="0"/>
                </a:lnTo>
                <a:lnTo>
                  <a:pt x="204806" y="5772"/>
                </a:lnTo>
                <a:moveTo>
                  <a:pt x="164399" y="5772"/>
                </a:moveTo>
                <a:lnTo>
                  <a:pt x="141309" y="5772"/>
                </a:lnTo>
                <a:lnTo>
                  <a:pt x="141309" y="0"/>
                </a:lnTo>
                <a:lnTo>
                  <a:pt x="164399" y="0"/>
                </a:lnTo>
                <a:lnTo>
                  <a:pt x="164399" y="5772"/>
                </a:lnTo>
                <a:moveTo>
                  <a:pt x="123992" y="5772"/>
                </a:moveTo>
                <a:lnTo>
                  <a:pt x="100902" y="5772"/>
                </a:lnTo>
                <a:lnTo>
                  <a:pt x="100902" y="0"/>
                </a:lnTo>
                <a:lnTo>
                  <a:pt x="123992" y="0"/>
                </a:lnTo>
                <a:lnTo>
                  <a:pt x="123992" y="5772"/>
                </a:lnTo>
                <a:moveTo>
                  <a:pt x="83585" y="5772"/>
                </a:moveTo>
                <a:lnTo>
                  <a:pt x="60495" y="5772"/>
                </a:lnTo>
                <a:lnTo>
                  <a:pt x="60495" y="0"/>
                </a:lnTo>
                <a:lnTo>
                  <a:pt x="83585" y="0"/>
                </a:lnTo>
                <a:lnTo>
                  <a:pt x="83585" y="5772"/>
                </a:lnTo>
                <a:moveTo>
                  <a:pt x="43178" y="5772"/>
                </a:moveTo>
                <a:lnTo>
                  <a:pt x="20088" y="5772"/>
                </a:lnTo>
                <a:lnTo>
                  <a:pt x="20088" y="0"/>
                </a:lnTo>
                <a:lnTo>
                  <a:pt x="43178" y="0"/>
                </a:lnTo>
                <a:lnTo>
                  <a:pt x="43178" y="5772"/>
                </a:lnTo>
                <a:moveTo>
                  <a:pt x="5772" y="3002"/>
                </a:moveTo>
                <a:lnTo>
                  <a:pt x="5772" y="26091"/>
                </a:lnTo>
                <a:lnTo>
                  <a:pt x="0" y="26091"/>
                </a:lnTo>
                <a:lnTo>
                  <a:pt x="0" y="3002"/>
                </a:lnTo>
                <a:lnTo>
                  <a:pt x="5772" y="3002"/>
                </a:lnTo>
                <a:moveTo>
                  <a:pt x="5772" y="43409"/>
                </a:moveTo>
                <a:lnTo>
                  <a:pt x="5772" y="66498"/>
                </a:lnTo>
                <a:lnTo>
                  <a:pt x="0" y="66498"/>
                </a:lnTo>
                <a:lnTo>
                  <a:pt x="0" y="43409"/>
                </a:lnTo>
                <a:lnTo>
                  <a:pt x="5772" y="43409"/>
                </a:lnTo>
                <a:moveTo>
                  <a:pt x="5772" y="83816"/>
                </a:moveTo>
                <a:lnTo>
                  <a:pt x="5772" y="106906"/>
                </a:lnTo>
                <a:lnTo>
                  <a:pt x="0" y="106906"/>
                </a:lnTo>
                <a:lnTo>
                  <a:pt x="0" y="83816"/>
                </a:lnTo>
                <a:lnTo>
                  <a:pt x="5772" y="83816"/>
                </a:lnTo>
                <a:moveTo>
                  <a:pt x="5772" y="124223"/>
                </a:moveTo>
                <a:lnTo>
                  <a:pt x="5772" y="147313"/>
                </a:lnTo>
                <a:lnTo>
                  <a:pt x="0" y="147313"/>
                </a:lnTo>
                <a:lnTo>
                  <a:pt x="0" y="124223"/>
                </a:lnTo>
                <a:lnTo>
                  <a:pt x="5772" y="124223"/>
                </a:lnTo>
                <a:moveTo>
                  <a:pt x="5772" y="164630"/>
                </a:moveTo>
                <a:lnTo>
                  <a:pt x="5772" y="187720"/>
                </a:lnTo>
                <a:lnTo>
                  <a:pt x="0" y="187720"/>
                </a:lnTo>
                <a:lnTo>
                  <a:pt x="0" y="164630"/>
                </a:lnTo>
                <a:lnTo>
                  <a:pt x="5772" y="164630"/>
                </a:lnTo>
                <a:moveTo>
                  <a:pt x="5772" y="205037"/>
                </a:moveTo>
                <a:lnTo>
                  <a:pt x="5772" y="228127"/>
                </a:lnTo>
                <a:lnTo>
                  <a:pt x="0" y="228127"/>
                </a:lnTo>
                <a:lnTo>
                  <a:pt x="0" y="205037"/>
                </a:lnTo>
                <a:lnTo>
                  <a:pt x="5772" y="205037"/>
                </a:lnTo>
                <a:moveTo>
                  <a:pt x="5772" y="245444"/>
                </a:moveTo>
                <a:lnTo>
                  <a:pt x="5772" y="268534"/>
                </a:lnTo>
                <a:lnTo>
                  <a:pt x="0" y="268534"/>
                </a:lnTo>
                <a:lnTo>
                  <a:pt x="0" y="245444"/>
                </a:lnTo>
                <a:lnTo>
                  <a:pt x="5772" y="245444"/>
                </a:lnTo>
                <a:moveTo>
                  <a:pt x="5772" y="285851"/>
                </a:moveTo>
                <a:lnTo>
                  <a:pt x="5772" y="308941"/>
                </a:lnTo>
                <a:lnTo>
                  <a:pt x="0" y="308941"/>
                </a:lnTo>
                <a:lnTo>
                  <a:pt x="0" y="285851"/>
                </a:lnTo>
                <a:lnTo>
                  <a:pt x="5772" y="285851"/>
                </a:lnTo>
                <a:moveTo>
                  <a:pt x="5772" y="326258"/>
                </a:moveTo>
                <a:lnTo>
                  <a:pt x="5772" y="349348"/>
                </a:lnTo>
                <a:lnTo>
                  <a:pt x="0" y="349348"/>
                </a:lnTo>
                <a:lnTo>
                  <a:pt x="0" y="326258"/>
                </a:lnTo>
                <a:lnTo>
                  <a:pt x="5772" y="326258"/>
                </a:lnTo>
                <a:moveTo>
                  <a:pt x="5772" y="366665"/>
                </a:moveTo>
                <a:lnTo>
                  <a:pt x="5772" y="389755"/>
                </a:lnTo>
                <a:lnTo>
                  <a:pt x="0" y="389755"/>
                </a:lnTo>
                <a:lnTo>
                  <a:pt x="0" y="366665"/>
                </a:lnTo>
                <a:lnTo>
                  <a:pt x="5772" y="366665"/>
                </a:lnTo>
                <a:moveTo>
                  <a:pt x="5772" y="407072"/>
                </a:moveTo>
                <a:lnTo>
                  <a:pt x="5772" y="430162"/>
                </a:lnTo>
                <a:lnTo>
                  <a:pt x="0" y="430162"/>
                </a:lnTo>
                <a:lnTo>
                  <a:pt x="0" y="407072"/>
                </a:lnTo>
                <a:lnTo>
                  <a:pt x="5772" y="407072"/>
                </a:lnTo>
                <a:moveTo>
                  <a:pt x="5772" y="447479"/>
                </a:moveTo>
                <a:lnTo>
                  <a:pt x="5772" y="470569"/>
                </a:lnTo>
                <a:lnTo>
                  <a:pt x="0" y="470569"/>
                </a:lnTo>
                <a:lnTo>
                  <a:pt x="0" y="447479"/>
                </a:lnTo>
                <a:lnTo>
                  <a:pt x="5772" y="447479"/>
                </a:lnTo>
                <a:moveTo>
                  <a:pt x="5772" y="487886"/>
                </a:moveTo>
                <a:lnTo>
                  <a:pt x="5772" y="510976"/>
                </a:lnTo>
                <a:lnTo>
                  <a:pt x="0" y="510976"/>
                </a:lnTo>
                <a:lnTo>
                  <a:pt x="0" y="487886"/>
                </a:lnTo>
                <a:lnTo>
                  <a:pt x="5772" y="487886"/>
                </a:lnTo>
                <a:moveTo>
                  <a:pt x="5772" y="528293"/>
                </a:moveTo>
                <a:lnTo>
                  <a:pt x="5772" y="551383"/>
                </a:lnTo>
                <a:lnTo>
                  <a:pt x="0" y="551383"/>
                </a:lnTo>
                <a:lnTo>
                  <a:pt x="0" y="528293"/>
                </a:lnTo>
                <a:lnTo>
                  <a:pt x="5772" y="528293"/>
                </a:lnTo>
                <a:moveTo>
                  <a:pt x="5772" y="568700"/>
                </a:moveTo>
                <a:lnTo>
                  <a:pt x="5772" y="591790"/>
                </a:lnTo>
                <a:lnTo>
                  <a:pt x="0" y="591790"/>
                </a:lnTo>
                <a:lnTo>
                  <a:pt x="0" y="568700"/>
                </a:lnTo>
                <a:lnTo>
                  <a:pt x="5772" y="568700"/>
                </a:lnTo>
                <a:moveTo>
                  <a:pt x="5772" y="609107"/>
                </a:moveTo>
                <a:lnTo>
                  <a:pt x="5772" y="621807"/>
                </a:lnTo>
                <a:lnTo>
                  <a:pt x="25976" y="621807"/>
                </a:lnTo>
                <a:lnTo>
                  <a:pt x="25976" y="627579"/>
                </a:lnTo>
                <a:lnTo>
                  <a:pt x="0" y="627579"/>
                </a:lnTo>
                <a:lnTo>
                  <a:pt x="0" y="609107"/>
                </a:lnTo>
                <a:lnTo>
                  <a:pt x="5772" y="609107"/>
                </a:lnTo>
              </a:path>
            </a:pathLst>
          </a:custGeom>
          <a:solidFill xmlns:a="http://schemas.openxmlformats.org/drawingml/2006/main">
            <a:srgbClr val="001D3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PatchFunctionSemantic&amp;SyntacticSignatureExtraction">
            <a:extLst xmlns:a="http://schemas.openxmlformats.org/drawingml/2006/main">
              <a:ext uri="{FF2B5EF4-FFF2-40B4-BE49-F238E27FC236}">
                <a16:creationId xmlns:a16="http://schemas.microsoft.com/office/drawing/2014/main" id="{5DA037BE-8F14-47A4-A73B-3EFC74C0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483" y="143793"/>
            <a:ext cx="3184636" cy="108676"/>
          </a:xfrm>
          <a:custGeom xmlns:a="http://schemas.openxmlformats.org/drawingml/2006/main">
            <a:pathLst>
              <a:path w="3184636" h="108676">
                <a:moveTo>
                  <a:pt x="0" y="84274"/>
                </a:moveTo>
                <a:lnTo>
                  <a:pt x="0" y="1469"/>
                </a:lnTo>
                <a:lnTo>
                  <a:pt x="26830" y="1469"/>
                </a:lnTo>
                <a:cubicBezTo>
                  <a:pt x="36997" y="1469"/>
                  <a:pt x="43625" y="1882"/>
                  <a:pt x="46712" y="2709"/>
                </a:cubicBezTo>
                <a:cubicBezTo>
                  <a:pt x="51457" y="3951"/>
                  <a:pt x="55430" y="6650"/>
                  <a:pt x="58631" y="10806"/>
                </a:cubicBezTo>
                <a:cubicBezTo>
                  <a:pt x="61831" y="14962"/>
                  <a:pt x="63432" y="20332"/>
                  <a:pt x="63432" y="26915"/>
                </a:cubicBezTo>
                <a:cubicBezTo>
                  <a:pt x="63432" y="31992"/>
                  <a:pt x="62509" y="36262"/>
                  <a:pt x="60664" y="39723"/>
                </a:cubicBezTo>
                <a:cubicBezTo>
                  <a:pt x="58819" y="43183"/>
                  <a:pt x="56475" y="45901"/>
                  <a:pt x="53632" y="47876"/>
                </a:cubicBezTo>
                <a:cubicBezTo>
                  <a:pt x="50789" y="49850"/>
                  <a:pt x="47899" y="51158"/>
                  <a:pt x="44961" y="51798"/>
                </a:cubicBezTo>
                <a:cubicBezTo>
                  <a:pt x="40970" y="52587"/>
                  <a:pt x="35190" y="52982"/>
                  <a:pt x="27621" y="52982"/>
                </a:cubicBezTo>
                <a:lnTo>
                  <a:pt x="16719" y="52982"/>
                </a:lnTo>
                <a:lnTo>
                  <a:pt x="16719" y="84274"/>
                </a:lnTo>
                <a:lnTo>
                  <a:pt x="0" y="84274"/>
                </a:lnTo>
                <a:moveTo>
                  <a:pt x="16719" y="15477"/>
                </a:moveTo>
                <a:lnTo>
                  <a:pt x="16719" y="38974"/>
                </a:lnTo>
                <a:lnTo>
                  <a:pt x="25870" y="38974"/>
                </a:lnTo>
                <a:cubicBezTo>
                  <a:pt x="32460" y="38974"/>
                  <a:pt x="36865" y="38541"/>
                  <a:pt x="39087" y="37675"/>
                </a:cubicBezTo>
                <a:cubicBezTo>
                  <a:pt x="41309" y="36809"/>
                  <a:pt x="43050" y="35453"/>
                  <a:pt x="44312" y="33608"/>
                </a:cubicBezTo>
                <a:cubicBezTo>
                  <a:pt x="45573" y="31763"/>
                  <a:pt x="46204" y="29617"/>
                  <a:pt x="46204" y="27169"/>
                </a:cubicBezTo>
                <a:cubicBezTo>
                  <a:pt x="46204" y="24156"/>
                  <a:pt x="45319" y="21671"/>
                  <a:pt x="43549" y="19713"/>
                </a:cubicBezTo>
                <a:cubicBezTo>
                  <a:pt x="41779" y="17755"/>
                  <a:pt x="39539" y="16531"/>
                  <a:pt x="36828" y="16042"/>
                </a:cubicBezTo>
                <a:cubicBezTo>
                  <a:pt x="34832" y="15665"/>
                  <a:pt x="30822" y="15477"/>
                  <a:pt x="24797" y="15477"/>
                </a:cubicBezTo>
                <a:lnTo>
                  <a:pt x="16719" y="15477"/>
                </a:lnTo>
                <a:close/>
                <a:moveTo>
                  <a:pt x="88907" y="42815"/>
                </a:moveTo>
                <a:lnTo>
                  <a:pt x="74504" y="40217"/>
                </a:lnTo>
                <a:cubicBezTo>
                  <a:pt x="76123" y="34341"/>
                  <a:pt x="78909" y="29992"/>
                  <a:pt x="82863" y="27169"/>
                </a:cubicBezTo>
                <a:cubicBezTo>
                  <a:pt x="86817" y="24345"/>
                  <a:pt x="92692" y="22933"/>
                  <a:pt x="100486" y="22933"/>
                </a:cubicBezTo>
                <a:cubicBezTo>
                  <a:pt x="107566" y="22933"/>
                  <a:pt x="112838" y="23770"/>
                  <a:pt x="116302" y="25446"/>
                </a:cubicBezTo>
                <a:cubicBezTo>
                  <a:pt x="119766" y="27122"/>
                  <a:pt x="122205" y="29249"/>
                  <a:pt x="123617" y="31829"/>
                </a:cubicBezTo>
                <a:cubicBezTo>
                  <a:pt x="125029" y="34408"/>
                  <a:pt x="125735" y="39144"/>
                  <a:pt x="125735" y="46035"/>
                </a:cubicBezTo>
                <a:lnTo>
                  <a:pt x="125565" y="64561"/>
                </a:lnTo>
                <a:cubicBezTo>
                  <a:pt x="125565" y="69833"/>
                  <a:pt x="125820" y="73721"/>
                  <a:pt x="126328" y="76225"/>
                </a:cubicBezTo>
                <a:cubicBezTo>
                  <a:pt x="126836" y="78730"/>
                  <a:pt x="127787" y="81413"/>
                  <a:pt x="129180" y="84274"/>
                </a:cubicBezTo>
                <a:lnTo>
                  <a:pt x="113478" y="84274"/>
                </a:lnTo>
                <a:cubicBezTo>
                  <a:pt x="113064" y="83220"/>
                  <a:pt x="112555" y="81657"/>
                  <a:pt x="111953" y="79586"/>
                </a:cubicBezTo>
                <a:cubicBezTo>
                  <a:pt x="111689" y="78645"/>
                  <a:pt x="111501" y="78023"/>
                  <a:pt x="111388" y="77722"/>
                </a:cubicBezTo>
                <a:cubicBezTo>
                  <a:pt x="108677" y="80358"/>
                  <a:pt x="105777" y="82335"/>
                  <a:pt x="102689" y="83653"/>
                </a:cubicBezTo>
                <a:cubicBezTo>
                  <a:pt x="99602" y="84971"/>
                  <a:pt x="96307" y="85630"/>
                  <a:pt x="92805" y="85630"/>
                </a:cubicBezTo>
                <a:cubicBezTo>
                  <a:pt x="86629" y="85630"/>
                  <a:pt x="81762" y="83961"/>
                  <a:pt x="78203" y="80624"/>
                </a:cubicBezTo>
                <a:cubicBezTo>
                  <a:pt x="74645" y="77287"/>
                  <a:pt x="72866" y="73068"/>
                  <a:pt x="72866" y="67968"/>
                </a:cubicBezTo>
                <a:cubicBezTo>
                  <a:pt x="72866" y="64593"/>
                  <a:pt x="73675" y="61584"/>
                  <a:pt x="75294" y="58941"/>
                </a:cubicBezTo>
                <a:cubicBezTo>
                  <a:pt x="76914" y="56297"/>
                  <a:pt x="79182" y="54272"/>
                  <a:pt x="82101" y="52866"/>
                </a:cubicBezTo>
                <a:cubicBezTo>
                  <a:pt x="85019" y="51459"/>
                  <a:pt x="89227" y="50232"/>
                  <a:pt x="94725" y="49182"/>
                </a:cubicBezTo>
                <a:cubicBezTo>
                  <a:pt x="102143" y="47794"/>
                  <a:pt x="107283" y="46501"/>
                  <a:pt x="110145" y="45300"/>
                </a:cubicBezTo>
                <a:lnTo>
                  <a:pt x="110145" y="43701"/>
                </a:lnTo>
                <a:cubicBezTo>
                  <a:pt x="110145" y="40617"/>
                  <a:pt x="109392" y="38418"/>
                  <a:pt x="107886" y="37105"/>
                </a:cubicBezTo>
                <a:cubicBezTo>
                  <a:pt x="106380" y="35790"/>
                  <a:pt x="103537" y="35133"/>
                  <a:pt x="99357" y="35133"/>
                </a:cubicBezTo>
                <a:cubicBezTo>
                  <a:pt x="96533" y="35133"/>
                  <a:pt x="94330" y="35702"/>
                  <a:pt x="92748" y="36838"/>
                </a:cubicBezTo>
                <a:cubicBezTo>
                  <a:pt x="91167" y="37974"/>
                  <a:pt x="89886" y="39966"/>
                  <a:pt x="88907" y="42815"/>
                </a:cubicBezTo>
                <a:moveTo>
                  <a:pt x="110145" y="55693"/>
                </a:moveTo>
                <a:cubicBezTo>
                  <a:pt x="108112" y="56363"/>
                  <a:pt x="104892" y="57163"/>
                  <a:pt x="100486" y="58094"/>
                </a:cubicBezTo>
                <a:cubicBezTo>
                  <a:pt x="96081" y="59024"/>
                  <a:pt x="93200" y="59935"/>
                  <a:pt x="91844" y="60828"/>
                </a:cubicBezTo>
                <a:cubicBezTo>
                  <a:pt x="89773" y="62279"/>
                  <a:pt x="88738" y="64121"/>
                  <a:pt x="88738" y="66353"/>
                </a:cubicBezTo>
                <a:cubicBezTo>
                  <a:pt x="88738" y="68549"/>
                  <a:pt x="89566" y="70447"/>
                  <a:pt x="91223" y="72047"/>
                </a:cubicBezTo>
                <a:cubicBezTo>
                  <a:pt x="92880" y="73647"/>
                  <a:pt x="94989" y="74446"/>
                  <a:pt x="97549" y="74446"/>
                </a:cubicBezTo>
                <a:cubicBezTo>
                  <a:pt x="100411" y="74446"/>
                  <a:pt x="103141" y="73516"/>
                  <a:pt x="105739" y="71655"/>
                </a:cubicBezTo>
                <a:cubicBezTo>
                  <a:pt x="107660" y="70242"/>
                  <a:pt x="108921" y="68512"/>
                  <a:pt x="109524" y="66464"/>
                </a:cubicBezTo>
                <a:cubicBezTo>
                  <a:pt x="109938" y="65125"/>
                  <a:pt x="110145" y="62577"/>
                  <a:pt x="110145" y="58819"/>
                </a:cubicBezTo>
                <a:lnTo>
                  <a:pt x="110145" y="55693"/>
                </a:lnTo>
                <a:close/>
                <a:moveTo>
                  <a:pt x="168871" y="24288"/>
                </a:moveTo>
                <a:lnTo>
                  <a:pt x="168871" y="36941"/>
                </a:lnTo>
                <a:lnTo>
                  <a:pt x="158026" y="36941"/>
                </a:lnTo>
                <a:lnTo>
                  <a:pt x="158026" y="61077"/>
                </a:lnTo>
                <a:cubicBezTo>
                  <a:pt x="158026" y="65965"/>
                  <a:pt x="158130" y="68814"/>
                  <a:pt x="158337" y="69622"/>
                </a:cubicBezTo>
                <a:cubicBezTo>
                  <a:pt x="158544" y="70429"/>
                  <a:pt x="159015" y="71097"/>
                  <a:pt x="159749" y="71624"/>
                </a:cubicBezTo>
                <a:cubicBezTo>
                  <a:pt x="160483" y="72150"/>
                  <a:pt x="161378" y="72413"/>
                  <a:pt x="162432" y="72413"/>
                </a:cubicBezTo>
                <a:cubicBezTo>
                  <a:pt x="163900" y="72413"/>
                  <a:pt x="166028" y="71904"/>
                  <a:pt x="168815" y="70888"/>
                </a:cubicBezTo>
                <a:lnTo>
                  <a:pt x="170170" y="83247"/>
                </a:lnTo>
                <a:cubicBezTo>
                  <a:pt x="166480" y="84836"/>
                  <a:pt x="162300" y="85630"/>
                  <a:pt x="157631" y="85630"/>
                </a:cubicBezTo>
                <a:cubicBezTo>
                  <a:pt x="154769" y="85630"/>
                  <a:pt x="152189" y="85150"/>
                  <a:pt x="149892" y="84190"/>
                </a:cubicBezTo>
                <a:cubicBezTo>
                  <a:pt x="147595" y="83229"/>
                  <a:pt x="145910" y="81987"/>
                  <a:pt x="144837" y="80462"/>
                </a:cubicBezTo>
                <a:cubicBezTo>
                  <a:pt x="143764" y="78937"/>
                  <a:pt x="143020" y="76875"/>
                  <a:pt x="142606" y="74277"/>
                </a:cubicBezTo>
                <a:cubicBezTo>
                  <a:pt x="142267" y="72432"/>
                  <a:pt x="142098" y="68704"/>
                  <a:pt x="142098" y="63093"/>
                </a:cubicBezTo>
                <a:lnTo>
                  <a:pt x="142098" y="36941"/>
                </a:lnTo>
                <a:lnTo>
                  <a:pt x="134811" y="36941"/>
                </a:lnTo>
                <a:lnTo>
                  <a:pt x="134811" y="24288"/>
                </a:lnTo>
                <a:lnTo>
                  <a:pt x="142098" y="24288"/>
                </a:lnTo>
                <a:lnTo>
                  <a:pt x="142098" y="12314"/>
                </a:lnTo>
                <a:lnTo>
                  <a:pt x="158026" y="2937"/>
                </a:lnTo>
                <a:lnTo>
                  <a:pt x="158026" y="24288"/>
                </a:lnTo>
                <a:lnTo>
                  <a:pt x="168871" y="24288"/>
                </a:lnTo>
                <a:close/>
                <a:moveTo>
                  <a:pt x="232189" y="42024"/>
                </a:moveTo>
                <a:lnTo>
                  <a:pt x="216543" y="44848"/>
                </a:lnTo>
                <a:cubicBezTo>
                  <a:pt x="216016" y="41742"/>
                  <a:pt x="214820" y="39402"/>
                  <a:pt x="212956" y="37830"/>
                </a:cubicBezTo>
                <a:cubicBezTo>
                  <a:pt x="211092" y="36258"/>
                  <a:pt x="208673" y="35472"/>
                  <a:pt x="205698" y="35472"/>
                </a:cubicBezTo>
                <a:cubicBezTo>
                  <a:pt x="201744" y="35472"/>
                  <a:pt x="198590" y="36833"/>
                  <a:pt x="196237" y="39555"/>
                </a:cubicBezTo>
                <a:cubicBezTo>
                  <a:pt x="193883" y="42277"/>
                  <a:pt x="192707" y="46828"/>
                  <a:pt x="192707" y="53210"/>
                </a:cubicBezTo>
                <a:cubicBezTo>
                  <a:pt x="192707" y="60306"/>
                  <a:pt x="193902" y="65318"/>
                  <a:pt x="196293" y="68247"/>
                </a:cubicBezTo>
                <a:cubicBezTo>
                  <a:pt x="198684" y="71175"/>
                  <a:pt x="201895" y="72639"/>
                  <a:pt x="205924" y="72639"/>
                </a:cubicBezTo>
                <a:cubicBezTo>
                  <a:pt x="208936" y="72639"/>
                  <a:pt x="211403" y="71782"/>
                  <a:pt x="213323" y="70069"/>
                </a:cubicBezTo>
                <a:cubicBezTo>
                  <a:pt x="215244" y="68355"/>
                  <a:pt x="216599" y="65409"/>
                  <a:pt x="217390" y="61229"/>
                </a:cubicBezTo>
                <a:lnTo>
                  <a:pt x="232980" y="63940"/>
                </a:lnTo>
                <a:cubicBezTo>
                  <a:pt x="231361" y="71095"/>
                  <a:pt x="228254" y="76498"/>
                  <a:pt x="223660" y="80151"/>
                </a:cubicBezTo>
                <a:cubicBezTo>
                  <a:pt x="219066" y="83804"/>
                  <a:pt x="212909" y="85630"/>
                  <a:pt x="205190" y="85630"/>
                </a:cubicBezTo>
                <a:cubicBezTo>
                  <a:pt x="196416" y="85630"/>
                  <a:pt x="189421" y="82862"/>
                  <a:pt x="184206" y="77327"/>
                </a:cubicBezTo>
                <a:cubicBezTo>
                  <a:pt x="178990" y="71791"/>
                  <a:pt x="176383" y="64128"/>
                  <a:pt x="176383" y="54338"/>
                </a:cubicBezTo>
                <a:cubicBezTo>
                  <a:pt x="176383" y="44434"/>
                  <a:pt x="179000" y="36724"/>
                  <a:pt x="184234" y="31208"/>
                </a:cubicBezTo>
                <a:cubicBezTo>
                  <a:pt x="189468" y="25691"/>
                  <a:pt x="196547" y="22933"/>
                  <a:pt x="205472" y="22933"/>
                </a:cubicBezTo>
                <a:cubicBezTo>
                  <a:pt x="212777" y="22933"/>
                  <a:pt x="218586" y="24505"/>
                  <a:pt x="222897" y="27649"/>
                </a:cubicBezTo>
                <a:cubicBezTo>
                  <a:pt x="227209" y="30793"/>
                  <a:pt x="230306" y="35585"/>
                  <a:pt x="232189" y="42024"/>
                </a:cubicBezTo>
                <a:close/>
                <a:moveTo>
                  <a:pt x="260018" y="1469"/>
                </a:moveTo>
                <a:lnTo>
                  <a:pt x="260018" y="31956"/>
                </a:lnTo>
                <a:cubicBezTo>
                  <a:pt x="265139" y="25940"/>
                  <a:pt x="271258" y="22933"/>
                  <a:pt x="278375" y="22933"/>
                </a:cubicBezTo>
                <a:cubicBezTo>
                  <a:pt x="282028" y="22933"/>
                  <a:pt x="285323" y="23610"/>
                  <a:pt x="288260" y="24966"/>
                </a:cubicBezTo>
                <a:cubicBezTo>
                  <a:pt x="291197" y="26322"/>
                  <a:pt x="293410" y="28054"/>
                  <a:pt x="294897" y="30163"/>
                </a:cubicBezTo>
                <a:cubicBezTo>
                  <a:pt x="296384" y="32271"/>
                  <a:pt x="297401" y="34606"/>
                  <a:pt x="297947" y="37167"/>
                </a:cubicBezTo>
                <a:cubicBezTo>
                  <a:pt x="298493" y="39727"/>
                  <a:pt x="298766" y="43700"/>
                  <a:pt x="298766" y="49085"/>
                </a:cubicBezTo>
                <a:lnTo>
                  <a:pt x="298766" y="84274"/>
                </a:lnTo>
                <a:lnTo>
                  <a:pt x="282894" y="84274"/>
                </a:lnTo>
                <a:lnTo>
                  <a:pt x="282894" y="52624"/>
                </a:lnTo>
                <a:cubicBezTo>
                  <a:pt x="282894" y="46342"/>
                  <a:pt x="282593" y="42355"/>
                  <a:pt x="281990" y="40663"/>
                </a:cubicBezTo>
                <a:cubicBezTo>
                  <a:pt x="281388" y="38970"/>
                  <a:pt x="280324" y="37625"/>
                  <a:pt x="278799" y="36628"/>
                </a:cubicBezTo>
                <a:cubicBezTo>
                  <a:pt x="277274" y="35632"/>
                  <a:pt x="275363" y="35133"/>
                  <a:pt x="273066" y="35133"/>
                </a:cubicBezTo>
                <a:cubicBezTo>
                  <a:pt x="270430" y="35133"/>
                  <a:pt x="268076" y="35773"/>
                  <a:pt x="266005" y="37052"/>
                </a:cubicBezTo>
                <a:cubicBezTo>
                  <a:pt x="263934" y="38331"/>
                  <a:pt x="262419" y="40259"/>
                  <a:pt x="261458" y="42834"/>
                </a:cubicBezTo>
                <a:cubicBezTo>
                  <a:pt x="260498" y="45410"/>
                  <a:pt x="260018" y="49219"/>
                  <a:pt x="260018" y="54260"/>
                </a:cubicBezTo>
                <a:lnTo>
                  <a:pt x="260018" y="84274"/>
                </a:lnTo>
                <a:lnTo>
                  <a:pt x="244146" y="84274"/>
                </a:lnTo>
                <a:lnTo>
                  <a:pt x="244146" y="1469"/>
                </a:lnTo>
                <a:lnTo>
                  <a:pt x="260018" y="1469"/>
                </a:lnTo>
                <a:close/>
                <a:moveTo>
                  <a:pt x="346365" y="84274"/>
                </a:moveTo>
                <a:lnTo>
                  <a:pt x="346365" y="1469"/>
                </a:lnTo>
                <a:lnTo>
                  <a:pt x="403132" y="1469"/>
                </a:lnTo>
                <a:lnTo>
                  <a:pt x="403132" y="15477"/>
                </a:lnTo>
                <a:lnTo>
                  <a:pt x="363085" y="15477"/>
                </a:lnTo>
                <a:lnTo>
                  <a:pt x="363085" y="35020"/>
                </a:lnTo>
                <a:lnTo>
                  <a:pt x="397653" y="35020"/>
                </a:lnTo>
                <a:lnTo>
                  <a:pt x="397653" y="49028"/>
                </a:lnTo>
                <a:lnTo>
                  <a:pt x="363085" y="49028"/>
                </a:lnTo>
                <a:lnTo>
                  <a:pt x="363085" y="84274"/>
                </a:lnTo>
                <a:lnTo>
                  <a:pt x="346365" y="84274"/>
                </a:lnTo>
                <a:close/>
                <a:moveTo>
                  <a:pt x="456302" y="84274"/>
                </a:moveTo>
                <a:lnTo>
                  <a:pt x="456302" y="75293"/>
                </a:lnTo>
                <a:cubicBezTo>
                  <a:pt x="454118" y="78494"/>
                  <a:pt x="451247" y="81017"/>
                  <a:pt x="447688" y="82862"/>
                </a:cubicBezTo>
                <a:cubicBezTo>
                  <a:pt x="444130" y="84707"/>
                  <a:pt x="440373" y="85630"/>
                  <a:pt x="436420" y="85630"/>
                </a:cubicBezTo>
                <a:cubicBezTo>
                  <a:pt x="432390" y="85630"/>
                  <a:pt x="428775" y="84745"/>
                  <a:pt x="425575" y="82975"/>
                </a:cubicBezTo>
                <a:cubicBezTo>
                  <a:pt x="422374" y="81205"/>
                  <a:pt x="420058" y="78720"/>
                  <a:pt x="418627" y="75519"/>
                </a:cubicBezTo>
                <a:cubicBezTo>
                  <a:pt x="417196" y="72319"/>
                  <a:pt x="416481" y="67894"/>
                  <a:pt x="416481" y="62246"/>
                </a:cubicBezTo>
                <a:lnTo>
                  <a:pt x="416481" y="24288"/>
                </a:lnTo>
                <a:lnTo>
                  <a:pt x="432353" y="24288"/>
                </a:lnTo>
                <a:lnTo>
                  <a:pt x="432353" y="51789"/>
                </a:lnTo>
                <a:cubicBezTo>
                  <a:pt x="432353" y="60205"/>
                  <a:pt x="432645" y="65362"/>
                  <a:pt x="433228" y="67259"/>
                </a:cubicBezTo>
                <a:cubicBezTo>
                  <a:pt x="433812" y="69155"/>
                  <a:pt x="434876" y="70658"/>
                  <a:pt x="436420" y="71767"/>
                </a:cubicBezTo>
                <a:cubicBezTo>
                  <a:pt x="437963" y="72875"/>
                  <a:pt x="439922" y="73429"/>
                  <a:pt x="442294" y="73429"/>
                </a:cubicBezTo>
                <a:cubicBezTo>
                  <a:pt x="445005" y="73429"/>
                  <a:pt x="447434" y="72688"/>
                  <a:pt x="449580" y="71204"/>
                </a:cubicBezTo>
                <a:cubicBezTo>
                  <a:pt x="451727" y="69720"/>
                  <a:pt x="453195" y="67879"/>
                  <a:pt x="453986" y="65681"/>
                </a:cubicBezTo>
                <a:cubicBezTo>
                  <a:pt x="454777" y="63482"/>
                  <a:pt x="455172" y="58100"/>
                  <a:pt x="455172" y="49535"/>
                </a:cubicBezTo>
                <a:lnTo>
                  <a:pt x="455172" y="24288"/>
                </a:lnTo>
                <a:lnTo>
                  <a:pt x="471044" y="24288"/>
                </a:lnTo>
                <a:lnTo>
                  <a:pt x="471044" y="84274"/>
                </a:lnTo>
                <a:lnTo>
                  <a:pt x="456302" y="84274"/>
                </a:lnTo>
                <a:close/>
                <a:moveTo>
                  <a:pt x="542064" y="84274"/>
                </a:moveTo>
                <a:lnTo>
                  <a:pt x="526192" y="84274"/>
                </a:lnTo>
                <a:lnTo>
                  <a:pt x="526192" y="53695"/>
                </a:lnTo>
                <a:cubicBezTo>
                  <a:pt x="526192" y="47225"/>
                  <a:pt x="525853" y="43041"/>
                  <a:pt x="525175" y="41142"/>
                </a:cubicBezTo>
                <a:cubicBezTo>
                  <a:pt x="524497" y="39242"/>
                  <a:pt x="523396" y="37766"/>
                  <a:pt x="521871" y="36713"/>
                </a:cubicBezTo>
                <a:cubicBezTo>
                  <a:pt x="520345" y="35660"/>
                  <a:pt x="518510" y="35133"/>
                  <a:pt x="516363" y="35133"/>
                </a:cubicBezTo>
                <a:cubicBezTo>
                  <a:pt x="513614" y="35133"/>
                  <a:pt x="511148" y="35886"/>
                  <a:pt x="508964" y="37391"/>
                </a:cubicBezTo>
                <a:cubicBezTo>
                  <a:pt x="506780" y="38895"/>
                  <a:pt x="505283" y="40888"/>
                  <a:pt x="504473" y="43371"/>
                </a:cubicBezTo>
                <a:cubicBezTo>
                  <a:pt x="503664" y="45853"/>
                  <a:pt x="503259" y="50442"/>
                  <a:pt x="503259" y="57137"/>
                </a:cubicBezTo>
                <a:lnTo>
                  <a:pt x="503259" y="84274"/>
                </a:lnTo>
                <a:lnTo>
                  <a:pt x="487387" y="84274"/>
                </a:lnTo>
                <a:lnTo>
                  <a:pt x="487387" y="24288"/>
                </a:lnTo>
                <a:lnTo>
                  <a:pt x="502129" y="24288"/>
                </a:lnTo>
                <a:lnTo>
                  <a:pt x="502129" y="33100"/>
                </a:lnTo>
                <a:cubicBezTo>
                  <a:pt x="507364" y="26322"/>
                  <a:pt x="513953" y="22933"/>
                  <a:pt x="521899" y="22933"/>
                </a:cubicBezTo>
                <a:cubicBezTo>
                  <a:pt x="525401" y="22933"/>
                  <a:pt x="528602" y="23563"/>
                  <a:pt x="531501" y="24825"/>
                </a:cubicBezTo>
                <a:cubicBezTo>
                  <a:pt x="534401" y="26086"/>
                  <a:pt x="536594" y="27696"/>
                  <a:pt x="538082" y="29654"/>
                </a:cubicBezTo>
                <a:cubicBezTo>
                  <a:pt x="539569" y="31612"/>
                  <a:pt x="540604" y="33834"/>
                  <a:pt x="541188" y="36319"/>
                </a:cubicBezTo>
                <a:cubicBezTo>
                  <a:pt x="541772" y="38805"/>
                  <a:pt x="542064" y="42363"/>
                  <a:pt x="542064" y="46995"/>
                </a:cubicBezTo>
                <a:lnTo>
                  <a:pt x="542064" y="84274"/>
                </a:lnTo>
                <a:close/>
                <a:moveTo>
                  <a:pt x="610484" y="42024"/>
                </a:moveTo>
                <a:lnTo>
                  <a:pt x="594838" y="44848"/>
                </a:lnTo>
                <a:cubicBezTo>
                  <a:pt x="594311" y="41742"/>
                  <a:pt x="593116" y="39402"/>
                  <a:pt x="591252" y="37830"/>
                </a:cubicBezTo>
                <a:cubicBezTo>
                  <a:pt x="589388" y="36258"/>
                  <a:pt x="586968" y="35472"/>
                  <a:pt x="583993" y="35472"/>
                </a:cubicBezTo>
                <a:cubicBezTo>
                  <a:pt x="580039" y="35472"/>
                  <a:pt x="576886" y="36833"/>
                  <a:pt x="574532" y="39555"/>
                </a:cubicBezTo>
                <a:cubicBezTo>
                  <a:pt x="572179" y="42277"/>
                  <a:pt x="571002" y="46828"/>
                  <a:pt x="571002" y="53210"/>
                </a:cubicBezTo>
                <a:cubicBezTo>
                  <a:pt x="571002" y="60306"/>
                  <a:pt x="572198" y="65318"/>
                  <a:pt x="574589" y="68247"/>
                </a:cubicBezTo>
                <a:cubicBezTo>
                  <a:pt x="576980" y="71175"/>
                  <a:pt x="580190" y="72639"/>
                  <a:pt x="584219" y="72639"/>
                </a:cubicBezTo>
                <a:cubicBezTo>
                  <a:pt x="587232" y="72639"/>
                  <a:pt x="589698" y="71782"/>
                  <a:pt x="591619" y="70069"/>
                </a:cubicBezTo>
                <a:cubicBezTo>
                  <a:pt x="593539" y="68355"/>
                  <a:pt x="594895" y="65409"/>
                  <a:pt x="595686" y="61229"/>
                </a:cubicBezTo>
                <a:lnTo>
                  <a:pt x="611275" y="63940"/>
                </a:lnTo>
                <a:cubicBezTo>
                  <a:pt x="609656" y="71095"/>
                  <a:pt x="606549" y="76498"/>
                  <a:pt x="601955" y="80151"/>
                </a:cubicBezTo>
                <a:cubicBezTo>
                  <a:pt x="597361" y="83804"/>
                  <a:pt x="591204" y="85630"/>
                  <a:pt x="583485" y="85630"/>
                </a:cubicBezTo>
                <a:cubicBezTo>
                  <a:pt x="574711" y="85630"/>
                  <a:pt x="567716" y="82862"/>
                  <a:pt x="562501" y="77327"/>
                </a:cubicBezTo>
                <a:cubicBezTo>
                  <a:pt x="557286" y="71791"/>
                  <a:pt x="554678" y="64128"/>
                  <a:pt x="554678" y="54338"/>
                </a:cubicBezTo>
                <a:cubicBezTo>
                  <a:pt x="554678" y="44434"/>
                  <a:pt x="557295" y="36724"/>
                  <a:pt x="562529" y="31208"/>
                </a:cubicBezTo>
                <a:cubicBezTo>
                  <a:pt x="567764" y="25691"/>
                  <a:pt x="574843" y="22933"/>
                  <a:pt x="583767" y="22933"/>
                </a:cubicBezTo>
                <a:cubicBezTo>
                  <a:pt x="591073" y="22933"/>
                  <a:pt x="596881" y="24505"/>
                  <a:pt x="601193" y="27649"/>
                </a:cubicBezTo>
                <a:cubicBezTo>
                  <a:pt x="605504" y="30793"/>
                  <a:pt x="608602" y="35585"/>
                  <a:pt x="610484" y="42024"/>
                </a:cubicBezTo>
                <a:close/>
                <a:moveTo>
                  <a:pt x="650006" y="24288"/>
                </a:moveTo>
                <a:lnTo>
                  <a:pt x="650006" y="36941"/>
                </a:lnTo>
                <a:lnTo>
                  <a:pt x="639161" y="36941"/>
                </a:lnTo>
                <a:lnTo>
                  <a:pt x="639161" y="61077"/>
                </a:lnTo>
                <a:cubicBezTo>
                  <a:pt x="639161" y="65965"/>
                  <a:pt x="639264" y="68814"/>
                  <a:pt x="639471" y="69622"/>
                </a:cubicBezTo>
                <a:cubicBezTo>
                  <a:pt x="639679" y="70429"/>
                  <a:pt x="640149" y="71097"/>
                  <a:pt x="640884" y="71624"/>
                </a:cubicBezTo>
                <a:cubicBezTo>
                  <a:pt x="641618" y="72150"/>
                  <a:pt x="642512" y="72413"/>
                  <a:pt x="643567" y="72413"/>
                </a:cubicBezTo>
                <a:cubicBezTo>
                  <a:pt x="645035" y="72413"/>
                  <a:pt x="647163" y="71904"/>
                  <a:pt x="649949" y="70888"/>
                </a:cubicBezTo>
                <a:lnTo>
                  <a:pt x="651305" y="83247"/>
                </a:lnTo>
                <a:cubicBezTo>
                  <a:pt x="647615" y="84836"/>
                  <a:pt x="643435" y="85630"/>
                  <a:pt x="638765" y="85630"/>
                </a:cubicBezTo>
                <a:cubicBezTo>
                  <a:pt x="635904" y="85630"/>
                  <a:pt x="633324" y="85150"/>
                  <a:pt x="631027" y="84190"/>
                </a:cubicBezTo>
                <a:cubicBezTo>
                  <a:pt x="628730" y="83229"/>
                  <a:pt x="627045" y="81987"/>
                  <a:pt x="625972" y="80462"/>
                </a:cubicBezTo>
                <a:cubicBezTo>
                  <a:pt x="624899" y="78937"/>
                  <a:pt x="624155" y="76875"/>
                  <a:pt x="623741" y="74277"/>
                </a:cubicBezTo>
                <a:cubicBezTo>
                  <a:pt x="623402" y="72432"/>
                  <a:pt x="623232" y="68704"/>
                  <a:pt x="623232" y="63093"/>
                </a:cubicBezTo>
                <a:lnTo>
                  <a:pt x="623232" y="36941"/>
                </a:lnTo>
                <a:lnTo>
                  <a:pt x="615946" y="36941"/>
                </a:lnTo>
                <a:lnTo>
                  <a:pt x="615946" y="24288"/>
                </a:lnTo>
                <a:lnTo>
                  <a:pt x="623232" y="24288"/>
                </a:lnTo>
                <a:lnTo>
                  <a:pt x="623232" y="12314"/>
                </a:lnTo>
                <a:lnTo>
                  <a:pt x="639161" y="2937"/>
                </a:lnTo>
                <a:lnTo>
                  <a:pt x="639161" y="24288"/>
                </a:lnTo>
                <a:lnTo>
                  <a:pt x="650006" y="24288"/>
                </a:lnTo>
                <a:close/>
                <a:moveTo>
                  <a:pt x="661019" y="16154"/>
                </a:moveTo>
                <a:lnTo>
                  <a:pt x="661019" y="1469"/>
                </a:lnTo>
                <a:lnTo>
                  <a:pt x="676891" y="1469"/>
                </a:lnTo>
                <a:lnTo>
                  <a:pt x="676891" y="16154"/>
                </a:lnTo>
                <a:lnTo>
                  <a:pt x="661019" y="16154"/>
                </a:lnTo>
                <a:moveTo>
                  <a:pt x="661019" y="84274"/>
                </a:moveTo>
                <a:lnTo>
                  <a:pt x="661019" y="24288"/>
                </a:lnTo>
                <a:lnTo>
                  <a:pt x="676891" y="24288"/>
                </a:lnTo>
                <a:lnTo>
                  <a:pt x="676891" y="84274"/>
                </a:lnTo>
                <a:lnTo>
                  <a:pt x="661019" y="84274"/>
                </a:lnTo>
                <a:close/>
                <a:moveTo>
                  <a:pt x="689506" y="53434"/>
                </a:moveTo>
                <a:cubicBezTo>
                  <a:pt x="689506" y="48162"/>
                  <a:pt x="690806" y="43060"/>
                  <a:pt x="693404" y="38127"/>
                </a:cubicBezTo>
                <a:cubicBezTo>
                  <a:pt x="696002" y="33194"/>
                  <a:pt x="699683" y="29428"/>
                  <a:pt x="704447" y="26830"/>
                </a:cubicBezTo>
                <a:cubicBezTo>
                  <a:pt x="709210" y="24232"/>
                  <a:pt x="714529" y="22933"/>
                  <a:pt x="720403" y="22933"/>
                </a:cubicBezTo>
                <a:cubicBezTo>
                  <a:pt x="729478" y="22933"/>
                  <a:pt x="736916" y="25879"/>
                  <a:pt x="742715" y="31772"/>
                </a:cubicBezTo>
                <a:cubicBezTo>
                  <a:pt x="748514" y="37666"/>
                  <a:pt x="751413" y="45112"/>
                  <a:pt x="751413" y="54112"/>
                </a:cubicBezTo>
                <a:cubicBezTo>
                  <a:pt x="751413" y="63187"/>
                  <a:pt x="748485" y="70709"/>
                  <a:pt x="742630" y="76677"/>
                </a:cubicBezTo>
                <a:cubicBezTo>
                  <a:pt x="736774" y="82646"/>
                  <a:pt x="729403" y="85630"/>
                  <a:pt x="720516" y="85630"/>
                </a:cubicBezTo>
                <a:cubicBezTo>
                  <a:pt x="715019" y="85630"/>
                  <a:pt x="709775" y="84387"/>
                  <a:pt x="704785" y="81902"/>
                </a:cubicBezTo>
                <a:cubicBezTo>
                  <a:pt x="699796" y="79417"/>
                  <a:pt x="696002" y="75774"/>
                  <a:pt x="693404" y="70972"/>
                </a:cubicBezTo>
                <a:cubicBezTo>
                  <a:pt x="690806" y="66171"/>
                  <a:pt x="689506" y="60325"/>
                  <a:pt x="689506" y="53434"/>
                </a:cubicBezTo>
                <a:moveTo>
                  <a:pt x="705774" y="54281"/>
                </a:moveTo>
                <a:cubicBezTo>
                  <a:pt x="705774" y="60212"/>
                  <a:pt x="707186" y="64754"/>
                  <a:pt x="710010" y="67908"/>
                </a:cubicBezTo>
                <a:cubicBezTo>
                  <a:pt x="712834" y="71062"/>
                  <a:pt x="716318" y="72639"/>
                  <a:pt x="720460" y="72639"/>
                </a:cubicBezTo>
                <a:cubicBezTo>
                  <a:pt x="724602" y="72639"/>
                  <a:pt x="728076" y="71062"/>
                  <a:pt x="730881" y="67908"/>
                </a:cubicBezTo>
                <a:cubicBezTo>
                  <a:pt x="733687" y="64754"/>
                  <a:pt x="735089" y="60174"/>
                  <a:pt x="735089" y="54168"/>
                </a:cubicBezTo>
                <a:cubicBezTo>
                  <a:pt x="735089" y="48313"/>
                  <a:pt x="733687" y="43808"/>
                  <a:pt x="730881" y="40654"/>
                </a:cubicBezTo>
                <a:cubicBezTo>
                  <a:pt x="728076" y="37501"/>
                  <a:pt x="724602" y="35924"/>
                  <a:pt x="720460" y="35924"/>
                </a:cubicBezTo>
                <a:cubicBezTo>
                  <a:pt x="716318" y="35924"/>
                  <a:pt x="712834" y="37501"/>
                  <a:pt x="710010" y="40654"/>
                </a:cubicBezTo>
                <a:cubicBezTo>
                  <a:pt x="707186" y="43808"/>
                  <a:pt x="705774" y="48350"/>
                  <a:pt x="705774" y="54281"/>
                </a:cubicBezTo>
                <a:close/>
                <a:moveTo>
                  <a:pt x="818422" y="84274"/>
                </a:moveTo>
                <a:lnTo>
                  <a:pt x="802550" y="84274"/>
                </a:lnTo>
                <a:lnTo>
                  <a:pt x="802550" y="53695"/>
                </a:lnTo>
                <a:cubicBezTo>
                  <a:pt x="802550" y="47225"/>
                  <a:pt x="802211" y="43041"/>
                  <a:pt x="801533" y="41142"/>
                </a:cubicBezTo>
                <a:cubicBezTo>
                  <a:pt x="800856" y="39242"/>
                  <a:pt x="799754" y="37766"/>
                  <a:pt x="798229" y="36713"/>
                </a:cubicBezTo>
                <a:cubicBezTo>
                  <a:pt x="796704" y="35660"/>
                  <a:pt x="794868" y="35133"/>
                  <a:pt x="792722" y="35133"/>
                </a:cubicBezTo>
                <a:cubicBezTo>
                  <a:pt x="789973" y="35133"/>
                  <a:pt x="787507" y="35886"/>
                  <a:pt x="785323" y="37391"/>
                </a:cubicBezTo>
                <a:cubicBezTo>
                  <a:pt x="783138" y="38895"/>
                  <a:pt x="781642" y="40888"/>
                  <a:pt x="780832" y="43371"/>
                </a:cubicBezTo>
                <a:cubicBezTo>
                  <a:pt x="780022" y="45853"/>
                  <a:pt x="779618" y="50442"/>
                  <a:pt x="779618" y="57137"/>
                </a:cubicBezTo>
                <a:lnTo>
                  <a:pt x="779618" y="84274"/>
                </a:lnTo>
                <a:lnTo>
                  <a:pt x="763746" y="84274"/>
                </a:lnTo>
                <a:lnTo>
                  <a:pt x="763746" y="24288"/>
                </a:lnTo>
                <a:lnTo>
                  <a:pt x="778488" y="24288"/>
                </a:lnTo>
                <a:lnTo>
                  <a:pt x="778488" y="33100"/>
                </a:lnTo>
                <a:cubicBezTo>
                  <a:pt x="783722" y="26322"/>
                  <a:pt x="790312" y="22933"/>
                  <a:pt x="798257" y="22933"/>
                </a:cubicBezTo>
                <a:cubicBezTo>
                  <a:pt x="801759" y="22933"/>
                  <a:pt x="804960" y="23563"/>
                  <a:pt x="807860" y="24825"/>
                </a:cubicBezTo>
                <a:cubicBezTo>
                  <a:pt x="810759" y="26086"/>
                  <a:pt x="812953" y="27696"/>
                  <a:pt x="814440" y="29654"/>
                </a:cubicBezTo>
                <a:cubicBezTo>
                  <a:pt x="815928" y="31612"/>
                  <a:pt x="816963" y="33834"/>
                  <a:pt x="817547" y="36319"/>
                </a:cubicBezTo>
                <a:cubicBezTo>
                  <a:pt x="818130" y="38805"/>
                  <a:pt x="818422" y="42363"/>
                  <a:pt x="818422" y="46995"/>
                </a:cubicBezTo>
                <a:lnTo>
                  <a:pt x="818422" y="84274"/>
                </a:lnTo>
                <a:close/>
                <a:moveTo>
                  <a:pt x="861672" y="57388"/>
                </a:moveTo>
                <a:lnTo>
                  <a:pt x="877939" y="55806"/>
                </a:lnTo>
                <a:cubicBezTo>
                  <a:pt x="878918" y="61287"/>
                  <a:pt x="880905" y="65312"/>
                  <a:pt x="883898" y="67882"/>
                </a:cubicBezTo>
                <a:cubicBezTo>
                  <a:pt x="886892" y="70450"/>
                  <a:pt x="890931" y="71735"/>
                  <a:pt x="896014" y="71735"/>
                </a:cubicBezTo>
                <a:cubicBezTo>
                  <a:pt x="901399" y="71735"/>
                  <a:pt x="905457" y="70592"/>
                  <a:pt x="908187" y="68307"/>
                </a:cubicBezTo>
                <a:cubicBezTo>
                  <a:pt x="910917" y="66022"/>
                  <a:pt x="912282" y="63349"/>
                  <a:pt x="912282" y="60288"/>
                </a:cubicBezTo>
                <a:cubicBezTo>
                  <a:pt x="912282" y="58324"/>
                  <a:pt x="911707" y="56653"/>
                  <a:pt x="910559" y="55275"/>
                </a:cubicBezTo>
                <a:cubicBezTo>
                  <a:pt x="909410" y="53896"/>
                  <a:pt x="907405" y="52696"/>
                  <a:pt x="904543" y="51676"/>
                </a:cubicBezTo>
                <a:cubicBezTo>
                  <a:pt x="902585" y="50997"/>
                  <a:pt x="898123" y="49790"/>
                  <a:pt x="891157" y="48054"/>
                </a:cubicBezTo>
                <a:cubicBezTo>
                  <a:pt x="882195" y="45828"/>
                  <a:pt x="875906" y="43092"/>
                  <a:pt x="872291" y="39846"/>
                </a:cubicBezTo>
                <a:cubicBezTo>
                  <a:pt x="867207" y="35280"/>
                  <a:pt x="864666" y="29715"/>
                  <a:pt x="864666" y="23150"/>
                </a:cubicBezTo>
                <a:cubicBezTo>
                  <a:pt x="864666" y="18924"/>
                  <a:pt x="865861" y="14972"/>
                  <a:pt x="868252" y="11293"/>
                </a:cubicBezTo>
                <a:cubicBezTo>
                  <a:pt x="870643" y="7614"/>
                  <a:pt x="874089" y="4812"/>
                  <a:pt x="878589" y="2888"/>
                </a:cubicBezTo>
                <a:cubicBezTo>
                  <a:pt x="883089" y="963"/>
                  <a:pt x="888521" y="0"/>
                  <a:pt x="894885" y="0"/>
                </a:cubicBezTo>
                <a:cubicBezTo>
                  <a:pt x="905278" y="0"/>
                  <a:pt x="913101" y="2289"/>
                  <a:pt x="918354" y="6866"/>
                </a:cubicBezTo>
                <a:cubicBezTo>
                  <a:pt x="923607" y="11443"/>
                  <a:pt x="926365" y="17551"/>
                  <a:pt x="926629" y="25192"/>
                </a:cubicBezTo>
                <a:lnTo>
                  <a:pt x="909909" y="25870"/>
                </a:lnTo>
                <a:cubicBezTo>
                  <a:pt x="909194" y="21615"/>
                  <a:pt x="907659" y="18555"/>
                  <a:pt x="905306" y="16691"/>
                </a:cubicBezTo>
                <a:cubicBezTo>
                  <a:pt x="902952" y="14827"/>
                  <a:pt x="899422" y="13895"/>
                  <a:pt x="894715" y="13895"/>
                </a:cubicBezTo>
                <a:cubicBezTo>
                  <a:pt x="889858" y="13895"/>
                  <a:pt x="886054" y="14894"/>
                  <a:pt x="883305" y="16891"/>
                </a:cubicBezTo>
                <a:cubicBezTo>
                  <a:pt x="881536" y="18171"/>
                  <a:pt x="880651" y="19885"/>
                  <a:pt x="880651" y="22032"/>
                </a:cubicBezTo>
                <a:cubicBezTo>
                  <a:pt x="880651" y="23992"/>
                  <a:pt x="881479" y="25668"/>
                  <a:pt x="883136" y="27061"/>
                </a:cubicBezTo>
                <a:cubicBezTo>
                  <a:pt x="885245" y="28832"/>
                  <a:pt x="890366" y="30680"/>
                  <a:pt x="898500" y="32604"/>
                </a:cubicBezTo>
                <a:cubicBezTo>
                  <a:pt x="906633" y="34528"/>
                  <a:pt x="912649" y="36518"/>
                  <a:pt x="916546" y="38575"/>
                </a:cubicBezTo>
                <a:cubicBezTo>
                  <a:pt x="920444" y="40631"/>
                  <a:pt x="923494" y="43442"/>
                  <a:pt x="925697" y="47007"/>
                </a:cubicBezTo>
                <a:cubicBezTo>
                  <a:pt x="927900" y="50572"/>
                  <a:pt x="929001" y="54976"/>
                  <a:pt x="929001" y="60221"/>
                </a:cubicBezTo>
                <a:cubicBezTo>
                  <a:pt x="929001" y="64974"/>
                  <a:pt x="927683" y="69426"/>
                  <a:pt x="925047" y="73576"/>
                </a:cubicBezTo>
                <a:cubicBezTo>
                  <a:pt x="922411" y="77726"/>
                  <a:pt x="918683" y="80811"/>
                  <a:pt x="913863" y="82829"/>
                </a:cubicBezTo>
                <a:cubicBezTo>
                  <a:pt x="909043" y="84847"/>
                  <a:pt x="903037" y="85856"/>
                  <a:pt x="895845" y="85856"/>
                </a:cubicBezTo>
                <a:cubicBezTo>
                  <a:pt x="885376" y="85856"/>
                  <a:pt x="877337" y="83432"/>
                  <a:pt x="871726" y="78584"/>
                </a:cubicBezTo>
                <a:cubicBezTo>
                  <a:pt x="866115" y="73735"/>
                  <a:pt x="862764" y="66670"/>
                  <a:pt x="861672" y="57388"/>
                </a:cubicBezTo>
                <a:close/>
                <a:moveTo>
                  <a:pt x="977691" y="65183"/>
                </a:moveTo>
                <a:lnTo>
                  <a:pt x="993507" y="67894"/>
                </a:lnTo>
                <a:cubicBezTo>
                  <a:pt x="991473" y="73674"/>
                  <a:pt x="988263" y="78075"/>
                  <a:pt x="983876" y="81097"/>
                </a:cubicBezTo>
                <a:cubicBezTo>
                  <a:pt x="979489" y="84119"/>
                  <a:pt x="974001" y="85630"/>
                  <a:pt x="967411" y="85630"/>
                </a:cubicBezTo>
                <a:cubicBezTo>
                  <a:pt x="956980" y="85630"/>
                  <a:pt x="949261" y="82222"/>
                  <a:pt x="944253" y="75406"/>
                </a:cubicBezTo>
                <a:cubicBezTo>
                  <a:pt x="940299" y="69946"/>
                  <a:pt x="938322" y="63055"/>
                  <a:pt x="938322" y="54733"/>
                </a:cubicBezTo>
                <a:cubicBezTo>
                  <a:pt x="938322" y="44792"/>
                  <a:pt x="940920" y="37007"/>
                  <a:pt x="946117" y="31377"/>
                </a:cubicBezTo>
                <a:cubicBezTo>
                  <a:pt x="951313" y="25747"/>
                  <a:pt x="957884" y="22933"/>
                  <a:pt x="965830" y="22933"/>
                </a:cubicBezTo>
                <a:cubicBezTo>
                  <a:pt x="974754" y="22933"/>
                  <a:pt x="981796" y="25879"/>
                  <a:pt x="986955" y="31772"/>
                </a:cubicBezTo>
                <a:cubicBezTo>
                  <a:pt x="992113" y="37666"/>
                  <a:pt x="994580" y="46694"/>
                  <a:pt x="994354" y="58857"/>
                </a:cubicBezTo>
                <a:lnTo>
                  <a:pt x="954589" y="58857"/>
                </a:lnTo>
                <a:cubicBezTo>
                  <a:pt x="954702" y="63564"/>
                  <a:pt x="955982" y="67226"/>
                  <a:pt x="958430" y="69843"/>
                </a:cubicBezTo>
                <a:cubicBezTo>
                  <a:pt x="960878" y="72460"/>
                  <a:pt x="963928" y="73768"/>
                  <a:pt x="967581" y="73768"/>
                </a:cubicBezTo>
                <a:cubicBezTo>
                  <a:pt x="970066" y="73768"/>
                  <a:pt x="972156" y="73091"/>
                  <a:pt x="973850" y="71735"/>
                </a:cubicBezTo>
                <a:cubicBezTo>
                  <a:pt x="975545" y="70379"/>
                  <a:pt x="976825" y="68195"/>
                  <a:pt x="977691" y="65183"/>
                </a:cubicBezTo>
                <a:moveTo>
                  <a:pt x="978595" y="49141"/>
                </a:moveTo>
                <a:cubicBezTo>
                  <a:pt x="978482" y="44566"/>
                  <a:pt x="977296" y="41088"/>
                  <a:pt x="975036" y="38706"/>
                </a:cubicBezTo>
                <a:cubicBezTo>
                  <a:pt x="972777" y="36324"/>
                  <a:pt x="970028" y="35133"/>
                  <a:pt x="966790" y="35133"/>
                </a:cubicBezTo>
                <a:cubicBezTo>
                  <a:pt x="963325" y="35133"/>
                  <a:pt x="960464" y="36389"/>
                  <a:pt x="958204" y="38902"/>
                </a:cubicBezTo>
                <a:cubicBezTo>
                  <a:pt x="955945" y="41415"/>
                  <a:pt x="954834" y="44828"/>
                  <a:pt x="954872" y="49141"/>
                </a:cubicBezTo>
                <a:lnTo>
                  <a:pt x="978595" y="49141"/>
                </a:lnTo>
                <a:close/>
                <a:moveTo>
                  <a:pt x="1006085" y="24288"/>
                </a:moveTo>
                <a:lnTo>
                  <a:pt x="1020715" y="24288"/>
                </a:lnTo>
                <a:lnTo>
                  <a:pt x="1020715" y="32478"/>
                </a:lnTo>
                <a:cubicBezTo>
                  <a:pt x="1025949" y="26115"/>
                  <a:pt x="1032181" y="22933"/>
                  <a:pt x="1039411" y="22933"/>
                </a:cubicBezTo>
                <a:cubicBezTo>
                  <a:pt x="1043252" y="22933"/>
                  <a:pt x="1046585" y="23727"/>
                  <a:pt x="1049409" y="25316"/>
                </a:cubicBezTo>
                <a:cubicBezTo>
                  <a:pt x="1052233" y="26904"/>
                  <a:pt x="1054549" y="29306"/>
                  <a:pt x="1056356" y="32523"/>
                </a:cubicBezTo>
                <a:cubicBezTo>
                  <a:pt x="1058992" y="29306"/>
                  <a:pt x="1061835" y="26904"/>
                  <a:pt x="1064885" y="25316"/>
                </a:cubicBezTo>
                <a:cubicBezTo>
                  <a:pt x="1067936" y="23727"/>
                  <a:pt x="1071193" y="22933"/>
                  <a:pt x="1074657" y="22933"/>
                </a:cubicBezTo>
                <a:cubicBezTo>
                  <a:pt x="1079063" y="22933"/>
                  <a:pt x="1082791" y="23827"/>
                  <a:pt x="1085841" y="25616"/>
                </a:cubicBezTo>
                <a:cubicBezTo>
                  <a:pt x="1088891" y="27404"/>
                  <a:pt x="1091169" y="30031"/>
                  <a:pt x="1092676" y="33495"/>
                </a:cubicBezTo>
                <a:cubicBezTo>
                  <a:pt x="1093768" y="36056"/>
                  <a:pt x="1094314" y="40198"/>
                  <a:pt x="1094314" y="45922"/>
                </a:cubicBezTo>
                <a:lnTo>
                  <a:pt x="1094314" y="84274"/>
                </a:lnTo>
                <a:lnTo>
                  <a:pt x="1078442" y="84274"/>
                </a:lnTo>
                <a:lnTo>
                  <a:pt x="1078442" y="50027"/>
                </a:lnTo>
                <a:cubicBezTo>
                  <a:pt x="1078442" y="44085"/>
                  <a:pt x="1077896" y="40249"/>
                  <a:pt x="1076804" y="38519"/>
                </a:cubicBezTo>
                <a:cubicBezTo>
                  <a:pt x="1075335" y="36262"/>
                  <a:pt x="1073076" y="35133"/>
                  <a:pt x="1070025" y="35133"/>
                </a:cubicBezTo>
                <a:cubicBezTo>
                  <a:pt x="1067804" y="35133"/>
                  <a:pt x="1065714" y="35810"/>
                  <a:pt x="1063756" y="37165"/>
                </a:cubicBezTo>
                <a:cubicBezTo>
                  <a:pt x="1061798" y="38518"/>
                  <a:pt x="1060385" y="40502"/>
                  <a:pt x="1059519" y="43117"/>
                </a:cubicBezTo>
                <a:cubicBezTo>
                  <a:pt x="1058653" y="45730"/>
                  <a:pt x="1058220" y="49858"/>
                  <a:pt x="1058220" y="55501"/>
                </a:cubicBezTo>
                <a:lnTo>
                  <a:pt x="1058220" y="84274"/>
                </a:lnTo>
                <a:lnTo>
                  <a:pt x="1042348" y="84274"/>
                </a:lnTo>
                <a:lnTo>
                  <a:pt x="1042348" y="51438"/>
                </a:lnTo>
                <a:cubicBezTo>
                  <a:pt x="1042348" y="45608"/>
                  <a:pt x="1042066" y="41847"/>
                  <a:pt x="1041501" y="40155"/>
                </a:cubicBezTo>
                <a:cubicBezTo>
                  <a:pt x="1040936" y="38462"/>
                  <a:pt x="1040061" y="37201"/>
                  <a:pt x="1038874" y="36374"/>
                </a:cubicBezTo>
                <a:cubicBezTo>
                  <a:pt x="1037688" y="35547"/>
                  <a:pt x="1036078" y="35133"/>
                  <a:pt x="1034045" y="35133"/>
                </a:cubicBezTo>
                <a:cubicBezTo>
                  <a:pt x="1031597" y="35133"/>
                  <a:pt x="1029394" y="35792"/>
                  <a:pt x="1027436" y="37108"/>
                </a:cubicBezTo>
                <a:cubicBezTo>
                  <a:pt x="1025478" y="38424"/>
                  <a:pt x="1024076" y="40323"/>
                  <a:pt x="1023228" y="42806"/>
                </a:cubicBezTo>
                <a:cubicBezTo>
                  <a:pt x="1022381" y="45289"/>
                  <a:pt x="1021957" y="49408"/>
                  <a:pt x="1021957" y="55162"/>
                </a:cubicBezTo>
                <a:lnTo>
                  <a:pt x="1021957" y="84274"/>
                </a:lnTo>
                <a:lnTo>
                  <a:pt x="1006085" y="84274"/>
                </a:lnTo>
                <a:lnTo>
                  <a:pt x="1006085" y="24288"/>
                </a:lnTo>
                <a:close/>
                <a:moveTo>
                  <a:pt x="1121972" y="42815"/>
                </a:moveTo>
                <a:lnTo>
                  <a:pt x="1107569" y="40217"/>
                </a:lnTo>
                <a:cubicBezTo>
                  <a:pt x="1109188" y="34341"/>
                  <a:pt x="1111974" y="29992"/>
                  <a:pt x="1115928" y="27169"/>
                </a:cubicBezTo>
                <a:cubicBezTo>
                  <a:pt x="1119882" y="24345"/>
                  <a:pt x="1125756" y="22933"/>
                  <a:pt x="1133551" y="22933"/>
                </a:cubicBezTo>
                <a:cubicBezTo>
                  <a:pt x="1140631" y="22933"/>
                  <a:pt x="1145902" y="23770"/>
                  <a:pt x="1149367" y="25446"/>
                </a:cubicBezTo>
                <a:cubicBezTo>
                  <a:pt x="1152831" y="27122"/>
                  <a:pt x="1155269" y="29249"/>
                  <a:pt x="1156682" y="31829"/>
                </a:cubicBezTo>
                <a:cubicBezTo>
                  <a:pt x="1158094" y="34408"/>
                  <a:pt x="1158800" y="39144"/>
                  <a:pt x="1158800" y="46035"/>
                </a:cubicBezTo>
                <a:lnTo>
                  <a:pt x="1158630" y="64561"/>
                </a:lnTo>
                <a:cubicBezTo>
                  <a:pt x="1158630" y="69833"/>
                  <a:pt x="1158884" y="73721"/>
                  <a:pt x="1159393" y="76225"/>
                </a:cubicBezTo>
                <a:cubicBezTo>
                  <a:pt x="1159901" y="78730"/>
                  <a:pt x="1160852" y="81413"/>
                  <a:pt x="1162245" y="84274"/>
                </a:cubicBezTo>
                <a:lnTo>
                  <a:pt x="1146543" y="84274"/>
                </a:lnTo>
                <a:cubicBezTo>
                  <a:pt x="1146128" y="83220"/>
                  <a:pt x="1145620" y="81657"/>
                  <a:pt x="1145018" y="79586"/>
                </a:cubicBezTo>
                <a:cubicBezTo>
                  <a:pt x="1144754" y="78645"/>
                  <a:pt x="1144566" y="78023"/>
                  <a:pt x="1144453" y="77722"/>
                </a:cubicBezTo>
                <a:cubicBezTo>
                  <a:pt x="1141741" y="80358"/>
                  <a:pt x="1138842" y="82335"/>
                  <a:pt x="1135754" y="83653"/>
                </a:cubicBezTo>
                <a:cubicBezTo>
                  <a:pt x="1132666" y="84971"/>
                  <a:pt x="1129371" y="85630"/>
                  <a:pt x="1125869" y="85630"/>
                </a:cubicBezTo>
                <a:cubicBezTo>
                  <a:pt x="1119694" y="85630"/>
                  <a:pt x="1114827" y="83961"/>
                  <a:pt x="1111268" y="80624"/>
                </a:cubicBezTo>
                <a:cubicBezTo>
                  <a:pt x="1107710" y="77287"/>
                  <a:pt x="1105931" y="73068"/>
                  <a:pt x="1105931" y="67968"/>
                </a:cubicBezTo>
                <a:cubicBezTo>
                  <a:pt x="1105931" y="64593"/>
                  <a:pt x="1106740" y="61584"/>
                  <a:pt x="1108359" y="58941"/>
                </a:cubicBezTo>
                <a:cubicBezTo>
                  <a:pt x="1109979" y="56297"/>
                  <a:pt x="1112247" y="54272"/>
                  <a:pt x="1115166" y="52866"/>
                </a:cubicBezTo>
                <a:cubicBezTo>
                  <a:pt x="1118084" y="51459"/>
                  <a:pt x="1122292" y="50232"/>
                  <a:pt x="1127790" y="49182"/>
                </a:cubicBezTo>
                <a:cubicBezTo>
                  <a:pt x="1135208" y="47794"/>
                  <a:pt x="1140348" y="46501"/>
                  <a:pt x="1143210" y="45300"/>
                </a:cubicBezTo>
                <a:lnTo>
                  <a:pt x="1143210" y="43701"/>
                </a:lnTo>
                <a:cubicBezTo>
                  <a:pt x="1143210" y="40617"/>
                  <a:pt x="1142457" y="38418"/>
                  <a:pt x="1140951" y="37105"/>
                </a:cubicBezTo>
                <a:cubicBezTo>
                  <a:pt x="1139444" y="35790"/>
                  <a:pt x="1136601" y="35133"/>
                  <a:pt x="1132422" y="35133"/>
                </a:cubicBezTo>
                <a:cubicBezTo>
                  <a:pt x="1129597" y="35133"/>
                  <a:pt x="1127394" y="35702"/>
                  <a:pt x="1125813" y="36838"/>
                </a:cubicBezTo>
                <a:cubicBezTo>
                  <a:pt x="1124231" y="37974"/>
                  <a:pt x="1122951" y="39966"/>
                  <a:pt x="1121972" y="42815"/>
                </a:cubicBezTo>
                <a:moveTo>
                  <a:pt x="1143210" y="55693"/>
                </a:moveTo>
                <a:cubicBezTo>
                  <a:pt x="1141177" y="56363"/>
                  <a:pt x="1137957" y="57163"/>
                  <a:pt x="1133551" y="58094"/>
                </a:cubicBezTo>
                <a:cubicBezTo>
                  <a:pt x="1129146" y="59024"/>
                  <a:pt x="1126265" y="59935"/>
                  <a:pt x="1124909" y="60828"/>
                </a:cubicBezTo>
                <a:cubicBezTo>
                  <a:pt x="1122838" y="62279"/>
                  <a:pt x="1121803" y="64121"/>
                  <a:pt x="1121803" y="66353"/>
                </a:cubicBezTo>
                <a:cubicBezTo>
                  <a:pt x="1121803" y="68549"/>
                  <a:pt x="1122631" y="70447"/>
                  <a:pt x="1124288" y="72047"/>
                </a:cubicBezTo>
                <a:cubicBezTo>
                  <a:pt x="1125945" y="73647"/>
                  <a:pt x="1128053" y="74446"/>
                  <a:pt x="1130614" y="74446"/>
                </a:cubicBezTo>
                <a:cubicBezTo>
                  <a:pt x="1133476" y="74446"/>
                  <a:pt x="1136206" y="73516"/>
                  <a:pt x="1138804" y="71655"/>
                </a:cubicBezTo>
                <a:cubicBezTo>
                  <a:pt x="1140725" y="70242"/>
                  <a:pt x="1141986" y="68512"/>
                  <a:pt x="1142589" y="66464"/>
                </a:cubicBezTo>
                <a:cubicBezTo>
                  <a:pt x="1143003" y="65125"/>
                  <a:pt x="1143210" y="62577"/>
                  <a:pt x="1143210" y="58819"/>
                </a:cubicBezTo>
                <a:lnTo>
                  <a:pt x="1143210" y="55693"/>
                </a:lnTo>
                <a:close/>
                <a:moveTo>
                  <a:pt x="1228992" y="84274"/>
                </a:moveTo>
                <a:lnTo>
                  <a:pt x="1213120" y="84274"/>
                </a:lnTo>
                <a:lnTo>
                  <a:pt x="1213120" y="53695"/>
                </a:lnTo>
                <a:cubicBezTo>
                  <a:pt x="1213120" y="47225"/>
                  <a:pt x="1212781" y="43041"/>
                  <a:pt x="1212103" y="41142"/>
                </a:cubicBezTo>
                <a:cubicBezTo>
                  <a:pt x="1211426" y="39242"/>
                  <a:pt x="1210324" y="37766"/>
                  <a:pt x="1208799" y="36713"/>
                </a:cubicBezTo>
                <a:cubicBezTo>
                  <a:pt x="1207274" y="35660"/>
                  <a:pt x="1205438" y="35133"/>
                  <a:pt x="1203292" y="35133"/>
                </a:cubicBezTo>
                <a:cubicBezTo>
                  <a:pt x="1200543" y="35133"/>
                  <a:pt x="1198076" y="35886"/>
                  <a:pt x="1195892" y="37391"/>
                </a:cubicBezTo>
                <a:cubicBezTo>
                  <a:pt x="1193708" y="38895"/>
                  <a:pt x="1192212" y="40888"/>
                  <a:pt x="1191402" y="43371"/>
                </a:cubicBezTo>
                <a:cubicBezTo>
                  <a:pt x="1190592" y="45853"/>
                  <a:pt x="1190187" y="50442"/>
                  <a:pt x="1190187" y="57137"/>
                </a:cubicBezTo>
                <a:lnTo>
                  <a:pt x="1190187" y="84274"/>
                </a:lnTo>
                <a:lnTo>
                  <a:pt x="1174315" y="84274"/>
                </a:lnTo>
                <a:lnTo>
                  <a:pt x="1174315" y="24288"/>
                </a:lnTo>
                <a:lnTo>
                  <a:pt x="1189058" y="24288"/>
                </a:lnTo>
                <a:lnTo>
                  <a:pt x="1189058" y="33100"/>
                </a:lnTo>
                <a:cubicBezTo>
                  <a:pt x="1194292" y="26322"/>
                  <a:pt x="1200882" y="22933"/>
                  <a:pt x="1208827" y="22933"/>
                </a:cubicBezTo>
                <a:cubicBezTo>
                  <a:pt x="1212329" y="22933"/>
                  <a:pt x="1215530" y="23563"/>
                  <a:pt x="1218430" y="24825"/>
                </a:cubicBezTo>
                <a:cubicBezTo>
                  <a:pt x="1221329" y="26086"/>
                  <a:pt x="1223523" y="27696"/>
                  <a:pt x="1225010" y="29654"/>
                </a:cubicBezTo>
                <a:cubicBezTo>
                  <a:pt x="1226497" y="31612"/>
                  <a:pt x="1227533" y="33834"/>
                  <a:pt x="1228117" y="36319"/>
                </a:cubicBezTo>
                <a:cubicBezTo>
                  <a:pt x="1228700" y="38805"/>
                  <a:pt x="1228992" y="42363"/>
                  <a:pt x="1228992" y="46995"/>
                </a:cubicBezTo>
                <a:lnTo>
                  <a:pt x="1228992" y="84274"/>
                </a:lnTo>
                <a:close/>
                <a:moveTo>
                  <a:pt x="1272616" y="24288"/>
                </a:moveTo>
                <a:lnTo>
                  <a:pt x="1272616" y="36941"/>
                </a:lnTo>
                <a:lnTo>
                  <a:pt x="1261771" y="36941"/>
                </a:lnTo>
                <a:lnTo>
                  <a:pt x="1261771" y="61077"/>
                </a:lnTo>
                <a:cubicBezTo>
                  <a:pt x="1261771" y="65965"/>
                  <a:pt x="1261875" y="68814"/>
                  <a:pt x="1262082" y="69622"/>
                </a:cubicBezTo>
                <a:cubicBezTo>
                  <a:pt x="1262289" y="70429"/>
                  <a:pt x="1262760" y="71097"/>
                  <a:pt x="1263494" y="71624"/>
                </a:cubicBezTo>
                <a:cubicBezTo>
                  <a:pt x="1264229" y="72150"/>
                  <a:pt x="1265123" y="72413"/>
                  <a:pt x="1266177" y="72413"/>
                </a:cubicBezTo>
                <a:cubicBezTo>
                  <a:pt x="1267646" y="72413"/>
                  <a:pt x="1269773" y="71904"/>
                  <a:pt x="1272560" y="70888"/>
                </a:cubicBezTo>
                <a:lnTo>
                  <a:pt x="1273916" y="83247"/>
                </a:lnTo>
                <a:cubicBezTo>
                  <a:pt x="1270225" y="84836"/>
                  <a:pt x="1266045" y="85630"/>
                  <a:pt x="1261376" y="85630"/>
                </a:cubicBezTo>
                <a:cubicBezTo>
                  <a:pt x="1258514" y="85630"/>
                  <a:pt x="1255935" y="85150"/>
                  <a:pt x="1253638" y="84190"/>
                </a:cubicBezTo>
                <a:cubicBezTo>
                  <a:pt x="1251341" y="83229"/>
                  <a:pt x="1249656" y="81987"/>
                  <a:pt x="1248582" y="80462"/>
                </a:cubicBezTo>
                <a:cubicBezTo>
                  <a:pt x="1247509" y="78937"/>
                  <a:pt x="1246766" y="76875"/>
                  <a:pt x="1246351" y="74277"/>
                </a:cubicBezTo>
                <a:cubicBezTo>
                  <a:pt x="1246012" y="72432"/>
                  <a:pt x="1245843" y="68704"/>
                  <a:pt x="1245843" y="63093"/>
                </a:cubicBezTo>
                <a:lnTo>
                  <a:pt x="1245843" y="36941"/>
                </a:lnTo>
                <a:lnTo>
                  <a:pt x="1238556" y="36941"/>
                </a:lnTo>
                <a:lnTo>
                  <a:pt x="1238556" y="24288"/>
                </a:lnTo>
                <a:lnTo>
                  <a:pt x="1245843" y="24288"/>
                </a:lnTo>
                <a:lnTo>
                  <a:pt x="1245843" y="12314"/>
                </a:lnTo>
                <a:lnTo>
                  <a:pt x="1261771" y="2937"/>
                </a:lnTo>
                <a:lnTo>
                  <a:pt x="1261771" y="24288"/>
                </a:lnTo>
                <a:lnTo>
                  <a:pt x="1272616" y="24288"/>
                </a:lnTo>
                <a:close/>
                <a:moveTo>
                  <a:pt x="1283630" y="16154"/>
                </a:moveTo>
                <a:lnTo>
                  <a:pt x="1283630" y="1469"/>
                </a:lnTo>
                <a:lnTo>
                  <a:pt x="1299502" y="1469"/>
                </a:lnTo>
                <a:lnTo>
                  <a:pt x="1299502" y="16154"/>
                </a:lnTo>
                <a:lnTo>
                  <a:pt x="1283630" y="16154"/>
                </a:lnTo>
                <a:moveTo>
                  <a:pt x="1283630" y="84274"/>
                </a:moveTo>
                <a:lnTo>
                  <a:pt x="1283630" y="24288"/>
                </a:lnTo>
                <a:lnTo>
                  <a:pt x="1299502" y="24288"/>
                </a:lnTo>
                <a:lnTo>
                  <a:pt x="1299502" y="84274"/>
                </a:lnTo>
                <a:lnTo>
                  <a:pt x="1283630" y="84274"/>
                </a:lnTo>
                <a:close/>
                <a:moveTo>
                  <a:pt x="1368093" y="42024"/>
                </a:moveTo>
                <a:lnTo>
                  <a:pt x="1352447" y="44848"/>
                </a:lnTo>
                <a:cubicBezTo>
                  <a:pt x="1351920" y="41742"/>
                  <a:pt x="1350724" y="39402"/>
                  <a:pt x="1348860" y="37830"/>
                </a:cubicBezTo>
                <a:cubicBezTo>
                  <a:pt x="1346996" y="36258"/>
                  <a:pt x="1344577" y="35472"/>
                  <a:pt x="1341602" y="35472"/>
                </a:cubicBezTo>
                <a:cubicBezTo>
                  <a:pt x="1337648" y="35472"/>
                  <a:pt x="1334494" y="36833"/>
                  <a:pt x="1332141" y="39555"/>
                </a:cubicBezTo>
                <a:cubicBezTo>
                  <a:pt x="1329787" y="42277"/>
                  <a:pt x="1328611" y="46828"/>
                  <a:pt x="1328611" y="53210"/>
                </a:cubicBezTo>
                <a:cubicBezTo>
                  <a:pt x="1328611" y="60306"/>
                  <a:pt x="1329806" y="65318"/>
                  <a:pt x="1332197" y="68247"/>
                </a:cubicBezTo>
                <a:cubicBezTo>
                  <a:pt x="1334588" y="71175"/>
                  <a:pt x="1337799" y="72639"/>
                  <a:pt x="1341828" y="72639"/>
                </a:cubicBezTo>
                <a:cubicBezTo>
                  <a:pt x="1344840" y="72639"/>
                  <a:pt x="1347307" y="71782"/>
                  <a:pt x="1349227" y="70069"/>
                </a:cubicBezTo>
                <a:cubicBezTo>
                  <a:pt x="1351148" y="68355"/>
                  <a:pt x="1352503" y="65409"/>
                  <a:pt x="1353294" y="61229"/>
                </a:cubicBezTo>
                <a:lnTo>
                  <a:pt x="1368884" y="63940"/>
                </a:lnTo>
                <a:cubicBezTo>
                  <a:pt x="1367265" y="71095"/>
                  <a:pt x="1364158" y="76498"/>
                  <a:pt x="1359564" y="80151"/>
                </a:cubicBezTo>
                <a:cubicBezTo>
                  <a:pt x="1354970" y="83804"/>
                  <a:pt x="1348813" y="85630"/>
                  <a:pt x="1341094" y="85630"/>
                </a:cubicBezTo>
                <a:cubicBezTo>
                  <a:pt x="1332320" y="85630"/>
                  <a:pt x="1325325" y="82862"/>
                  <a:pt x="1320110" y="77327"/>
                </a:cubicBezTo>
                <a:cubicBezTo>
                  <a:pt x="1314894" y="71791"/>
                  <a:pt x="1312287" y="64128"/>
                  <a:pt x="1312287" y="54338"/>
                </a:cubicBezTo>
                <a:cubicBezTo>
                  <a:pt x="1312287" y="44434"/>
                  <a:pt x="1314904" y="36724"/>
                  <a:pt x="1320138" y="31208"/>
                </a:cubicBezTo>
                <a:cubicBezTo>
                  <a:pt x="1325372" y="25691"/>
                  <a:pt x="1332451" y="22933"/>
                  <a:pt x="1341376" y="22933"/>
                </a:cubicBezTo>
                <a:cubicBezTo>
                  <a:pt x="1348681" y="22933"/>
                  <a:pt x="1354490" y="24505"/>
                  <a:pt x="1358801" y="27649"/>
                </a:cubicBezTo>
                <a:cubicBezTo>
                  <a:pt x="1363113" y="30793"/>
                  <a:pt x="1366210" y="35585"/>
                  <a:pt x="1368093" y="42024"/>
                </a:cubicBezTo>
                <a:close/>
                <a:moveTo>
                  <a:pt x="1484158" y="74277"/>
                </a:moveTo>
                <a:lnTo>
                  <a:pt x="1474555" y="86421"/>
                </a:lnTo>
                <a:cubicBezTo>
                  <a:pt x="1469848" y="84151"/>
                  <a:pt x="1465330" y="81025"/>
                  <a:pt x="1460999" y="77044"/>
                </a:cubicBezTo>
                <a:cubicBezTo>
                  <a:pt x="1457648" y="80057"/>
                  <a:pt x="1454089" y="82279"/>
                  <a:pt x="1450324" y="83710"/>
                </a:cubicBezTo>
                <a:cubicBezTo>
                  <a:pt x="1446558" y="85141"/>
                  <a:pt x="1442077" y="85856"/>
                  <a:pt x="1436880" y="85856"/>
                </a:cubicBezTo>
                <a:cubicBezTo>
                  <a:pt x="1426563" y="85856"/>
                  <a:pt x="1418806" y="82951"/>
                  <a:pt x="1413609" y="77140"/>
                </a:cubicBezTo>
                <a:cubicBezTo>
                  <a:pt x="1409580" y="72649"/>
                  <a:pt x="1407565" y="67480"/>
                  <a:pt x="1407565" y="61631"/>
                </a:cubicBezTo>
                <a:cubicBezTo>
                  <a:pt x="1407565" y="56311"/>
                  <a:pt x="1409147" y="51529"/>
                  <a:pt x="1412310" y="47284"/>
                </a:cubicBezTo>
                <a:cubicBezTo>
                  <a:pt x="1415473" y="43039"/>
                  <a:pt x="1420199" y="39350"/>
                  <a:pt x="1426487" y="36219"/>
                </a:cubicBezTo>
                <a:cubicBezTo>
                  <a:pt x="1423663" y="32861"/>
                  <a:pt x="1421536" y="29664"/>
                  <a:pt x="1420105" y="26627"/>
                </a:cubicBezTo>
                <a:cubicBezTo>
                  <a:pt x="1418674" y="23590"/>
                  <a:pt x="1417958" y="20713"/>
                  <a:pt x="1417958" y="17996"/>
                </a:cubicBezTo>
                <a:cubicBezTo>
                  <a:pt x="1417958" y="12978"/>
                  <a:pt x="1419963" y="8724"/>
                  <a:pt x="1423974" y="5235"/>
                </a:cubicBezTo>
                <a:cubicBezTo>
                  <a:pt x="1427984" y="1745"/>
                  <a:pt x="1433699" y="0"/>
                  <a:pt x="1441117" y="0"/>
                </a:cubicBezTo>
                <a:cubicBezTo>
                  <a:pt x="1448271" y="0"/>
                  <a:pt x="1453863" y="1827"/>
                  <a:pt x="1457893" y="5481"/>
                </a:cubicBezTo>
                <a:cubicBezTo>
                  <a:pt x="1461922" y="9133"/>
                  <a:pt x="1463936" y="13596"/>
                  <a:pt x="1463936" y="18867"/>
                </a:cubicBezTo>
                <a:cubicBezTo>
                  <a:pt x="1463936" y="22220"/>
                  <a:pt x="1462939" y="25403"/>
                  <a:pt x="1460943" y="28417"/>
                </a:cubicBezTo>
                <a:cubicBezTo>
                  <a:pt x="1458947" y="31429"/>
                  <a:pt x="1454918" y="34837"/>
                  <a:pt x="1448855" y="38640"/>
                </a:cubicBezTo>
                <a:lnTo>
                  <a:pt x="1460378" y="53948"/>
                </a:lnTo>
                <a:cubicBezTo>
                  <a:pt x="1461734" y="51551"/>
                  <a:pt x="1462901" y="48423"/>
                  <a:pt x="1463880" y="44564"/>
                </a:cubicBezTo>
                <a:lnTo>
                  <a:pt x="1478227" y="47773"/>
                </a:lnTo>
                <a:cubicBezTo>
                  <a:pt x="1476796" y="52871"/>
                  <a:pt x="1475553" y="56600"/>
                  <a:pt x="1474499" y="58961"/>
                </a:cubicBezTo>
                <a:cubicBezTo>
                  <a:pt x="1473445" y="61320"/>
                  <a:pt x="1472315" y="63293"/>
                  <a:pt x="1471110" y="64879"/>
                </a:cubicBezTo>
                <a:cubicBezTo>
                  <a:pt x="1472880" y="66540"/>
                  <a:pt x="1475167" y="68361"/>
                  <a:pt x="1477973" y="70342"/>
                </a:cubicBezTo>
                <a:cubicBezTo>
                  <a:pt x="1480778" y="72324"/>
                  <a:pt x="1482840" y="73635"/>
                  <a:pt x="1484158" y="74277"/>
                </a:cubicBezTo>
                <a:moveTo>
                  <a:pt x="1440947" y="29139"/>
                </a:moveTo>
                <a:lnTo>
                  <a:pt x="1445240" y="25854"/>
                </a:lnTo>
                <a:cubicBezTo>
                  <a:pt x="1448403" y="23399"/>
                  <a:pt x="1449985" y="20963"/>
                  <a:pt x="1449985" y="18546"/>
                </a:cubicBezTo>
                <a:cubicBezTo>
                  <a:pt x="1449985" y="16508"/>
                  <a:pt x="1449222" y="14772"/>
                  <a:pt x="1447697" y="13337"/>
                </a:cubicBezTo>
                <a:cubicBezTo>
                  <a:pt x="1446172" y="11902"/>
                  <a:pt x="1444110" y="11184"/>
                  <a:pt x="1441512" y="11184"/>
                </a:cubicBezTo>
                <a:cubicBezTo>
                  <a:pt x="1438989" y="11184"/>
                  <a:pt x="1437012" y="11816"/>
                  <a:pt x="1435581" y="13081"/>
                </a:cubicBezTo>
                <a:cubicBezTo>
                  <a:pt x="1434150" y="14346"/>
                  <a:pt x="1433435" y="15810"/>
                  <a:pt x="1433435" y="17471"/>
                </a:cubicBezTo>
                <a:cubicBezTo>
                  <a:pt x="1433435" y="19434"/>
                  <a:pt x="1434640" y="21813"/>
                  <a:pt x="1437050" y="24608"/>
                </a:cubicBezTo>
                <a:lnTo>
                  <a:pt x="1440947" y="29139"/>
                </a:lnTo>
                <a:moveTo>
                  <a:pt x="1434734" y="46416"/>
                </a:moveTo>
                <a:cubicBezTo>
                  <a:pt x="1431081" y="48266"/>
                  <a:pt x="1428351" y="50493"/>
                  <a:pt x="1426544" y="53099"/>
                </a:cubicBezTo>
                <a:cubicBezTo>
                  <a:pt x="1424736" y="55704"/>
                  <a:pt x="1423833" y="58366"/>
                  <a:pt x="1423833" y="61084"/>
                </a:cubicBezTo>
                <a:cubicBezTo>
                  <a:pt x="1423833" y="64520"/>
                  <a:pt x="1424953" y="67324"/>
                  <a:pt x="1427193" y="69495"/>
                </a:cubicBezTo>
                <a:cubicBezTo>
                  <a:pt x="1429434" y="71666"/>
                  <a:pt x="1432437" y="72752"/>
                  <a:pt x="1436203" y="72752"/>
                </a:cubicBezTo>
                <a:cubicBezTo>
                  <a:pt x="1438688" y="72752"/>
                  <a:pt x="1441079" y="72261"/>
                  <a:pt x="1443376" y="71280"/>
                </a:cubicBezTo>
                <a:cubicBezTo>
                  <a:pt x="1445673" y="70297"/>
                  <a:pt x="1448177" y="68673"/>
                  <a:pt x="1450889" y="66408"/>
                </a:cubicBezTo>
                <a:lnTo>
                  <a:pt x="1434734" y="46416"/>
                </a:lnTo>
                <a:close/>
                <a:moveTo>
                  <a:pt x="1522364" y="57388"/>
                </a:moveTo>
                <a:lnTo>
                  <a:pt x="1538632" y="55806"/>
                </a:lnTo>
                <a:cubicBezTo>
                  <a:pt x="1539611" y="61287"/>
                  <a:pt x="1541597" y="65312"/>
                  <a:pt x="1544591" y="67882"/>
                </a:cubicBezTo>
                <a:cubicBezTo>
                  <a:pt x="1547584" y="70450"/>
                  <a:pt x="1551623" y="71735"/>
                  <a:pt x="1556707" y="71735"/>
                </a:cubicBezTo>
                <a:cubicBezTo>
                  <a:pt x="1562091" y="71735"/>
                  <a:pt x="1566149" y="70592"/>
                  <a:pt x="1568879" y="68307"/>
                </a:cubicBezTo>
                <a:cubicBezTo>
                  <a:pt x="1571609" y="66022"/>
                  <a:pt x="1572974" y="63349"/>
                  <a:pt x="1572974" y="60288"/>
                </a:cubicBezTo>
                <a:cubicBezTo>
                  <a:pt x="1572974" y="58324"/>
                  <a:pt x="1572400" y="56653"/>
                  <a:pt x="1571251" y="55275"/>
                </a:cubicBezTo>
                <a:cubicBezTo>
                  <a:pt x="1570103" y="53896"/>
                  <a:pt x="1568098" y="52696"/>
                  <a:pt x="1565236" y="51676"/>
                </a:cubicBezTo>
                <a:cubicBezTo>
                  <a:pt x="1563278" y="50997"/>
                  <a:pt x="1558815" y="49790"/>
                  <a:pt x="1551849" y="48054"/>
                </a:cubicBezTo>
                <a:cubicBezTo>
                  <a:pt x="1542887" y="45828"/>
                  <a:pt x="1536598" y="43092"/>
                  <a:pt x="1532983" y="39846"/>
                </a:cubicBezTo>
                <a:cubicBezTo>
                  <a:pt x="1527900" y="35280"/>
                  <a:pt x="1525358" y="29715"/>
                  <a:pt x="1525358" y="23150"/>
                </a:cubicBezTo>
                <a:cubicBezTo>
                  <a:pt x="1525358" y="18924"/>
                  <a:pt x="1526553" y="14972"/>
                  <a:pt x="1528945" y="11293"/>
                </a:cubicBezTo>
                <a:cubicBezTo>
                  <a:pt x="1531336" y="7614"/>
                  <a:pt x="1534781" y="4812"/>
                  <a:pt x="1539281" y="2888"/>
                </a:cubicBezTo>
                <a:cubicBezTo>
                  <a:pt x="1543781" y="963"/>
                  <a:pt x="1549213" y="0"/>
                  <a:pt x="1555577" y="0"/>
                </a:cubicBezTo>
                <a:cubicBezTo>
                  <a:pt x="1565970" y="0"/>
                  <a:pt x="1573793" y="2289"/>
                  <a:pt x="1579046" y="6866"/>
                </a:cubicBezTo>
                <a:cubicBezTo>
                  <a:pt x="1584299" y="11443"/>
                  <a:pt x="1587057" y="17551"/>
                  <a:pt x="1587321" y="25192"/>
                </a:cubicBezTo>
                <a:lnTo>
                  <a:pt x="1570602" y="25870"/>
                </a:lnTo>
                <a:cubicBezTo>
                  <a:pt x="1569886" y="21615"/>
                  <a:pt x="1568352" y="18555"/>
                  <a:pt x="1565998" y="16691"/>
                </a:cubicBezTo>
                <a:cubicBezTo>
                  <a:pt x="1563645" y="14827"/>
                  <a:pt x="1560114" y="13895"/>
                  <a:pt x="1555407" y="13895"/>
                </a:cubicBezTo>
                <a:cubicBezTo>
                  <a:pt x="1550550" y="13895"/>
                  <a:pt x="1546747" y="14894"/>
                  <a:pt x="1543998" y="16891"/>
                </a:cubicBezTo>
                <a:cubicBezTo>
                  <a:pt x="1542228" y="18171"/>
                  <a:pt x="1541343" y="19885"/>
                  <a:pt x="1541343" y="22032"/>
                </a:cubicBezTo>
                <a:cubicBezTo>
                  <a:pt x="1541343" y="23992"/>
                  <a:pt x="1542171" y="25668"/>
                  <a:pt x="1543828" y="27061"/>
                </a:cubicBezTo>
                <a:cubicBezTo>
                  <a:pt x="1545937" y="28832"/>
                  <a:pt x="1551058" y="30680"/>
                  <a:pt x="1559192" y="32604"/>
                </a:cubicBezTo>
                <a:cubicBezTo>
                  <a:pt x="1567326" y="34528"/>
                  <a:pt x="1573341" y="36518"/>
                  <a:pt x="1577239" y="38575"/>
                </a:cubicBezTo>
                <a:cubicBezTo>
                  <a:pt x="1581136" y="40631"/>
                  <a:pt x="1584186" y="43442"/>
                  <a:pt x="1586389" y="47007"/>
                </a:cubicBezTo>
                <a:cubicBezTo>
                  <a:pt x="1588592" y="50572"/>
                  <a:pt x="1589693" y="54976"/>
                  <a:pt x="1589693" y="60221"/>
                </a:cubicBezTo>
                <a:cubicBezTo>
                  <a:pt x="1589693" y="64974"/>
                  <a:pt x="1588375" y="69426"/>
                  <a:pt x="1585739" y="73576"/>
                </a:cubicBezTo>
                <a:cubicBezTo>
                  <a:pt x="1583104" y="77726"/>
                  <a:pt x="1579376" y="80811"/>
                  <a:pt x="1574556" y="82829"/>
                </a:cubicBezTo>
                <a:cubicBezTo>
                  <a:pt x="1569736" y="84847"/>
                  <a:pt x="1563729" y="85856"/>
                  <a:pt x="1556537" y="85856"/>
                </a:cubicBezTo>
                <a:cubicBezTo>
                  <a:pt x="1546069" y="85856"/>
                  <a:pt x="1538029" y="83432"/>
                  <a:pt x="1532418" y="78584"/>
                </a:cubicBezTo>
                <a:cubicBezTo>
                  <a:pt x="1526808" y="73735"/>
                  <a:pt x="1523456" y="66670"/>
                  <a:pt x="1522364" y="57388"/>
                </a:cubicBezTo>
                <a:close/>
                <a:moveTo>
                  <a:pt x="1596133" y="24288"/>
                </a:moveTo>
                <a:lnTo>
                  <a:pt x="1613022" y="24288"/>
                </a:lnTo>
                <a:lnTo>
                  <a:pt x="1627369" y="66918"/>
                </a:lnTo>
                <a:lnTo>
                  <a:pt x="1641377" y="24288"/>
                </a:lnTo>
                <a:lnTo>
                  <a:pt x="1657814" y="24288"/>
                </a:lnTo>
                <a:lnTo>
                  <a:pt x="1636632" y="82034"/>
                </a:lnTo>
                <a:lnTo>
                  <a:pt x="1632848" y="92521"/>
                </a:lnTo>
                <a:cubicBezTo>
                  <a:pt x="1631455" y="96023"/>
                  <a:pt x="1630127" y="98697"/>
                  <a:pt x="1628866" y="100542"/>
                </a:cubicBezTo>
                <a:cubicBezTo>
                  <a:pt x="1627604" y="102387"/>
                  <a:pt x="1626154" y="103884"/>
                  <a:pt x="1624516" y="105032"/>
                </a:cubicBezTo>
                <a:cubicBezTo>
                  <a:pt x="1622878" y="106181"/>
                  <a:pt x="1620864" y="107075"/>
                  <a:pt x="1618473" y="107715"/>
                </a:cubicBezTo>
                <a:cubicBezTo>
                  <a:pt x="1616081" y="108356"/>
                  <a:pt x="1613380" y="108676"/>
                  <a:pt x="1610367" y="108676"/>
                </a:cubicBezTo>
                <a:cubicBezTo>
                  <a:pt x="1607317" y="108676"/>
                  <a:pt x="1604323" y="108356"/>
                  <a:pt x="1601386" y="107715"/>
                </a:cubicBezTo>
                <a:lnTo>
                  <a:pt x="1599974" y="95289"/>
                </a:lnTo>
                <a:cubicBezTo>
                  <a:pt x="1602459" y="95778"/>
                  <a:pt x="1604700" y="96023"/>
                  <a:pt x="1606696" y="96023"/>
                </a:cubicBezTo>
                <a:cubicBezTo>
                  <a:pt x="1610386" y="96023"/>
                  <a:pt x="1613116" y="94941"/>
                  <a:pt x="1614886" y="92775"/>
                </a:cubicBezTo>
                <a:cubicBezTo>
                  <a:pt x="1616656" y="90610"/>
                  <a:pt x="1618011" y="87852"/>
                  <a:pt x="1618953" y="84500"/>
                </a:cubicBezTo>
                <a:lnTo>
                  <a:pt x="1596133" y="24288"/>
                </a:lnTo>
                <a:close/>
                <a:moveTo>
                  <a:pt x="1720318" y="84274"/>
                </a:moveTo>
                <a:lnTo>
                  <a:pt x="1704446" y="84274"/>
                </a:lnTo>
                <a:lnTo>
                  <a:pt x="1704446" y="53695"/>
                </a:lnTo>
                <a:cubicBezTo>
                  <a:pt x="1704446" y="47225"/>
                  <a:pt x="1704107" y="43041"/>
                  <a:pt x="1703429" y="41142"/>
                </a:cubicBezTo>
                <a:cubicBezTo>
                  <a:pt x="1702751" y="39242"/>
                  <a:pt x="1701650" y="37766"/>
                  <a:pt x="1700125" y="36713"/>
                </a:cubicBezTo>
                <a:cubicBezTo>
                  <a:pt x="1698600" y="35660"/>
                  <a:pt x="1696764" y="35133"/>
                  <a:pt x="1694617" y="35133"/>
                </a:cubicBezTo>
                <a:cubicBezTo>
                  <a:pt x="1691869" y="35133"/>
                  <a:pt x="1689402" y="35886"/>
                  <a:pt x="1687218" y="37391"/>
                </a:cubicBezTo>
                <a:cubicBezTo>
                  <a:pt x="1685034" y="38895"/>
                  <a:pt x="1683537" y="40888"/>
                  <a:pt x="1682728" y="43371"/>
                </a:cubicBezTo>
                <a:cubicBezTo>
                  <a:pt x="1681918" y="45853"/>
                  <a:pt x="1681513" y="50442"/>
                  <a:pt x="1681513" y="57137"/>
                </a:cubicBezTo>
                <a:lnTo>
                  <a:pt x="1681513" y="84274"/>
                </a:lnTo>
                <a:lnTo>
                  <a:pt x="1665641" y="84274"/>
                </a:lnTo>
                <a:lnTo>
                  <a:pt x="1665641" y="24288"/>
                </a:lnTo>
                <a:lnTo>
                  <a:pt x="1680383" y="24288"/>
                </a:lnTo>
                <a:lnTo>
                  <a:pt x="1680383" y="33100"/>
                </a:lnTo>
                <a:cubicBezTo>
                  <a:pt x="1685618" y="26322"/>
                  <a:pt x="1692207" y="22933"/>
                  <a:pt x="1700153" y="22933"/>
                </a:cubicBezTo>
                <a:cubicBezTo>
                  <a:pt x="1703655" y="22933"/>
                  <a:pt x="1706856" y="23563"/>
                  <a:pt x="1709755" y="24825"/>
                </a:cubicBezTo>
                <a:cubicBezTo>
                  <a:pt x="1712655" y="26086"/>
                  <a:pt x="1714848" y="27696"/>
                  <a:pt x="1716336" y="29654"/>
                </a:cubicBezTo>
                <a:cubicBezTo>
                  <a:pt x="1717823" y="31612"/>
                  <a:pt x="1718859" y="33834"/>
                  <a:pt x="1719442" y="36319"/>
                </a:cubicBezTo>
                <a:cubicBezTo>
                  <a:pt x="1720026" y="38805"/>
                  <a:pt x="1720318" y="42363"/>
                  <a:pt x="1720318" y="46995"/>
                </a:cubicBezTo>
                <a:lnTo>
                  <a:pt x="1720318" y="84274"/>
                </a:lnTo>
                <a:close/>
                <a:moveTo>
                  <a:pt x="1763942" y="24288"/>
                </a:moveTo>
                <a:lnTo>
                  <a:pt x="1763942" y="36941"/>
                </a:lnTo>
                <a:lnTo>
                  <a:pt x="1753097" y="36941"/>
                </a:lnTo>
                <a:lnTo>
                  <a:pt x="1753097" y="61077"/>
                </a:lnTo>
                <a:cubicBezTo>
                  <a:pt x="1753097" y="65965"/>
                  <a:pt x="1753200" y="68814"/>
                  <a:pt x="1753408" y="69622"/>
                </a:cubicBezTo>
                <a:cubicBezTo>
                  <a:pt x="1753615" y="70429"/>
                  <a:pt x="1754085" y="71097"/>
                  <a:pt x="1754820" y="71624"/>
                </a:cubicBezTo>
                <a:cubicBezTo>
                  <a:pt x="1755554" y="72150"/>
                  <a:pt x="1756448" y="72413"/>
                  <a:pt x="1757503" y="72413"/>
                </a:cubicBezTo>
                <a:cubicBezTo>
                  <a:pt x="1758971" y="72413"/>
                  <a:pt x="1761099" y="71904"/>
                  <a:pt x="1763885" y="70888"/>
                </a:cubicBezTo>
                <a:lnTo>
                  <a:pt x="1765241" y="83247"/>
                </a:lnTo>
                <a:cubicBezTo>
                  <a:pt x="1761551" y="84836"/>
                  <a:pt x="1757371" y="85630"/>
                  <a:pt x="1752702" y="85630"/>
                </a:cubicBezTo>
                <a:cubicBezTo>
                  <a:pt x="1749840" y="85630"/>
                  <a:pt x="1747260" y="85150"/>
                  <a:pt x="1744963" y="84190"/>
                </a:cubicBezTo>
                <a:cubicBezTo>
                  <a:pt x="1742666" y="83229"/>
                  <a:pt x="1740981" y="81987"/>
                  <a:pt x="1739908" y="80462"/>
                </a:cubicBezTo>
                <a:cubicBezTo>
                  <a:pt x="1738835" y="78937"/>
                  <a:pt x="1738091" y="76875"/>
                  <a:pt x="1737677" y="74277"/>
                </a:cubicBezTo>
                <a:cubicBezTo>
                  <a:pt x="1737338" y="72432"/>
                  <a:pt x="1737168" y="68704"/>
                  <a:pt x="1737168" y="63093"/>
                </a:cubicBezTo>
                <a:lnTo>
                  <a:pt x="1737168" y="36941"/>
                </a:lnTo>
                <a:lnTo>
                  <a:pt x="1729882" y="36941"/>
                </a:lnTo>
                <a:lnTo>
                  <a:pt x="1729882" y="24288"/>
                </a:lnTo>
                <a:lnTo>
                  <a:pt x="1737168" y="24288"/>
                </a:lnTo>
                <a:lnTo>
                  <a:pt x="1737168" y="12314"/>
                </a:lnTo>
                <a:lnTo>
                  <a:pt x="1753097" y="2937"/>
                </a:lnTo>
                <a:lnTo>
                  <a:pt x="1753097" y="24288"/>
                </a:lnTo>
                <a:lnTo>
                  <a:pt x="1763942" y="24288"/>
                </a:lnTo>
                <a:close/>
                <a:moveTo>
                  <a:pt x="1786817" y="42815"/>
                </a:moveTo>
                <a:lnTo>
                  <a:pt x="1772414" y="40217"/>
                </a:lnTo>
                <a:cubicBezTo>
                  <a:pt x="1774033" y="34341"/>
                  <a:pt x="1776820" y="29992"/>
                  <a:pt x="1780774" y="27169"/>
                </a:cubicBezTo>
                <a:cubicBezTo>
                  <a:pt x="1784727" y="24345"/>
                  <a:pt x="1790602" y="22933"/>
                  <a:pt x="1798397" y="22933"/>
                </a:cubicBezTo>
                <a:cubicBezTo>
                  <a:pt x="1805476" y="22933"/>
                  <a:pt x="1810748" y="23770"/>
                  <a:pt x="1814212" y="25446"/>
                </a:cubicBezTo>
                <a:cubicBezTo>
                  <a:pt x="1817677" y="27122"/>
                  <a:pt x="1820115" y="29249"/>
                  <a:pt x="1821527" y="31829"/>
                </a:cubicBezTo>
                <a:cubicBezTo>
                  <a:pt x="1822939" y="34408"/>
                  <a:pt x="1823645" y="39144"/>
                  <a:pt x="1823645" y="46035"/>
                </a:cubicBezTo>
                <a:lnTo>
                  <a:pt x="1823476" y="64561"/>
                </a:lnTo>
                <a:cubicBezTo>
                  <a:pt x="1823476" y="69833"/>
                  <a:pt x="1823730" y="73721"/>
                  <a:pt x="1824238" y="76225"/>
                </a:cubicBezTo>
                <a:cubicBezTo>
                  <a:pt x="1824746" y="78730"/>
                  <a:pt x="1825697" y="81413"/>
                  <a:pt x="1827091" y="84274"/>
                </a:cubicBezTo>
                <a:lnTo>
                  <a:pt x="1811388" y="84274"/>
                </a:lnTo>
                <a:cubicBezTo>
                  <a:pt x="1810974" y="83220"/>
                  <a:pt x="1810465" y="81657"/>
                  <a:pt x="1809863" y="79586"/>
                </a:cubicBezTo>
                <a:cubicBezTo>
                  <a:pt x="1809599" y="78645"/>
                  <a:pt x="1809411" y="78023"/>
                  <a:pt x="1809298" y="77722"/>
                </a:cubicBezTo>
                <a:cubicBezTo>
                  <a:pt x="1806587" y="80358"/>
                  <a:pt x="1803687" y="82335"/>
                  <a:pt x="1800599" y="83653"/>
                </a:cubicBezTo>
                <a:cubicBezTo>
                  <a:pt x="1797512" y="84971"/>
                  <a:pt x="1794217" y="85630"/>
                  <a:pt x="1790715" y="85630"/>
                </a:cubicBezTo>
                <a:cubicBezTo>
                  <a:pt x="1784539" y="85630"/>
                  <a:pt x="1779672" y="83961"/>
                  <a:pt x="1776114" y="80624"/>
                </a:cubicBezTo>
                <a:cubicBezTo>
                  <a:pt x="1772555" y="77287"/>
                  <a:pt x="1770776" y="73068"/>
                  <a:pt x="1770776" y="67968"/>
                </a:cubicBezTo>
                <a:cubicBezTo>
                  <a:pt x="1770776" y="64593"/>
                  <a:pt x="1771585" y="61584"/>
                  <a:pt x="1773205" y="58941"/>
                </a:cubicBezTo>
                <a:cubicBezTo>
                  <a:pt x="1774824" y="56297"/>
                  <a:pt x="1777093" y="54272"/>
                  <a:pt x="1780011" y="52866"/>
                </a:cubicBezTo>
                <a:cubicBezTo>
                  <a:pt x="1782929" y="51459"/>
                  <a:pt x="1787137" y="50232"/>
                  <a:pt x="1792635" y="49182"/>
                </a:cubicBezTo>
                <a:cubicBezTo>
                  <a:pt x="1800053" y="47794"/>
                  <a:pt x="1805194" y="46501"/>
                  <a:pt x="1808055" y="45300"/>
                </a:cubicBezTo>
                <a:lnTo>
                  <a:pt x="1808055" y="43701"/>
                </a:lnTo>
                <a:cubicBezTo>
                  <a:pt x="1808055" y="40617"/>
                  <a:pt x="1807302" y="38418"/>
                  <a:pt x="1805796" y="37105"/>
                </a:cubicBezTo>
                <a:cubicBezTo>
                  <a:pt x="1804290" y="35790"/>
                  <a:pt x="1801447" y="35133"/>
                  <a:pt x="1797267" y="35133"/>
                </a:cubicBezTo>
                <a:cubicBezTo>
                  <a:pt x="1794443" y="35133"/>
                  <a:pt x="1792240" y="35702"/>
                  <a:pt x="1790658" y="36838"/>
                </a:cubicBezTo>
                <a:cubicBezTo>
                  <a:pt x="1789077" y="37974"/>
                  <a:pt x="1787796" y="39966"/>
                  <a:pt x="1786817" y="42815"/>
                </a:cubicBezTo>
                <a:moveTo>
                  <a:pt x="1808055" y="55693"/>
                </a:moveTo>
                <a:cubicBezTo>
                  <a:pt x="1806022" y="56363"/>
                  <a:pt x="1802802" y="57163"/>
                  <a:pt x="1798397" y="58094"/>
                </a:cubicBezTo>
                <a:cubicBezTo>
                  <a:pt x="1793991" y="59024"/>
                  <a:pt x="1791110" y="59935"/>
                  <a:pt x="1789755" y="60828"/>
                </a:cubicBezTo>
                <a:cubicBezTo>
                  <a:pt x="1787683" y="62279"/>
                  <a:pt x="1786648" y="64121"/>
                  <a:pt x="1786648" y="66353"/>
                </a:cubicBezTo>
                <a:cubicBezTo>
                  <a:pt x="1786648" y="68549"/>
                  <a:pt x="1787476" y="70447"/>
                  <a:pt x="1789133" y="72047"/>
                </a:cubicBezTo>
                <a:cubicBezTo>
                  <a:pt x="1790790" y="73647"/>
                  <a:pt x="1792899" y="74446"/>
                  <a:pt x="1795459" y="74446"/>
                </a:cubicBezTo>
                <a:cubicBezTo>
                  <a:pt x="1798321" y="74446"/>
                  <a:pt x="1801051" y="73516"/>
                  <a:pt x="1803650" y="71655"/>
                </a:cubicBezTo>
                <a:cubicBezTo>
                  <a:pt x="1805570" y="70242"/>
                  <a:pt x="1806832" y="68512"/>
                  <a:pt x="1807434" y="66464"/>
                </a:cubicBezTo>
                <a:cubicBezTo>
                  <a:pt x="1807848" y="65125"/>
                  <a:pt x="1808055" y="62577"/>
                  <a:pt x="1808055" y="58819"/>
                </a:cubicBezTo>
                <a:lnTo>
                  <a:pt x="1808055" y="55693"/>
                </a:lnTo>
                <a:close/>
                <a:moveTo>
                  <a:pt x="1891578" y="42024"/>
                </a:moveTo>
                <a:lnTo>
                  <a:pt x="1875931" y="44848"/>
                </a:lnTo>
                <a:cubicBezTo>
                  <a:pt x="1875404" y="41742"/>
                  <a:pt x="1874209" y="39402"/>
                  <a:pt x="1872345" y="37830"/>
                </a:cubicBezTo>
                <a:cubicBezTo>
                  <a:pt x="1870481" y="36258"/>
                  <a:pt x="1868061" y="35472"/>
                  <a:pt x="1865086" y="35472"/>
                </a:cubicBezTo>
                <a:cubicBezTo>
                  <a:pt x="1861133" y="35472"/>
                  <a:pt x="1857979" y="36833"/>
                  <a:pt x="1855625" y="39555"/>
                </a:cubicBezTo>
                <a:cubicBezTo>
                  <a:pt x="1853272" y="42277"/>
                  <a:pt x="1852095" y="46828"/>
                  <a:pt x="1852095" y="53210"/>
                </a:cubicBezTo>
                <a:cubicBezTo>
                  <a:pt x="1852095" y="60306"/>
                  <a:pt x="1853291" y="65318"/>
                  <a:pt x="1855682" y="68247"/>
                </a:cubicBezTo>
                <a:cubicBezTo>
                  <a:pt x="1858073" y="71175"/>
                  <a:pt x="1861283" y="72639"/>
                  <a:pt x="1865312" y="72639"/>
                </a:cubicBezTo>
                <a:cubicBezTo>
                  <a:pt x="1868325" y="72639"/>
                  <a:pt x="1870791" y="71782"/>
                  <a:pt x="1872712" y="70069"/>
                </a:cubicBezTo>
                <a:cubicBezTo>
                  <a:pt x="1874632" y="68355"/>
                  <a:pt x="1875988" y="65409"/>
                  <a:pt x="1876779" y="61229"/>
                </a:cubicBezTo>
                <a:lnTo>
                  <a:pt x="1892368" y="63940"/>
                </a:lnTo>
                <a:cubicBezTo>
                  <a:pt x="1890749" y="71095"/>
                  <a:pt x="1887643" y="76498"/>
                  <a:pt x="1883048" y="80151"/>
                </a:cubicBezTo>
                <a:cubicBezTo>
                  <a:pt x="1878454" y="83804"/>
                  <a:pt x="1872298" y="85630"/>
                  <a:pt x="1864578" y="85630"/>
                </a:cubicBezTo>
                <a:cubicBezTo>
                  <a:pt x="1855804" y="85630"/>
                  <a:pt x="1848810" y="82862"/>
                  <a:pt x="1843594" y="77327"/>
                </a:cubicBezTo>
                <a:cubicBezTo>
                  <a:pt x="1838379" y="71791"/>
                  <a:pt x="1835771" y="64128"/>
                  <a:pt x="1835771" y="54338"/>
                </a:cubicBezTo>
                <a:cubicBezTo>
                  <a:pt x="1835771" y="44434"/>
                  <a:pt x="1838388" y="36724"/>
                  <a:pt x="1843622" y="31208"/>
                </a:cubicBezTo>
                <a:cubicBezTo>
                  <a:pt x="1848857" y="25691"/>
                  <a:pt x="1855936" y="22933"/>
                  <a:pt x="1864861" y="22933"/>
                </a:cubicBezTo>
                <a:cubicBezTo>
                  <a:pt x="1872166" y="22933"/>
                  <a:pt x="1877974" y="24505"/>
                  <a:pt x="1882286" y="27649"/>
                </a:cubicBezTo>
                <a:cubicBezTo>
                  <a:pt x="1886598" y="30793"/>
                  <a:pt x="1889695" y="35585"/>
                  <a:pt x="1891578" y="42024"/>
                </a:cubicBezTo>
                <a:close/>
                <a:moveTo>
                  <a:pt x="1931099" y="24288"/>
                </a:moveTo>
                <a:lnTo>
                  <a:pt x="1931099" y="36941"/>
                </a:lnTo>
                <a:lnTo>
                  <a:pt x="1920254" y="36941"/>
                </a:lnTo>
                <a:lnTo>
                  <a:pt x="1920254" y="61077"/>
                </a:lnTo>
                <a:cubicBezTo>
                  <a:pt x="1920254" y="65965"/>
                  <a:pt x="1920357" y="68814"/>
                  <a:pt x="1920564" y="69622"/>
                </a:cubicBezTo>
                <a:cubicBezTo>
                  <a:pt x="1920772" y="70429"/>
                  <a:pt x="1921242" y="71097"/>
                  <a:pt x="1921977" y="71624"/>
                </a:cubicBezTo>
                <a:cubicBezTo>
                  <a:pt x="1922711" y="72150"/>
                  <a:pt x="1923605" y="72413"/>
                  <a:pt x="1924660" y="72413"/>
                </a:cubicBezTo>
                <a:cubicBezTo>
                  <a:pt x="1926128" y="72413"/>
                  <a:pt x="1928256" y="71904"/>
                  <a:pt x="1931042" y="70888"/>
                </a:cubicBezTo>
                <a:lnTo>
                  <a:pt x="1932398" y="83247"/>
                </a:lnTo>
                <a:cubicBezTo>
                  <a:pt x="1928708" y="84836"/>
                  <a:pt x="1924528" y="85630"/>
                  <a:pt x="1919858" y="85630"/>
                </a:cubicBezTo>
                <a:cubicBezTo>
                  <a:pt x="1916997" y="85630"/>
                  <a:pt x="1914417" y="85150"/>
                  <a:pt x="1912120" y="84190"/>
                </a:cubicBezTo>
                <a:cubicBezTo>
                  <a:pt x="1909823" y="83229"/>
                  <a:pt x="1908138" y="81987"/>
                  <a:pt x="1907065" y="80462"/>
                </a:cubicBezTo>
                <a:cubicBezTo>
                  <a:pt x="1905992" y="78937"/>
                  <a:pt x="1905248" y="76875"/>
                  <a:pt x="1904834" y="74277"/>
                </a:cubicBezTo>
                <a:cubicBezTo>
                  <a:pt x="1904495" y="72432"/>
                  <a:pt x="1904325" y="68704"/>
                  <a:pt x="1904325" y="63093"/>
                </a:cubicBezTo>
                <a:lnTo>
                  <a:pt x="1904325" y="36941"/>
                </a:lnTo>
                <a:lnTo>
                  <a:pt x="1897039" y="36941"/>
                </a:lnTo>
                <a:lnTo>
                  <a:pt x="1897039" y="24288"/>
                </a:lnTo>
                <a:lnTo>
                  <a:pt x="1904325" y="24288"/>
                </a:lnTo>
                <a:lnTo>
                  <a:pt x="1904325" y="12314"/>
                </a:lnTo>
                <a:lnTo>
                  <a:pt x="1920254" y="2937"/>
                </a:lnTo>
                <a:lnTo>
                  <a:pt x="1920254" y="24288"/>
                </a:lnTo>
                <a:lnTo>
                  <a:pt x="1931099" y="24288"/>
                </a:lnTo>
                <a:close/>
                <a:moveTo>
                  <a:pt x="1942113" y="16154"/>
                </a:moveTo>
                <a:lnTo>
                  <a:pt x="1942113" y="1469"/>
                </a:lnTo>
                <a:lnTo>
                  <a:pt x="1957985" y="1469"/>
                </a:lnTo>
                <a:lnTo>
                  <a:pt x="1957985" y="16154"/>
                </a:lnTo>
                <a:lnTo>
                  <a:pt x="1942113" y="16154"/>
                </a:lnTo>
                <a:moveTo>
                  <a:pt x="1942113" y="84274"/>
                </a:moveTo>
                <a:lnTo>
                  <a:pt x="1942113" y="24288"/>
                </a:lnTo>
                <a:lnTo>
                  <a:pt x="1957985" y="24288"/>
                </a:lnTo>
                <a:lnTo>
                  <a:pt x="1957985" y="84274"/>
                </a:lnTo>
                <a:lnTo>
                  <a:pt x="1942113" y="84274"/>
                </a:lnTo>
                <a:close/>
                <a:moveTo>
                  <a:pt x="2026576" y="42024"/>
                </a:moveTo>
                <a:lnTo>
                  <a:pt x="2010929" y="44848"/>
                </a:lnTo>
                <a:cubicBezTo>
                  <a:pt x="2010402" y="41742"/>
                  <a:pt x="2009207" y="39402"/>
                  <a:pt x="2007343" y="37830"/>
                </a:cubicBezTo>
                <a:cubicBezTo>
                  <a:pt x="2005479" y="36258"/>
                  <a:pt x="2003059" y="35472"/>
                  <a:pt x="2000085" y="35472"/>
                </a:cubicBezTo>
                <a:cubicBezTo>
                  <a:pt x="1996131" y="35472"/>
                  <a:pt x="1992977" y="36833"/>
                  <a:pt x="1990623" y="39555"/>
                </a:cubicBezTo>
                <a:cubicBezTo>
                  <a:pt x="1988270" y="42277"/>
                  <a:pt x="1987093" y="46828"/>
                  <a:pt x="1987093" y="53210"/>
                </a:cubicBezTo>
                <a:cubicBezTo>
                  <a:pt x="1987093" y="60306"/>
                  <a:pt x="1988289" y="65318"/>
                  <a:pt x="1990680" y="68247"/>
                </a:cubicBezTo>
                <a:cubicBezTo>
                  <a:pt x="1993071" y="71175"/>
                  <a:pt x="1996281" y="72639"/>
                  <a:pt x="2000310" y="72639"/>
                </a:cubicBezTo>
                <a:cubicBezTo>
                  <a:pt x="2003323" y="72639"/>
                  <a:pt x="2005789" y="71782"/>
                  <a:pt x="2007710" y="70069"/>
                </a:cubicBezTo>
                <a:cubicBezTo>
                  <a:pt x="2009630" y="68355"/>
                  <a:pt x="2010986" y="65409"/>
                  <a:pt x="2011777" y="61229"/>
                </a:cubicBezTo>
                <a:lnTo>
                  <a:pt x="2027366" y="63940"/>
                </a:lnTo>
                <a:cubicBezTo>
                  <a:pt x="2025747" y="71095"/>
                  <a:pt x="2022641" y="76498"/>
                  <a:pt x="2018046" y="80151"/>
                </a:cubicBezTo>
                <a:cubicBezTo>
                  <a:pt x="2013452" y="83804"/>
                  <a:pt x="2007296" y="85630"/>
                  <a:pt x="1999576" y="85630"/>
                </a:cubicBezTo>
                <a:cubicBezTo>
                  <a:pt x="1990802" y="85630"/>
                  <a:pt x="1983808" y="82862"/>
                  <a:pt x="1978592" y="77327"/>
                </a:cubicBezTo>
                <a:cubicBezTo>
                  <a:pt x="1973377" y="71791"/>
                  <a:pt x="1970769" y="64128"/>
                  <a:pt x="1970769" y="54338"/>
                </a:cubicBezTo>
                <a:cubicBezTo>
                  <a:pt x="1970769" y="44434"/>
                  <a:pt x="1973386" y="36724"/>
                  <a:pt x="1978621" y="31208"/>
                </a:cubicBezTo>
                <a:cubicBezTo>
                  <a:pt x="1983855" y="25691"/>
                  <a:pt x="1990934" y="22933"/>
                  <a:pt x="1999859" y="22933"/>
                </a:cubicBezTo>
                <a:cubicBezTo>
                  <a:pt x="2007164" y="22933"/>
                  <a:pt x="2012972" y="24505"/>
                  <a:pt x="2017284" y="27649"/>
                </a:cubicBezTo>
                <a:cubicBezTo>
                  <a:pt x="2021596" y="30793"/>
                  <a:pt x="2024693" y="35585"/>
                  <a:pt x="2026576" y="42024"/>
                </a:cubicBezTo>
                <a:close/>
                <a:moveTo>
                  <a:pt x="2066995" y="57388"/>
                </a:moveTo>
                <a:lnTo>
                  <a:pt x="2083262" y="55806"/>
                </a:lnTo>
                <a:cubicBezTo>
                  <a:pt x="2084241" y="61287"/>
                  <a:pt x="2086228" y="65312"/>
                  <a:pt x="2089221" y="67882"/>
                </a:cubicBezTo>
                <a:cubicBezTo>
                  <a:pt x="2092215" y="70450"/>
                  <a:pt x="2096254" y="71735"/>
                  <a:pt x="2101337" y="71735"/>
                </a:cubicBezTo>
                <a:cubicBezTo>
                  <a:pt x="2106722" y="71735"/>
                  <a:pt x="2110780" y="70592"/>
                  <a:pt x="2113510" y="68307"/>
                </a:cubicBezTo>
                <a:cubicBezTo>
                  <a:pt x="2116240" y="66022"/>
                  <a:pt x="2117605" y="63349"/>
                  <a:pt x="2117605" y="60288"/>
                </a:cubicBezTo>
                <a:cubicBezTo>
                  <a:pt x="2117605" y="58324"/>
                  <a:pt x="2117030" y="56653"/>
                  <a:pt x="2115882" y="55275"/>
                </a:cubicBezTo>
                <a:cubicBezTo>
                  <a:pt x="2114733" y="53896"/>
                  <a:pt x="2112728" y="52696"/>
                  <a:pt x="2109866" y="51676"/>
                </a:cubicBezTo>
                <a:cubicBezTo>
                  <a:pt x="2107908" y="50997"/>
                  <a:pt x="2103446" y="49790"/>
                  <a:pt x="2096480" y="48054"/>
                </a:cubicBezTo>
                <a:cubicBezTo>
                  <a:pt x="2087517" y="45828"/>
                  <a:pt x="2081229" y="43092"/>
                  <a:pt x="2077614" y="39846"/>
                </a:cubicBezTo>
                <a:cubicBezTo>
                  <a:pt x="2072530" y="35280"/>
                  <a:pt x="2069989" y="29715"/>
                  <a:pt x="2069989" y="23150"/>
                </a:cubicBezTo>
                <a:cubicBezTo>
                  <a:pt x="2069989" y="18924"/>
                  <a:pt x="2071184" y="14972"/>
                  <a:pt x="2073575" y="11293"/>
                </a:cubicBezTo>
                <a:cubicBezTo>
                  <a:pt x="2075966" y="7614"/>
                  <a:pt x="2079412" y="4812"/>
                  <a:pt x="2083912" y="2888"/>
                </a:cubicBezTo>
                <a:cubicBezTo>
                  <a:pt x="2088412" y="963"/>
                  <a:pt x="2093844" y="0"/>
                  <a:pt x="2100208" y="0"/>
                </a:cubicBezTo>
                <a:cubicBezTo>
                  <a:pt x="2110601" y="0"/>
                  <a:pt x="2118424" y="2289"/>
                  <a:pt x="2123677" y="6866"/>
                </a:cubicBezTo>
                <a:cubicBezTo>
                  <a:pt x="2128930" y="11443"/>
                  <a:pt x="2131688" y="17551"/>
                  <a:pt x="2131952" y="25192"/>
                </a:cubicBezTo>
                <a:lnTo>
                  <a:pt x="2115232" y="25870"/>
                </a:lnTo>
                <a:cubicBezTo>
                  <a:pt x="2114517" y="21615"/>
                  <a:pt x="2112982" y="18555"/>
                  <a:pt x="2110629" y="16691"/>
                </a:cubicBezTo>
                <a:cubicBezTo>
                  <a:pt x="2108275" y="14827"/>
                  <a:pt x="2104745" y="13895"/>
                  <a:pt x="2100038" y="13895"/>
                </a:cubicBezTo>
                <a:cubicBezTo>
                  <a:pt x="2095180" y="13895"/>
                  <a:pt x="2091377" y="14894"/>
                  <a:pt x="2088628" y="16891"/>
                </a:cubicBezTo>
                <a:cubicBezTo>
                  <a:pt x="2086858" y="18171"/>
                  <a:pt x="2085974" y="19885"/>
                  <a:pt x="2085974" y="22032"/>
                </a:cubicBezTo>
                <a:cubicBezTo>
                  <a:pt x="2085974" y="23992"/>
                  <a:pt x="2086802" y="25668"/>
                  <a:pt x="2088459" y="27061"/>
                </a:cubicBezTo>
                <a:cubicBezTo>
                  <a:pt x="2090568" y="28832"/>
                  <a:pt x="2095689" y="30680"/>
                  <a:pt x="2103823" y="32604"/>
                </a:cubicBezTo>
                <a:cubicBezTo>
                  <a:pt x="2111956" y="34528"/>
                  <a:pt x="2117972" y="36518"/>
                  <a:pt x="2121869" y="38575"/>
                </a:cubicBezTo>
                <a:cubicBezTo>
                  <a:pt x="2125767" y="40631"/>
                  <a:pt x="2128817" y="43442"/>
                  <a:pt x="2131020" y="47007"/>
                </a:cubicBezTo>
                <a:cubicBezTo>
                  <a:pt x="2133223" y="50572"/>
                  <a:pt x="2134324" y="54976"/>
                  <a:pt x="2134324" y="60221"/>
                </a:cubicBezTo>
                <a:cubicBezTo>
                  <a:pt x="2134324" y="64974"/>
                  <a:pt x="2133006" y="69426"/>
                  <a:pt x="2130370" y="73576"/>
                </a:cubicBezTo>
                <a:cubicBezTo>
                  <a:pt x="2127734" y="77726"/>
                  <a:pt x="2124006" y="80811"/>
                  <a:pt x="2119186" y="82829"/>
                </a:cubicBezTo>
                <a:cubicBezTo>
                  <a:pt x="2114366" y="84847"/>
                  <a:pt x="2108360" y="85856"/>
                  <a:pt x="2101168" y="85856"/>
                </a:cubicBezTo>
                <a:cubicBezTo>
                  <a:pt x="2090699" y="85856"/>
                  <a:pt x="2082660" y="83432"/>
                  <a:pt x="2077049" y="78584"/>
                </a:cubicBezTo>
                <a:cubicBezTo>
                  <a:pt x="2071438" y="73735"/>
                  <a:pt x="2068087" y="66670"/>
                  <a:pt x="2066995" y="57388"/>
                </a:cubicBezTo>
                <a:close/>
                <a:moveTo>
                  <a:pt x="2148277" y="16154"/>
                </a:moveTo>
                <a:lnTo>
                  <a:pt x="2148277" y="1469"/>
                </a:lnTo>
                <a:lnTo>
                  <a:pt x="2164149" y="1469"/>
                </a:lnTo>
                <a:lnTo>
                  <a:pt x="2164149" y="16154"/>
                </a:lnTo>
                <a:lnTo>
                  <a:pt x="2148277" y="16154"/>
                </a:lnTo>
                <a:moveTo>
                  <a:pt x="2148277" y="84274"/>
                </a:moveTo>
                <a:lnTo>
                  <a:pt x="2148277" y="24288"/>
                </a:lnTo>
                <a:lnTo>
                  <a:pt x="2164149" y="24288"/>
                </a:lnTo>
                <a:lnTo>
                  <a:pt x="2164149" y="84274"/>
                </a:lnTo>
                <a:lnTo>
                  <a:pt x="2148277" y="84274"/>
                </a:lnTo>
                <a:close/>
                <a:moveTo>
                  <a:pt x="2178967" y="88115"/>
                </a:moveTo>
                <a:lnTo>
                  <a:pt x="2197098" y="90375"/>
                </a:lnTo>
                <a:cubicBezTo>
                  <a:pt x="2197399" y="92503"/>
                  <a:pt x="2198096" y="93967"/>
                  <a:pt x="2199188" y="94765"/>
                </a:cubicBezTo>
                <a:cubicBezTo>
                  <a:pt x="2200694" y="95905"/>
                  <a:pt x="2203067" y="96475"/>
                  <a:pt x="2206305" y="96475"/>
                </a:cubicBezTo>
                <a:cubicBezTo>
                  <a:pt x="2210447" y="96475"/>
                  <a:pt x="2213554" y="95849"/>
                  <a:pt x="2215625" y="94597"/>
                </a:cubicBezTo>
                <a:cubicBezTo>
                  <a:pt x="2217018" y="93763"/>
                  <a:pt x="2218073" y="92416"/>
                  <a:pt x="2218788" y="90558"/>
                </a:cubicBezTo>
                <a:cubicBezTo>
                  <a:pt x="2219278" y="89231"/>
                  <a:pt x="2219522" y="86785"/>
                  <a:pt x="2219522" y="83221"/>
                </a:cubicBezTo>
                <a:lnTo>
                  <a:pt x="2219522" y="74402"/>
                </a:lnTo>
                <a:cubicBezTo>
                  <a:pt x="2214778" y="80984"/>
                  <a:pt x="2208790" y="84274"/>
                  <a:pt x="2201560" y="84274"/>
                </a:cubicBezTo>
                <a:cubicBezTo>
                  <a:pt x="2193502" y="84274"/>
                  <a:pt x="2187119" y="80867"/>
                  <a:pt x="2182412" y="74051"/>
                </a:cubicBezTo>
                <a:cubicBezTo>
                  <a:pt x="2178722" y="68666"/>
                  <a:pt x="2176877" y="61963"/>
                  <a:pt x="2176877" y="53942"/>
                </a:cubicBezTo>
                <a:cubicBezTo>
                  <a:pt x="2176877" y="43888"/>
                  <a:pt x="2179296" y="36206"/>
                  <a:pt x="2184135" y="30897"/>
                </a:cubicBezTo>
                <a:cubicBezTo>
                  <a:pt x="2188974" y="25587"/>
                  <a:pt x="2194989" y="22933"/>
                  <a:pt x="2202182" y="22933"/>
                </a:cubicBezTo>
                <a:cubicBezTo>
                  <a:pt x="2209600" y="22933"/>
                  <a:pt x="2215719" y="26205"/>
                  <a:pt x="2220539" y="32750"/>
                </a:cubicBezTo>
                <a:lnTo>
                  <a:pt x="2220539" y="24288"/>
                </a:lnTo>
                <a:lnTo>
                  <a:pt x="2235394" y="24288"/>
                </a:lnTo>
                <a:lnTo>
                  <a:pt x="2235394" y="78153"/>
                </a:lnTo>
                <a:cubicBezTo>
                  <a:pt x="2235394" y="85237"/>
                  <a:pt x="2234811" y="90531"/>
                  <a:pt x="2233643" y="94036"/>
                </a:cubicBezTo>
                <a:cubicBezTo>
                  <a:pt x="2232476" y="97540"/>
                  <a:pt x="2230838" y="100291"/>
                  <a:pt x="2228729" y="102288"/>
                </a:cubicBezTo>
                <a:cubicBezTo>
                  <a:pt x="2226621" y="104286"/>
                  <a:pt x="2223806" y="105850"/>
                  <a:pt x="2220285" y="106979"/>
                </a:cubicBezTo>
                <a:cubicBezTo>
                  <a:pt x="2216764" y="108110"/>
                  <a:pt x="2212311" y="108676"/>
                  <a:pt x="2206926" y="108676"/>
                </a:cubicBezTo>
                <a:cubicBezTo>
                  <a:pt x="2196759" y="108676"/>
                  <a:pt x="2189548" y="106919"/>
                  <a:pt x="2185293" y="103407"/>
                </a:cubicBezTo>
                <a:cubicBezTo>
                  <a:pt x="2181038" y="99895"/>
                  <a:pt x="2178910" y="95444"/>
                  <a:pt x="2178910" y="90052"/>
                </a:cubicBezTo>
                <a:cubicBezTo>
                  <a:pt x="2178910" y="89520"/>
                  <a:pt x="2178929" y="88874"/>
                  <a:pt x="2178967" y="88115"/>
                </a:cubicBezTo>
                <a:moveTo>
                  <a:pt x="2193144" y="53039"/>
                </a:moveTo>
                <a:cubicBezTo>
                  <a:pt x="2193144" y="59384"/>
                  <a:pt x="2194377" y="64030"/>
                  <a:pt x="2196844" y="66976"/>
                </a:cubicBezTo>
                <a:cubicBezTo>
                  <a:pt x="2199310" y="69923"/>
                  <a:pt x="2202351" y="71396"/>
                  <a:pt x="2205966" y="71396"/>
                </a:cubicBezTo>
                <a:cubicBezTo>
                  <a:pt x="2209845" y="71396"/>
                  <a:pt x="2213121" y="69885"/>
                  <a:pt x="2215794" y="66863"/>
                </a:cubicBezTo>
                <a:cubicBezTo>
                  <a:pt x="2218468" y="63841"/>
                  <a:pt x="2219805" y="59365"/>
                  <a:pt x="2219805" y="53434"/>
                </a:cubicBezTo>
                <a:cubicBezTo>
                  <a:pt x="2219805" y="47240"/>
                  <a:pt x="2218524" y="42641"/>
                  <a:pt x="2215964" y="39638"/>
                </a:cubicBezTo>
                <a:cubicBezTo>
                  <a:pt x="2213403" y="36635"/>
                  <a:pt x="2210165" y="35133"/>
                  <a:pt x="2206249" y="35133"/>
                </a:cubicBezTo>
                <a:cubicBezTo>
                  <a:pt x="2202445" y="35133"/>
                  <a:pt x="2199310" y="36606"/>
                  <a:pt x="2196844" y="39553"/>
                </a:cubicBezTo>
                <a:cubicBezTo>
                  <a:pt x="2194377" y="42500"/>
                  <a:pt x="2193144" y="46995"/>
                  <a:pt x="2193144" y="53039"/>
                </a:cubicBezTo>
                <a:close/>
                <a:moveTo>
                  <a:pt x="2305680" y="84274"/>
                </a:moveTo>
                <a:lnTo>
                  <a:pt x="2289808" y="84274"/>
                </a:lnTo>
                <a:lnTo>
                  <a:pt x="2289808" y="53695"/>
                </a:lnTo>
                <a:cubicBezTo>
                  <a:pt x="2289808" y="47225"/>
                  <a:pt x="2289469" y="43041"/>
                  <a:pt x="2288791" y="41142"/>
                </a:cubicBezTo>
                <a:cubicBezTo>
                  <a:pt x="2288113" y="39242"/>
                  <a:pt x="2287012" y="37766"/>
                  <a:pt x="2285486" y="36713"/>
                </a:cubicBezTo>
                <a:cubicBezTo>
                  <a:pt x="2283961" y="35660"/>
                  <a:pt x="2282126" y="35133"/>
                  <a:pt x="2279979" y="35133"/>
                </a:cubicBezTo>
                <a:cubicBezTo>
                  <a:pt x="2277230" y="35133"/>
                  <a:pt x="2274764" y="35886"/>
                  <a:pt x="2272580" y="37391"/>
                </a:cubicBezTo>
                <a:cubicBezTo>
                  <a:pt x="2270396" y="38895"/>
                  <a:pt x="2268899" y="40888"/>
                  <a:pt x="2268089" y="43371"/>
                </a:cubicBezTo>
                <a:cubicBezTo>
                  <a:pt x="2267280" y="45853"/>
                  <a:pt x="2266875" y="50442"/>
                  <a:pt x="2266875" y="57137"/>
                </a:cubicBezTo>
                <a:lnTo>
                  <a:pt x="2266875" y="84274"/>
                </a:lnTo>
                <a:lnTo>
                  <a:pt x="2251003" y="84274"/>
                </a:lnTo>
                <a:lnTo>
                  <a:pt x="2251003" y="24288"/>
                </a:lnTo>
                <a:lnTo>
                  <a:pt x="2265745" y="24288"/>
                </a:lnTo>
                <a:lnTo>
                  <a:pt x="2265745" y="33100"/>
                </a:lnTo>
                <a:cubicBezTo>
                  <a:pt x="2270979" y="26322"/>
                  <a:pt x="2277569" y="22933"/>
                  <a:pt x="2285515" y="22933"/>
                </a:cubicBezTo>
                <a:cubicBezTo>
                  <a:pt x="2289017" y="22933"/>
                  <a:pt x="2292217" y="23563"/>
                  <a:pt x="2295117" y="24825"/>
                </a:cubicBezTo>
                <a:cubicBezTo>
                  <a:pt x="2298017" y="26086"/>
                  <a:pt x="2300210" y="27696"/>
                  <a:pt x="2301697" y="29654"/>
                </a:cubicBezTo>
                <a:cubicBezTo>
                  <a:pt x="2303185" y="31612"/>
                  <a:pt x="2304220" y="33834"/>
                  <a:pt x="2304804" y="36319"/>
                </a:cubicBezTo>
                <a:cubicBezTo>
                  <a:pt x="2305388" y="38805"/>
                  <a:pt x="2305680" y="42363"/>
                  <a:pt x="2305680" y="46995"/>
                </a:cubicBezTo>
                <a:lnTo>
                  <a:pt x="2305680" y="84274"/>
                </a:lnTo>
                <a:close/>
                <a:moveTo>
                  <a:pt x="2333658" y="42815"/>
                </a:moveTo>
                <a:lnTo>
                  <a:pt x="2319254" y="40217"/>
                </a:lnTo>
                <a:cubicBezTo>
                  <a:pt x="2320874" y="34341"/>
                  <a:pt x="2323660" y="29992"/>
                  <a:pt x="2327614" y="27169"/>
                </a:cubicBezTo>
                <a:cubicBezTo>
                  <a:pt x="2331568" y="24345"/>
                  <a:pt x="2337442" y="22933"/>
                  <a:pt x="2345237" y="22933"/>
                </a:cubicBezTo>
                <a:cubicBezTo>
                  <a:pt x="2352316" y="22933"/>
                  <a:pt x="2357588" y="23770"/>
                  <a:pt x="2361053" y="25446"/>
                </a:cubicBezTo>
                <a:cubicBezTo>
                  <a:pt x="2364517" y="27122"/>
                  <a:pt x="2366955" y="29249"/>
                  <a:pt x="2368367" y="31829"/>
                </a:cubicBezTo>
                <a:cubicBezTo>
                  <a:pt x="2369779" y="34408"/>
                  <a:pt x="2370485" y="39144"/>
                  <a:pt x="2370485" y="46035"/>
                </a:cubicBezTo>
                <a:lnTo>
                  <a:pt x="2370316" y="64561"/>
                </a:lnTo>
                <a:cubicBezTo>
                  <a:pt x="2370316" y="69833"/>
                  <a:pt x="2370570" y="73721"/>
                  <a:pt x="2371079" y="76225"/>
                </a:cubicBezTo>
                <a:cubicBezTo>
                  <a:pt x="2371587" y="78730"/>
                  <a:pt x="2372538" y="81413"/>
                  <a:pt x="2373931" y="84274"/>
                </a:cubicBezTo>
                <a:lnTo>
                  <a:pt x="2358228" y="84274"/>
                </a:lnTo>
                <a:cubicBezTo>
                  <a:pt x="2357814" y="83220"/>
                  <a:pt x="2357306" y="81657"/>
                  <a:pt x="2356703" y="79586"/>
                </a:cubicBezTo>
                <a:cubicBezTo>
                  <a:pt x="2356440" y="78645"/>
                  <a:pt x="2356251" y="78023"/>
                  <a:pt x="2356138" y="77722"/>
                </a:cubicBezTo>
                <a:cubicBezTo>
                  <a:pt x="2353427" y="80358"/>
                  <a:pt x="2350528" y="82335"/>
                  <a:pt x="2347440" y="83653"/>
                </a:cubicBezTo>
                <a:cubicBezTo>
                  <a:pt x="2344352" y="84971"/>
                  <a:pt x="2341057" y="85630"/>
                  <a:pt x="2337555" y="85630"/>
                </a:cubicBezTo>
                <a:cubicBezTo>
                  <a:pt x="2331380" y="85630"/>
                  <a:pt x="2326513" y="83961"/>
                  <a:pt x="2322954" y="80624"/>
                </a:cubicBezTo>
                <a:cubicBezTo>
                  <a:pt x="2319396" y="77287"/>
                  <a:pt x="2317616" y="73068"/>
                  <a:pt x="2317616" y="67968"/>
                </a:cubicBezTo>
                <a:cubicBezTo>
                  <a:pt x="2317616" y="64593"/>
                  <a:pt x="2318426" y="61584"/>
                  <a:pt x="2320045" y="58941"/>
                </a:cubicBezTo>
                <a:cubicBezTo>
                  <a:pt x="2321664" y="56297"/>
                  <a:pt x="2323933" y="54272"/>
                  <a:pt x="2326851" y="52866"/>
                </a:cubicBezTo>
                <a:cubicBezTo>
                  <a:pt x="2329770" y="51459"/>
                  <a:pt x="2333978" y="50232"/>
                  <a:pt x="2339476" y="49182"/>
                </a:cubicBezTo>
                <a:cubicBezTo>
                  <a:pt x="2346894" y="47794"/>
                  <a:pt x="2352034" y="46501"/>
                  <a:pt x="2354896" y="45300"/>
                </a:cubicBezTo>
                <a:lnTo>
                  <a:pt x="2354896" y="43701"/>
                </a:lnTo>
                <a:cubicBezTo>
                  <a:pt x="2354896" y="40617"/>
                  <a:pt x="2354143" y="38418"/>
                  <a:pt x="2352636" y="37105"/>
                </a:cubicBezTo>
                <a:cubicBezTo>
                  <a:pt x="2351130" y="35790"/>
                  <a:pt x="2348287" y="35133"/>
                  <a:pt x="2344107" y="35133"/>
                </a:cubicBezTo>
                <a:cubicBezTo>
                  <a:pt x="2341283" y="35133"/>
                  <a:pt x="2339080" y="35702"/>
                  <a:pt x="2337499" y="36838"/>
                </a:cubicBezTo>
                <a:cubicBezTo>
                  <a:pt x="2335917" y="37974"/>
                  <a:pt x="2334637" y="39966"/>
                  <a:pt x="2333658" y="42815"/>
                </a:cubicBezTo>
                <a:moveTo>
                  <a:pt x="2354896" y="55693"/>
                </a:moveTo>
                <a:cubicBezTo>
                  <a:pt x="2352862" y="56363"/>
                  <a:pt x="2349643" y="57163"/>
                  <a:pt x="2345237" y="58094"/>
                </a:cubicBezTo>
                <a:cubicBezTo>
                  <a:pt x="2340831" y="59024"/>
                  <a:pt x="2337951" y="59935"/>
                  <a:pt x="2336595" y="60828"/>
                </a:cubicBezTo>
                <a:cubicBezTo>
                  <a:pt x="2334524" y="62279"/>
                  <a:pt x="2333488" y="64121"/>
                  <a:pt x="2333488" y="66353"/>
                </a:cubicBezTo>
                <a:cubicBezTo>
                  <a:pt x="2333488" y="68549"/>
                  <a:pt x="2334317" y="70447"/>
                  <a:pt x="2335974" y="72047"/>
                </a:cubicBezTo>
                <a:cubicBezTo>
                  <a:pt x="2337630" y="73647"/>
                  <a:pt x="2339739" y="74446"/>
                  <a:pt x="2342300" y="74446"/>
                </a:cubicBezTo>
                <a:cubicBezTo>
                  <a:pt x="2345162" y="74446"/>
                  <a:pt x="2347892" y="73516"/>
                  <a:pt x="2350490" y="71655"/>
                </a:cubicBezTo>
                <a:cubicBezTo>
                  <a:pt x="2352411" y="70242"/>
                  <a:pt x="2353672" y="68512"/>
                  <a:pt x="2354275" y="66464"/>
                </a:cubicBezTo>
                <a:cubicBezTo>
                  <a:pt x="2354689" y="65125"/>
                  <a:pt x="2354896" y="62577"/>
                  <a:pt x="2354896" y="58819"/>
                </a:cubicBezTo>
                <a:lnTo>
                  <a:pt x="2354896" y="55693"/>
                </a:lnTo>
                <a:close/>
                <a:moveTo>
                  <a:pt x="2413622" y="24288"/>
                </a:moveTo>
                <a:lnTo>
                  <a:pt x="2413622" y="36941"/>
                </a:lnTo>
                <a:lnTo>
                  <a:pt x="2402777" y="36941"/>
                </a:lnTo>
                <a:lnTo>
                  <a:pt x="2402777" y="61077"/>
                </a:lnTo>
                <a:cubicBezTo>
                  <a:pt x="2402777" y="65965"/>
                  <a:pt x="2402880" y="68814"/>
                  <a:pt x="2403087" y="69622"/>
                </a:cubicBezTo>
                <a:cubicBezTo>
                  <a:pt x="2403294" y="70429"/>
                  <a:pt x="2403765" y="71097"/>
                  <a:pt x="2404499" y="71624"/>
                </a:cubicBezTo>
                <a:cubicBezTo>
                  <a:pt x="2405234" y="72150"/>
                  <a:pt x="2406128" y="72413"/>
                  <a:pt x="2407182" y="72413"/>
                </a:cubicBezTo>
                <a:cubicBezTo>
                  <a:pt x="2408651" y="72413"/>
                  <a:pt x="2410779" y="71904"/>
                  <a:pt x="2413565" y="70888"/>
                </a:cubicBezTo>
                <a:lnTo>
                  <a:pt x="2414921" y="83247"/>
                </a:lnTo>
                <a:cubicBezTo>
                  <a:pt x="2411230" y="84836"/>
                  <a:pt x="2407051" y="85630"/>
                  <a:pt x="2402381" y="85630"/>
                </a:cubicBezTo>
                <a:cubicBezTo>
                  <a:pt x="2399519" y="85630"/>
                  <a:pt x="2396940" y="85150"/>
                  <a:pt x="2394643" y="84190"/>
                </a:cubicBezTo>
                <a:cubicBezTo>
                  <a:pt x="2392346" y="83229"/>
                  <a:pt x="2390661" y="81987"/>
                  <a:pt x="2389588" y="80462"/>
                </a:cubicBezTo>
                <a:cubicBezTo>
                  <a:pt x="2388514" y="78937"/>
                  <a:pt x="2387771" y="76875"/>
                  <a:pt x="2387356" y="74277"/>
                </a:cubicBezTo>
                <a:cubicBezTo>
                  <a:pt x="2387018" y="72432"/>
                  <a:pt x="2386848" y="68704"/>
                  <a:pt x="2386848" y="63093"/>
                </a:cubicBezTo>
                <a:lnTo>
                  <a:pt x="2386848" y="36941"/>
                </a:lnTo>
                <a:lnTo>
                  <a:pt x="2379562" y="36941"/>
                </a:lnTo>
                <a:lnTo>
                  <a:pt x="2379562" y="24288"/>
                </a:lnTo>
                <a:lnTo>
                  <a:pt x="2386848" y="24288"/>
                </a:lnTo>
                <a:lnTo>
                  <a:pt x="2386848" y="12314"/>
                </a:lnTo>
                <a:lnTo>
                  <a:pt x="2402777" y="2937"/>
                </a:lnTo>
                <a:lnTo>
                  <a:pt x="2402777" y="24288"/>
                </a:lnTo>
                <a:lnTo>
                  <a:pt x="2413622" y="24288"/>
                </a:lnTo>
                <a:close/>
                <a:moveTo>
                  <a:pt x="2464118" y="84274"/>
                </a:moveTo>
                <a:lnTo>
                  <a:pt x="2464118" y="75293"/>
                </a:lnTo>
                <a:cubicBezTo>
                  <a:pt x="2461934" y="78494"/>
                  <a:pt x="2459062" y="81017"/>
                  <a:pt x="2455504" y="82862"/>
                </a:cubicBezTo>
                <a:cubicBezTo>
                  <a:pt x="2451945" y="84707"/>
                  <a:pt x="2448189" y="85630"/>
                  <a:pt x="2444235" y="85630"/>
                </a:cubicBezTo>
                <a:cubicBezTo>
                  <a:pt x="2440206" y="85630"/>
                  <a:pt x="2436591" y="84745"/>
                  <a:pt x="2433390" y="82975"/>
                </a:cubicBezTo>
                <a:cubicBezTo>
                  <a:pt x="2430190" y="81205"/>
                  <a:pt x="2427874" y="78720"/>
                  <a:pt x="2426443" y="75519"/>
                </a:cubicBezTo>
                <a:cubicBezTo>
                  <a:pt x="2425012" y="72319"/>
                  <a:pt x="2424296" y="67894"/>
                  <a:pt x="2424296" y="62246"/>
                </a:cubicBezTo>
                <a:lnTo>
                  <a:pt x="2424296" y="24288"/>
                </a:lnTo>
                <a:lnTo>
                  <a:pt x="2440168" y="24288"/>
                </a:lnTo>
                <a:lnTo>
                  <a:pt x="2440168" y="51789"/>
                </a:lnTo>
                <a:cubicBezTo>
                  <a:pt x="2440168" y="60205"/>
                  <a:pt x="2440460" y="65362"/>
                  <a:pt x="2441044" y="67259"/>
                </a:cubicBezTo>
                <a:cubicBezTo>
                  <a:pt x="2441628" y="69155"/>
                  <a:pt x="2442691" y="70658"/>
                  <a:pt x="2444235" y="71767"/>
                </a:cubicBezTo>
                <a:cubicBezTo>
                  <a:pt x="2445779" y="72875"/>
                  <a:pt x="2447737" y="73429"/>
                  <a:pt x="2450110" y="73429"/>
                </a:cubicBezTo>
                <a:cubicBezTo>
                  <a:pt x="2452821" y="73429"/>
                  <a:pt x="2455250" y="72688"/>
                  <a:pt x="2457396" y="71204"/>
                </a:cubicBezTo>
                <a:cubicBezTo>
                  <a:pt x="2459542" y="69720"/>
                  <a:pt x="2461011" y="67879"/>
                  <a:pt x="2461802" y="65681"/>
                </a:cubicBezTo>
                <a:cubicBezTo>
                  <a:pt x="2462593" y="63482"/>
                  <a:pt x="2462988" y="58100"/>
                  <a:pt x="2462988" y="49535"/>
                </a:cubicBezTo>
                <a:lnTo>
                  <a:pt x="2462988" y="24288"/>
                </a:lnTo>
                <a:lnTo>
                  <a:pt x="2478860" y="24288"/>
                </a:lnTo>
                <a:lnTo>
                  <a:pt x="2478860" y="84274"/>
                </a:lnTo>
                <a:lnTo>
                  <a:pt x="2464118" y="84274"/>
                </a:lnTo>
                <a:close/>
                <a:moveTo>
                  <a:pt x="2510509" y="84274"/>
                </a:moveTo>
                <a:lnTo>
                  <a:pt x="2494637" y="84274"/>
                </a:lnTo>
                <a:lnTo>
                  <a:pt x="2494637" y="24288"/>
                </a:lnTo>
                <a:lnTo>
                  <a:pt x="2509380" y="24288"/>
                </a:lnTo>
                <a:lnTo>
                  <a:pt x="2509380" y="32817"/>
                </a:lnTo>
                <a:cubicBezTo>
                  <a:pt x="2511903" y="28788"/>
                  <a:pt x="2514172" y="26133"/>
                  <a:pt x="2516186" y="24853"/>
                </a:cubicBezTo>
                <a:cubicBezTo>
                  <a:pt x="2518201" y="23573"/>
                  <a:pt x="2520488" y="22933"/>
                  <a:pt x="2523049" y="22933"/>
                </a:cubicBezTo>
                <a:cubicBezTo>
                  <a:pt x="2526664" y="22933"/>
                  <a:pt x="2530147" y="23930"/>
                  <a:pt x="2533499" y="25926"/>
                </a:cubicBezTo>
                <a:lnTo>
                  <a:pt x="2528584" y="39765"/>
                </a:lnTo>
                <a:cubicBezTo>
                  <a:pt x="2525911" y="38033"/>
                  <a:pt x="2523426" y="37167"/>
                  <a:pt x="2521128" y="37167"/>
                </a:cubicBezTo>
                <a:cubicBezTo>
                  <a:pt x="2518907" y="37167"/>
                  <a:pt x="2517024" y="37779"/>
                  <a:pt x="2515480" y="39002"/>
                </a:cubicBezTo>
                <a:cubicBezTo>
                  <a:pt x="2513936" y="40226"/>
                  <a:pt x="2512722" y="42438"/>
                  <a:pt x="2511837" y="45639"/>
                </a:cubicBezTo>
                <a:cubicBezTo>
                  <a:pt x="2510952" y="48840"/>
                  <a:pt x="2510509" y="55543"/>
                  <a:pt x="2510509" y="65748"/>
                </a:cubicBezTo>
                <a:lnTo>
                  <a:pt x="2510509" y="84274"/>
                </a:lnTo>
                <a:close/>
                <a:moveTo>
                  <a:pt x="2575053" y="65183"/>
                </a:moveTo>
                <a:lnTo>
                  <a:pt x="2590868" y="67894"/>
                </a:lnTo>
                <a:cubicBezTo>
                  <a:pt x="2588835" y="73674"/>
                  <a:pt x="2585625" y="78075"/>
                  <a:pt x="2581238" y="81097"/>
                </a:cubicBezTo>
                <a:cubicBezTo>
                  <a:pt x="2576851" y="84119"/>
                  <a:pt x="2571362" y="85630"/>
                  <a:pt x="2564772" y="85630"/>
                </a:cubicBezTo>
                <a:cubicBezTo>
                  <a:pt x="2554342" y="85630"/>
                  <a:pt x="2546622" y="82222"/>
                  <a:pt x="2541614" y="75406"/>
                </a:cubicBezTo>
                <a:cubicBezTo>
                  <a:pt x="2537660" y="69946"/>
                  <a:pt x="2535683" y="63055"/>
                  <a:pt x="2535683" y="54733"/>
                </a:cubicBezTo>
                <a:cubicBezTo>
                  <a:pt x="2535683" y="44792"/>
                  <a:pt x="2538281" y="37007"/>
                  <a:pt x="2543478" y="31377"/>
                </a:cubicBezTo>
                <a:cubicBezTo>
                  <a:pt x="2548674" y="25747"/>
                  <a:pt x="2555245" y="22933"/>
                  <a:pt x="2563191" y="22933"/>
                </a:cubicBezTo>
                <a:cubicBezTo>
                  <a:pt x="2572115" y="22933"/>
                  <a:pt x="2579157" y="25879"/>
                  <a:pt x="2584316" y="31772"/>
                </a:cubicBezTo>
                <a:cubicBezTo>
                  <a:pt x="2589475" y="37666"/>
                  <a:pt x="2591941" y="46694"/>
                  <a:pt x="2591715" y="58857"/>
                </a:cubicBezTo>
                <a:lnTo>
                  <a:pt x="2551951" y="58857"/>
                </a:lnTo>
                <a:cubicBezTo>
                  <a:pt x="2552064" y="63564"/>
                  <a:pt x="2553344" y="67226"/>
                  <a:pt x="2555791" y="69843"/>
                </a:cubicBezTo>
                <a:cubicBezTo>
                  <a:pt x="2558239" y="72460"/>
                  <a:pt x="2561289" y="73768"/>
                  <a:pt x="2564942" y="73768"/>
                </a:cubicBezTo>
                <a:cubicBezTo>
                  <a:pt x="2567427" y="73768"/>
                  <a:pt x="2569517" y="73091"/>
                  <a:pt x="2571212" y="71735"/>
                </a:cubicBezTo>
                <a:cubicBezTo>
                  <a:pt x="2572906" y="70379"/>
                  <a:pt x="2574187" y="68195"/>
                  <a:pt x="2575053" y="65183"/>
                </a:cubicBezTo>
                <a:moveTo>
                  <a:pt x="2575956" y="49141"/>
                </a:moveTo>
                <a:cubicBezTo>
                  <a:pt x="2575843" y="44566"/>
                  <a:pt x="2574657" y="41088"/>
                  <a:pt x="2572398" y="38706"/>
                </a:cubicBezTo>
                <a:cubicBezTo>
                  <a:pt x="2570138" y="36324"/>
                  <a:pt x="2567390" y="35133"/>
                  <a:pt x="2564151" y="35133"/>
                </a:cubicBezTo>
                <a:cubicBezTo>
                  <a:pt x="2560687" y="35133"/>
                  <a:pt x="2557825" y="36389"/>
                  <a:pt x="2555566" y="38902"/>
                </a:cubicBezTo>
                <a:cubicBezTo>
                  <a:pt x="2553306" y="41415"/>
                  <a:pt x="2552195" y="44828"/>
                  <a:pt x="2552233" y="49141"/>
                </a:cubicBezTo>
                <a:lnTo>
                  <a:pt x="2575956" y="49141"/>
                </a:lnTo>
                <a:close/>
                <a:moveTo>
                  <a:pt x="2635193" y="84274"/>
                </a:moveTo>
                <a:lnTo>
                  <a:pt x="2635193" y="1469"/>
                </a:lnTo>
                <a:lnTo>
                  <a:pt x="2696591" y="1469"/>
                </a:lnTo>
                <a:lnTo>
                  <a:pt x="2696591" y="15477"/>
                </a:lnTo>
                <a:lnTo>
                  <a:pt x="2651912" y="15477"/>
                </a:lnTo>
                <a:lnTo>
                  <a:pt x="2651912" y="33778"/>
                </a:lnTo>
                <a:lnTo>
                  <a:pt x="2693484" y="33778"/>
                </a:lnTo>
                <a:lnTo>
                  <a:pt x="2693484" y="47786"/>
                </a:lnTo>
                <a:lnTo>
                  <a:pt x="2651912" y="47786"/>
                </a:lnTo>
                <a:lnTo>
                  <a:pt x="2651912" y="70266"/>
                </a:lnTo>
                <a:lnTo>
                  <a:pt x="2698172" y="70266"/>
                </a:lnTo>
                <a:lnTo>
                  <a:pt x="2698172" y="84274"/>
                </a:lnTo>
                <a:lnTo>
                  <a:pt x="2635193" y="84274"/>
                </a:lnTo>
                <a:close/>
                <a:moveTo>
                  <a:pt x="2704613" y="84274"/>
                </a:moveTo>
                <a:lnTo>
                  <a:pt x="2726246" y="53378"/>
                </a:lnTo>
                <a:lnTo>
                  <a:pt x="2705516" y="24288"/>
                </a:lnTo>
                <a:lnTo>
                  <a:pt x="2724890" y="24288"/>
                </a:lnTo>
                <a:lnTo>
                  <a:pt x="2735510" y="40782"/>
                </a:lnTo>
                <a:lnTo>
                  <a:pt x="2746693" y="24288"/>
                </a:lnTo>
                <a:lnTo>
                  <a:pt x="2765333" y="24288"/>
                </a:lnTo>
                <a:lnTo>
                  <a:pt x="2744999" y="52700"/>
                </a:lnTo>
                <a:lnTo>
                  <a:pt x="2767197" y="84274"/>
                </a:lnTo>
                <a:lnTo>
                  <a:pt x="2747710" y="84274"/>
                </a:lnTo>
                <a:lnTo>
                  <a:pt x="2735510" y="65691"/>
                </a:lnTo>
                <a:lnTo>
                  <a:pt x="2723196" y="84274"/>
                </a:lnTo>
                <a:lnTo>
                  <a:pt x="2704613" y="84274"/>
                </a:lnTo>
                <a:close/>
                <a:moveTo>
                  <a:pt x="2804064" y="24288"/>
                </a:moveTo>
                <a:lnTo>
                  <a:pt x="2804064" y="36941"/>
                </a:lnTo>
                <a:lnTo>
                  <a:pt x="2793219" y="36941"/>
                </a:lnTo>
                <a:lnTo>
                  <a:pt x="2793219" y="61077"/>
                </a:lnTo>
                <a:cubicBezTo>
                  <a:pt x="2793219" y="65965"/>
                  <a:pt x="2793322" y="68814"/>
                  <a:pt x="2793529" y="69622"/>
                </a:cubicBezTo>
                <a:cubicBezTo>
                  <a:pt x="2793736" y="70429"/>
                  <a:pt x="2794207" y="71097"/>
                  <a:pt x="2794941" y="71624"/>
                </a:cubicBezTo>
                <a:cubicBezTo>
                  <a:pt x="2795676" y="72150"/>
                  <a:pt x="2796570" y="72413"/>
                  <a:pt x="2797624" y="72413"/>
                </a:cubicBezTo>
                <a:cubicBezTo>
                  <a:pt x="2799093" y="72413"/>
                  <a:pt x="2801221" y="71904"/>
                  <a:pt x="2804007" y="70888"/>
                </a:cubicBezTo>
                <a:lnTo>
                  <a:pt x="2805363" y="83247"/>
                </a:lnTo>
                <a:cubicBezTo>
                  <a:pt x="2801672" y="84836"/>
                  <a:pt x="2797493" y="85630"/>
                  <a:pt x="2792823" y="85630"/>
                </a:cubicBezTo>
                <a:cubicBezTo>
                  <a:pt x="2789961" y="85630"/>
                  <a:pt x="2787382" y="85150"/>
                  <a:pt x="2785085" y="84190"/>
                </a:cubicBezTo>
                <a:cubicBezTo>
                  <a:pt x="2782788" y="83229"/>
                  <a:pt x="2781103" y="81987"/>
                  <a:pt x="2780030" y="80462"/>
                </a:cubicBezTo>
                <a:cubicBezTo>
                  <a:pt x="2778956" y="78937"/>
                  <a:pt x="2778213" y="76875"/>
                  <a:pt x="2777798" y="74277"/>
                </a:cubicBezTo>
                <a:cubicBezTo>
                  <a:pt x="2777460" y="72432"/>
                  <a:pt x="2777290" y="68704"/>
                  <a:pt x="2777290" y="63093"/>
                </a:cubicBezTo>
                <a:lnTo>
                  <a:pt x="2777290" y="36941"/>
                </a:lnTo>
                <a:lnTo>
                  <a:pt x="2770004" y="36941"/>
                </a:lnTo>
                <a:lnTo>
                  <a:pt x="2770004" y="24288"/>
                </a:lnTo>
                <a:lnTo>
                  <a:pt x="2777290" y="24288"/>
                </a:lnTo>
                <a:lnTo>
                  <a:pt x="2777290" y="12314"/>
                </a:lnTo>
                <a:lnTo>
                  <a:pt x="2793219" y="2937"/>
                </a:lnTo>
                <a:lnTo>
                  <a:pt x="2793219" y="24288"/>
                </a:lnTo>
                <a:lnTo>
                  <a:pt x="2804064" y="24288"/>
                </a:lnTo>
                <a:close/>
                <a:moveTo>
                  <a:pt x="2830271" y="84274"/>
                </a:moveTo>
                <a:lnTo>
                  <a:pt x="2814399" y="84274"/>
                </a:lnTo>
                <a:lnTo>
                  <a:pt x="2814399" y="24288"/>
                </a:lnTo>
                <a:lnTo>
                  <a:pt x="2829141" y="24288"/>
                </a:lnTo>
                <a:lnTo>
                  <a:pt x="2829141" y="32817"/>
                </a:lnTo>
                <a:cubicBezTo>
                  <a:pt x="2831664" y="28788"/>
                  <a:pt x="2833933" y="26133"/>
                  <a:pt x="2835948" y="24853"/>
                </a:cubicBezTo>
                <a:cubicBezTo>
                  <a:pt x="2837962" y="23573"/>
                  <a:pt x="2840250" y="22933"/>
                  <a:pt x="2842811" y="22933"/>
                </a:cubicBezTo>
                <a:cubicBezTo>
                  <a:pt x="2846426" y="22933"/>
                  <a:pt x="2849909" y="23930"/>
                  <a:pt x="2853260" y="25926"/>
                </a:cubicBezTo>
                <a:lnTo>
                  <a:pt x="2848346" y="39765"/>
                </a:lnTo>
                <a:cubicBezTo>
                  <a:pt x="2845672" y="38033"/>
                  <a:pt x="2843187" y="37167"/>
                  <a:pt x="2840890" y="37167"/>
                </a:cubicBezTo>
                <a:cubicBezTo>
                  <a:pt x="2838668" y="37167"/>
                  <a:pt x="2836786" y="37779"/>
                  <a:pt x="2835242" y="39002"/>
                </a:cubicBezTo>
                <a:cubicBezTo>
                  <a:pt x="2833698" y="40226"/>
                  <a:pt x="2832483" y="42438"/>
                  <a:pt x="2831599" y="45639"/>
                </a:cubicBezTo>
                <a:cubicBezTo>
                  <a:pt x="2830714" y="48840"/>
                  <a:pt x="2830271" y="55543"/>
                  <a:pt x="2830271" y="65748"/>
                </a:cubicBezTo>
                <a:lnTo>
                  <a:pt x="2830271" y="84274"/>
                </a:lnTo>
                <a:close/>
                <a:moveTo>
                  <a:pt x="2871938" y="42815"/>
                </a:moveTo>
                <a:lnTo>
                  <a:pt x="2857534" y="40217"/>
                </a:lnTo>
                <a:cubicBezTo>
                  <a:pt x="2859154" y="34341"/>
                  <a:pt x="2861940" y="29992"/>
                  <a:pt x="2865894" y="27169"/>
                </a:cubicBezTo>
                <a:cubicBezTo>
                  <a:pt x="2869848" y="24345"/>
                  <a:pt x="2875722" y="22933"/>
                  <a:pt x="2883517" y="22933"/>
                </a:cubicBezTo>
                <a:cubicBezTo>
                  <a:pt x="2890597" y="22933"/>
                  <a:pt x="2895868" y="23770"/>
                  <a:pt x="2899333" y="25446"/>
                </a:cubicBezTo>
                <a:cubicBezTo>
                  <a:pt x="2902797" y="27122"/>
                  <a:pt x="2905235" y="29249"/>
                  <a:pt x="2906647" y="31829"/>
                </a:cubicBezTo>
                <a:cubicBezTo>
                  <a:pt x="2908060" y="34408"/>
                  <a:pt x="2908766" y="39144"/>
                  <a:pt x="2908766" y="46035"/>
                </a:cubicBezTo>
                <a:lnTo>
                  <a:pt x="2908596" y="64561"/>
                </a:lnTo>
                <a:cubicBezTo>
                  <a:pt x="2908596" y="69833"/>
                  <a:pt x="2908850" y="73721"/>
                  <a:pt x="2909359" y="76225"/>
                </a:cubicBezTo>
                <a:cubicBezTo>
                  <a:pt x="2909867" y="78730"/>
                  <a:pt x="2910818" y="81413"/>
                  <a:pt x="2912211" y="84274"/>
                </a:cubicBezTo>
                <a:lnTo>
                  <a:pt x="2896509" y="84274"/>
                </a:lnTo>
                <a:cubicBezTo>
                  <a:pt x="2896094" y="83220"/>
                  <a:pt x="2895586" y="81657"/>
                  <a:pt x="2894983" y="79586"/>
                </a:cubicBezTo>
                <a:cubicBezTo>
                  <a:pt x="2894720" y="78645"/>
                  <a:pt x="2894532" y="78023"/>
                  <a:pt x="2894419" y="77722"/>
                </a:cubicBezTo>
                <a:cubicBezTo>
                  <a:pt x="2891707" y="80358"/>
                  <a:pt x="2888808" y="82335"/>
                  <a:pt x="2885720" y="83653"/>
                </a:cubicBezTo>
                <a:cubicBezTo>
                  <a:pt x="2882632" y="84971"/>
                  <a:pt x="2879337" y="85630"/>
                  <a:pt x="2875835" y="85630"/>
                </a:cubicBezTo>
                <a:cubicBezTo>
                  <a:pt x="2869660" y="85630"/>
                  <a:pt x="2864793" y="83961"/>
                  <a:pt x="2861234" y="80624"/>
                </a:cubicBezTo>
                <a:cubicBezTo>
                  <a:pt x="2857676" y="77287"/>
                  <a:pt x="2855896" y="73068"/>
                  <a:pt x="2855896" y="67968"/>
                </a:cubicBezTo>
                <a:cubicBezTo>
                  <a:pt x="2855896" y="64593"/>
                  <a:pt x="2856706" y="61584"/>
                  <a:pt x="2858325" y="58941"/>
                </a:cubicBezTo>
                <a:cubicBezTo>
                  <a:pt x="2859944" y="56297"/>
                  <a:pt x="2862213" y="54272"/>
                  <a:pt x="2865132" y="52866"/>
                </a:cubicBezTo>
                <a:cubicBezTo>
                  <a:pt x="2868050" y="51459"/>
                  <a:pt x="2872258" y="50232"/>
                  <a:pt x="2877756" y="49182"/>
                </a:cubicBezTo>
                <a:cubicBezTo>
                  <a:pt x="2885174" y="47794"/>
                  <a:pt x="2890314" y="46501"/>
                  <a:pt x="2893176" y="45300"/>
                </a:cubicBezTo>
                <a:lnTo>
                  <a:pt x="2893176" y="43701"/>
                </a:lnTo>
                <a:cubicBezTo>
                  <a:pt x="2893176" y="40617"/>
                  <a:pt x="2892423" y="38418"/>
                  <a:pt x="2890917" y="37105"/>
                </a:cubicBezTo>
                <a:cubicBezTo>
                  <a:pt x="2889410" y="35790"/>
                  <a:pt x="2886567" y="35133"/>
                  <a:pt x="2882387" y="35133"/>
                </a:cubicBezTo>
                <a:cubicBezTo>
                  <a:pt x="2879563" y="35133"/>
                  <a:pt x="2877360" y="35702"/>
                  <a:pt x="2875779" y="36838"/>
                </a:cubicBezTo>
                <a:cubicBezTo>
                  <a:pt x="2874197" y="37974"/>
                  <a:pt x="2872917" y="39966"/>
                  <a:pt x="2871938" y="42815"/>
                </a:cubicBezTo>
                <a:moveTo>
                  <a:pt x="2893176" y="55693"/>
                </a:moveTo>
                <a:cubicBezTo>
                  <a:pt x="2891143" y="56363"/>
                  <a:pt x="2887923" y="57163"/>
                  <a:pt x="2883517" y="58094"/>
                </a:cubicBezTo>
                <a:cubicBezTo>
                  <a:pt x="2879111" y="59024"/>
                  <a:pt x="2876231" y="59935"/>
                  <a:pt x="2874875" y="60828"/>
                </a:cubicBezTo>
                <a:cubicBezTo>
                  <a:pt x="2872804" y="62279"/>
                  <a:pt x="2871768" y="64121"/>
                  <a:pt x="2871768" y="66353"/>
                </a:cubicBezTo>
                <a:cubicBezTo>
                  <a:pt x="2871768" y="68549"/>
                  <a:pt x="2872597" y="70447"/>
                  <a:pt x="2874254" y="72047"/>
                </a:cubicBezTo>
                <a:cubicBezTo>
                  <a:pt x="2875911" y="73647"/>
                  <a:pt x="2878019" y="74446"/>
                  <a:pt x="2880580" y="74446"/>
                </a:cubicBezTo>
                <a:cubicBezTo>
                  <a:pt x="2883442" y="74446"/>
                  <a:pt x="2886172" y="73516"/>
                  <a:pt x="2888770" y="71655"/>
                </a:cubicBezTo>
                <a:cubicBezTo>
                  <a:pt x="2890691" y="70242"/>
                  <a:pt x="2891952" y="68512"/>
                  <a:pt x="2892555" y="66464"/>
                </a:cubicBezTo>
                <a:cubicBezTo>
                  <a:pt x="2892969" y="65125"/>
                  <a:pt x="2893176" y="62577"/>
                  <a:pt x="2893176" y="58819"/>
                </a:cubicBezTo>
                <a:lnTo>
                  <a:pt x="2893176" y="55693"/>
                </a:lnTo>
                <a:close/>
                <a:moveTo>
                  <a:pt x="2976698" y="42024"/>
                </a:moveTo>
                <a:lnTo>
                  <a:pt x="2961052" y="44848"/>
                </a:lnTo>
                <a:cubicBezTo>
                  <a:pt x="2960525" y="41742"/>
                  <a:pt x="2959329" y="39402"/>
                  <a:pt x="2957465" y="37830"/>
                </a:cubicBezTo>
                <a:cubicBezTo>
                  <a:pt x="2955601" y="36258"/>
                  <a:pt x="2953182" y="35472"/>
                  <a:pt x="2950207" y="35472"/>
                </a:cubicBezTo>
                <a:cubicBezTo>
                  <a:pt x="2946253" y="35472"/>
                  <a:pt x="2943100" y="36833"/>
                  <a:pt x="2940746" y="39555"/>
                </a:cubicBezTo>
                <a:cubicBezTo>
                  <a:pt x="2938393" y="42277"/>
                  <a:pt x="2937216" y="46828"/>
                  <a:pt x="2937216" y="53210"/>
                </a:cubicBezTo>
                <a:cubicBezTo>
                  <a:pt x="2937216" y="60306"/>
                  <a:pt x="2938411" y="65318"/>
                  <a:pt x="2940803" y="68247"/>
                </a:cubicBezTo>
                <a:cubicBezTo>
                  <a:pt x="2943194" y="71175"/>
                  <a:pt x="2946404" y="72639"/>
                  <a:pt x="2950433" y="72639"/>
                </a:cubicBezTo>
                <a:cubicBezTo>
                  <a:pt x="2953446" y="72639"/>
                  <a:pt x="2955912" y="71782"/>
                  <a:pt x="2957833" y="70069"/>
                </a:cubicBezTo>
                <a:cubicBezTo>
                  <a:pt x="2959753" y="68355"/>
                  <a:pt x="2961109" y="65409"/>
                  <a:pt x="2961899" y="61229"/>
                </a:cubicBezTo>
                <a:lnTo>
                  <a:pt x="2977489" y="63940"/>
                </a:lnTo>
                <a:cubicBezTo>
                  <a:pt x="2975870" y="71095"/>
                  <a:pt x="2972763" y="76498"/>
                  <a:pt x="2968169" y="80151"/>
                </a:cubicBezTo>
                <a:cubicBezTo>
                  <a:pt x="2963575" y="83804"/>
                  <a:pt x="2957418" y="85630"/>
                  <a:pt x="2949699" y="85630"/>
                </a:cubicBezTo>
                <a:cubicBezTo>
                  <a:pt x="2940925" y="85630"/>
                  <a:pt x="2933930" y="82862"/>
                  <a:pt x="2928715" y="77327"/>
                </a:cubicBezTo>
                <a:cubicBezTo>
                  <a:pt x="2923500" y="71791"/>
                  <a:pt x="2920892" y="64128"/>
                  <a:pt x="2920892" y="54338"/>
                </a:cubicBezTo>
                <a:cubicBezTo>
                  <a:pt x="2920892" y="44434"/>
                  <a:pt x="2923509" y="36724"/>
                  <a:pt x="2928743" y="31208"/>
                </a:cubicBezTo>
                <a:cubicBezTo>
                  <a:pt x="2933977" y="25691"/>
                  <a:pt x="2941057" y="22933"/>
                  <a:pt x="2949981" y="22933"/>
                </a:cubicBezTo>
                <a:cubicBezTo>
                  <a:pt x="2957287" y="22933"/>
                  <a:pt x="2963095" y="24505"/>
                  <a:pt x="2967407" y="27649"/>
                </a:cubicBezTo>
                <a:cubicBezTo>
                  <a:pt x="2971718" y="30793"/>
                  <a:pt x="2974816" y="35585"/>
                  <a:pt x="2976698" y="42024"/>
                </a:cubicBezTo>
                <a:close/>
                <a:moveTo>
                  <a:pt x="3016220" y="24288"/>
                </a:moveTo>
                <a:lnTo>
                  <a:pt x="3016220" y="36941"/>
                </a:lnTo>
                <a:lnTo>
                  <a:pt x="3005375" y="36941"/>
                </a:lnTo>
                <a:lnTo>
                  <a:pt x="3005375" y="61077"/>
                </a:lnTo>
                <a:cubicBezTo>
                  <a:pt x="3005375" y="65965"/>
                  <a:pt x="3005478" y="68814"/>
                  <a:pt x="3005685" y="69622"/>
                </a:cubicBezTo>
                <a:cubicBezTo>
                  <a:pt x="3005892" y="70429"/>
                  <a:pt x="3006363" y="71097"/>
                  <a:pt x="3007097" y="71624"/>
                </a:cubicBezTo>
                <a:cubicBezTo>
                  <a:pt x="3007832" y="72150"/>
                  <a:pt x="3008726" y="72413"/>
                  <a:pt x="3009780" y="72413"/>
                </a:cubicBezTo>
                <a:cubicBezTo>
                  <a:pt x="3011249" y="72413"/>
                  <a:pt x="3013376" y="71904"/>
                  <a:pt x="3016163" y="70888"/>
                </a:cubicBezTo>
                <a:lnTo>
                  <a:pt x="3017519" y="83247"/>
                </a:lnTo>
                <a:cubicBezTo>
                  <a:pt x="3013828" y="84836"/>
                  <a:pt x="3009649" y="85630"/>
                  <a:pt x="3004979" y="85630"/>
                </a:cubicBezTo>
                <a:cubicBezTo>
                  <a:pt x="3002117" y="85630"/>
                  <a:pt x="2999538" y="85150"/>
                  <a:pt x="2997241" y="84190"/>
                </a:cubicBezTo>
                <a:cubicBezTo>
                  <a:pt x="2994944" y="83229"/>
                  <a:pt x="2993259" y="81987"/>
                  <a:pt x="2992186" y="80462"/>
                </a:cubicBezTo>
                <a:cubicBezTo>
                  <a:pt x="2991112" y="78937"/>
                  <a:pt x="2990369" y="76875"/>
                  <a:pt x="2989954" y="74277"/>
                </a:cubicBezTo>
                <a:cubicBezTo>
                  <a:pt x="2989615" y="72432"/>
                  <a:pt x="2989446" y="68704"/>
                  <a:pt x="2989446" y="63093"/>
                </a:cubicBezTo>
                <a:lnTo>
                  <a:pt x="2989446" y="36941"/>
                </a:lnTo>
                <a:lnTo>
                  <a:pt x="2982160" y="36941"/>
                </a:lnTo>
                <a:lnTo>
                  <a:pt x="2982160" y="24288"/>
                </a:lnTo>
                <a:lnTo>
                  <a:pt x="2989446" y="24288"/>
                </a:lnTo>
                <a:lnTo>
                  <a:pt x="2989446" y="12314"/>
                </a:lnTo>
                <a:lnTo>
                  <a:pt x="3005375" y="2937"/>
                </a:lnTo>
                <a:lnTo>
                  <a:pt x="3005375" y="24288"/>
                </a:lnTo>
                <a:lnTo>
                  <a:pt x="3016220" y="24288"/>
                </a:lnTo>
                <a:close/>
                <a:moveTo>
                  <a:pt x="3027233" y="16154"/>
                </a:moveTo>
                <a:lnTo>
                  <a:pt x="3027233" y="1469"/>
                </a:lnTo>
                <a:lnTo>
                  <a:pt x="3043105" y="1469"/>
                </a:lnTo>
                <a:lnTo>
                  <a:pt x="3043105" y="16154"/>
                </a:lnTo>
                <a:lnTo>
                  <a:pt x="3027233" y="16154"/>
                </a:lnTo>
                <a:moveTo>
                  <a:pt x="3027233" y="84274"/>
                </a:moveTo>
                <a:lnTo>
                  <a:pt x="3027233" y="24288"/>
                </a:lnTo>
                <a:lnTo>
                  <a:pt x="3043105" y="24288"/>
                </a:lnTo>
                <a:lnTo>
                  <a:pt x="3043105" y="84274"/>
                </a:lnTo>
                <a:lnTo>
                  <a:pt x="3027233" y="84274"/>
                </a:lnTo>
                <a:close/>
                <a:moveTo>
                  <a:pt x="3055720" y="53434"/>
                </a:moveTo>
                <a:cubicBezTo>
                  <a:pt x="3055720" y="48162"/>
                  <a:pt x="3057019" y="43060"/>
                  <a:pt x="3059618" y="38127"/>
                </a:cubicBezTo>
                <a:cubicBezTo>
                  <a:pt x="3062216" y="33194"/>
                  <a:pt x="3065897" y="29428"/>
                  <a:pt x="3070660" y="26830"/>
                </a:cubicBezTo>
                <a:cubicBezTo>
                  <a:pt x="3075424" y="24232"/>
                  <a:pt x="3080743" y="22933"/>
                  <a:pt x="3086617" y="22933"/>
                </a:cubicBezTo>
                <a:cubicBezTo>
                  <a:pt x="3095692" y="22933"/>
                  <a:pt x="3103129" y="25879"/>
                  <a:pt x="3108928" y="31772"/>
                </a:cubicBezTo>
                <a:cubicBezTo>
                  <a:pt x="3114727" y="37666"/>
                  <a:pt x="3117627" y="45112"/>
                  <a:pt x="3117627" y="54112"/>
                </a:cubicBezTo>
                <a:cubicBezTo>
                  <a:pt x="3117627" y="63187"/>
                  <a:pt x="3114699" y="70709"/>
                  <a:pt x="3108844" y="76677"/>
                </a:cubicBezTo>
                <a:cubicBezTo>
                  <a:pt x="3102988" y="82646"/>
                  <a:pt x="3095617" y="85630"/>
                  <a:pt x="3086730" y="85630"/>
                </a:cubicBezTo>
                <a:cubicBezTo>
                  <a:pt x="3081232" y="85630"/>
                  <a:pt x="3075989" y="84387"/>
                  <a:pt x="3070999" y="81902"/>
                </a:cubicBezTo>
                <a:cubicBezTo>
                  <a:pt x="3066010" y="79417"/>
                  <a:pt x="3062216" y="75774"/>
                  <a:pt x="3059618" y="70972"/>
                </a:cubicBezTo>
                <a:cubicBezTo>
                  <a:pt x="3057019" y="66171"/>
                  <a:pt x="3055720" y="60325"/>
                  <a:pt x="3055720" y="53434"/>
                </a:cubicBezTo>
                <a:moveTo>
                  <a:pt x="3071988" y="54281"/>
                </a:moveTo>
                <a:cubicBezTo>
                  <a:pt x="3071988" y="60212"/>
                  <a:pt x="3073400" y="64754"/>
                  <a:pt x="3076224" y="67908"/>
                </a:cubicBezTo>
                <a:cubicBezTo>
                  <a:pt x="3079048" y="71062"/>
                  <a:pt x="3082531" y="72639"/>
                  <a:pt x="3086674" y="72639"/>
                </a:cubicBezTo>
                <a:cubicBezTo>
                  <a:pt x="3090816" y="72639"/>
                  <a:pt x="3094290" y="71062"/>
                  <a:pt x="3097095" y="67908"/>
                </a:cubicBezTo>
                <a:cubicBezTo>
                  <a:pt x="3099900" y="64754"/>
                  <a:pt x="3101303" y="60174"/>
                  <a:pt x="3101303" y="54168"/>
                </a:cubicBezTo>
                <a:cubicBezTo>
                  <a:pt x="3101303" y="48313"/>
                  <a:pt x="3099900" y="43808"/>
                  <a:pt x="3097095" y="40654"/>
                </a:cubicBezTo>
                <a:cubicBezTo>
                  <a:pt x="3094290" y="37501"/>
                  <a:pt x="3090816" y="35924"/>
                  <a:pt x="3086674" y="35924"/>
                </a:cubicBezTo>
                <a:cubicBezTo>
                  <a:pt x="3082531" y="35924"/>
                  <a:pt x="3079048" y="37501"/>
                  <a:pt x="3076224" y="40654"/>
                </a:cubicBezTo>
                <a:cubicBezTo>
                  <a:pt x="3073400" y="43808"/>
                  <a:pt x="3071988" y="48350"/>
                  <a:pt x="3071988" y="54281"/>
                </a:cubicBezTo>
                <a:close/>
                <a:moveTo>
                  <a:pt x="3184636" y="84274"/>
                </a:moveTo>
                <a:lnTo>
                  <a:pt x="3168764" y="84274"/>
                </a:lnTo>
                <a:lnTo>
                  <a:pt x="3168764" y="53695"/>
                </a:lnTo>
                <a:cubicBezTo>
                  <a:pt x="3168764" y="47225"/>
                  <a:pt x="3168425" y="43041"/>
                  <a:pt x="3167747" y="41142"/>
                </a:cubicBezTo>
                <a:cubicBezTo>
                  <a:pt x="3167069" y="39242"/>
                  <a:pt x="3165968" y="37766"/>
                  <a:pt x="3164443" y="36713"/>
                </a:cubicBezTo>
                <a:cubicBezTo>
                  <a:pt x="3162918" y="35660"/>
                  <a:pt x="3161082" y="35133"/>
                  <a:pt x="3158936" y="35133"/>
                </a:cubicBezTo>
                <a:cubicBezTo>
                  <a:pt x="3156187" y="35133"/>
                  <a:pt x="3153720" y="35886"/>
                  <a:pt x="3151536" y="37391"/>
                </a:cubicBezTo>
                <a:cubicBezTo>
                  <a:pt x="3149352" y="38895"/>
                  <a:pt x="3147855" y="40888"/>
                  <a:pt x="3147046" y="43371"/>
                </a:cubicBezTo>
                <a:cubicBezTo>
                  <a:pt x="3146236" y="45853"/>
                  <a:pt x="3145831" y="50442"/>
                  <a:pt x="3145831" y="57137"/>
                </a:cubicBezTo>
                <a:lnTo>
                  <a:pt x="3145831" y="84274"/>
                </a:lnTo>
                <a:lnTo>
                  <a:pt x="3129959" y="84274"/>
                </a:lnTo>
                <a:lnTo>
                  <a:pt x="3129959" y="24288"/>
                </a:lnTo>
                <a:lnTo>
                  <a:pt x="3144702" y="24288"/>
                </a:lnTo>
                <a:lnTo>
                  <a:pt x="3144702" y="33100"/>
                </a:lnTo>
                <a:cubicBezTo>
                  <a:pt x="3149936" y="26322"/>
                  <a:pt x="3156526" y="22933"/>
                  <a:pt x="3164471" y="22933"/>
                </a:cubicBezTo>
                <a:cubicBezTo>
                  <a:pt x="3167973" y="22933"/>
                  <a:pt x="3171174" y="23563"/>
                  <a:pt x="3174073" y="24825"/>
                </a:cubicBezTo>
                <a:cubicBezTo>
                  <a:pt x="3176973" y="26086"/>
                  <a:pt x="3179166" y="27696"/>
                  <a:pt x="3180654" y="29654"/>
                </a:cubicBezTo>
                <a:cubicBezTo>
                  <a:pt x="3182141" y="31612"/>
                  <a:pt x="3183177" y="33834"/>
                  <a:pt x="3183760" y="36319"/>
                </a:cubicBezTo>
                <a:cubicBezTo>
                  <a:pt x="3184344" y="38805"/>
                  <a:pt x="3184636" y="42363"/>
                  <a:pt x="3184636" y="46995"/>
                </a:cubicBezTo>
                <a:lnTo>
                  <a:pt x="3184636" y="8427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5349ae635464c"/>
          <a:stretch xmlns:a="http://schemas.openxmlformats.org/drawingml/2006/main"/>
        </p:blipFill>
        <p:spPr>
          <a:xfrm xmlns:a="http://schemas.openxmlformats.org/drawingml/2006/main">
            <a:off x="1147901" y="668671"/>
            <a:ext cx="1508684" cy="37303"/>
          </a:xfrm>
          <a:prstGeom xmlns:a="http://schemas.openxmlformats.org/drawingml/2006/main" prst="rect">
            <a:avLst/>
          </a:prstGeom>
        </p:spPr>
      </p:pic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eb2ee0d2848dd"/>
          <a:stretch xmlns:a="http://schemas.openxmlformats.org/drawingml/2006/main"/>
        </p:blipFill>
        <p:spPr>
          <a:xfrm xmlns:a="http://schemas.openxmlformats.org/drawingml/2006/main">
            <a:off x="1147901" y="701818"/>
            <a:ext cx="1508337" cy="4144"/>
          </a:xfrm>
          <a:prstGeom xmlns:a="http://schemas.openxmlformats.org/drawingml/2006/main" prst="rect">
            <a:avLst/>
          </a:prstGeom>
        </p:spPr>
      </p:pic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4bbc55be94ed9"/>
          <a:stretch xmlns:a="http://schemas.openxmlformats.org/drawingml/2006/main"/>
        </p:blipFill>
        <p:spPr>
          <a:xfrm xmlns:a="http://schemas.openxmlformats.org/drawingml/2006/main">
            <a:off x="1159831" y="305649"/>
            <a:ext cx="1484824" cy="73425"/>
          </a:xfrm>
          <a:prstGeom xmlns:a="http://schemas.openxmlformats.org/drawingml/2006/main" prst="rect">
            <a:avLst/>
          </a:prstGeom>
        </p:spPr>
      </p:pic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a200fc09b4863"/>
          <a:stretch xmlns:a="http://schemas.openxmlformats.org/drawingml/2006/main"/>
        </p:blipFill>
        <p:spPr>
          <a:xfrm xmlns:a="http://schemas.openxmlformats.org/drawingml/2006/main">
            <a:off x="1146753" y="379075"/>
            <a:ext cx="1510287" cy="288853"/>
          </a:xfrm>
          <a:prstGeom xmlns:a="http://schemas.openxmlformats.org/drawingml/2006/main" prst="rect">
            <a:avLst/>
          </a:prstGeom>
        </p:spPr>
      </p:pic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aa062a3d64840"/>
          <a:stretch xmlns:a="http://schemas.openxmlformats.org/drawingml/2006/main"/>
        </p:blipFill>
        <p:spPr>
          <a:xfrm xmlns:a="http://schemas.openxmlformats.org/drawingml/2006/main">
            <a:off x="1148908" y="379075"/>
            <a:ext cx="1506670" cy="288853"/>
          </a:xfrm>
          <a:prstGeom xmlns:a="http://schemas.openxmlformats.org/drawingml/2006/main" prst="rect">
            <a:avLst/>
          </a:prstGeom>
        </p:spPr>
      </p:pic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26C7FE-DA8D-43B0-B261-4B28E56F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974" y="315682"/>
            <a:ext cx="1456270" cy="348436"/>
          </a:xfrm>
          <a:custGeom xmlns:a="http://schemas.openxmlformats.org/drawingml/2006/main">
            <a:pathLst>
              <a:path w="1456270" h="348436">
                <a:moveTo>
                  <a:pt x="0" y="0"/>
                </a:moveTo>
                <a:lnTo>
                  <a:pt x="0" y="348436"/>
                </a:lnTo>
                <a:lnTo>
                  <a:pt x="1456270" y="348436"/>
                </a:lnTo>
                <a:lnTo>
                  <a:pt x="145627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5061A-81D5-4393-B1A9-BDB00997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974" y="315682"/>
            <a:ext cx="1456270" cy="348436"/>
          </a:xfrm>
          <a:custGeom xmlns:a="http://schemas.openxmlformats.org/drawingml/2006/main">
            <a:pathLst>
              <a:path w="1456270" h="348436" fill="none">
                <a:moveTo>
                  <a:pt x="0" y="0"/>
                </a:moveTo>
                <a:lnTo>
                  <a:pt x="0" y="348436"/>
                </a:lnTo>
                <a:lnTo>
                  <a:pt x="1456270" y="348436"/>
                </a:lnTo>
                <a:lnTo>
                  <a:pt x="1456270" y="0"/>
                </a:lnTo>
                <a:lnTo>
                  <a:pt x="0" y="0"/>
                </a:lnTo>
                <a:close/>
                <a:moveTo>
                  <a:pt x="0" y="348436"/>
                </a:moveTo>
                <a:close/>
              </a:path>
            </a:pathLst>
          </a:custGeom>
          <a:noFill xmlns:a="http://schemas.openxmlformats.org/drawingml/2006/main"/>
          <a:ln xmlns:a="http://schemas.openxmlformats.org/drawingml/2006/main" w="5772" cap="flat">
            <a:solidFill>
              <a:srgbClr val="231F20"/>
            </a:solidFill>
            <a:miter/>
          </a:ln>
        </p:spPr>
      </p:sp>
      <p:sp>
        <p:nvSpPr>
          <p:cNvPr id="27" name="Text FunctionSemanticSlicing">
            <a:extLst xmlns:a="http://schemas.openxmlformats.org/drawingml/2006/main">
              <a:ext uri="{FF2B5EF4-FFF2-40B4-BE49-F238E27FC236}">
                <a16:creationId xmlns:a16="http://schemas.microsoft.com/office/drawing/2014/main" id="{7102B6CB-9E46-4933-A739-32363E1C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248" y="448867"/>
            <a:ext cx="1310815" cy="108676"/>
          </a:xfrm>
          <a:custGeom xmlns:a="http://schemas.openxmlformats.org/drawingml/2006/main">
            <a:pathLst>
              <a:path w="1310815" h="108676">
                <a:moveTo>
                  <a:pt x="0" y="84274"/>
                </a:moveTo>
                <a:lnTo>
                  <a:pt x="0" y="1469"/>
                </a:lnTo>
                <a:lnTo>
                  <a:pt x="55863" y="1469"/>
                </a:lnTo>
                <a:lnTo>
                  <a:pt x="55863" y="11240"/>
                </a:lnTo>
                <a:lnTo>
                  <a:pt x="10958" y="11240"/>
                </a:lnTo>
                <a:lnTo>
                  <a:pt x="10958" y="36828"/>
                </a:lnTo>
                <a:lnTo>
                  <a:pt x="49819" y="36828"/>
                </a:lnTo>
                <a:lnTo>
                  <a:pt x="49819" y="46599"/>
                </a:lnTo>
                <a:lnTo>
                  <a:pt x="10958" y="46599"/>
                </a:lnTo>
                <a:lnTo>
                  <a:pt x="10958" y="84274"/>
                </a:lnTo>
                <a:lnTo>
                  <a:pt x="0" y="84274"/>
                </a:lnTo>
                <a:close/>
                <a:moveTo>
                  <a:pt x="108118" y="84274"/>
                </a:moveTo>
                <a:lnTo>
                  <a:pt x="108118" y="75463"/>
                </a:lnTo>
                <a:cubicBezTo>
                  <a:pt x="103448" y="82241"/>
                  <a:pt x="97103" y="85630"/>
                  <a:pt x="89083" y="85630"/>
                </a:cubicBezTo>
                <a:cubicBezTo>
                  <a:pt x="85543" y="85630"/>
                  <a:pt x="82239" y="84952"/>
                  <a:pt x="79170" y="83597"/>
                </a:cubicBezTo>
                <a:cubicBezTo>
                  <a:pt x="76101" y="82241"/>
                  <a:pt x="73823" y="80537"/>
                  <a:pt x="72335" y="78485"/>
                </a:cubicBezTo>
                <a:cubicBezTo>
                  <a:pt x="70848" y="76433"/>
                  <a:pt x="69803" y="73919"/>
                  <a:pt x="69200" y="70944"/>
                </a:cubicBezTo>
                <a:cubicBezTo>
                  <a:pt x="68786" y="68948"/>
                  <a:pt x="68579" y="65785"/>
                  <a:pt x="68579" y="61455"/>
                </a:cubicBezTo>
                <a:lnTo>
                  <a:pt x="68579" y="24288"/>
                </a:lnTo>
                <a:lnTo>
                  <a:pt x="78746" y="24288"/>
                </a:lnTo>
                <a:lnTo>
                  <a:pt x="78746" y="57557"/>
                </a:lnTo>
                <a:cubicBezTo>
                  <a:pt x="78746" y="62867"/>
                  <a:pt x="78953" y="66444"/>
                  <a:pt x="79367" y="68289"/>
                </a:cubicBezTo>
                <a:cubicBezTo>
                  <a:pt x="80008" y="70963"/>
                  <a:pt x="81363" y="73062"/>
                  <a:pt x="83434" y="74587"/>
                </a:cubicBezTo>
                <a:cubicBezTo>
                  <a:pt x="85505" y="76112"/>
                  <a:pt x="88066" y="76875"/>
                  <a:pt x="91116" y="76875"/>
                </a:cubicBezTo>
                <a:cubicBezTo>
                  <a:pt x="94166" y="76875"/>
                  <a:pt x="97028" y="76094"/>
                  <a:pt x="99702" y="74531"/>
                </a:cubicBezTo>
                <a:cubicBezTo>
                  <a:pt x="102375" y="72968"/>
                  <a:pt x="104268" y="70841"/>
                  <a:pt x="105378" y="68148"/>
                </a:cubicBezTo>
                <a:cubicBezTo>
                  <a:pt x="106489" y="65456"/>
                  <a:pt x="107045" y="61549"/>
                  <a:pt x="107045" y="56428"/>
                </a:cubicBezTo>
                <a:lnTo>
                  <a:pt x="107045" y="24288"/>
                </a:lnTo>
                <a:lnTo>
                  <a:pt x="117212" y="24288"/>
                </a:lnTo>
                <a:lnTo>
                  <a:pt x="117212" y="84274"/>
                </a:lnTo>
                <a:lnTo>
                  <a:pt x="108118" y="84274"/>
                </a:lnTo>
                <a:close/>
                <a:moveTo>
                  <a:pt x="133111" y="84274"/>
                </a:moveTo>
                <a:lnTo>
                  <a:pt x="133111" y="24288"/>
                </a:lnTo>
                <a:lnTo>
                  <a:pt x="142262" y="24288"/>
                </a:lnTo>
                <a:lnTo>
                  <a:pt x="142262" y="32761"/>
                </a:lnTo>
                <a:cubicBezTo>
                  <a:pt x="146667" y="26209"/>
                  <a:pt x="153031" y="22933"/>
                  <a:pt x="161353" y="22933"/>
                </a:cubicBezTo>
                <a:cubicBezTo>
                  <a:pt x="164968" y="22933"/>
                  <a:pt x="168291" y="23582"/>
                  <a:pt x="171323" y="24881"/>
                </a:cubicBezTo>
                <a:cubicBezTo>
                  <a:pt x="174354" y="26180"/>
                  <a:pt x="176623" y="27884"/>
                  <a:pt x="178129" y="29993"/>
                </a:cubicBezTo>
                <a:cubicBezTo>
                  <a:pt x="179635" y="32102"/>
                  <a:pt x="180690" y="34606"/>
                  <a:pt x="181292" y="37506"/>
                </a:cubicBezTo>
                <a:cubicBezTo>
                  <a:pt x="181669" y="39388"/>
                  <a:pt x="181857" y="42683"/>
                  <a:pt x="181857" y="47390"/>
                </a:cubicBezTo>
                <a:lnTo>
                  <a:pt x="181857" y="84274"/>
                </a:lnTo>
                <a:lnTo>
                  <a:pt x="171690" y="84274"/>
                </a:lnTo>
                <a:lnTo>
                  <a:pt x="171690" y="47747"/>
                </a:lnTo>
                <a:cubicBezTo>
                  <a:pt x="171690" y="43600"/>
                  <a:pt x="171294" y="40499"/>
                  <a:pt x="170504" y="38445"/>
                </a:cubicBezTo>
                <a:cubicBezTo>
                  <a:pt x="169713" y="36390"/>
                  <a:pt x="168310" y="34750"/>
                  <a:pt x="166296" y="33525"/>
                </a:cubicBezTo>
                <a:cubicBezTo>
                  <a:pt x="164281" y="32300"/>
                  <a:pt x="161918" y="31688"/>
                  <a:pt x="159207" y="31688"/>
                </a:cubicBezTo>
                <a:cubicBezTo>
                  <a:pt x="154876" y="31688"/>
                  <a:pt x="151139" y="33064"/>
                  <a:pt x="147995" y="35816"/>
                </a:cubicBezTo>
                <a:cubicBezTo>
                  <a:pt x="144850" y="38568"/>
                  <a:pt x="143278" y="43788"/>
                  <a:pt x="143278" y="51478"/>
                </a:cubicBezTo>
                <a:lnTo>
                  <a:pt x="143278" y="84274"/>
                </a:lnTo>
                <a:lnTo>
                  <a:pt x="133111" y="84274"/>
                </a:lnTo>
                <a:close/>
                <a:moveTo>
                  <a:pt x="236561" y="62246"/>
                </a:moveTo>
                <a:lnTo>
                  <a:pt x="246559" y="63545"/>
                </a:lnTo>
                <a:cubicBezTo>
                  <a:pt x="245467" y="70453"/>
                  <a:pt x="242671" y="75862"/>
                  <a:pt x="238171" y="79770"/>
                </a:cubicBezTo>
                <a:cubicBezTo>
                  <a:pt x="233671" y="83677"/>
                  <a:pt x="228145" y="85630"/>
                  <a:pt x="221593" y="85630"/>
                </a:cubicBezTo>
                <a:cubicBezTo>
                  <a:pt x="213384" y="85630"/>
                  <a:pt x="206784" y="82947"/>
                  <a:pt x="201795" y="77581"/>
                </a:cubicBezTo>
                <a:cubicBezTo>
                  <a:pt x="196805" y="72215"/>
                  <a:pt x="194311" y="64524"/>
                  <a:pt x="194311" y="54507"/>
                </a:cubicBezTo>
                <a:cubicBezTo>
                  <a:pt x="194311" y="48030"/>
                  <a:pt x="195384" y="42363"/>
                  <a:pt x="197530" y="37506"/>
                </a:cubicBezTo>
                <a:cubicBezTo>
                  <a:pt x="199677" y="32648"/>
                  <a:pt x="202943" y="29005"/>
                  <a:pt x="207330" y="26576"/>
                </a:cubicBezTo>
                <a:cubicBezTo>
                  <a:pt x="211717" y="24147"/>
                  <a:pt x="216490" y="22933"/>
                  <a:pt x="221649" y="22933"/>
                </a:cubicBezTo>
                <a:cubicBezTo>
                  <a:pt x="228164" y="22933"/>
                  <a:pt x="233492" y="24585"/>
                  <a:pt x="237634" y="27891"/>
                </a:cubicBezTo>
                <a:cubicBezTo>
                  <a:pt x="241776" y="31195"/>
                  <a:pt x="244431" y="35887"/>
                  <a:pt x="245598" y="41968"/>
                </a:cubicBezTo>
                <a:lnTo>
                  <a:pt x="235714" y="43493"/>
                </a:lnTo>
                <a:cubicBezTo>
                  <a:pt x="234772" y="39482"/>
                  <a:pt x="233106" y="36465"/>
                  <a:pt x="230715" y="34441"/>
                </a:cubicBezTo>
                <a:cubicBezTo>
                  <a:pt x="228324" y="32417"/>
                  <a:pt x="225433" y="31405"/>
                  <a:pt x="222044" y="31405"/>
                </a:cubicBezTo>
                <a:cubicBezTo>
                  <a:pt x="216923" y="31405"/>
                  <a:pt x="212762" y="33232"/>
                  <a:pt x="209561" y="36886"/>
                </a:cubicBezTo>
                <a:cubicBezTo>
                  <a:pt x="206361" y="40539"/>
                  <a:pt x="204760" y="46318"/>
                  <a:pt x="204760" y="54225"/>
                </a:cubicBezTo>
                <a:cubicBezTo>
                  <a:pt x="204760" y="62244"/>
                  <a:pt x="206304" y="68072"/>
                  <a:pt x="209392" y="71707"/>
                </a:cubicBezTo>
                <a:cubicBezTo>
                  <a:pt x="212480" y="75340"/>
                  <a:pt x="216509" y="77157"/>
                  <a:pt x="221480" y="77157"/>
                </a:cubicBezTo>
                <a:cubicBezTo>
                  <a:pt x="225471" y="77157"/>
                  <a:pt x="228804" y="75938"/>
                  <a:pt x="231477" y="73500"/>
                </a:cubicBezTo>
                <a:cubicBezTo>
                  <a:pt x="234151" y="71062"/>
                  <a:pt x="235845" y="67310"/>
                  <a:pt x="236561" y="62246"/>
                </a:cubicBezTo>
                <a:close/>
                <a:moveTo>
                  <a:pt x="277444" y="75293"/>
                </a:moveTo>
                <a:lnTo>
                  <a:pt x="278912" y="84274"/>
                </a:lnTo>
                <a:cubicBezTo>
                  <a:pt x="276051" y="84802"/>
                  <a:pt x="273490" y="85065"/>
                  <a:pt x="271231" y="85065"/>
                </a:cubicBezTo>
                <a:cubicBezTo>
                  <a:pt x="267540" y="85065"/>
                  <a:pt x="264678" y="84482"/>
                  <a:pt x="262645" y="83314"/>
                </a:cubicBezTo>
                <a:cubicBezTo>
                  <a:pt x="260612" y="82147"/>
                  <a:pt x="259181" y="80612"/>
                  <a:pt x="258352" y="78711"/>
                </a:cubicBezTo>
                <a:cubicBezTo>
                  <a:pt x="257524" y="76809"/>
                  <a:pt x="257110" y="72808"/>
                  <a:pt x="257110" y="66708"/>
                </a:cubicBezTo>
                <a:lnTo>
                  <a:pt x="257110" y="32196"/>
                </a:lnTo>
                <a:lnTo>
                  <a:pt x="249654" y="32196"/>
                </a:lnTo>
                <a:lnTo>
                  <a:pt x="249654" y="24288"/>
                </a:lnTo>
                <a:lnTo>
                  <a:pt x="257110" y="24288"/>
                </a:lnTo>
                <a:lnTo>
                  <a:pt x="257110" y="9392"/>
                </a:lnTo>
                <a:lnTo>
                  <a:pt x="267220" y="3276"/>
                </a:lnTo>
                <a:lnTo>
                  <a:pt x="267220" y="24288"/>
                </a:lnTo>
                <a:lnTo>
                  <a:pt x="277444" y="24288"/>
                </a:lnTo>
                <a:lnTo>
                  <a:pt x="277444" y="32196"/>
                </a:lnTo>
                <a:lnTo>
                  <a:pt x="267220" y="32196"/>
                </a:lnTo>
                <a:lnTo>
                  <a:pt x="267220" y="67273"/>
                </a:lnTo>
                <a:cubicBezTo>
                  <a:pt x="267220" y="70172"/>
                  <a:pt x="267399" y="72036"/>
                  <a:pt x="267757" y="72865"/>
                </a:cubicBezTo>
                <a:cubicBezTo>
                  <a:pt x="268115" y="73693"/>
                  <a:pt x="268698" y="74352"/>
                  <a:pt x="269508" y="74842"/>
                </a:cubicBezTo>
                <a:cubicBezTo>
                  <a:pt x="270317" y="75331"/>
                  <a:pt x="271475" y="75576"/>
                  <a:pt x="272982" y="75576"/>
                </a:cubicBezTo>
                <a:cubicBezTo>
                  <a:pt x="274111" y="75576"/>
                  <a:pt x="275599" y="75482"/>
                  <a:pt x="277444" y="75293"/>
                </a:cubicBezTo>
                <a:close/>
                <a:moveTo>
                  <a:pt x="287449" y="13217"/>
                </a:moveTo>
                <a:lnTo>
                  <a:pt x="287449" y="1469"/>
                </a:lnTo>
                <a:lnTo>
                  <a:pt x="297617" y="1469"/>
                </a:lnTo>
                <a:lnTo>
                  <a:pt x="297617" y="13217"/>
                </a:lnTo>
                <a:lnTo>
                  <a:pt x="287449" y="13217"/>
                </a:lnTo>
                <a:moveTo>
                  <a:pt x="287449" y="84274"/>
                </a:moveTo>
                <a:lnTo>
                  <a:pt x="287449" y="24288"/>
                </a:lnTo>
                <a:lnTo>
                  <a:pt x="297617" y="24288"/>
                </a:lnTo>
                <a:lnTo>
                  <a:pt x="297617" y="84274"/>
                </a:lnTo>
                <a:lnTo>
                  <a:pt x="287449" y="84274"/>
                </a:lnTo>
                <a:close/>
                <a:moveTo>
                  <a:pt x="309278" y="54281"/>
                </a:moveTo>
                <a:cubicBezTo>
                  <a:pt x="309278" y="43173"/>
                  <a:pt x="312366" y="34945"/>
                  <a:pt x="318541" y="29598"/>
                </a:cubicBezTo>
                <a:cubicBezTo>
                  <a:pt x="323700" y="25154"/>
                  <a:pt x="329989" y="22933"/>
                  <a:pt x="337407" y="22933"/>
                </a:cubicBezTo>
                <a:cubicBezTo>
                  <a:pt x="345654" y="22933"/>
                  <a:pt x="352394" y="25634"/>
                  <a:pt x="357628" y="31038"/>
                </a:cubicBezTo>
                <a:cubicBezTo>
                  <a:pt x="362862" y="36442"/>
                  <a:pt x="365480" y="43907"/>
                  <a:pt x="365480" y="53434"/>
                </a:cubicBezTo>
                <a:cubicBezTo>
                  <a:pt x="365480" y="61154"/>
                  <a:pt x="364322" y="67226"/>
                  <a:pt x="362006" y="71650"/>
                </a:cubicBezTo>
                <a:cubicBezTo>
                  <a:pt x="359690" y="76075"/>
                  <a:pt x="356320" y="79511"/>
                  <a:pt x="351895" y="81959"/>
                </a:cubicBezTo>
                <a:cubicBezTo>
                  <a:pt x="347471" y="84406"/>
                  <a:pt x="342641" y="85630"/>
                  <a:pt x="337407" y="85630"/>
                </a:cubicBezTo>
                <a:cubicBezTo>
                  <a:pt x="329010" y="85630"/>
                  <a:pt x="322222" y="82938"/>
                  <a:pt x="317044" y="77553"/>
                </a:cubicBezTo>
                <a:cubicBezTo>
                  <a:pt x="311867" y="72168"/>
                  <a:pt x="309278" y="64411"/>
                  <a:pt x="309278" y="54281"/>
                </a:cubicBezTo>
                <a:moveTo>
                  <a:pt x="319727" y="54253"/>
                </a:moveTo>
                <a:cubicBezTo>
                  <a:pt x="319727" y="61907"/>
                  <a:pt x="321403" y="67637"/>
                  <a:pt x="324754" y="71445"/>
                </a:cubicBezTo>
                <a:cubicBezTo>
                  <a:pt x="328106" y="75253"/>
                  <a:pt x="332323" y="77157"/>
                  <a:pt x="337407" y="77157"/>
                </a:cubicBezTo>
                <a:cubicBezTo>
                  <a:pt x="342453" y="77157"/>
                  <a:pt x="346652" y="75244"/>
                  <a:pt x="350003" y="71417"/>
                </a:cubicBezTo>
                <a:cubicBezTo>
                  <a:pt x="353354" y="67590"/>
                  <a:pt x="355030" y="61757"/>
                  <a:pt x="355030" y="53916"/>
                </a:cubicBezTo>
                <a:cubicBezTo>
                  <a:pt x="355030" y="46525"/>
                  <a:pt x="353345" y="40925"/>
                  <a:pt x="349975" y="37117"/>
                </a:cubicBezTo>
                <a:cubicBezTo>
                  <a:pt x="346604" y="33309"/>
                  <a:pt x="342415" y="31405"/>
                  <a:pt x="337407" y="31405"/>
                </a:cubicBezTo>
                <a:cubicBezTo>
                  <a:pt x="332323" y="31405"/>
                  <a:pt x="328106" y="33300"/>
                  <a:pt x="324754" y="37089"/>
                </a:cubicBezTo>
                <a:cubicBezTo>
                  <a:pt x="321403" y="40878"/>
                  <a:pt x="319727" y="46599"/>
                  <a:pt x="319727" y="54253"/>
                </a:cubicBezTo>
                <a:close/>
                <a:moveTo>
                  <a:pt x="377369" y="84274"/>
                </a:moveTo>
                <a:lnTo>
                  <a:pt x="377369" y="24288"/>
                </a:lnTo>
                <a:lnTo>
                  <a:pt x="386519" y="24288"/>
                </a:lnTo>
                <a:lnTo>
                  <a:pt x="386519" y="32761"/>
                </a:lnTo>
                <a:cubicBezTo>
                  <a:pt x="390925" y="26209"/>
                  <a:pt x="397289" y="22933"/>
                  <a:pt x="405611" y="22933"/>
                </a:cubicBezTo>
                <a:cubicBezTo>
                  <a:pt x="409226" y="22933"/>
                  <a:pt x="412549" y="23582"/>
                  <a:pt x="415580" y="24881"/>
                </a:cubicBezTo>
                <a:cubicBezTo>
                  <a:pt x="418611" y="26180"/>
                  <a:pt x="420880" y="27884"/>
                  <a:pt x="422386" y="29993"/>
                </a:cubicBezTo>
                <a:cubicBezTo>
                  <a:pt x="423893" y="32102"/>
                  <a:pt x="424947" y="34606"/>
                  <a:pt x="425550" y="37506"/>
                </a:cubicBezTo>
                <a:cubicBezTo>
                  <a:pt x="425926" y="39388"/>
                  <a:pt x="426114" y="42683"/>
                  <a:pt x="426114" y="47390"/>
                </a:cubicBezTo>
                <a:lnTo>
                  <a:pt x="426114" y="84274"/>
                </a:lnTo>
                <a:lnTo>
                  <a:pt x="415947" y="84274"/>
                </a:lnTo>
                <a:lnTo>
                  <a:pt x="415947" y="47747"/>
                </a:lnTo>
                <a:cubicBezTo>
                  <a:pt x="415947" y="43600"/>
                  <a:pt x="415552" y="40499"/>
                  <a:pt x="414761" y="38445"/>
                </a:cubicBezTo>
                <a:cubicBezTo>
                  <a:pt x="413970" y="36390"/>
                  <a:pt x="412568" y="34750"/>
                  <a:pt x="410553" y="33525"/>
                </a:cubicBezTo>
                <a:cubicBezTo>
                  <a:pt x="408538" y="32300"/>
                  <a:pt x="406176" y="31688"/>
                  <a:pt x="403464" y="31688"/>
                </a:cubicBezTo>
                <a:cubicBezTo>
                  <a:pt x="399134" y="31688"/>
                  <a:pt x="395396" y="33064"/>
                  <a:pt x="392252" y="35816"/>
                </a:cubicBezTo>
                <a:cubicBezTo>
                  <a:pt x="389108" y="38568"/>
                  <a:pt x="387536" y="43788"/>
                  <a:pt x="387536" y="51478"/>
                </a:cubicBezTo>
                <a:lnTo>
                  <a:pt x="387536" y="84274"/>
                </a:lnTo>
                <a:lnTo>
                  <a:pt x="377369" y="84274"/>
                </a:lnTo>
                <a:close/>
                <a:moveTo>
                  <a:pt x="469577" y="57614"/>
                </a:moveTo>
                <a:lnTo>
                  <a:pt x="479914" y="56710"/>
                </a:lnTo>
                <a:cubicBezTo>
                  <a:pt x="480403" y="60852"/>
                  <a:pt x="481542" y="64251"/>
                  <a:pt x="483331" y="66906"/>
                </a:cubicBezTo>
                <a:cubicBezTo>
                  <a:pt x="485120" y="69560"/>
                  <a:pt x="487897" y="71707"/>
                  <a:pt x="491662" y="73345"/>
                </a:cubicBezTo>
                <a:cubicBezTo>
                  <a:pt x="495428" y="74983"/>
                  <a:pt x="499664" y="75802"/>
                  <a:pt x="504371" y="75802"/>
                </a:cubicBezTo>
                <a:cubicBezTo>
                  <a:pt x="508551" y="75802"/>
                  <a:pt x="512241" y="75180"/>
                  <a:pt x="515442" y="73938"/>
                </a:cubicBezTo>
                <a:cubicBezTo>
                  <a:pt x="518643" y="72695"/>
                  <a:pt x="521025" y="70991"/>
                  <a:pt x="522587" y="68826"/>
                </a:cubicBezTo>
                <a:cubicBezTo>
                  <a:pt x="524150" y="66661"/>
                  <a:pt x="524932" y="64298"/>
                  <a:pt x="524932" y="61737"/>
                </a:cubicBezTo>
                <a:cubicBezTo>
                  <a:pt x="524932" y="59139"/>
                  <a:pt x="524178" y="56870"/>
                  <a:pt x="522672" y="54931"/>
                </a:cubicBezTo>
                <a:cubicBezTo>
                  <a:pt x="521166" y="52992"/>
                  <a:pt x="518681" y="51363"/>
                  <a:pt x="515216" y="50045"/>
                </a:cubicBezTo>
                <a:cubicBezTo>
                  <a:pt x="512995" y="49179"/>
                  <a:pt x="508080" y="47833"/>
                  <a:pt x="500474" y="46006"/>
                </a:cubicBezTo>
                <a:cubicBezTo>
                  <a:pt x="492867" y="44180"/>
                  <a:pt x="487539" y="42457"/>
                  <a:pt x="484489" y="40838"/>
                </a:cubicBezTo>
                <a:cubicBezTo>
                  <a:pt x="480535" y="38767"/>
                  <a:pt x="477588" y="36197"/>
                  <a:pt x="475649" y="33128"/>
                </a:cubicBezTo>
                <a:cubicBezTo>
                  <a:pt x="473710" y="30059"/>
                  <a:pt x="472740" y="26623"/>
                  <a:pt x="472740" y="22820"/>
                </a:cubicBezTo>
                <a:cubicBezTo>
                  <a:pt x="472740" y="18640"/>
                  <a:pt x="473926" y="14733"/>
                  <a:pt x="476299" y="11099"/>
                </a:cubicBezTo>
                <a:cubicBezTo>
                  <a:pt x="478671" y="7465"/>
                  <a:pt x="482135" y="4707"/>
                  <a:pt x="486692" y="2824"/>
                </a:cubicBezTo>
                <a:cubicBezTo>
                  <a:pt x="491248" y="941"/>
                  <a:pt x="496313" y="0"/>
                  <a:pt x="501886" y="0"/>
                </a:cubicBezTo>
                <a:cubicBezTo>
                  <a:pt x="508024" y="0"/>
                  <a:pt x="513437" y="988"/>
                  <a:pt x="518125" y="2965"/>
                </a:cubicBezTo>
                <a:cubicBezTo>
                  <a:pt x="522813" y="4942"/>
                  <a:pt x="526419" y="7851"/>
                  <a:pt x="528942" y="11692"/>
                </a:cubicBezTo>
                <a:cubicBezTo>
                  <a:pt x="531465" y="15533"/>
                  <a:pt x="532820" y="19882"/>
                  <a:pt x="533009" y="24740"/>
                </a:cubicBezTo>
                <a:lnTo>
                  <a:pt x="522503" y="25531"/>
                </a:lnTo>
                <a:cubicBezTo>
                  <a:pt x="521938" y="20278"/>
                  <a:pt x="520027" y="16310"/>
                  <a:pt x="516770" y="13627"/>
                </a:cubicBezTo>
                <a:cubicBezTo>
                  <a:pt x="513512" y="10944"/>
                  <a:pt x="508702" y="9602"/>
                  <a:pt x="502338" y="9602"/>
                </a:cubicBezTo>
                <a:cubicBezTo>
                  <a:pt x="495710" y="9602"/>
                  <a:pt x="490881" y="10818"/>
                  <a:pt x="487850" y="13249"/>
                </a:cubicBezTo>
                <a:cubicBezTo>
                  <a:pt x="484818" y="15679"/>
                  <a:pt x="483303" y="18609"/>
                  <a:pt x="483303" y="22038"/>
                </a:cubicBezTo>
                <a:cubicBezTo>
                  <a:pt x="483303" y="25015"/>
                  <a:pt x="484376" y="27464"/>
                  <a:pt x="486522" y="29386"/>
                </a:cubicBezTo>
                <a:cubicBezTo>
                  <a:pt x="488631" y="31309"/>
                  <a:pt x="494138" y="33278"/>
                  <a:pt x="503044" y="35294"/>
                </a:cubicBezTo>
                <a:cubicBezTo>
                  <a:pt x="511950" y="37310"/>
                  <a:pt x="518059" y="39071"/>
                  <a:pt x="521373" y="40579"/>
                </a:cubicBezTo>
                <a:cubicBezTo>
                  <a:pt x="526193" y="42801"/>
                  <a:pt x="529751" y="45619"/>
                  <a:pt x="532049" y="49030"/>
                </a:cubicBezTo>
                <a:cubicBezTo>
                  <a:pt x="534346" y="52440"/>
                  <a:pt x="535494" y="56369"/>
                  <a:pt x="535494" y="60816"/>
                </a:cubicBezTo>
                <a:cubicBezTo>
                  <a:pt x="535494" y="65224"/>
                  <a:pt x="534233" y="69378"/>
                  <a:pt x="531710" y="73279"/>
                </a:cubicBezTo>
                <a:cubicBezTo>
                  <a:pt x="529187" y="77179"/>
                  <a:pt x="525562" y="80213"/>
                  <a:pt x="520836" y="82380"/>
                </a:cubicBezTo>
                <a:cubicBezTo>
                  <a:pt x="516111" y="84547"/>
                  <a:pt x="510792" y="85630"/>
                  <a:pt x="504880" y="85630"/>
                </a:cubicBezTo>
                <a:cubicBezTo>
                  <a:pt x="497386" y="85630"/>
                  <a:pt x="491107" y="84538"/>
                  <a:pt x="486042" y="82354"/>
                </a:cubicBezTo>
                <a:cubicBezTo>
                  <a:pt x="480977" y="80170"/>
                  <a:pt x="477005" y="76884"/>
                  <a:pt x="474124" y="72497"/>
                </a:cubicBezTo>
                <a:cubicBezTo>
                  <a:pt x="471243" y="68111"/>
                  <a:pt x="469728" y="63149"/>
                  <a:pt x="469577" y="57614"/>
                </a:cubicBezTo>
                <a:close/>
                <a:moveTo>
                  <a:pt x="590217" y="64957"/>
                </a:moveTo>
                <a:lnTo>
                  <a:pt x="600723" y="66256"/>
                </a:lnTo>
                <a:cubicBezTo>
                  <a:pt x="599066" y="72394"/>
                  <a:pt x="595997" y="77157"/>
                  <a:pt x="591516" y="80546"/>
                </a:cubicBezTo>
                <a:cubicBezTo>
                  <a:pt x="587035" y="83936"/>
                  <a:pt x="581311" y="85630"/>
                  <a:pt x="574345" y="85630"/>
                </a:cubicBezTo>
                <a:cubicBezTo>
                  <a:pt x="565571" y="85630"/>
                  <a:pt x="558614" y="82928"/>
                  <a:pt x="553474" y="77525"/>
                </a:cubicBezTo>
                <a:cubicBezTo>
                  <a:pt x="548334" y="72121"/>
                  <a:pt x="545764" y="64543"/>
                  <a:pt x="545764" y="54790"/>
                </a:cubicBezTo>
                <a:cubicBezTo>
                  <a:pt x="545764" y="44698"/>
                  <a:pt x="548362" y="36865"/>
                  <a:pt x="553559" y="31292"/>
                </a:cubicBezTo>
                <a:cubicBezTo>
                  <a:pt x="558755" y="25719"/>
                  <a:pt x="565496" y="22933"/>
                  <a:pt x="573780" y="22933"/>
                </a:cubicBezTo>
                <a:cubicBezTo>
                  <a:pt x="581801" y="22933"/>
                  <a:pt x="588353" y="25659"/>
                  <a:pt x="593436" y="31110"/>
                </a:cubicBezTo>
                <a:cubicBezTo>
                  <a:pt x="598520" y="36561"/>
                  <a:pt x="601062" y="44230"/>
                  <a:pt x="601062" y="54117"/>
                </a:cubicBezTo>
                <a:cubicBezTo>
                  <a:pt x="601062" y="54718"/>
                  <a:pt x="601043" y="55620"/>
                  <a:pt x="601005" y="56823"/>
                </a:cubicBezTo>
                <a:lnTo>
                  <a:pt x="556270" y="56823"/>
                </a:lnTo>
                <a:cubicBezTo>
                  <a:pt x="556646" y="63394"/>
                  <a:pt x="558510" y="68426"/>
                  <a:pt x="561862" y="71918"/>
                </a:cubicBezTo>
                <a:cubicBezTo>
                  <a:pt x="565213" y="75411"/>
                  <a:pt x="569393" y="77157"/>
                  <a:pt x="574401" y="77157"/>
                </a:cubicBezTo>
                <a:cubicBezTo>
                  <a:pt x="578129" y="77157"/>
                  <a:pt x="581311" y="76188"/>
                  <a:pt x="583947" y="74248"/>
                </a:cubicBezTo>
                <a:cubicBezTo>
                  <a:pt x="586583" y="72308"/>
                  <a:pt x="588673" y="69211"/>
                  <a:pt x="590217" y="64957"/>
                </a:cubicBezTo>
                <a:moveTo>
                  <a:pt x="556835" y="48350"/>
                </a:moveTo>
                <a:lnTo>
                  <a:pt x="590330" y="48350"/>
                </a:lnTo>
                <a:cubicBezTo>
                  <a:pt x="589878" y="43387"/>
                  <a:pt x="588598" y="39664"/>
                  <a:pt x="586489" y="37182"/>
                </a:cubicBezTo>
                <a:cubicBezTo>
                  <a:pt x="583250" y="33331"/>
                  <a:pt x="579052" y="31405"/>
                  <a:pt x="573893" y="31405"/>
                </a:cubicBezTo>
                <a:cubicBezTo>
                  <a:pt x="569224" y="31405"/>
                  <a:pt x="565298" y="32943"/>
                  <a:pt x="562116" y="36017"/>
                </a:cubicBezTo>
                <a:cubicBezTo>
                  <a:pt x="558934" y="39091"/>
                  <a:pt x="557174" y="43202"/>
                  <a:pt x="556835" y="48350"/>
                </a:cubicBezTo>
                <a:close/>
                <a:moveTo>
                  <a:pt x="613459" y="84274"/>
                </a:moveTo>
                <a:lnTo>
                  <a:pt x="613459" y="24288"/>
                </a:lnTo>
                <a:lnTo>
                  <a:pt x="622553" y="24288"/>
                </a:lnTo>
                <a:lnTo>
                  <a:pt x="622553" y="32648"/>
                </a:lnTo>
                <a:cubicBezTo>
                  <a:pt x="624436" y="29727"/>
                  <a:pt x="626940" y="27378"/>
                  <a:pt x="630066" y="25600"/>
                </a:cubicBezTo>
                <a:cubicBezTo>
                  <a:pt x="633191" y="23822"/>
                  <a:pt x="636749" y="22933"/>
                  <a:pt x="640741" y="22933"/>
                </a:cubicBezTo>
                <a:cubicBezTo>
                  <a:pt x="645184" y="22933"/>
                  <a:pt x="648828" y="23850"/>
                  <a:pt x="651671" y="25686"/>
                </a:cubicBezTo>
                <a:cubicBezTo>
                  <a:pt x="654514" y="27521"/>
                  <a:pt x="656519" y="30086"/>
                  <a:pt x="657686" y="33382"/>
                </a:cubicBezTo>
                <a:cubicBezTo>
                  <a:pt x="662431" y="26416"/>
                  <a:pt x="668607" y="22933"/>
                  <a:pt x="676213" y="22933"/>
                </a:cubicBezTo>
                <a:cubicBezTo>
                  <a:pt x="682163" y="22933"/>
                  <a:pt x="686738" y="24580"/>
                  <a:pt x="689939" y="27875"/>
                </a:cubicBezTo>
                <a:cubicBezTo>
                  <a:pt x="693140" y="31170"/>
                  <a:pt x="694740" y="36244"/>
                  <a:pt x="694740" y="43097"/>
                </a:cubicBezTo>
                <a:lnTo>
                  <a:pt x="694740" y="84274"/>
                </a:lnTo>
                <a:lnTo>
                  <a:pt x="684629" y="84274"/>
                </a:lnTo>
                <a:lnTo>
                  <a:pt x="684629" y="46446"/>
                </a:lnTo>
                <a:cubicBezTo>
                  <a:pt x="684629" y="42374"/>
                  <a:pt x="684300" y="39444"/>
                  <a:pt x="683641" y="37654"/>
                </a:cubicBezTo>
                <a:cubicBezTo>
                  <a:pt x="682982" y="35863"/>
                  <a:pt x="681786" y="34421"/>
                  <a:pt x="680054" y="33327"/>
                </a:cubicBezTo>
                <a:cubicBezTo>
                  <a:pt x="678322" y="32234"/>
                  <a:pt x="676288" y="31688"/>
                  <a:pt x="673954" y="31688"/>
                </a:cubicBezTo>
                <a:cubicBezTo>
                  <a:pt x="669736" y="31688"/>
                  <a:pt x="666234" y="33092"/>
                  <a:pt x="663448" y="35901"/>
                </a:cubicBezTo>
                <a:cubicBezTo>
                  <a:pt x="660661" y="38709"/>
                  <a:pt x="659268" y="43204"/>
                  <a:pt x="659268" y="49387"/>
                </a:cubicBezTo>
                <a:lnTo>
                  <a:pt x="659268" y="84274"/>
                </a:lnTo>
                <a:lnTo>
                  <a:pt x="649101" y="84274"/>
                </a:lnTo>
                <a:lnTo>
                  <a:pt x="649101" y="45258"/>
                </a:lnTo>
                <a:cubicBezTo>
                  <a:pt x="649101" y="40735"/>
                  <a:pt x="648272" y="37342"/>
                  <a:pt x="646615" y="35080"/>
                </a:cubicBezTo>
                <a:cubicBezTo>
                  <a:pt x="644959" y="32818"/>
                  <a:pt x="642247" y="31688"/>
                  <a:pt x="638482" y="31688"/>
                </a:cubicBezTo>
                <a:cubicBezTo>
                  <a:pt x="635620" y="31688"/>
                  <a:pt x="632974" y="32442"/>
                  <a:pt x="630546" y="33951"/>
                </a:cubicBezTo>
                <a:cubicBezTo>
                  <a:pt x="628117" y="35458"/>
                  <a:pt x="626356" y="37663"/>
                  <a:pt x="625264" y="40566"/>
                </a:cubicBezTo>
                <a:cubicBezTo>
                  <a:pt x="624172" y="43468"/>
                  <a:pt x="623626" y="47652"/>
                  <a:pt x="623626" y="53118"/>
                </a:cubicBezTo>
                <a:lnTo>
                  <a:pt x="623626" y="84274"/>
                </a:lnTo>
                <a:lnTo>
                  <a:pt x="613459" y="84274"/>
                </a:lnTo>
                <a:close/>
                <a:moveTo>
                  <a:pt x="748952" y="76868"/>
                </a:moveTo>
                <a:cubicBezTo>
                  <a:pt x="745187" y="80071"/>
                  <a:pt x="741562" y="82332"/>
                  <a:pt x="738079" y="83651"/>
                </a:cubicBezTo>
                <a:cubicBezTo>
                  <a:pt x="734596" y="84970"/>
                  <a:pt x="730858" y="85630"/>
                  <a:pt x="726867" y="85630"/>
                </a:cubicBezTo>
                <a:cubicBezTo>
                  <a:pt x="720277" y="85630"/>
                  <a:pt x="715212" y="84019"/>
                  <a:pt x="711673" y="80797"/>
                </a:cubicBezTo>
                <a:cubicBezTo>
                  <a:pt x="708133" y="77575"/>
                  <a:pt x="706363" y="73458"/>
                  <a:pt x="706363" y="68446"/>
                </a:cubicBezTo>
                <a:cubicBezTo>
                  <a:pt x="706363" y="65508"/>
                  <a:pt x="707032" y="62824"/>
                  <a:pt x="708368" y="60394"/>
                </a:cubicBezTo>
                <a:cubicBezTo>
                  <a:pt x="709705" y="57963"/>
                  <a:pt x="711456" y="56012"/>
                  <a:pt x="713621" y="54543"/>
                </a:cubicBezTo>
                <a:cubicBezTo>
                  <a:pt x="715787" y="53073"/>
                  <a:pt x="718225" y="51961"/>
                  <a:pt x="720936" y="51208"/>
                </a:cubicBezTo>
                <a:cubicBezTo>
                  <a:pt x="722932" y="50680"/>
                  <a:pt x="725944" y="50171"/>
                  <a:pt x="729974" y="49681"/>
                </a:cubicBezTo>
                <a:cubicBezTo>
                  <a:pt x="738183" y="48709"/>
                  <a:pt x="744226" y="47550"/>
                  <a:pt x="748105" y="46204"/>
                </a:cubicBezTo>
                <a:cubicBezTo>
                  <a:pt x="748143" y="44817"/>
                  <a:pt x="748161" y="43935"/>
                  <a:pt x="748161" y="43560"/>
                </a:cubicBezTo>
                <a:cubicBezTo>
                  <a:pt x="748161" y="39433"/>
                  <a:pt x="747201" y="36526"/>
                  <a:pt x="745281" y="34838"/>
                </a:cubicBezTo>
                <a:cubicBezTo>
                  <a:pt x="742682" y="32550"/>
                  <a:pt x="738823" y="31405"/>
                  <a:pt x="733701" y="31405"/>
                </a:cubicBezTo>
                <a:cubicBezTo>
                  <a:pt x="728919" y="31405"/>
                  <a:pt x="725389" y="32243"/>
                  <a:pt x="723111" y="33919"/>
                </a:cubicBezTo>
                <a:cubicBezTo>
                  <a:pt x="720833" y="35594"/>
                  <a:pt x="719147" y="38560"/>
                  <a:pt x="718055" y="42815"/>
                </a:cubicBezTo>
                <a:lnTo>
                  <a:pt x="708114" y="41459"/>
                </a:lnTo>
                <a:cubicBezTo>
                  <a:pt x="709018" y="37191"/>
                  <a:pt x="710505" y="33745"/>
                  <a:pt x="712576" y="31119"/>
                </a:cubicBezTo>
                <a:cubicBezTo>
                  <a:pt x="714647" y="28494"/>
                  <a:pt x="717641" y="26473"/>
                  <a:pt x="721557" y="25058"/>
                </a:cubicBezTo>
                <a:cubicBezTo>
                  <a:pt x="725474" y="23641"/>
                  <a:pt x="730011" y="22933"/>
                  <a:pt x="735170" y="22933"/>
                </a:cubicBezTo>
                <a:cubicBezTo>
                  <a:pt x="740291" y="22933"/>
                  <a:pt x="744452" y="23535"/>
                  <a:pt x="747653" y="24740"/>
                </a:cubicBezTo>
                <a:cubicBezTo>
                  <a:pt x="750854" y="25945"/>
                  <a:pt x="753207" y="27461"/>
                  <a:pt x="754714" y="29287"/>
                </a:cubicBezTo>
                <a:cubicBezTo>
                  <a:pt x="756220" y="31113"/>
                  <a:pt x="757274" y="33420"/>
                  <a:pt x="757877" y="36206"/>
                </a:cubicBezTo>
                <a:cubicBezTo>
                  <a:pt x="758216" y="37939"/>
                  <a:pt x="758385" y="41064"/>
                  <a:pt x="758385" y="45583"/>
                </a:cubicBezTo>
                <a:lnTo>
                  <a:pt x="758385" y="59139"/>
                </a:lnTo>
                <a:cubicBezTo>
                  <a:pt x="758385" y="68591"/>
                  <a:pt x="758602" y="74569"/>
                  <a:pt x="759035" y="77073"/>
                </a:cubicBezTo>
                <a:cubicBezTo>
                  <a:pt x="759468" y="79577"/>
                  <a:pt x="760324" y="81977"/>
                  <a:pt x="761605" y="84274"/>
                </a:cubicBezTo>
                <a:lnTo>
                  <a:pt x="750986" y="84274"/>
                </a:lnTo>
                <a:cubicBezTo>
                  <a:pt x="749931" y="82163"/>
                  <a:pt x="749253" y="79694"/>
                  <a:pt x="748952" y="76868"/>
                </a:cubicBezTo>
                <a:moveTo>
                  <a:pt x="748105" y="54112"/>
                </a:moveTo>
                <a:cubicBezTo>
                  <a:pt x="744415" y="55631"/>
                  <a:pt x="738879" y="56922"/>
                  <a:pt x="731499" y="57985"/>
                </a:cubicBezTo>
                <a:cubicBezTo>
                  <a:pt x="727319" y="58589"/>
                  <a:pt x="724363" y="59270"/>
                  <a:pt x="722631" y="60027"/>
                </a:cubicBezTo>
                <a:cubicBezTo>
                  <a:pt x="720898" y="60782"/>
                  <a:pt x="719562" y="61888"/>
                  <a:pt x="718620" y="63345"/>
                </a:cubicBezTo>
                <a:cubicBezTo>
                  <a:pt x="717679" y="64801"/>
                  <a:pt x="717208" y="66417"/>
                  <a:pt x="717208" y="68194"/>
                </a:cubicBezTo>
                <a:cubicBezTo>
                  <a:pt x="717208" y="70916"/>
                  <a:pt x="718234" y="73185"/>
                  <a:pt x="720287" y="75000"/>
                </a:cubicBezTo>
                <a:cubicBezTo>
                  <a:pt x="722339" y="76815"/>
                  <a:pt x="725342" y="77722"/>
                  <a:pt x="729296" y="77722"/>
                </a:cubicBezTo>
                <a:cubicBezTo>
                  <a:pt x="733212" y="77722"/>
                  <a:pt x="736695" y="76861"/>
                  <a:pt x="739745" y="75140"/>
                </a:cubicBezTo>
                <a:cubicBezTo>
                  <a:pt x="742795" y="73418"/>
                  <a:pt x="745036" y="71063"/>
                  <a:pt x="746467" y="68074"/>
                </a:cubicBezTo>
                <a:cubicBezTo>
                  <a:pt x="747559" y="65765"/>
                  <a:pt x="748105" y="62360"/>
                  <a:pt x="748105" y="57857"/>
                </a:cubicBezTo>
                <a:lnTo>
                  <a:pt x="748105" y="54112"/>
                </a:lnTo>
                <a:close/>
                <a:moveTo>
                  <a:pt x="774115" y="84274"/>
                </a:moveTo>
                <a:lnTo>
                  <a:pt x="774115" y="24288"/>
                </a:lnTo>
                <a:lnTo>
                  <a:pt x="783265" y="24288"/>
                </a:lnTo>
                <a:lnTo>
                  <a:pt x="783265" y="32761"/>
                </a:lnTo>
                <a:cubicBezTo>
                  <a:pt x="787671" y="26209"/>
                  <a:pt x="794035" y="22933"/>
                  <a:pt x="802357" y="22933"/>
                </a:cubicBezTo>
                <a:cubicBezTo>
                  <a:pt x="805972" y="22933"/>
                  <a:pt x="809295" y="23582"/>
                  <a:pt x="812327" y="24881"/>
                </a:cubicBezTo>
                <a:cubicBezTo>
                  <a:pt x="815358" y="26180"/>
                  <a:pt x="817627" y="27884"/>
                  <a:pt x="819133" y="29993"/>
                </a:cubicBezTo>
                <a:cubicBezTo>
                  <a:pt x="820639" y="32102"/>
                  <a:pt x="821694" y="34606"/>
                  <a:pt x="822296" y="37506"/>
                </a:cubicBezTo>
                <a:cubicBezTo>
                  <a:pt x="822673" y="39388"/>
                  <a:pt x="822861" y="42683"/>
                  <a:pt x="822861" y="47390"/>
                </a:cubicBezTo>
                <a:lnTo>
                  <a:pt x="822861" y="84274"/>
                </a:lnTo>
                <a:lnTo>
                  <a:pt x="812694" y="84274"/>
                </a:lnTo>
                <a:lnTo>
                  <a:pt x="812694" y="47747"/>
                </a:lnTo>
                <a:cubicBezTo>
                  <a:pt x="812694" y="43600"/>
                  <a:pt x="812298" y="40499"/>
                  <a:pt x="811508" y="38445"/>
                </a:cubicBezTo>
                <a:cubicBezTo>
                  <a:pt x="810717" y="36390"/>
                  <a:pt x="809314" y="34750"/>
                  <a:pt x="807299" y="33525"/>
                </a:cubicBezTo>
                <a:cubicBezTo>
                  <a:pt x="805285" y="32300"/>
                  <a:pt x="802922" y="31688"/>
                  <a:pt x="800211" y="31688"/>
                </a:cubicBezTo>
                <a:cubicBezTo>
                  <a:pt x="795880" y="31688"/>
                  <a:pt x="792143" y="33064"/>
                  <a:pt x="788999" y="35816"/>
                </a:cubicBezTo>
                <a:cubicBezTo>
                  <a:pt x="785854" y="38568"/>
                  <a:pt x="784282" y="43788"/>
                  <a:pt x="784282" y="51478"/>
                </a:cubicBezTo>
                <a:lnTo>
                  <a:pt x="784282" y="84274"/>
                </a:lnTo>
                <a:lnTo>
                  <a:pt x="774115" y="84274"/>
                </a:lnTo>
                <a:close/>
                <a:moveTo>
                  <a:pt x="860619" y="75293"/>
                </a:moveTo>
                <a:lnTo>
                  <a:pt x="862088" y="84274"/>
                </a:lnTo>
                <a:cubicBezTo>
                  <a:pt x="859226" y="84802"/>
                  <a:pt x="856665" y="85065"/>
                  <a:pt x="854406" y="85065"/>
                </a:cubicBezTo>
                <a:cubicBezTo>
                  <a:pt x="850716" y="85065"/>
                  <a:pt x="847854" y="84482"/>
                  <a:pt x="845820" y="83314"/>
                </a:cubicBezTo>
                <a:cubicBezTo>
                  <a:pt x="843787" y="82147"/>
                  <a:pt x="842356" y="80612"/>
                  <a:pt x="841528" y="78711"/>
                </a:cubicBezTo>
                <a:cubicBezTo>
                  <a:pt x="840699" y="76809"/>
                  <a:pt x="840285" y="72808"/>
                  <a:pt x="840285" y="66708"/>
                </a:cubicBezTo>
                <a:lnTo>
                  <a:pt x="840285" y="32196"/>
                </a:lnTo>
                <a:lnTo>
                  <a:pt x="832829" y="32196"/>
                </a:lnTo>
                <a:lnTo>
                  <a:pt x="832829" y="24288"/>
                </a:lnTo>
                <a:lnTo>
                  <a:pt x="840285" y="24288"/>
                </a:lnTo>
                <a:lnTo>
                  <a:pt x="840285" y="9392"/>
                </a:lnTo>
                <a:lnTo>
                  <a:pt x="850396" y="3276"/>
                </a:lnTo>
                <a:lnTo>
                  <a:pt x="850396" y="24288"/>
                </a:lnTo>
                <a:lnTo>
                  <a:pt x="860619" y="24288"/>
                </a:lnTo>
                <a:lnTo>
                  <a:pt x="860619" y="32196"/>
                </a:lnTo>
                <a:lnTo>
                  <a:pt x="850396" y="32196"/>
                </a:lnTo>
                <a:lnTo>
                  <a:pt x="850396" y="67273"/>
                </a:lnTo>
                <a:cubicBezTo>
                  <a:pt x="850396" y="70172"/>
                  <a:pt x="850575" y="72036"/>
                  <a:pt x="850932" y="72865"/>
                </a:cubicBezTo>
                <a:cubicBezTo>
                  <a:pt x="851290" y="73693"/>
                  <a:pt x="851874" y="74352"/>
                  <a:pt x="852683" y="74842"/>
                </a:cubicBezTo>
                <a:cubicBezTo>
                  <a:pt x="853493" y="75331"/>
                  <a:pt x="854651" y="75576"/>
                  <a:pt x="856157" y="75576"/>
                </a:cubicBezTo>
                <a:cubicBezTo>
                  <a:pt x="857287" y="75576"/>
                  <a:pt x="858774" y="75482"/>
                  <a:pt x="860619" y="75293"/>
                </a:cubicBezTo>
                <a:close/>
                <a:moveTo>
                  <a:pt x="870625" y="13217"/>
                </a:moveTo>
                <a:lnTo>
                  <a:pt x="870625" y="1469"/>
                </a:lnTo>
                <a:lnTo>
                  <a:pt x="880792" y="1469"/>
                </a:lnTo>
                <a:lnTo>
                  <a:pt x="880792" y="13217"/>
                </a:lnTo>
                <a:lnTo>
                  <a:pt x="870625" y="13217"/>
                </a:lnTo>
                <a:moveTo>
                  <a:pt x="870625" y="84274"/>
                </a:moveTo>
                <a:lnTo>
                  <a:pt x="870625" y="24288"/>
                </a:lnTo>
                <a:lnTo>
                  <a:pt x="880792" y="24288"/>
                </a:lnTo>
                <a:lnTo>
                  <a:pt x="880792" y="84274"/>
                </a:lnTo>
                <a:lnTo>
                  <a:pt x="870625" y="84274"/>
                </a:lnTo>
                <a:close/>
                <a:moveTo>
                  <a:pt x="935381" y="62246"/>
                </a:moveTo>
                <a:lnTo>
                  <a:pt x="945379" y="63545"/>
                </a:lnTo>
                <a:cubicBezTo>
                  <a:pt x="944287" y="70453"/>
                  <a:pt x="941491" y="75862"/>
                  <a:pt x="936991" y="79770"/>
                </a:cubicBezTo>
                <a:cubicBezTo>
                  <a:pt x="932491" y="83677"/>
                  <a:pt x="926965" y="85630"/>
                  <a:pt x="920413" y="85630"/>
                </a:cubicBezTo>
                <a:cubicBezTo>
                  <a:pt x="912204" y="85630"/>
                  <a:pt x="905605" y="82947"/>
                  <a:pt x="900615" y="77581"/>
                </a:cubicBezTo>
                <a:cubicBezTo>
                  <a:pt x="895626" y="72215"/>
                  <a:pt x="893131" y="64524"/>
                  <a:pt x="893131" y="54507"/>
                </a:cubicBezTo>
                <a:cubicBezTo>
                  <a:pt x="893131" y="48030"/>
                  <a:pt x="894204" y="42363"/>
                  <a:pt x="896351" y="37506"/>
                </a:cubicBezTo>
                <a:cubicBezTo>
                  <a:pt x="898497" y="32648"/>
                  <a:pt x="901764" y="29005"/>
                  <a:pt x="906151" y="26576"/>
                </a:cubicBezTo>
                <a:cubicBezTo>
                  <a:pt x="910538" y="24147"/>
                  <a:pt x="915311" y="22933"/>
                  <a:pt x="920469" y="22933"/>
                </a:cubicBezTo>
                <a:cubicBezTo>
                  <a:pt x="926984" y="22933"/>
                  <a:pt x="932312" y="24585"/>
                  <a:pt x="936454" y="27891"/>
                </a:cubicBezTo>
                <a:cubicBezTo>
                  <a:pt x="940597" y="31195"/>
                  <a:pt x="943251" y="35887"/>
                  <a:pt x="944419" y="41968"/>
                </a:cubicBezTo>
                <a:lnTo>
                  <a:pt x="934534" y="43493"/>
                </a:lnTo>
                <a:cubicBezTo>
                  <a:pt x="933593" y="39482"/>
                  <a:pt x="931926" y="36465"/>
                  <a:pt x="929535" y="34441"/>
                </a:cubicBezTo>
                <a:cubicBezTo>
                  <a:pt x="927144" y="32417"/>
                  <a:pt x="924254" y="31405"/>
                  <a:pt x="920865" y="31405"/>
                </a:cubicBezTo>
                <a:cubicBezTo>
                  <a:pt x="915744" y="31405"/>
                  <a:pt x="911583" y="33232"/>
                  <a:pt x="908382" y="36886"/>
                </a:cubicBezTo>
                <a:cubicBezTo>
                  <a:pt x="905181" y="40539"/>
                  <a:pt x="903581" y="46318"/>
                  <a:pt x="903581" y="54225"/>
                </a:cubicBezTo>
                <a:cubicBezTo>
                  <a:pt x="903581" y="62244"/>
                  <a:pt x="905125" y="68072"/>
                  <a:pt x="908212" y="71707"/>
                </a:cubicBezTo>
                <a:cubicBezTo>
                  <a:pt x="911300" y="75340"/>
                  <a:pt x="915329" y="77157"/>
                  <a:pt x="920300" y="77157"/>
                </a:cubicBezTo>
                <a:cubicBezTo>
                  <a:pt x="924292" y="77157"/>
                  <a:pt x="927624" y="75938"/>
                  <a:pt x="930298" y="73500"/>
                </a:cubicBezTo>
                <a:cubicBezTo>
                  <a:pt x="932971" y="71062"/>
                  <a:pt x="934666" y="67310"/>
                  <a:pt x="935381" y="62246"/>
                </a:cubicBezTo>
                <a:close/>
                <a:moveTo>
                  <a:pt x="983125" y="57614"/>
                </a:moveTo>
                <a:lnTo>
                  <a:pt x="993462" y="56710"/>
                </a:lnTo>
                <a:cubicBezTo>
                  <a:pt x="993951" y="60852"/>
                  <a:pt x="995090" y="64251"/>
                  <a:pt x="996879" y="66906"/>
                </a:cubicBezTo>
                <a:cubicBezTo>
                  <a:pt x="998668" y="69560"/>
                  <a:pt x="1001445" y="71707"/>
                  <a:pt x="1005211" y="73345"/>
                </a:cubicBezTo>
                <a:cubicBezTo>
                  <a:pt x="1008976" y="74983"/>
                  <a:pt x="1013212" y="75802"/>
                  <a:pt x="1017919" y="75802"/>
                </a:cubicBezTo>
                <a:cubicBezTo>
                  <a:pt x="1022099" y="75802"/>
                  <a:pt x="1025790" y="75180"/>
                  <a:pt x="1028990" y="73938"/>
                </a:cubicBezTo>
                <a:cubicBezTo>
                  <a:pt x="1032191" y="72695"/>
                  <a:pt x="1034573" y="70991"/>
                  <a:pt x="1036136" y="68826"/>
                </a:cubicBezTo>
                <a:cubicBezTo>
                  <a:pt x="1037698" y="66661"/>
                  <a:pt x="1038480" y="64298"/>
                  <a:pt x="1038480" y="61737"/>
                </a:cubicBezTo>
                <a:cubicBezTo>
                  <a:pt x="1038480" y="59139"/>
                  <a:pt x="1037727" y="56870"/>
                  <a:pt x="1036220" y="54931"/>
                </a:cubicBezTo>
                <a:cubicBezTo>
                  <a:pt x="1034714" y="52992"/>
                  <a:pt x="1032229" y="51363"/>
                  <a:pt x="1028764" y="50045"/>
                </a:cubicBezTo>
                <a:cubicBezTo>
                  <a:pt x="1026543" y="49179"/>
                  <a:pt x="1021629" y="47833"/>
                  <a:pt x="1014022" y="46006"/>
                </a:cubicBezTo>
                <a:cubicBezTo>
                  <a:pt x="1006416" y="44180"/>
                  <a:pt x="1001087" y="42457"/>
                  <a:pt x="998037" y="40838"/>
                </a:cubicBezTo>
                <a:cubicBezTo>
                  <a:pt x="994083" y="38767"/>
                  <a:pt x="991137" y="36197"/>
                  <a:pt x="989197" y="33128"/>
                </a:cubicBezTo>
                <a:cubicBezTo>
                  <a:pt x="987258" y="30059"/>
                  <a:pt x="986288" y="26623"/>
                  <a:pt x="986288" y="22820"/>
                </a:cubicBezTo>
                <a:cubicBezTo>
                  <a:pt x="986288" y="18640"/>
                  <a:pt x="987474" y="14733"/>
                  <a:pt x="989847" y="11099"/>
                </a:cubicBezTo>
                <a:cubicBezTo>
                  <a:pt x="992219" y="7465"/>
                  <a:pt x="995684" y="4707"/>
                  <a:pt x="1000240" y="2824"/>
                </a:cubicBezTo>
                <a:cubicBezTo>
                  <a:pt x="1004796" y="941"/>
                  <a:pt x="1009861" y="0"/>
                  <a:pt x="1015434" y="0"/>
                </a:cubicBezTo>
                <a:cubicBezTo>
                  <a:pt x="1021572" y="0"/>
                  <a:pt x="1026985" y="988"/>
                  <a:pt x="1031673" y="2965"/>
                </a:cubicBezTo>
                <a:cubicBezTo>
                  <a:pt x="1036362" y="4942"/>
                  <a:pt x="1039967" y="7851"/>
                  <a:pt x="1042490" y="11692"/>
                </a:cubicBezTo>
                <a:cubicBezTo>
                  <a:pt x="1045013" y="15533"/>
                  <a:pt x="1046369" y="19882"/>
                  <a:pt x="1046557" y="24740"/>
                </a:cubicBezTo>
                <a:lnTo>
                  <a:pt x="1036051" y="25531"/>
                </a:lnTo>
                <a:cubicBezTo>
                  <a:pt x="1035486" y="20278"/>
                  <a:pt x="1033575" y="16310"/>
                  <a:pt x="1030318" y="13627"/>
                </a:cubicBezTo>
                <a:cubicBezTo>
                  <a:pt x="1027060" y="10944"/>
                  <a:pt x="1022250" y="9602"/>
                  <a:pt x="1015886" y="9602"/>
                </a:cubicBezTo>
                <a:cubicBezTo>
                  <a:pt x="1009259" y="9602"/>
                  <a:pt x="1004429" y="10818"/>
                  <a:pt x="1001398" y="13249"/>
                </a:cubicBezTo>
                <a:cubicBezTo>
                  <a:pt x="998367" y="15679"/>
                  <a:pt x="996851" y="18609"/>
                  <a:pt x="996851" y="22038"/>
                </a:cubicBezTo>
                <a:cubicBezTo>
                  <a:pt x="996851" y="25015"/>
                  <a:pt x="997924" y="27464"/>
                  <a:pt x="1000070" y="29386"/>
                </a:cubicBezTo>
                <a:cubicBezTo>
                  <a:pt x="1002179" y="31309"/>
                  <a:pt x="1007686" y="33278"/>
                  <a:pt x="1016592" y="35294"/>
                </a:cubicBezTo>
                <a:cubicBezTo>
                  <a:pt x="1025498" y="37310"/>
                  <a:pt x="1031607" y="39071"/>
                  <a:pt x="1034921" y="40579"/>
                </a:cubicBezTo>
                <a:cubicBezTo>
                  <a:pt x="1039741" y="42801"/>
                  <a:pt x="1043300" y="45619"/>
                  <a:pt x="1045597" y="49030"/>
                </a:cubicBezTo>
                <a:cubicBezTo>
                  <a:pt x="1047894" y="52440"/>
                  <a:pt x="1049042" y="56369"/>
                  <a:pt x="1049042" y="60816"/>
                </a:cubicBezTo>
                <a:cubicBezTo>
                  <a:pt x="1049042" y="65224"/>
                  <a:pt x="1047781" y="69378"/>
                  <a:pt x="1045258" y="73279"/>
                </a:cubicBezTo>
                <a:cubicBezTo>
                  <a:pt x="1042735" y="77179"/>
                  <a:pt x="1039110" y="80213"/>
                  <a:pt x="1034385" y="82380"/>
                </a:cubicBezTo>
                <a:cubicBezTo>
                  <a:pt x="1029659" y="84547"/>
                  <a:pt x="1024340" y="85630"/>
                  <a:pt x="1018428" y="85630"/>
                </a:cubicBezTo>
                <a:cubicBezTo>
                  <a:pt x="1010934" y="85630"/>
                  <a:pt x="1004655" y="84538"/>
                  <a:pt x="999590" y="82354"/>
                </a:cubicBezTo>
                <a:cubicBezTo>
                  <a:pt x="994526" y="80170"/>
                  <a:pt x="990553" y="76884"/>
                  <a:pt x="987672" y="72497"/>
                </a:cubicBezTo>
                <a:cubicBezTo>
                  <a:pt x="984791" y="68111"/>
                  <a:pt x="983276" y="63149"/>
                  <a:pt x="983125" y="57614"/>
                </a:cubicBezTo>
                <a:close/>
                <a:moveTo>
                  <a:pt x="1062475" y="84274"/>
                </a:moveTo>
                <a:lnTo>
                  <a:pt x="1062475" y="1469"/>
                </a:lnTo>
                <a:lnTo>
                  <a:pt x="1072642" y="1469"/>
                </a:lnTo>
                <a:lnTo>
                  <a:pt x="1072642" y="84274"/>
                </a:lnTo>
                <a:lnTo>
                  <a:pt x="1062475" y="84274"/>
                </a:lnTo>
                <a:close/>
                <a:moveTo>
                  <a:pt x="1088427" y="13217"/>
                </a:moveTo>
                <a:lnTo>
                  <a:pt x="1088427" y="1469"/>
                </a:lnTo>
                <a:lnTo>
                  <a:pt x="1098594" y="1469"/>
                </a:lnTo>
                <a:lnTo>
                  <a:pt x="1098594" y="13217"/>
                </a:lnTo>
                <a:lnTo>
                  <a:pt x="1088427" y="13217"/>
                </a:lnTo>
                <a:moveTo>
                  <a:pt x="1088427" y="84274"/>
                </a:moveTo>
                <a:lnTo>
                  <a:pt x="1088427" y="24288"/>
                </a:lnTo>
                <a:lnTo>
                  <a:pt x="1098594" y="24288"/>
                </a:lnTo>
                <a:lnTo>
                  <a:pt x="1098594" y="84274"/>
                </a:lnTo>
                <a:lnTo>
                  <a:pt x="1088427" y="84274"/>
                </a:lnTo>
                <a:close/>
                <a:moveTo>
                  <a:pt x="1153183" y="62246"/>
                </a:moveTo>
                <a:lnTo>
                  <a:pt x="1163180" y="63545"/>
                </a:lnTo>
                <a:cubicBezTo>
                  <a:pt x="1162088" y="70453"/>
                  <a:pt x="1159292" y="75862"/>
                  <a:pt x="1154793" y="79770"/>
                </a:cubicBezTo>
                <a:cubicBezTo>
                  <a:pt x="1150293" y="83677"/>
                  <a:pt x="1144767" y="85630"/>
                  <a:pt x="1138214" y="85630"/>
                </a:cubicBezTo>
                <a:cubicBezTo>
                  <a:pt x="1130005" y="85630"/>
                  <a:pt x="1123406" y="82947"/>
                  <a:pt x="1118417" y="77581"/>
                </a:cubicBezTo>
                <a:cubicBezTo>
                  <a:pt x="1113427" y="72215"/>
                  <a:pt x="1110933" y="64524"/>
                  <a:pt x="1110933" y="54507"/>
                </a:cubicBezTo>
                <a:cubicBezTo>
                  <a:pt x="1110933" y="48030"/>
                  <a:pt x="1112006" y="42363"/>
                  <a:pt x="1114152" y="37506"/>
                </a:cubicBezTo>
                <a:cubicBezTo>
                  <a:pt x="1116299" y="32648"/>
                  <a:pt x="1119565" y="29005"/>
                  <a:pt x="1123952" y="26576"/>
                </a:cubicBezTo>
                <a:cubicBezTo>
                  <a:pt x="1128339" y="24147"/>
                  <a:pt x="1133112" y="22933"/>
                  <a:pt x="1138271" y="22933"/>
                </a:cubicBezTo>
                <a:cubicBezTo>
                  <a:pt x="1144785" y="22933"/>
                  <a:pt x="1150114" y="24585"/>
                  <a:pt x="1154256" y="27891"/>
                </a:cubicBezTo>
                <a:cubicBezTo>
                  <a:pt x="1158398" y="31195"/>
                  <a:pt x="1161053" y="35887"/>
                  <a:pt x="1162220" y="41968"/>
                </a:cubicBezTo>
                <a:lnTo>
                  <a:pt x="1152335" y="43493"/>
                </a:lnTo>
                <a:cubicBezTo>
                  <a:pt x="1151394" y="39482"/>
                  <a:pt x="1149728" y="36465"/>
                  <a:pt x="1147337" y="34441"/>
                </a:cubicBezTo>
                <a:cubicBezTo>
                  <a:pt x="1144945" y="32417"/>
                  <a:pt x="1142055" y="31405"/>
                  <a:pt x="1138666" y="31405"/>
                </a:cubicBezTo>
                <a:cubicBezTo>
                  <a:pt x="1133545" y="31405"/>
                  <a:pt x="1129384" y="33232"/>
                  <a:pt x="1126183" y="36886"/>
                </a:cubicBezTo>
                <a:cubicBezTo>
                  <a:pt x="1122983" y="40539"/>
                  <a:pt x="1121382" y="46318"/>
                  <a:pt x="1121382" y="54225"/>
                </a:cubicBezTo>
                <a:cubicBezTo>
                  <a:pt x="1121382" y="62244"/>
                  <a:pt x="1122926" y="68072"/>
                  <a:pt x="1126014" y="71707"/>
                </a:cubicBezTo>
                <a:cubicBezTo>
                  <a:pt x="1129102" y="75340"/>
                  <a:pt x="1133131" y="77157"/>
                  <a:pt x="1138101" y="77157"/>
                </a:cubicBezTo>
                <a:cubicBezTo>
                  <a:pt x="1142093" y="77157"/>
                  <a:pt x="1145426" y="75938"/>
                  <a:pt x="1148099" y="73500"/>
                </a:cubicBezTo>
                <a:cubicBezTo>
                  <a:pt x="1150773" y="71062"/>
                  <a:pt x="1152467" y="67310"/>
                  <a:pt x="1153183" y="62246"/>
                </a:cubicBezTo>
                <a:close/>
                <a:moveTo>
                  <a:pt x="1171924" y="13217"/>
                </a:moveTo>
                <a:lnTo>
                  <a:pt x="1171924" y="1469"/>
                </a:lnTo>
                <a:lnTo>
                  <a:pt x="1182091" y="1469"/>
                </a:lnTo>
                <a:lnTo>
                  <a:pt x="1182091" y="13217"/>
                </a:lnTo>
                <a:lnTo>
                  <a:pt x="1171924" y="13217"/>
                </a:lnTo>
                <a:moveTo>
                  <a:pt x="1171924" y="84274"/>
                </a:moveTo>
                <a:lnTo>
                  <a:pt x="1171924" y="24288"/>
                </a:lnTo>
                <a:lnTo>
                  <a:pt x="1182091" y="24288"/>
                </a:lnTo>
                <a:lnTo>
                  <a:pt x="1182091" y="84274"/>
                </a:lnTo>
                <a:lnTo>
                  <a:pt x="1171924" y="84274"/>
                </a:lnTo>
                <a:close/>
                <a:moveTo>
                  <a:pt x="1197537" y="84274"/>
                </a:moveTo>
                <a:lnTo>
                  <a:pt x="1197537" y="24288"/>
                </a:lnTo>
                <a:lnTo>
                  <a:pt x="1206687" y="24288"/>
                </a:lnTo>
                <a:lnTo>
                  <a:pt x="1206687" y="32761"/>
                </a:lnTo>
                <a:cubicBezTo>
                  <a:pt x="1211093" y="26209"/>
                  <a:pt x="1217457" y="22933"/>
                  <a:pt x="1225779" y="22933"/>
                </a:cubicBezTo>
                <a:cubicBezTo>
                  <a:pt x="1229394" y="22933"/>
                  <a:pt x="1232717" y="23582"/>
                  <a:pt x="1235749" y="24881"/>
                </a:cubicBezTo>
                <a:cubicBezTo>
                  <a:pt x="1238780" y="26180"/>
                  <a:pt x="1241049" y="27884"/>
                  <a:pt x="1242555" y="29993"/>
                </a:cubicBezTo>
                <a:cubicBezTo>
                  <a:pt x="1244061" y="32102"/>
                  <a:pt x="1245116" y="34606"/>
                  <a:pt x="1245718" y="37506"/>
                </a:cubicBezTo>
                <a:cubicBezTo>
                  <a:pt x="1246095" y="39388"/>
                  <a:pt x="1246283" y="42683"/>
                  <a:pt x="1246283" y="47390"/>
                </a:cubicBezTo>
                <a:lnTo>
                  <a:pt x="1246283" y="84274"/>
                </a:lnTo>
                <a:lnTo>
                  <a:pt x="1236116" y="84274"/>
                </a:lnTo>
                <a:lnTo>
                  <a:pt x="1236116" y="47747"/>
                </a:lnTo>
                <a:cubicBezTo>
                  <a:pt x="1236116" y="43600"/>
                  <a:pt x="1235720" y="40499"/>
                  <a:pt x="1234930" y="38445"/>
                </a:cubicBezTo>
                <a:cubicBezTo>
                  <a:pt x="1234139" y="36390"/>
                  <a:pt x="1232736" y="34750"/>
                  <a:pt x="1230722" y="33525"/>
                </a:cubicBezTo>
                <a:cubicBezTo>
                  <a:pt x="1228707" y="32300"/>
                  <a:pt x="1226344" y="31688"/>
                  <a:pt x="1223633" y="31688"/>
                </a:cubicBezTo>
                <a:cubicBezTo>
                  <a:pt x="1219302" y="31688"/>
                  <a:pt x="1215565" y="33064"/>
                  <a:pt x="1212421" y="35816"/>
                </a:cubicBezTo>
                <a:cubicBezTo>
                  <a:pt x="1209276" y="38568"/>
                  <a:pt x="1207704" y="43788"/>
                  <a:pt x="1207704" y="51478"/>
                </a:cubicBezTo>
                <a:lnTo>
                  <a:pt x="1207704" y="84274"/>
                </a:lnTo>
                <a:lnTo>
                  <a:pt x="1197537" y="84274"/>
                </a:lnTo>
                <a:close/>
                <a:moveTo>
                  <a:pt x="1259979" y="89245"/>
                </a:moveTo>
                <a:lnTo>
                  <a:pt x="1269864" y="90714"/>
                </a:lnTo>
                <a:cubicBezTo>
                  <a:pt x="1270278" y="93764"/>
                  <a:pt x="1271427" y="95985"/>
                  <a:pt x="1273310" y="97379"/>
                </a:cubicBezTo>
                <a:cubicBezTo>
                  <a:pt x="1275833" y="99262"/>
                  <a:pt x="1279278" y="100203"/>
                  <a:pt x="1283646" y="100203"/>
                </a:cubicBezTo>
                <a:cubicBezTo>
                  <a:pt x="1288353" y="100203"/>
                  <a:pt x="1291987" y="99259"/>
                  <a:pt x="1294548" y="97372"/>
                </a:cubicBezTo>
                <a:cubicBezTo>
                  <a:pt x="1297108" y="95485"/>
                  <a:pt x="1298841" y="92844"/>
                  <a:pt x="1299744" y="89446"/>
                </a:cubicBezTo>
                <a:cubicBezTo>
                  <a:pt x="1300271" y="87372"/>
                  <a:pt x="1300516" y="83013"/>
                  <a:pt x="1300479" y="76370"/>
                </a:cubicBezTo>
                <a:cubicBezTo>
                  <a:pt x="1296035" y="81640"/>
                  <a:pt x="1290500" y="84274"/>
                  <a:pt x="1283872" y="84274"/>
                </a:cubicBezTo>
                <a:cubicBezTo>
                  <a:pt x="1275626" y="84274"/>
                  <a:pt x="1269243" y="81300"/>
                  <a:pt x="1264724" y="75350"/>
                </a:cubicBezTo>
                <a:cubicBezTo>
                  <a:pt x="1260205" y="69400"/>
                  <a:pt x="1257946" y="62264"/>
                  <a:pt x="1257946" y="53942"/>
                </a:cubicBezTo>
                <a:cubicBezTo>
                  <a:pt x="1257946" y="48219"/>
                  <a:pt x="1258982" y="42937"/>
                  <a:pt x="1261053" y="38099"/>
                </a:cubicBezTo>
                <a:cubicBezTo>
                  <a:pt x="1263124" y="33260"/>
                  <a:pt x="1266127" y="29522"/>
                  <a:pt x="1270062" y="26886"/>
                </a:cubicBezTo>
                <a:cubicBezTo>
                  <a:pt x="1273997" y="24251"/>
                  <a:pt x="1278619" y="22933"/>
                  <a:pt x="1283929" y="22933"/>
                </a:cubicBezTo>
                <a:cubicBezTo>
                  <a:pt x="1291008" y="22933"/>
                  <a:pt x="1296845" y="25813"/>
                  <a:pt x="1301439" y="31575"/>
                </a:cubicBezTo>
                <a:lnTo>
                  <a:pt x="1301439" y="24288"/>
                </a:lnTo>
                <a:lnTo>
                  <a:pt x="1310815" y="24288"/>
                </a:lnTo>
                <a:lnTo>
                  <a:pt x="1310815" y="76176"/>
                </a:lnTo>
                <a:cubicBezTo>
                  <a:pt x="1310815" y="85521"/>
                  <a:pt x="1309864" y="92143"/>
                  <a:pt x="1307963" y="96043"/>
                </a:cubicBezTo>
                <a:cubicBezTo>
                  <a:pt x="1306061" y="99942"/>
                  <a:pt x="1303049" y="103022"/>
                  <a:pt x="1298925" y="105283"/>
                </a:cubicBezTo>
                <a:cubicBezTo>
                  <a:pt x="1294802" y="107545"/>
                  <a:pt x="1289728" y="108676"/>
                  <a:pt x="1283703" y="108676"/>
                </a:cubicBezTo>
                <a:cubicBezTo>
                  <a:pt x="1276548" y="108676"/>
                  <a:pt x="1270768" y="107061"/>
                  <a:pt x="1266362" y="103832"/>
                </a:cubicBezTo>
                <a:cubicBezTo>
                  <a:pt x="1261956" y="100603"/>
                  <a:pt x="1259829" y="95741"/>
                  <a:pt x="1259979" y="89245"/>
                </a:cubicBezTo>
                <a:moveTo>
                  <a:pt x="1268396" y="53210"/>
                </a:moveTo>
                <a:cubicBezTo>
                  <a:pt x="1268396" y="61060"/>
                  <a:pt x="1269958" y="66788"/>
                  <a:pt x="1273084" y="70393"/>
                </a:cubicBezTo>
                <a:cubicBezTo>
                  <a:pt x="1276209" y="73999"/>
                  <a:pt x="1280125" y="75802"/>
                  <a:pt x="1284832" y="75802"/>
                </a:cubicBezTo>
                <a:cubicBezTo>
                  <a:pt x="1289502" y="75802"/>
                  <a:pt x="1293418" y="74008"/>
                  <a:pt x="1296581" y="70422"/>
                </a:cubicBezTo>
                <a:cubicBezTo>
                  <a:pt x="1299744" y="66835"/>
                  <a:pt x="1301326" y="61210"/>
                  <a:pt x="1301326" y="53547"/>
                </a:cubicBezTo>
                <a:cubicBezTo>
                  <a:pt x="1301326" y="46223"/>
                  <a:pt x="1299697" y="40702"/>
                  <a:pt x="1296440" y="36983"/>
                </a:cubicBezTo>
                <a:cubicBezTo>
                  <a:pt x="1293183" y="33264"/>
                  <a:pt x="1289257" y="31405"/>
                  <a:pt x="1284663" y="31405"/>
                </a:cubicBezTo>
                <a:cubicBezTo>
                  <a:pt x="1280144" y="31405"/>
                  <a:pt x="1276303" y="33236"/>
                  <a:pt x="1273140" y="36898"/>
                </a:cubicBezTo>
                <a:cubicBezTo>
                  <a:pt x="1269977" y="40560"/>
                  <a:pt x="1268396" y="45998"/>
                  <a:pt x="1268396" y="53210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2fed25f954c0f"/>
          <a:stretch xmlns:a="http://schemas.openxmlformats.org/drawingml/2006/main"/>
        </p:blipFill>
        <p:spPr>
          <a:xfrm xmlns:a="http://schemas.openxmlformats.org/drawingml/2006/main">
            <a:off x="1148683" y="1024664"/>
            <a:ext cx="1505042" cy="401069"/>
          </a:xfrm>
          <a:prstGeom xmlns:a="http://schemas.openxmlformats.org/drawingml/2006/main" prst="rect">
            <a:avLst/>
          </a:prstGeom>
        </p:spPr>
      </p:pic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a528ce821432f"/>
          <a:stretch xmlns:a="http://schemas.openxmlformats.org/drawingml/2006/main"/>
        </p:blipFill>
        <p:spPr>
          <a:xfrm xmlns:a="http://schemas.openxmlformats.org/drawingml/2006/main">
            <a:off x="1255268" y="1426433"/>
            <a:ext cx="1291871" cy="29077"/>
          </a:xfrm>
          <a:prstGeom xmlns:a="http://schemas.openxmlformats.org/drawingml/2006/main" prst="rect">
            <a:avLst/>
          </a:prstGeom>
        </p:spPr>
      </p:pic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6ecc80e6b4068"/>
          <a:stretch xmlns:a="http://schemas.openxmlformats.org/drawingml/2006/main"/>
        </p:blipFill>
        <p:spPr>
          <a:xfrm xmlns:a="http://schemas.openxmlformats.org/drawingml/2006/main">
            <a:off x="1258663" y="1383074"/>
            <a:ext cx="1285081" cy="42658"/>
          </a:xfrm>
          <a:prstGeom xmlns:a="http://schemas.openxmlformats.org/drawingml/2006/main" prst="rect">
            <a:avLst/>
          </a:prstGeom>
        </p:spPr>
      </p:pic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3d10b691f4689"/>
          <a:stretch xmlns:a="http://schemas.openxmlformats.org/drawingml/2006/main"/>
        </p:blipFill>
        <p:spPr>
          <a:xfrm xmlns:a="http://schemas.openxmlformats.org/drawingml/2006/main">
            <a:off x="1255268" y="1029000"/>
            <a:ext cx="1291871" cy="5360"/>
          </a:xfrm>
          <a:prstGeom xmlns:a="http://schemas.openxmlformats.org/drawingml/2006/main" prst="rect">
            <a:avLst/>
          </a:prstGeom>
        </p:spPr>
      </p:pic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CB833-F111-4815-8A33-0ACFF077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166" y="1034546"/>
            <a:ext cx="1456270" cy="348528"/>
          </a:xfrm>
          <a:custGeom xmlns:a="http://schemas.openxmlformats.org/drawingml/2006/main">
            <a:pathLst>
              <a:path w="1456270" h="348528">
                <a:moveTo>
                  <a:pt x="0" y="0"/>
                </a:moveTo>
                <a:lnTo>
                  <a:pt x="0" y="348528"/>
                </a:lnTo>
                <a:lnTo>
                  <a:pt x="1456270" y="348528"/>
                </a:lnTo>
                <a:lnTo>
                  <a:pt x="145627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DA2D1-2EE3-4599-9195-C259670A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166" y="1034546"/>
            <a:ext cx="1456270" cy="348528"/>
          </a:xfrm>
          <a:custGeom xmlns:a="http://schemas.openxmlformats.org/drawingml/2006/main">
            <a:pathLst>
              <a:path w="1456270" h="348528" fill="none">
                <a:moveTo>
                  <a:pt x="0" y="0"/>
                </a:moveTo>
                <a:lnTo>
                  <a:pt x="0" y="348528"/>
                </a:lnTo>
                <a:lnTo>
                  <a:pt x="1456270" y="348528"/>
                </a:lnTo>
                <a:lnTo>
                  <a:pt x="1456270" y="0"/>
                </a:lnTo>
                <a:lnTo>
                  <a:pt x="0" y="0"/>
                </a:lnTo>
                <a:close/>
                <a:moveTo>
                  <a:pt x="0" y="348528"/>
                </a:moveTo>
                <a:close/>
              </a:path>
            </a:pathLst>
          </a:custGeom>
          <a:noFill xmlns:a="http://schemas.openxmlformats.org/drawingml/2006/main"/>
          <a:ln xmlns:a="http://schemas.openxmlformats.org/drawingml/2006/main" w="5772" cap="flat">
            <a:solidFill>
              <a:srgbClr val="231F20"/>
            </a:solidFill>
            <a:miter/>
          </a:ln>
        </p:spPr>
      </p:sp>
      <p:sp>
        <p:nvSpPr>
          <p:cNvPr id="34" name="Text VulnerableStatement">
            <a:extLst xmlns:a="http://schemas.openxmlformats.org/drawingml/2006/main">
              <a:ext uri="{FF2B5EF4-FFF2-40B4-BE49-F238E27FC236}">
                <a16:creationId xmlns:a16="http://schemas.microsoft.com/office/drawing/2014/main" id="{596D9C00-EDD1-44FF-8F44-9F478171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90" y="1098438"/>
            <a:ext cx="1105541" cy="85630"/>
          </a:xfrm>
          <a:custGeom xmlns:a="http://schemas.openxmlformats.org/drawingml/2006/main">
            <a:pathLst>
              <a:path w="1105541" h="85630">
                <a:moveTo>
                  <a:pt x="32083" y="84274"/>
                </a:moveTo>
                <a:lnTo>
                  <a:pt x="0" y="1469"/>
                </a:lnTo>
                <a:lnTo>
                  <a:pt x="11862" y="1469"/>
                </a:lnTo>
                <a:lnTo>
                  <a:pt x="33382" y="61624"/>
                </a:lnTo>
                <a:cubicBezTo>
                  <a:pt x="35114" y="66444"/>
                  <a:pt x="36564" y="70963"/>
                  <a:pt x="37731" y="75180"/>
                </a:cubicBezTo>
                <a:cubicBezTo>
                  <a:pt x="39012" y="70662"/>
                  <a:pt x="40499" y="66143"/>
                  <a:pt x="42194" y="61624"/>
                </a:cubicBezTo>
                <a:lnTo>
                  <a:pt x="64561" y="1469"/>
                </a:lnTo>
                <a:lnTo>
                  <a:pt x="75745" y="1469"/>
                </a:lnTo>
                <a:lnTo>
                  <a:pt x="43323" y="84274"/>
                </a:lnTo>
                <a:lnTo>
                  <a:pt x="32083" y="84274"/>
                </a:lnTo>
                <a:close/>
                <a:moveTo>
                  <a:pt x="119192" y="84274"/>
                </a:moveTo>
                <a:lnTo>
                  <a:pt x="119192" y="75463"/>
                </a:lnTo>
                <a:cubicBezTo>
                  <a:pt x="114523" y="82241"/>
                  <a:pt x="108178" y="85630"/>
                  <a:pt x="100157" y="85630"/>
                </a:cubicBezTo>
                <a:cubicBezTo>
                  <a:pt x="96618" y="85630"/>
                  <a:pt x="93313" y="84952"/>
                  <a:pt x="90244" y="83597"/>
                </a:cubicBezTo>
                <a:cubicBezTo>
                  <a:pt x="87175" y="82241"/>
                  <a:pt x="84897" y="80537"/>
                  <a:pt x="83410" y="78485"/>
                </a:cubicBezTo>
                <a:cubicBezTo>
                  <a:pt x="81922" y="76433"/>
                  <a:pt x="80877" y="73919"/>
                  <a:pt x="80275" y="70944"/>
                </a:cubicBezTo>
                <a:cubicBezTo>
                  <a:pt x="79861" y="68948"/>
                  <a:pt x="79654" y="65785"/>
                  <a:pt x="79654" y="61455"/>
                </a:cubicBezTo>
                <a:lnTo>
                  <a:pt x="79654" y="24288"/>
                </a:lnTo>
                <a:lnTo>
                  <a:pt x="89821" y="24288"/>
                </a:lnTo>
                <a:lnTo>
                  <a:pt x="89821" y="57557"/>
                </a:lnTo>
                <a:cubicBezTo>
                  <a:pt x="89821" y="62867"/>
                  <a:pt x="90028" y="66444"/>
                  <a:pt x="90442" y="68289"/>
                </a:cubicBezTo>
                <a:cubicBezTo>
                  <a:pt x="91082" y="70963"/>
                  <a:pt x="92438" y="73062"/>
                  <a:pt x="94509" y="74587"/>
                </a:cubicBezTo>
                <a:cubicBezTo>
                  <a:pt x="96580" y="76112"/>
                  <a:pt x="99141" y="76875"/>
                  <a:pt x="102191" y="76875"/>
                </a:cubicBezTo>
                <a:cubicBezTo>
                  <a:pt x="105241" y="76875"/>
                  <a:pt x="108103" y="76094"/>
                  <a:pt x="110776" y="74531"/>
                </a:cubicBezTo>
                <a:cubicBezTo>
                  <a:pt x="113450" y="72968"/>
                  <a:pt x="115342" y="70841"/>
                  <a:pt x="116453" y="68148"/>
                </a:cubicBezTo>
                <a:cubicBezTo>
                  <a:pt x="117564" y="65456"/>
                  <a:pt x="118119" y="61549"/>
                  <a:pt x="118119" y="56428"/>
                </a:cubicBezTo>
                <a:lnTo>
                  <a:pt x="118119" y="24288"/>
                </a:lnTo>
                <a:lnTo>
                  <a:pt x="128286" y="24288"/>
                </a:lnTo>
                <a:lnTo>
                  <a:pt x="128286" y="84274"/>
                </a:lnTo>
                <a:lnTo>
                  <a:pt x="119192" y="84274"/>
                </a:lnTo>
                <a:close/>
                <a:moveTo>
                  <a:pt x="143948" y="84274"/>
                </a:moveTo>
                <a:lnTo>
                  <a:pt x="143948" y="1469"/>
                </a:lnTo>
                <a:lnTo>
                  <a:pt x="154115" y="1469"/>
                </a:lnTo>
                <a:lnTo>
                  <a:pt x="154115" y="84274"/>
                </a:lnTo>
                <a:lnTo>
                  <a:pt x="143948" y="84274"/>
                </a:lnTo>
                <a:close/>
                <a:moveTo>
                  <a:pt x="169832" y="84274"/>
                </a:moveTo>
                <a:lnTo>
                  <a:pt x="169832" y="24288"/>
                </a:lnTo>
                <a:lnTo>
                  <a:pt x="178983" y="24288"/>
                </a:lnTo>
                <a:lnTo>
                  <a:pt x="178983" y="32761"/>
                </a:lnTo>
                <a:cubicBezTo>
                  <a:pt x="183388" y="26209"/>
                  <a:pt x="189752" y="22933"/>
                  <a:pt x="198074" y="22933"/>
                </a:cubicBezTo>
                <a:cubicBezTo>
                  <a:pt x="201689" y="22933"/>
                  <a:pt x="205012" y="23582"/>
                  <a:pt x="208044" y="24881"/>
                </a:cubicBezTo>
                <a:cubicBezTo>
                  <a:pt x="211075" y="26180"/>
                  <a:pt x="213344" y="27884"/>
                  <a:pt x="214850" y="29993"/>
                </a:cubicBezTo>
                <a:cubicBezTo>
                  <a:pt x="216356" y="32102"/>
                  <a:pt x="217411" y="34606"/>
                  <a:pt x="218013" y="37506"/>
                </a:cubicBezTo>
                <a:cubicBezTo>
                  <a:pt x="218390" y="39388"/>
                  <a:pt x="218578" y="42683"/>
                  <a:pt x="218578" y="47390"/>
                </a:cubicBezTo>
                <a:lnTo>
                  <a:pt x="218578" y="84274"/>
                </a:lnTo>
                <a:lnTo>
                  <a:pt x="208411" y="84274"/>
                </a:lnTo>
                <a:lnTo>
                  <a:pt x="208411" y="47747"/>
                </a:lnTo>
                <a:cubicBezTo>
                  <a:pt x="208411" y="43600"/>
                  <a:pt x="208015" y="40499"/>
                  <a:pt x="207225" y="38445"/>
                </a:cubicBezTo>
                <a:cubicBezTo>
                  <a:pt x="206434" y="36390"/>
                  <a:pt x="205031" y="34750"/>
                  <a:pt x="203017" y="33525"/>
                </a:cubicBezTo>
                <a:cubicBezTo>
                  <a:pt x="201002" y="32300"/>
                  <a:pt x="198639" y="31688"/>
                  <a:pt x="195928" y="31688"/>
                </a:cubicBezTo>
                <a:cubicBezTo>
                  <a:pt x="191597" y="31688"/>
                  <a:pt x="187860" y="33064"/>
                  <a:pt x="184716" y="35816"/>
                </a:cubicBezTo>
                <a:cubicBezTo>
                  <a:pt x="181571" y="38568"/>
                  <a:pt x="179999" y="43788"/>
                  <a:pt x="179999" y="51478"/>
                </a:cubicBezTo>
                <a:lnTo>
                  <a:pt x="179999" y="84274"/>
                </a:lnTo>
                <a:lnTo>
                  <a:pt x="169832" y="84274"/>
                </a:lnTo>
                <a:close/>
                <a:moveTo>
                  <a:pt x="275191" y="64957"/>
                </a:moveTo>
                <a:lnTo>
                  <a:pt x="285697" y="66256"/>
                </a:lnTo>
                <a:cubicBezTo>
                  <a:pt x="284040" y="72394"/>
                  <a:pt x="280971" y="77157"/>
                  <a:pt x="276490" y="80546"/>
                </a:cubicBezTo>
                <a:cubicBezTo>
                  <a:pt x="272009" y="83936"/>
                  <a:pt x="266285" y="85630"/>
                  <a:pt x="259319" y="85630"/>
                </a:cubicBezTo>
                <a:cubicBezTo>
                  <a:pt x="250545" y="85630"/>
                  <a:pt x="243588" y="82928"/>
                  <a:pt x="238448" y="77525"/>
                </a:cubicBezTo>
                <a:cubicBezTo>
                  <a:pt x="233308" y="72121"/>
                  <a:pt x="230738" y="64543"/>
                  <a:pt x="230738" y="54790"/>
                </a:cubicBezTo>
                <a:cubicBezTo>
                  <a:pt x="230738" y="44698"/>
                  <a:pt x="233336" y="36865"/>
                  <a:pt x="238533" y="31292"/>
                </a:cubicBezTo>
                <a:cubicBezTo>
                  <a:pt x="243729" y="25719"/>
                  <a:pt x="250470" y="22933"/>
                  <a:pt x="258754" y="22933"/>
                </a:cubicBezTo>
                <a:cubicBezTo>
                  <a:pt x="266775" y="22933"/>
                  <a:pt x="273327" y="25659"/>
                  <a:pt x="278410" y="31110"/>
                </a:cubicBezTo>
                <a:cubicBezTo>
                  <a:pt x="283494" y="36561"/>
                  <a:pt x="286036" y="44230"/>
                  <a:pt x="286036" y="54117"/>
                </a:cubicBezTo>
                <a:cubicBezTo>
                  <a:pt x="286036" y="54718"/>
                  <a:pt x="286017" y="55620"/>
                  <a:pt x="285979" y="56823"/>
                </a:cubicBezTo>
                <a:lnTo>
                  <a:pt x="241244" y="56823"/>
                </a:lnTo>
                <a:cubicBezTo>
                  <a:pt x="241620" y="63394"/>
                  <a:pt x="243484" y="68426"/>
                  <a:pt x="246836" y="71918"/>
                </a:cubicBezTo>
                <a:cubicBezTo>
                  <a:pt x="250187" y="75411"/>
                  <a:pt x="254367" y="77157"/>
                  <a:pt x="259375" y="77157"/>
                </a:cubicBezTo>
                <a:cubicBezTo>
                  <a:pt x="263103" y="77157"/>
                  <a:pt x="266285" y="76188"/>
                  <a:pt x="268921" y="74248"/>
                </a:cubicBezTo>
                <a:cubicBezTo>
                  <a:pt x="271557" y="72308"/>
                  <a:pt x="273647" y="69211"/>
                  <a:pt x="275191" y="64957"/>
                </a:cubicBezTo>
                <a:moveTo>
                  <a:pt x="241809" y="48350"/>
                </a:moveTo>
                <a:lnTo>
                  <a:pt x="275304" y="48350"/>
                </a:lnTo>
                <a:cubicBezTo>
                  <a:pt x="274852" y="43387"/>
                  <a:pt x="273572" y="39664"/>
                  <a:pt x="271463" y="37182"/>
                </a:cubicBezTo>
                <a:cubicBezTo>
                  <a:pt x="268224" y="33331"/>
                  <a:pt x="264026" y="31405"/>
                  <a:pt x="258867" y="31405"/>
                </a:cubicBezTo>
                <a:cubicBezTo>
                  <a:pt x="254198" y="31405"/>
                  <a:pt x="250272" y="32943"/>
                  <a:pt x="247090" y="36017"/>
                </a:cubicBezTo>
                <a:cubicBezTo>
                  <a:pt x="243908" y="39091"/>
                  <a:pt x="242148" y="43202"/>
                  <a:pt x="241809" y="48350"/>
                </a:cubicBezTo>
                <a:close/>
                <a:moveTo>
                  <a:pt x="298309" y="84274"/>
                </a:moveTo>
                <a:lnTo>
                  <a:pt x="298309" y="24288"/>
                </a:lnTo>
                <a:lnTo>
                  <a:pt x="307459" y="24288"/>
                </a:lnTo>
                <a:lnTo>
                  <a:pt x="307459" y="33326"/>
                </a:lnTo>
                <a:cubicBezTo>
                  <a:pt x="309794" y="29094"/>
                  <a:pt x="311950" y="26304"/>
                  <a:pt x="313927" y="24955"/>
                </a:cubicBezTo>
                <a:cubicBezTo>
                  <a:pt x="315904" y="23607"/>
                  <a:pt x="318078" y="22933"/>
                  <a:pt x="320451" y="22933"/>
                </a:cubicBezTo>
                <a:cubicBezTo>
                  <a:pt x="323877" y="22933"/>
                  <a:pt x="327360" y="24020"/>
                  <a:pt x="330900" y="26195"/>
                </a:cubicBezTo>
                <a:lnTo>
                  <a:pt x="327398" y="35585"/>
                </a:lnTo>
                <a:cubicBezTo>
                  <a:pt x="324913" y="34116"/>
                  <a:pt x="322427" y="33382"/>
                  <a:pt x="319942" y="33382"/>
                </a:cubicBezTo>
                <a:cubicBezTo>
                  <a:pt x="317720" y="33382"/>
                  <a:pt x="315725" y="34052"/>
                  <a:pt x="313955" y="35391"/>
                </a:cubicBezTo>
                <a:cubicBezTo>
                  <a:pt x="312185" y="36729"/>
                  <a:pt x="310924" y="38585"/>
                  <a:pt x="310170" y="40960"/>
                </a:cubicBezTo>
                <a:cubicBezTo>
                  <a:pt x="309041" y="44578"/>
                  <a:pt x="308476" y="48536"/>
                  <a:pt x="308476" y="52834"/>
                </a:cubicBezTo>
                <a:lnTo>
                  <a:pt x="308476" y="84274"/>
                </a:lnTo>
                <a:lnTo>
                  <a:pt x="298309" y="84274"/>
                </a:lnTo>
                <a:close/>
                <a:moveTo>
                  <a:pt x="376063" y="76868"/>
                </a:moveTo>
                <a:cubicBezTo>
                  <a:pt x="372298" y="80071"/>
                  <a:pt x="368673" y="82332"/>
                  <a:pt x="365190" y="83651"/>
                </a:cubicBezTo>
                <a:cubicBezTo>
                  <a:pt x="361707" y="84970"/>
                  <a:pt x="357970" y="85630"/>
                  <a:pt x="353978" y="85630"/>
                </a:cubicBezTo>
                <a:cubicBezTo>
                  <a:pt x="347388" y="85630"/>
                  <a:pt x="342324" y="84019"/>
                  <a:pt x="338784" y="80797"/>
                </a:cubicBezTo>
                <a:cubicBezTo>
                  <a:pt x="335244" y="77575"/>
                  <a:pt x="333474" y="73458"/>
                  <a:pt x="333474" y="68446"/>
                </a:cubicBezTo>
                <a:cubicBezTo>
                  <a:pt x="333474" y="65508"/>
                  <a:pt x="334143" y="62824"/>
                  <a:pt x="335480" y="60394"/>
                </a:cubicBezTo>
                <a:cubicBezTo>
                  <a:pt x="336816" y="57963"/>
                  <a:pt x="338567" y="56012"/>
                  <a:pt x="340733" y="54543"/>
                </a:cubicBezTo>
                <a:cubicBezTo>
                  <a:pt x="342898" y="53073"/>
                  <a:pt x="345336" y="51961"/>
                  <a:pt x="348047" y="51208"/>
                </a:cubicBezTo>
                <a:cubicBezTo>
                  <a:pt x="350043" y="50680"/>
                  <a:pt x="353056" y="50171"/>
                  <a:pt x="357085" y="49681"/>
                </a:cubicBezTo>
                <a:cubicBezTo>
                  <a:pt x="365294" y="48709"/>
                  <a:pt x="371338" y="47550"/>
                  <a:pt x="375216" y="46204"/>
                </a:cubicBezTo>
                <a:cubicBezTo>
                  <a:pt x="375254" y="44817"/>
                  <a:pt x="375273" y="43935"/>
                  <a:pt x="375273" y="43560"/>
                </a:cubicBezTo>
                <a:cubicBezTo>
                  <a:pt x="375273" y="39433"/>
                  <a:pt x="374312" y="36526"/>
                  <a:pt x="372392" y="34838"/>
                </a:cubicBezTo>
                <a:cubicBezTo>
                  <a:pt x="369794" y="32550"/>
                  <a:pt x="365934" y="31405"/>
                  <a:pt x="360813" y="31405"/>
                </a:cubicBezTo>
                <a:cubicBezTo>
                  <a:pt x="356030" y="31405"/>
                  <a:pt x="352500" y="32243"/>
                  <a:pt x="350222" y="33919"/>
                </a:cubicBezTo>
                <a:cubicBezTo>
                  <a:pt x="347944" y="35594"/>
                  <a:pt x="346259" y="38560"/>
                  <a:pt x="345167" y="42815"/>
                </a:cubicBezTo>
                <a:lnTo>
                  <a:pt x="335225" y="41459"/>
                </a:lnTo>
                <a:cubicBezTo>
                  <a:pt x="336129" y="37191"/>
                  <a:pt x="337616" y="33745"/>
                  <a:pt x="339688" y="31119"/>
                </a:cubicBezTo>
                <a:cubicBezTo>
                  <a:pt x="341759" y="28494"/>
                  <a:pt x="344752" y="26473"/>
                  <a:pt x="348669" y="25058"/>
                </a:cubicBezTo>
                <a:cubicBezTo>
                  <a:pt x="352585" y="23641"/>
                  <a:pt x="357122" y="22933"/>
                  <a:pt x="362281" y="22933"/>
                </a:cubicBezTo>
                <a:cubicBezTo>
                  <a:pt x="367402" y="22933"/>
                  <a:pt x="371563" y="23535"/>
                  <a:pt x="374764" y="24740"/>
                </a:cubicBezTo>
                <a:cubicBezTo>
                  <a:pt x="377965" y="25945"/>
                  <a:pt x="380319" y="27461"/>
                  <a:pt x="381825" y="29287"/>
                </a:cubicBezTo>
                <a:cubicBezTo>
                  <a:pt x="383331" y="31113"/>
                  <a:pt x="384385" y="33420"/>
                  <a:pt x="384988" y="36206"/>
                </a:cubicBezTo>
                <a:cubicBezTo>
                  <a:pt x="385327" y="37939"/>
                  <a:pt x="385496" y="41064"/>
                  <a:pt x="385496" y="45583"/>
                </a:cubicBezTo>
                <a:lnTo>
                  <a:pt x="385496" y="59139"/>
                </a:lnTo>
                <a:cubicBezTo>
                  <a:pt x="385496" y="68591"/>
                  <a:pt x="385713" y="74569"/>
                  <a:pt x="386146" y="77073"/>
                </a:cubicBezTo>
                <a:cubicBezTo>
                  <a:pt x="386579" y="79577"/>
                  <a:pt x="387436" y="81977"/>
                  <a:pt x="388716" y="84274"/>
                </a:cubicBezTo>
                <a:lnTo>
                  <a:pt x="378097" y="84274"/>
                </a:lnTo>
                <a:cubicBezTo>
                  <a:pt x="377042" y="82163"/>
                  <a:pt x="376365" y="79694"/>
                  <a:pt x="376063" y="76868"/>
                </a:cubicBezTo>
                <a:moveTo>
                  <a:pt x="375216" y="54112"/>
                </a:moveTo>
                <a:cubicBezTo>
                  <a:pt x="371526" y="55631"/>
                  <a:pt x="365990" y="56922"/>
                  <a:pt x="358610" y="57985"/>
                </a:cubicBezTo>
                <a:cubicBezTo>
                  <a:pt x="354430" y="58589"/>
                  <a:pt x="351474" y="59270"/>
                  <a:pt x="349742" y="60027"/>
                </a:cubicBezTo>
                <a:cubicBezTo>
                  <a:pt x="348010" y="60782"/>
                  <a:pt x="346673" y="61888"/>
                  <a:pt x="345731" y="63345"/>
                </a:cubicBezTo>
                <a:cubicBezTo>
                  <a:pt x="344790" y="64801"/>
                  <a:pt x="344319" y="66417"/>
                  <a:pt x="344319" y="68194"/>
                </a:cubicBezTo>
                <a:cubicBezTo>
                  <a:pt x="344319" y="70916"/>
                  <a:pt x="345345" y="73185"/>
                  <a:pt x="347398" y="75000"/>
                </a:cubicBezTo>
                <a:cubicBezTo>
                  <a:pt x="349450" y="76815"/>
                  <a:pt x="352453" y="77722"/>
                  <a:pt x="356407" y="77722"/>
                </a:cubicBezTo>
                <a:cubicBezTo>
                  <a:pt x="360323" y="77722"/>
                  <a:pt x="363806" y="76861"/>
                  <a:pt x="366856" y="75140"/>
                </a:cubicBezTo>
                <a:cubicBezTo>
                  <a:pt x="369907" y="73418"/>
                  <a:pt x="372147" y="71063"/>
                  <a:pt x="373578" y="68074"/>
                </a:cubicBezTo>
                <a:cubicBezTo>
                  <a:pt x="374670" y="65765"/>
                  <a:pt x="375216" y="62360"/>
                  <a:pt x="375216" y="57857"/>
                </a:cubicBezTo>
                <a:lnTo>
                  <a:pt x="375216" y="54112"/>
                </a:lnTo>
                <a:close/>
                <a:moveTo>
                  <a:pt x="410591" y="84274"/>
                </a:moveTo>
                <a:lnTo>
                  <a:pt x="401158" y="84274"/>
                </a:lnTo>
                <a:lnTo>
                  <a:pt x="401158" y="1469"/>
                </a:lnTo>
                <a:lnTo>
                  <a:pt x="411325" y="1469"/>
                </a:lnTo>
                <a:lnTo>
                  <a:pt x="411325" y="31119"/>
                </a:lnTo>
                <a:cubicBezTo>
                  <a:pt x="415618" y="25661"/>
                  <a:pt x="421097" y="22933"/>
                  <a:pt x="427762" y="22933"/>
                </a:cubicBezTo>
                <a:cubicBezTo>
                  <a:pt x="431453" y="22933"/>
                  <a:pt x="434945" y="23676"/>
                  <a:pt x="438240" y="25164"/>
                </a:cubicBezTo>
                <a:cubicBezTo>
                  <a:pt x="441535" y="26651"/>
                  <a:pt x="444246" y="28741"/>
                  <a:pt x="446374" y="31433"/>
                </a:cubicBezTo>
                <a:cubicBezTo>
                  <a:pt x="448501" y="34126"/>
                  <a:pt x="450168" y="37374"/>
                  <a:pt x="451373" y="41177"/>
                </a:cubicBezTo>
                <a:cubicBezTo>
                  <a:pt x="452578" y="44980"/>
                  <a:pt x="453180" y="49047"/>
                  <a:pt x="453180" y="53378"/>
                </a:cubicBezTo>
                <a:cubicBezTo>
                  <a:pt x="453180" y="63658"/>
                  <a:pt x="450638" y="71603"/>
                  <a:pt x="445555" y="77214"/>
                </a:cubicBezTo>
                <a:cubicBezTo>
                  <a:pt x="440471" y="82825"/>
                  <a:pt x="434371" y="85630"/>
                  <a:pt x="427254" y="85630"/>
                </a:cubicBezTo>
                <a:cubicBezTo>
                  <a:pt x="420174" y="85630"/>
                  <a:pt x="414620" y="82636"/>
                  <a:pt x="410591" y="76649"/>
                </a:cubicBezTo>
                <a:lnTo>
                  <a:pt x="410591" y="84274"/>
                </a:lnTo>
                <a:moveTo>
                  <a:pt x="410478" y="53831"/>
                </a:moveTo>
                <a:cubicBezTo>
                  <a:pt x="410478" y="60988"/>
                  <a:pt x="411457" y="66159"/>
                  <a:pt x="413415" y="69345"/>
                </a:cubicBezTo>
                <a:cubicBezTo>
                  <a:pt x="416616" y="74553"/>
                  <a:pt x="420946" y="77157"/>
                  <a:pt x="426407" y="77157"/>
                </a:cubicBezTo>
                <a:cubicBezTo>
                  <a:pt x="430850" y="77157"/>
                  <a:pt x="434691" y="75237"/>
                  <a:pt x="437929" y="71396"/>
                </a:cubicBezTo>
                <a:cubicBezTo>
                  <a:pt x="441168" y="67555"/>
                  <a:pt x="442787" y="61831"/>
                  <a:pt x="442787" y="54225"/>
                </a:cubicBezTo>
                <a:cubicBezTo>
                  <a:pt x="442787" y="46431"/>
                  <a:pt x="441234" y="40680"/>
                  <a:pt x="438127" y="36971"/>
                </a:cubicBezTo>
                <a:cubicBezTo>
                  <a:pt x="435020" y="33260"/>
                  <a:pt x="431264" y="31405"/>
                  <a:pt x="426858" y="31405"/>
                </a:cubicBezTo>
                <a:cubicBezTo>
                  <a:pt x="422415" y="31405"/>
                  <a:pt x="418574" y="33326"/>
                  <a:pt x="415336" y="37167"/>
                </a:cubicBezTo>
                <a:cubicBezTo>
                  <a:pt x="412097" y="41008"/>
                  <a:pt x="410478" y="46562"/>
                  <a:pt x="410478" y="53831"/>
                </a:cubicBezTo>
                <a:close/>
                <a:moveTo>
                  <a:pt x="465284" y="84274"/>
                </a:moveTo>
                <a:lnTo>
                  <a:pt x="465284" y="1469"/>
                </a:lnTo>
                <a:lnTo>
                  <a:pt x="475451" y="1469"/>
                </a:lnTo>
                <a:lnTo>
                  <a:pt x="475451" y="84274"/>
                </a:lnTo>
                <a:lnTo>
                  <a:pt x="465284" y="84274"/>
                </a:lnTo>
                <a:close/>
                <a:moveTo>
                  <a:pt x="532231" y="64957"/>
                </a:moveTo>
                <a:lnTo>
                  <a:pt x="542737" y="66256"/>
                </a:lnTo>
                <a:cubicBezTo>
                  <a:pt x="541081" y="72394"/>
                  <a:pt x="538012" y="77157"/>
                  <a:pt x="533530" y="80546"/>
                </a:cubicBezTo>
                <a:cubicBezTo>
                  <a:pt x="529049" y="83936"/>
                  <a:pt x="523326" y="85630"/>
                  <a:pt x="516359" y="85630"/>
                </a:cubicBezTo>
                <a:cubicBezTo>
                  <a:pt x="507585" y="85630"/>
                  <a:pt x="500628" y="82928"/>
                  <a:pt x="495488" y="77525"/>
                </a:cubicBezTo>
                <a:cubicBezTo>
                  <a:pt x="490348" y="72121"/>
                  <a:pt x="487778" y="64543"/>
                  <a:pt x="487778" y="54790"/>
                </a:cubicBezTo>
                <a:cubicBezTo>
                  <a:pt x="487778" y="44698"/>
                  <a:pt x="490377" y="36865"/>
                  <a:pt x="495573" y="31292"/>
                </a:cubicBezTo>
                <a:cubicBezTo>
                  <a:pt x="500770" y="25719"/>
                  <a:pt x="507510" y="22933"/>
                  <a:pt x="515794" y="22933"/>
                </a:cubicBezTo>
                <a:cubicBezTo>
                  <a:pt x="523815" y="22933"/>
                  <a:pt x="530367" y="25659"/>
                  <a:pt x="535451" y="31110"/>
                </a:cubicBezTo>
                <a:cubicBezTo>
                  <a:pt x="540534" y="36561"/>
                  <a:pt x="543076" y="44230"/>
                  <a:pt x="543076" y="54117"/>
                </a:cubicBezTo>
                <a:cubicBezTo>
                  <a:pt x="543076" y="54718"/>
                  <a:pt x="543057" y="55620"/>
                  <a:pt x="543020" y="56823"/>
                </a:cubicBezTo>
                <a:lnTo>
                  <a:pt x="498284" y="56823"/>
                </a:lnTo>
                <a:cubicBezTo>
                  <a:pt x="498661" y="63394"/>
                  <a:pt x="500525" y="68426"/>
                  <a:pt x="503876" y="71918"/>
                </a:cubicBezTo>
                <a:cubicBezTo>
                  <a:pt x="507228" y="75411"/>
                  <a:pt x="511407" y="77157"/>
                  <a:pt x="516416" y="77157"/>
                </a:cubicBezTo>
                <a:cubicBezTo>
                  <a:pt x="520144" y="77157"/>
                  <a:pt x="523326" y="76188"/>
                  <a:pt x="525962" y="74248"/>
                </a:cubicBezTo>
                <a:cubicBezTo>
                  <a:pt x="528598" y="72308"/>
                  <a:pt x="530687" y="69211"/>
                  <a:pt x="532231" y="64957"/>
                </a:cubicBezTo>
                <a:moveTo>
                  <a:pt x="498849" y="48350"/>
                </a:moveTo>
                <a:lnTo>
                  <a:pt x="532344" y="48350"/>
                </a:lnTo>
                <a:cubicBezTo>
                  <a:pt x="531892" y="43387"/>
                  <a:pt x="530612" y="39664"/>
                  <a:pt x="528503" y="37182"/>
                </a:cubicBezTo>
                <a:cubicBezTo>
                  <a:pt x="525265" y="33331"/>
                  <a:pt x="521066" y="31405"/>
                  <a:pt x="515907" y="31405"/>
                </a:cubicBezTo>
                <a:cubicBezTo>
                  <a:pt x="511238" y="31405"/>
                  <a:pt x="507312" y="32943"/>
                  <a:pt x="504130" y="36017"/>
                </a:cubicBezTo>
                <a:cubicBezTo>
                  <a:pt x="500948" y="39091"/>
                  <a:pt x="499188" y="43202"/>
                  <a:pt x="498849" y="48350"/>
                </a:cubicBezTo>
                <a:close/>
                <a:moveTo>
                  <a:pt x="584521" y="57614"/>
                </a:moveTo>
                <a:lnTo>
                  <a:pt x="594858" y="56710"/>
                </a:lnTo>
                <a:cubicBezTo>
                  <a:pt x="595347" y="60852"/>
                  <a:pt x="596487" y="64251"/>
                  <a:pt x="598275" y="66906"/>
                </a:cubicBezTo>
                <a:cubicBezTo>
                  <a:pt x="600064" y="69560"/>
                  <a:pt x="602841" y="71707"/>
                  <a:pt x="606607" y="73345"/>
                </a:cubicBezTo>
                <a:cubicBezTo>
                  <a:pt x="610372" y="74983"/>
                  <a:pt x="614609" y="75802"/>
                  <a:pt x="619316" y="75802"/>
                </a:cubicBezTo>
                <a:cubicBezTo>
                  <a:pt x="623495" y="75802"/>
                  <a:pt x="627186" y="75180"/>
                  <a:pt x="630386" y="73938"/>
                </a:cubicBezTo>
                <a:cubicBezTo>
                  <a:pt x="633587" y="72695"/>
                  <a:pt x="635969" y="70991"/>
                  <a:pt x="637532" y="68826"/>
                </a:cubicBezTo>
                <a:cubicBezTo>
                  <a:pt x="639094" y="66661"/>
                  <a:pt x="639876" y="64298"/>
                  <a:pt x="639876" y="61737"/>
                </a:cubicBezTo>
                <a:cubicBezTo>
                  <a:pt x="639876" y="59139"/>
                  <a:pt x="639123" y="56870"/>
                  <a:pt x="637616" y="54931"/>
                </a:cubicBezTo>
                <a:cubicBezTo>
                  <a:pt x="636110" y="52992"/>
                  <a:pt x="633625" y="51363"/>
                  <a:pt x="630161" y="50045"/>
                </a:cubicBezTo>
                <a:cubicBezTo>
                  <a:pt x="627939" y="49179"/>
                  <a:pt x="623025" y="47833"/>
                  <a:pt x="615418" y="46006"/>
                </a:cubicBezTo>
                <a:cubicBezTo>
                  <a:pt x="607812" y="44180"/>
                  <a:pt x="602483" y="42457"/>
                  <a:pt x="599433" y="40838"/>
                </a:cubicBezTo>
                <a:cubicBezTo>
                  <a:pt x="595479" y="38767"/>
                  <a:pt x="592533" y="36197"/>
                  <a:pt x="590593" y="33128"/>
                </a:cubicBezTo>
                <a:cubicBezTo>
                  <a:pt x="588654" y="30059"/>
                  <a:pt x="587684" y="26623"/>
                  <a:pt x="587684" y="22820"/>
                </a:cubicBezTo>
                <a:cubicBezTo>
                  <a:pt x="587684" y="18640"/>
                  <a:pt x="588871" y="14733"/>
                  <a:pt x="591243" y="11099"/>
                </a:cubicBezTo>
                <a:cubicBezTo>
                  <a:pt x="593615" y="7465"/>
                  <a:pt x="597080" y="4707"/>
                  <a:pt x="601636" y="2824"/>
                </a:cubicBezTo>
                <a:cubicBezTo>
                  <a:pt x="606192" y="941"/>
                  <a:pt x="611257" y="0"/>
                  <a:pt x="616830" y="0"/>
                </a:cubicBezTo>
                <a:cubicBezTo>
                  <a:pt x="622968" y="0"/>
                  <a:pt x="628381" y="988"/>
                  <a:pt x="633069" y="2965"/>
                </a:cubicBezTo>
                <a:cubicBezTo>
                  <a:pt x="637758" y="4942"/>
                  <a:pt x="641363" y="7851"/>
                  <a:pt x="643886" y="11692"/>
                </a:cubicBezTo>
                <a:cubicBezTo>
                  <a:pt x="646409" y="15533"/>
                  <a:pt x="647765" y="19882"/>
                  <a:pt x="647953" y="24740"/>
                </a:cubicBezTo>
                <a:lnTo>
                  <a:pt x="637447" y="25531"/>
                </a:lnTo>
                <a:cubicBezTo>
                  <a:pt x="636882" y="20278"/>
                  <a:pt x="634971" y="16310"/>
                  <a:pt x="631714" y="13627"/>
                </a:cubicBezTo>
                <a:cubicBezTo>
                  <a:pt x="628457" y="10944"/>
                  <a:pt x="623646" y="9602"/>
                  <a:pt x="617282" y="9602"/>
                </a:cubicBezTo>
                <a:cubicBezTo>
                  <a:pt x="610655" y="9602"/>
                  <a:pt x="605825" y="10818"/>
                  <a:pt x="602794" y="13249"/>
                </a:cubicBezTo>
                <a:cubicBezTo>
                  <a:pt x="599763" y="15679"/>
                  <a:pt x="598247" y="18609"/>
                  <a:pt x="598247" y="22038"/>
                </a:cubicBezTo>
                <a:cubicBezTo>
                  <a:pt x="598247" y="25015"/>
                  <a:pt x="599320" y="27464"/>
                  <a:pt x="601467" y="29386"/>
                </a:cubicBezTo>
                <a:cubicBezTo>
                  <a:pt x="603575" y="31309"/>
                  <a:pt x="609083" y="33278"/>
                  <a:pt x="617988" y="35294"/>
                </a:cubicBezTo>
                <a:cubicBezTo>
                  <a:pt x="626894" y="37310"/>
                  <a:pt x="633004" y="39071"/>
                  <a:pt x="636317" y="40579"/>
                </a:cubicBezTo>
                <a:cubicBezTo>
                  <a:pt x="641137" y="42801"/>
                  <a:pt x="644696" y="45619"/>
                  <a:pt x="646993" y="49030"/>
                </a:cubicBezTo>
                <a:cubicBezTo>
                  <a:pt x="649290" y="52440"/>
                  <a:pt x="650438" y="56369"/>
                  <a:pt x="650438" y="60816"/>
                </a:cubicBezTo>
                <a:cubicBezTo>
                  <a:pt x="650438" y="65224"/>
                  <a:pt x="649177" y="69378"/>
                  <a:pt x="646654" y="73279"/>
                </a:cubicBezTo>
                <a:cubicBezTo>
                  <a:pt x="644131" y="77179"/>
                  <a:pt x="640507" y="80213"/>
                  <a:pt x="635781" y="82380"/>
                </a:cubicBezTo>
                <a:cubicBezTo>
                  <a:pt x="631055" y="84547"/>
                  <a:pt x="625736" y="85630"/>
                  <a:pt x="619824" y="85630"/>
                </a:cubicBezTo>
                <a:cubicBezTo>
                  <a:pt x="612330" y="85630"/>
                  <a:pt x="606051" y="84538"/>
                  <a:pt x="600986" y="82354"/>
                </a:cubicBezTo>
                <a:cubicBezTo>
                  <a:pt x="595922" y="80170"/>
                  <a:pt x="591949" y="76884"/>
                  <a:pt x="589068" y="72497"/>
                </a:cubicBezTo>
                <a:cubicBezTo>
                  <a:pt x="586188" y="68111"/>
                  <a:pt x="584672" y="63149"/>
                  <a:pt x="584521" y="57614"/>
                </a:cubicBezTo>
                <a:close/>
                <a:moveTo>
                  <a:pt x="686283" y="75293"/>
                </a:moveTo>
                <a:lnTo>
                  <a:pt x="687752" y="84274"/>
                </a:lnTo>
                <a:cubicBezTo>
                  <a:pt x="684890" y="84802"/>
                  <a:pt x="682330" y="85065"/>
                  <a:pt x="680070" y="85065"/>
                </a:cubicBezTo>
                <a:cubicBezTo>
                  <a:pt x="676380" y="85065"/>
                  <a:pt x="673518" y="84482"/>
                  <a:pt x="671485" y="83314"/>
                </a:cubicBezTo>
                <a:cubicBezTo>
                  <a:pt x="669451" y="82147"/>
                  <a:pt x="668020" y="80612"/>
                  <a:pt x="667192" y="78711"/>
                </a:cubicBezTo>
                <a:cubicBezTo>
                  <a:pt x="666363" y="76809"/>
                  <a:pt x="665949" y="72808"/>
                  <a:pt x="665949" y="66708"/>
                </a:cubicBezTo>
                <a:lnTo>
                  <a:pt x="665949" y="32196"/>
                </a:lnTo>
                <a:lnTo>
                  <a:pt x="658493" y="32196"/>
                </a:lnTo>
                <a:lnTo>
                  <a:pt x="658493" y="24288"/>
                </a:lnTo>
                <a:lnTo>
                  <a:pt x="665949" y="24288"/>
                </a:lnTo>
                <a:lnTo>
                  <a:pt x="665949" y="9392"/>
                </a:lnTo>
                <a:lnTo>
                  <a:pt x="676060" y="3276"/>
                </a:lnTo>
                <a:lnTo>
                  <a:pt x="676060" y="24288"/>
                </a:lnTo>
                <a:lnTo>
                  <a:pt x="686283" y="24288"/>
                </a:lnTo>
                <a:lnTo>
                  <a:pt x="686283" y="32196"/>
                </a:lnTo>
                <a:lnTo>
                  <a:pt x="676060" y="32196"/>
                </a:lnTo>
                <a:lnTo>
                  <a:pt x="676060" y="67273"/>
                </a:lnTo>
                <a:cubicBezTo>
                  <a:pt x="676060" y="70172"/>
                  <a:pt x="676239" y="72036"/>
                  <a:pt x="676596" y="72865"/>
                </a:cubicBezTo>
                <a:cubicBezTo>
                  <a:pt x="676954" y="73693"/>
                  <a:pt x="677538" y="74352"/>
                  <a:pt x="678347" y="74842"/>
                </a:cubicBezTo>
                <a:cubicBezTo>
                  <a:pt x="679157" y="75331"/>
                  <a:pt x="680315" y="75576"/>
                  <a:pt x="681821" y="75576"/>
                </a:cubicBezTo>
                <a:cubicBezTo>
                  <a:pt x="682951" y="75576"/>
                  <a:pt x="684438" y="75482"/>
                  <a:pt x="686283" y="75293"/>
                </a:cubicBezTo>
                <a:close/>
                <a:moveTo>
                  <a:pt x="735364" y="76868"/>
                </a:moveTo>
                <a:cubicBezTo>
                  <a:pt x="731599" y="80071"/>
                  <a:pt x="727974" y="82332"/>
                  <a:pt x="724491" y="83651"/>
                </a:cubicBezTo>
                <a:cubicBezTo>
                  <a:pt x="721008" y="84970"/>
                  <a:pt x="717271" y="85630"/>
                  <a:pt x="713279" y="85630"/>
                </a:cubicBezTo>
                <a:cubicBezTo>
                  <a:pt x="706689" y="85630"/>
                  <a:pt x="701625" y="84019"/>
                  <a:pt x="698085" y="80797"/>
                </a:cubicBezTo>
                <a:cubicBezTo>
                  <a:pt x="694545" y="77575"/>
                  <a:pt x="692775" y="73458"/>
                  <a:pt x="692775" y="68446"/>
                </a:cubicBezTo>
                <a:cubicBezTo>
                  <a:pt x="692775" y="65508"/>
                  <a:pt x="693444" y="62824"/>
                  <a:pt x="694781" y="60394"/>
                </a:cubicBezTo>
                <a:cubicBezTo>
                  <a:pt x="696117" y="57963"/>
                  <a:pt x="697868" y="56012"/>
                  <a:pt x="700034" y="54543"/>
                </a:cubicBezTo>
                <a:cubicBezTo>
                  <a:pt x="702199" y="53073"/>
                  <a:pt x="704637" y="51961"/>
                  <a:pt x="707348" y="51208"/>
                </a:cubicBezTo>
                <a:cubicBezTo>
                  <a:pt x="709344" y="50680"/>
                  <a:pt x="712357" y="50171"/>
                  <a:pt x="716386" y="49681"/>
                </a:cubicBezTo>
                <a:cubicBezTo>
                  <a:pt x="724595" y="48709"/>
                  <a:pt x="730639" y="47550"/>
                  <a:pt x="734517" y="46204"/>
                </a:cubicBezTo>
                <a:cubicBezTo>
                  <a:pt x="734555" y="44817"/>
                  <a:pt x="734574" y="43935"/>
                  <a:pt x="734574" y="43560"/>
                </a:cubicBezTo>
                <a:cubicBezTo>
                  <a:pt x="734574" y="39433"/>
                  <a:pt x="733613" y="36526"/>
                  <a:pt x="731693" y="34838"/>
                </a:cubicBezTo>
                <a:cubicBezTo>
                  <a:pt x="729095" y="32550"/>
                  <a:pt x="725235" y="31405"/>
                  <a:pt x="720114" y="31405"/>
                </a:cubicBezTo>
                <a:cubicBezTo>
                  <a:pt x="715331" y="31405"/>
                  <a:pt x="711801" y="32243"/>
                  <a:pt x="709523" y="33919"/>
                </a:cubicBezTo>
                <a:cubicBezTo>
                  <a:pt x="707245" y="35594"/>
                  <a:pt x="705560" y="38560"/>
                  <a:pt x="704468" y="42815"/>
                </a:cubicBezTo>
                <a:lnTo>
                  <a:pt x="694526" y="41459"/>
                </a:lnTo>
                <a:cubicBezTo>
                  <a:pt x="695430" y="37191"/>
                  <a:pt x="696918" y="33745"/>
                  <a:pt x="698989" y="31119"/>
                </a:cubicBezTo>
                <a:cubicBezTo>
                  <a:pt x="701060" y="28494"/>
                  <a:pt x="704053" y="26473"/>
                  <a:pt x="707970" y="25058"/>
                </a:cubicBezTo>
                <a:cubicBezTo>
                  <a:pt x="711886" y="23641"/>
                  <a:pt x="716423" y="22933"/>
                  <a:pt x="721582" y="22933"/>
                </a:cubicBezTo>
                <a:cubicBezTo>
                  <a:pt x="726704" y="22933"/>
                  <a:pt x="730865" y="23535"/>
                  <a:pt x="734065" y="24740"/>
                </a:cubicBezTo>
                <a:cubicBezTo>
                  <a:pt x="737266" y="25945"/>
                  <a:pt x="739620" y="27461"/>
                  <a:pt x="741126" y="29287"/>
                </a:cubicBezTo>
                <a:cubicBezTo>
                  <a:pt x="742632" y="31113"/>
                  <a:pt x="743686" y="33420"/>
                  <a:pt x="744289" y="36206"/>
                </a:cubicBezTo>
                <a:cubicBezTo>
                  <a:pt x="744628" y="37939"/>
                  <a:pt x="744797" y="41064"/>
                  <a:pt x="744797" y="45583"/>
                </a:cubicBezTo>
                <a:lnTo>
                  <a:pt x="744797" y="59139"/>
                </a:lnTo>
                <a:cubicBezTo>
                  <a:pt x="744797" y="68591"/>
                  <a:pt x="745014" y="74569"/>
                  <a:pt x="745447" y="77073"/>
                </a:cubicBezTo>
                <a:cubicBezTo>
                  <a:pt x="745880" y="79577"/>
                  <a:pt x="746737" y="81977"/>
                  <a:pt x="748017" y="84274"/>
                </a:cubicBezTo>
                <a:lnTo>
                  <a:pt x="737398" y="84274"/>
                </a:lnTo>
                <a:cubicBezTo>
                  <a:pt x="736344" y="82163"/>
                  <a:pt x="735666" y="79694"/>
                  <a:pt x="735364" y="76868"/>
                </a:cubicBezTo>
                <a:moveTo>
                  <a:pt x="734517" y="54112"/>
                </a:moveTo>
                <a:cubicBezTo>
                  <a:pt x="730827" y="55631"/>
                  <a:pt x="725291" y="56922"/>
                  <a:pt x="717911" y="57985"/>
                </a:cubicBezTo>
                <a:cubicBezTo>
                  <a:pt x="713731" y="58589"/>
                  <a:pt x="710775" y="59270"/>
                  <a:pt x="709043" y="60027"/>
                </a:cubicBezTo>
                <a:cubicBezTo>
                  <a:pt x="707311" y="60782"/>
                  <a:pt x="705974" y="61888"/>
                  <a:pt x="705032" y="63345"/>
                </a:cubicBezTo>
                <a:cubicBezTo>
                  <a:pt x="704091" y="64801"/>
                  <a:pt x="703620" y="66417"/>
                  <a:pt x="703620" y="68194"/>
                </a:cubicBezTo>
                <a:cubicBezTo>
                  <a:pt x="703620" y="70916"/>
                  <a:pt x="704646" y="73185"/>
                  <a:pt x="706699" y="75000"/>
                </a:cubicBezTo>
                <a:cubicBezTo>
                  <a:pt x="708751" y="76815"/>
                  <a:pt x="711754" y="77722"/>
                  <a:pt x="715708" y="77722"/>
                </a:cubicBezTo>
                <a:cubicBezTo>
                  <a:pt x="719624" y="77722"/>
                  <a:pt x="723107" y="76861"/>
                  <a:pt x="726158" y="75140"/>
                </a:cubicBezTo>
                <a:cubicBezTo>
                  <a:pt x="729208" y="73418"/>
                  <a:pt x="731448" y="71063"/>
                  <a:pt x="732879" y="68074"/>
                </a:cubicBezTo>
                <a:cubicBezTo>
                  <a:pt x="733971" y="65765"/>
                  <a:pt x="734517" y="62360"/>
                  <a:pt x="734517" y="57857"/>
                </a:cubicBezTo>
                <a:lnTo>
                  <a:pt x="734517" y="54112"/>
                </a:lnTo>
                <a:close/>
                <a:moveTo>
                  <a:pt x="782714" y="75293"/>
                </a:moveTo>
                <a:lnTo>
                  <a:pt x="784182" y="84274"/>
                </a:lnTo>
                <a:cubicBezTo>
                  <a:pt x="781321" y="84802"/>
                  <a:pt x="778760" y="85065"/>
                  <a:pt x="776501" y="85065"/>
                </a:cubicBezTo>
                <a:cubicBezTo>
                  <a:pt x="772810" y="85065"/>
                  <a:pt x="769948" y="84482"/>
                  <a:pt x="767915" y="83314"/>
                </a:cubicBezTo>
                <a:cubicBezTo>
                  <a:pt x="765882" y="82147"/>
                  <a:pt x="764451" y="80612"/>
                  <a:pt x="763622" y="78711"/>
                </a:cubicBezTo>
                <a:cubicBezTo>
                  <a:pt x="762794" y="76809"/>
                  <a:pt x="762380" y="72808"/>
                  <a:pt x="762380" y="66708"/>
                </a:cubicBezTo>
                <a:lnTo>
                  <a:pt x="762380" y="32196"/>
                </a:lnTo>
                <a:lnTo>
                  <a:pt x="754924" y="32196"/>
                </a:lnTo>
                <a:lnTo>
                  <a:pt x="754924" y="24288"/>
                </a:lnTo>
                <a:lnTo>
                  <a:pt x="762380" y="24288"/>
                </a:lnTo>
                <a:lnTo>
                  <a:pt x="762380" y="9392"/>
                </a:lnTo>
                <a:lnTo>
                  <a:pt x="772490" y="3276"/>
                </a:lnTo>
                <a:lnTo>
                  <a:pt x="772490" y="24288"/>
                </a:lnTo>
                <a:lnTo>
                  <a:pt x="782714" y="24288"/>
                </a:lnTo>
                <a:lnTo>
                  <a:pt x="782714" y="32196"/>
                </a:lnTo>
                <a:lnTo>
                  <a:pt x="772490" y="32196"/>
                </a:lnTo>
                <a:lnTo>
                  <a:pt x="772490" y="67273"/>
                </a:lnTo>
                <a:cubicBezTo>
                  <a:pt x="772490" y="70172"/>
                  <a:pt x="772669" y="72036"/>
                  <a:pt x="773027" y="72865"/>
                </a:cubicBezTo>
                <a:cubicBezTo>
                  <a:pt x="773385" y="73693"/>
                  <a:pt x="773968" y="74352"/>
                  <a:pt x="774778" y="74842"/>
                </a:cubicBezTo>
                <a:cubicBezTo>
                  <a:pt x="775587" y="75331"/>
                  <a:pt x="776745" y="75576"/>
                  <a:pt x="778252" y="75576"/>
                </a:cubicBezTo>
                <a:cubicBezTo>
                  <a:pt x="779381" y="75576"/>
                  <a:pt x="780869" y="75482"/>
                  <a:pt x="782714" y="75293"/>
                </a:cubicBezTo>
                <a:close/>
                <a:moveTo>
                  <a:pt x="833716" y="64957"/>
                </a:moveTo>
                <a:lnTo>
                  <a:pt x="844222" y="66256"/>
                </a:lnTo>
                <a:cubicBezTo>
                  <a:pt x="842565" y="72394"/>
                  <a:pt x="839496" y="77157"/>
                  <a:pt x="835015" y="80546"/>
                </a:cubicBezTo>
                <a:cubicBezTo>
                  <a:pt x="830534" y="83936"/>
                  <a:pt x="824810" y="85630"/>
                  <a:pt x="817844" y="85630"/>
                </a:cubicBezTo>
                <a:cubicBezTo>
                  <a:pt x="809070" y="85630"/>
                  <a:pt x="802113" y="82928"/>
                  <a:pt x="796973" y="77525"/>
                </a:cubicBezTo>
                <a:cubicBezTo>
                  <a:pt x="791833" y="72121"/>
                  <a:pt x="789263" y="64543"/>
                  <a:pt x="789263" y="54790"/>
                </a:cubicBezTo>
                <a:cubicBezTo>
                  <a:pt x="789263" y="44698"/>
                  <a:pt x="791861" y="36865"/>
                  <a:pt x="797057" y="31292"/>
                </a:cubicBezTo>
                <a:cubicBezTo>
                  <a:pt x="802254" y="25719"/>
                  <a:pt x="808994" y="22933"/>
                  <a:pt x="817279" y="22933"/>
                </a:cubicBezTo>
                <a:cubicBezTo>
                  <a:pt x="825299" y="22933"/>
                  <a:pt x="831852" y="25659"/>
                  <a:pt x="836935" y="31110"/>
                </a:cubicBezTo>
                <a:cubicBezTo>
                  <a:pt x="842019" y="36561"/>
                  <a:pt x="844561" y="44230"/>
                  <a:pt x="844561" y="54117"/>
                </a:cubicBezTo>
                <a:cubicBezTo>
                  <a:pt x="844561" y="54718"/>
                  <a:pt x="844542" y="55620"/>
                  <a:pt x="844504" y="56823"/>
                </a:cubicBezTo>
                <a:lnTo>
                  <a:pt x="799769" y="56823"/>
                </a:lnTo>
                <a:cubicBezTo>
                  <a:pt x="800145" y="63394"/>
                  <a:pt x="802009" y="68426"/>
                  <a:pt x="805361" y="71918"/>
                </a:cubicBezTo>
                <a:cubicBezTo>
                  <a:pt x="808712" y="75411"/>
                  <a:pt x="812892" y="77157"/>
                  <a:pt x="817900" y="77157"/>
                </a:cubicBezTo>
                <a:cubicBezTo>
                  <a:pt x="821628" y="77157"/>
                  <a:pt x="824810" y="76188"/>
                  <a:pt x="827446" y="74248"/>
                </a:cubicBezTo>
                <a:cubicBezTo>
                  <a:pt x="830082" y="72308"/>
                  <a:pt x="832172" y="69211"/>
                  <a:pt x="833716" y="64957"/>
                </a:cubicBezTo>
                <a:moveTo>
                  <a:pt x="800333" y="48350"/>
                </a:moveTo>
                <a:lnTo>
                  <a:pt x="833829" y="48350"/>
                </a:lnTo>
                <a:cubicBezTo>
                  <a:pt x="833377" y="43387"/>
                  <a:pt x="832096" y="39664"/>
                  <a:pt x="829988" y="37182"/>
                </a:cubicBezTo>
                <a:cubicBezTo>
                  <a:pt x="826749" y="33331"/>
                  <a:pt x="822551" y="31405"/>
                  <a:pt x="817392" y="31405"/>
                </a:cubicBezTo>
                <a:cubicBezTo>
                  <a:pt x="812722" y="31405"/>
                  <a:pt x="808797" y="32943"/>
                  <a:pt x="805615" y="36017"/>
                </a:cubicBezTo>
                <a:cubicBezTo>
                  <a:pt x="802433" y="39091"/>
                  <a:pt x="800672" y="43202"/>
                  <a:pt x="800333" y="48350"/>
                </a:cubicBezTo>
                <a:close/>
                <a:moveTo>
                  <a:pt x="856946" y="84274"/>
                </a:moveTo>
                <a:lnTo>
                  <a:pt x="856946" y="24288"/>
                </a:lnTo>
                <a:lnTo>
                  <a:pt x="866040" y="24288"/>
                </a:lnTo>
                <a:lnTo>
                  <a:pt x="866040" y="32648"/>
                </a:lnTo>
                <a:cubicBezTo>
                  <a:pt x="867923" y="29727"/>
                  <a:pt x="870427" y="27378"/>
                  <a:pt x="873553" y="25600"/>
                </a:cubicBezTo>
                <a:cubicBezTo>
                  <a:pt x="876678" y="23822"/>
                  <a:pt x="880236" y="22933"/>
                  <a:pt x="884228" y="22933"/>
                </a:cubicBezTo>
                <a:cubicBezTo>
                  <a:pt x="888671" y="22933"/>
                  <a:pt x="892315" y="23850"/>
                  <a:pt x="895158" y="25686"/>
                </a:cubicBezTo>
                <a:cubicBezTo>
                  <a:pt x="898001" y="27521"/>
                  <a:pt x="900006" y="30086"/>
                  <a:pt x="901173" y="33382"/>
                </a:cubicBezTo>
                <a:cubicBezTo>
                  <a:pt x="905918" y="26416"/>
                  <a:pt x="912094" y="22933"/>
                  <a:pt x="919700" y="22933"/>
                </a:cubicBezTo>
                <a:cubicBezTo>
                  <a:pt x="925650" y="22933"/>
                  <a:pt x="930225" y="24580"/>
                  <a:pt x="933426" y="27875"/>
                </a:cubicBezTo>
                <a:cubicBezTo>
                  <a:pt x="936627" y="31170"/>
                  <a:pt x="938227" y="36244"/>
                  <a:pt x="938227" y="43097"/>
                </a:cubicBezTo>
                <a:lnTo>
                  <a:pt x="938227" y="84274"/>
                </a:lnTo>
                <a:lnTo>
                  <a:pt x="928116" y="84274"/>
                </a:lnTo>
                <a:lnTo>
                  <a:pt x="928116" y="46446"/>
                </a:lnTo>
                <a:cubicBezTo>
                  <a:pt x="928116" y="42374"/>
                  <a:pt x="927787" y="39444"/>
                  <a:pt x="927128" y="37654"/>
                </a:cubicBezTo>
                <a:cubicBezTo>
                  <a:pt x="926469" y="35863"/>
                  <a:pt x="925273" y="34421"/>
                  <a:pt x="923541" y="33327"/>
                </a:cubicBezTo>
                <a:cubicBezTo>
                  <a:pt x="921809" y="32234"/>
                  <a:pt x="919775" y="31688"/>
                  <a:pt x="917441" y="31688"/>
                </a:cubicBezTo>
                <a:cubicBezTo>
                  <a:pt x="913223" y="31688"/>
                  <a:pt x="909721" y="33092"/>
                  <a:pt x="906935" y="35901"/>
                </a:cubicBezTo>
                <a:cubicBezTo>
                  <a:pt x="904148" y="38709"/>
                  <a:pt x="902755" y="43204"/>
                  <a:pt x="902755" y="49387"/>
                </a:cubicBezTo>
                <a:lnTo>
                  <a:pt x="902755" y="84274"/>
                </a:lnTo>
                <a:lnTo>
                  <a:pt x="892588" y="84274"/>
                </a:lnTo>
                <a:lnTo>
                  <a:pt x="892588" y="45258"/>
                </a:lnTo>
                <a:cubicBezTo>
                  <a:pt x="892588" y="40735"/>
                  <a:pt x="891759" y="37342"/>
                  <a:pt x="890102" y="35080"/>
                </a:cubicBezTo>
                <a:cubicBezTo>
                  <a:pt x="888446" y="32818"/>
                  <a:pt x="885734" y="31688"/>
                  <a:pt x="881969" y="31688"/>
                </a:cubicBezTo>
                <a:cubicBezTo>
                  <a:pt x="879107" y="31688"/>
                  <a:pt x="876461" y="32442"/>
                  <a:pt x="874033" y="33951"/>
                </a:cubicBezTo>
                <a:cubicBezTo>
                  <a:pt x="871604" y="35458"/>
                  <a:pt x="869843" y="37663"/>
                  <a:pt x="868751" y="40566"/>
                </a:cubicBezTo>
                <a:cubicBezTo>
                  <a:pt x="867659" y="43468"/>
                  <a:pt x="867113" y="47652"/>
                  <a:pt x="867113" y="53118"/>
                </a:cubicBezTo>
                <a:lnTo>
                  <a:pt x="867113" y="84274"/>
                </a:lnTo>
                <a:lnTo>
                  <a:pt x="856946" y="84274"/>
                </a:lnTo>
                <a:close/>
                <a:moveTo>
                  <a:pt x="994349" y="64957"/>
                </a:moveTo>
                <a:lnTo>
                  <a:pt x="1004855" y="66256"/>
                </a:lnTo>
                <a:cubicBezTo>
                  <a:pt x="1003198" y="72394"/>
                  <a:pt x="1000129" y="77157"/>
                  <a:pt x="995648" y="80546"/>
                </a:cubicBezTo>
                <a:cubicBezTo>
                  <a:pt x="991167" y="83936"/>
                  <a:pt x="985443" y="85630"/>
                  <a:pt x="978476" y="85630"/>
                </a:cubicBezTo>
                <a:cubicBezTo>
                  <a:pt x="969703" y="85630"/>
                  <a:pt x="962746" y="82928"/>
                  <a:pt x="957606" y="77525"/>
                </a:cubicBezTo>
                <a:cubicBezTo>
                  <a:pt x="952465" y="72121"/>
                  <a:pt x="949895" y="64543"/>
                  <a:pt x="949895" y="54790"/>
                </a:cubicBezTo>
                <a:cubicBezTo>
                  <a:pt x="949895" y="44698"/>
                  <a:pt x="952494" y="36865"/>
                  <a:pt x="957690" y="31292"/>
                </a:cubicBezTo>
                <a:cubicBezTo>
                  <a:pt x="962887" y="25719"/>
                  <a:pt x="969627" y="22933"/>
                  <a:pt x="977912" y="22933"/>
                </a:cubicBezTo>
                <a:cubicBezTo>
                  <a:pt x="985932" y="22933"/>
                  <a:pt x="992485" y="25659"/>
                  <a:pt x="997568" y="31110"/>
                </a:cubicBezTo>
                <a:cubicBezTo>
                  <a:pt x="1002652" y="36561"/>
                  <a:pt x="1005193" y="44230"/>
                  <a:pt x="1005193" y="54117"/>
                </a:cubicBezTo>
                <a:cubicBezTo>
                  <a:pt x="1005193" y="54718"/>
                  <a:pt x="1005175" y="55620"/>
                  <a:pt x="1005137" y="56823"/>
                </a:cubicBezTo>
                <a:lnTo>
                  <a:pt x="960402" y="56823"/>
                </a:lnTo>
                <a:cubicBezTo>
                  <a:pt x="960778" y="63394"/>
                  <a:pt x="962642" y="68426"/>
                  <a:pt x="965993" y="71918"/>
                </a:cubicBezTo>
                <a:cubicBezTo>
                  <a:pt x="969345" y="75411"/>
                  <a:pt x="973525" y="77157"/>
                  <a:pt x="978533" y="77157"/>
                </a:cubicBezTo>
                <a:cubicBezTo>
                  <a:pt x="982261" y="77157"/>
                  <a:pt x="985443" y="76188"/>
                  <a:pt x="988079" y="74248"/>
                </a:cubicBezTo>
                <a:cubicBezTo>
                  <a:pt x="990715" y="72308"/>
                  <a:pt x="992805" y="69211"/>
                  <a:pt x="994349" y="64957"/>
                </a:cubicBezTo>
                <a:moveTo>
                  <a:pt x="960966" y="48350"/>
                </a:moveTo>
                <a:lnTo>
                  <a:pt x="994461" y="48350"/>
                </a:lnTo>
                <a:cubicBezTo>
                  <a:pt x="994010" y="43387"/>
                  <a:pt x="992729" y="39664"/>
                  <a:pt x="990621" y="37182"/>
                </a:cubicBezTo>
                <a:cubicBezTo>
                  <a:pt x="987382" y="33331"/>
                  <a:pt x="983183" y="31405"/>
                  <a:pt x="978025" y="31405"/>
                </a:cubicBezTo>
                <a:cubicBezTo>
                  <a:pt x="973355" y="31405"/>
                  <a:pt x="969430" y="32943"/>
                  <a:pt x="966248" y="36017"/>
                </a:cubicBezTo>
                <a:cubicBezTo>
                  <a:pt x="963066" y="39091"/>
                  <a:pt x="961305" y="43202"/>
                  <a:pt x="960966" y="48350"/>
                </a:cubicBezTo>
                <a:close/>
                <a:moveTo>
                  <a:pt x="1017579" y="84274"/>
                </a:moveTo>
                <a:lnTo>
                  <a:pt x="1017579" y="24288"/>
                </a:lnTo>
                <a:lnTo>
                  <a:pt x="1026730" y="24288"/>
                </a:lnTo>
                <a:lnTo>
                  <a:pt x="1026730" y="32761"/>
                </a:lnTo>
                <a:cubicBezTo>
                  <a:pt x="1031135" y="26209"/>
                  <a:pt x="1037499" y="22933"/>
                  <a:pt x="1045821" y="22933"/>
                </a:cubicBezTo>
                <a:cubicBezTo>
                  <a:pt x="1049436" y="22933"/>
                  <a:pt x="1052759" y="23582"/>
                  <a:pt x="1055791" y="24881"/>
                </a:cubicBezTo>
                <a:cubicBezTo>
                  <a:pt x="1058822" y="26180"/>
                  <a:pt x="1061091" y="27884"/>
                  <a:pt x="1062597" y="29993"/>
                </a:cubicBezTo>
                <a:cubicBezTo>
                  <a:pt x="1064103" y="32102"/>
                  <a:pt x="1065158" y="34606"/>
                  <a:pt x="1065760" y="37506"/>
                </a:cubicBezTo>
                <a:cubicBezTo>
                  <a:pt x="1066137" y="39388"/>
                  <a:pt x="1066325" y="42683"/>
                  <a:pt x="1066325" y="47390"/>
                </a:cubicBezTo>
                <a:lnTo>
                  <a:pt x="1066325" y="84274"/>
                </a:lnTo>
                <a:lnTo>
                  <a:pt x="1056158" y="84274"/>
                </a:lnTo>
                <a:lnTo>
                  <a:pt x="1056158" y="47747"/>
                </a:lnTo>
                <a:cubicBezTo>
                  <a:pt x="1056158" y="43600"/>
                  <a:pt x="1055762" y="40499"/>
                  <a:pt x="1054972" y="38445"/>
                </a:cubicBezTo>
                <a:cubicBezTo>
                  <a:pt x="1054181" y="36390"/>
                  <a:pt x="1052778" y="34750"/>
                  <a:pt x="1050764" y="33525"/>
                </a:cubicBezTo>
                <a:cubicBezTo>
                  <a:pt x="1048749" y="32300"/>
                  <a:pt x="1046386" y="31688"/>
                  <a:pt x="1043675" y="31688"/>
                </a:cubicBezTo>
                <a:cubicBezTo>
                  <a:pt x="1039344" y="31688"/>
                  <a:pt x="1035607" y="33064"/>
                  <a:pt x="1032463" y="35816"/>
                </a:cubicBezTo>
                <a:cubicBezTo>
                  <a:pt x="1029318" y="38568"/>
                  <a:pt x="1027746" y="43788"/>
                  <a:pt x="1027746" y="51478"/>
                </a:cubicBezTo>
                <a:lnTo>
                  <a:pt x="1027746" y="84274"/>
                </a:lnTo>
                <a:lnTo>
                  <a:pt x="1017579" y="84274"/>
                </a:lnTo>
                <a:close/>
                <a:moveTo>
                  <a:pt x="1104072" y="75293"/>
                </a:moveTo>
                <a:lnTo>
                  <a:pt x="1105541" y="84274"/>
                </a:lnTo>
                <a:cubicBezTo>
                  <a:pt x="1102679" y="84802"/>
                  <a:pt x="1100118" y="85065"/>
                  <a:pt x="1097859" y="85065"/>
                </a:cubicBezTo>
                <a:cubicBezTo>
                  <a:pt x="1094169" y="85065"/>
                  <a:pt x="1091307" y="84482"/>
                  <a:pt x="1089273" y="83314"/>
                </a:cubicBezTo>
                <a:cubicBezTo>
                  <a:pt x="1087240" y="82147"/>
                  <a:pt x="1085809" y="80612"/>
                  <a:pt x="1084981" y="78711"/>
                </a:cubicBezTo>
                <a:cubicBezTo>
                  <a:pt x="1084152" y="76809"/>
                  <a:pt x="1083738" y="72808"/>
                  <a:pt x="1083738" y="66708"/>
                </a:cubicBezTo>
                <a:lnTo>
                  <a:pt x="1083738" y="32196"/>
                </a:lnTo>
                <a:lnTo>
                  <a:pt x="1076282" y="32196"/>
                </a:lnTo>
                <a:lnTo>
                  <a:pt x="1076282" y="24288"/>
                </a:lnTo>
                <a:lnTo>
                  <a:pt x="1083738" y="24288"/>
                </a:lnTo>
                <a:lnTo>
                  <a:pt x="1083738" y="9392"/>
                </a:lnTo>
                <a:lnTo>
                  <a:pt x="1093849" y="3276"/>
                </a:lnTo>
                <a:lnTo>
                  <a:pt x="1093849" y="24288"/>
                </a:lnTo>
                <a:lnTo>
                  <a:pt x="1104072" y="24288"/>
                </a:lnTo>
                <a:lnTo>
                  <a:pt x="1104072" y="32196"/>
                </a:lnTo>
                <a:lnTo>
                  <a:pt x="1093849" y="32196"/>
                </a:lnTo>
                <a:lnTo>
                  <a:pt x="1093849" y="67273"/>
                </a:lnTo>
                <a:cubicBezTo>
                  <a:pt x="1093849" y="70172"/>
                  <a:pt x="1094028" y="72036"/>
                  <a:pt x="1094385" y="72865"/>
                </a:cubicBezTo>
                <a:cubicBezTo>
                  <a:pt x="1094743" y="73693"/>
                  <a:pt x="1095327" y="74352"/>
                  <a:pt x="1096136" y="74842"/>
                </a:cubicBezTo>
                <a:cubicBezTo>
                  <a:pt x="1096946" y="75331"/>
                  <a:pt x="1098104" y="75576"/>
                  <a:pt x="1099610" y="75576"/>
                </a:cubicBezTo>
                <a:cubicBezTo>
                  <a:pt x="1100740" y="75576"/>
                  <a:pt x="1102227" y="75482"/>
                  <a:pt x="1104072" y="75293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Mapping&amp;Slicing">
            <a:extLst xmlns:a="http://schemas.openxmlformats.org/drawingml/2006/main">
              <a:ext uri="{FF2B5EF4-FFF2-40B4-BE49-F238E27FC236}">
                <a16:creationId xmlns:a16="http://schemas.microsoft.com/office/drawing/2014/main" id="{69AAD93D-785C-4872-8530-D5EFDC81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107" y="1236976"/>
            <a:ext cx="908020" cy="108676"/>
          </a:xfrm>
          <a:custGeom xmlns:a="http://schemas.openxmlformats.org/drawingml/2006/main">
            <a:pathLst>
              <a:path w="908020" h="108676">
                <a:moveTo>
                  <a:pt x="0" y="84274"/>
                </a:moveTo>
                <a:lnTo>
                  <a:pt x="0" y="1469"/>
                </a:lnTo>
                <a:lnTo>
                  <a:pt x="16493" y="1469"/>
                </a:lnTo>
                <a:lnTo>
                  <a:pt x="36093" y="60099"/>
                </a:lnTo>
                <a:cubicBezTo>
                  <a:pt x="37901" y="65559"/>
                  <a:pt x="39219" y="69645"/>
                  <a:pt x="40047" y="72356"/>
                </a:cubicBezTo>
                <a:cubicBezTo>
                  <a:pt x="40989" y="69344"/>
                  <a:pt x="42457" y="64919"/>
                  <a:pt x="44453" y="59082"/>
                </a:cubicBezTo>
                <a:lnTo>
                  <a:pt x="64279" y="1469"/>
                </a:lnTo>
                <a:lnTo>
                  <a:pt x="79021" y="1469"/>
                </a:lnTo>
                <a:lnTo>
                  <a:pt x="79021" y="84274"/>
                </a:lnTo>
                <a:lnTo>
                  <a:pt x="68459" y="84274"/>
                </a:lnTo>
                <a:lnTo>
                  <a:pt x="68459" y="14968"/>
                </a:lnTo>
                <a:lnTo>
                  <a:pt x="44397" y="84274"/>
                </a:lnTo>
                <a:lnTo>
                  <a:pt x="34512" y="84274"/>
                </a:lnTo>
                <a:lnTo>
                  <a:pt x="10563" y="13782"/>
                </a:lnTo>
                <a:lnTo>
                  <a:pt x="10563" y="84274"/>
                </a:lnTo>
                <a:lnTo>
                  <a:pt x="0" y="84274"/>
                </a:lnTo>
                <a:close/>
                <a:moveTo>
                  <a:pt x="134544" y="76868"/>
                </a:moveTo>
                <a:cubicBezTo>
                  <a:pt x="130779" y="80071"/>
                  <a:pt x="127154" y="82332"/>
                  <a:pt x="123671" y="83651"/>
                </a:cubicBezTo>
                <a:cubicBezTo>
                  <a:pt x="120188" y="84970"/>
                  <a:pt x="116451" y="85630"/>
                  <a:pt x="112459" y="85630"/>
                </a:cubicBezTo>
                <a:cubicBezTo>
                  <a:pt x="105869" y="85630"/>
                  <a:pt x="100805" y="84019"/>
                  <a:pt x="97265" y="80797"/>
                </a:cubicBezTo>
                <a:cubicBezTo>
                  <a:pt x="93725" y="77575"/>
                  <a:pt x="91955" y="73458"/>
                  <a:pt x="91955" y="68446"/>
                </a:cubicBezTo>
                <a:cubicBezTo>
                  <a:pt x="91955" y="65508"/>
                  <a:pt x="92624" y="62824"/>
                  <a:pt x="93961" y="60394"/>
                </a:cubicBezTo>
                <a:cubicBezTo>
                  <a:pt x="95297" y="57963"/>
                  <a:pt x="97048" y="56012"/>
                  <a:pt x="99214" y="54543"/>
                </a:cubicBezTo>
                <a:cubicBezTo>
                  <a:pt x="101379" y="53073"/>
                  <a:pt x="103817" y="51961"/>
                  <a:pt x="106528" y="51208"/>
                </a:cubicBezTo>
                <a:cubicBezTo>
                  <a:pt x="108524" y="50680"/>
                  <a:pt x="111537" y="50171"/>
                  <a:pt x="115566" y="49681"/>
                </a:cubicBezTo>
                <a:cubicBezTo>
                  <a:pt x="123775" y="48709"/>
                  <a:pt x="129819" y="47550"/>
                  <a:pt x="133697" y="46204"/>
                </a:cubicBezTo>
                <a:cubicBezTo>
                  <a:pt x="133735" y="44817"/>
                  <a:pt x="133754" y="43935"/>
                  <a:pt x="133754" y="43560"/>
                </a:cubicBezTo>
                <a:cubicBezTo>
                  <a:pt x="133754" y="39433"/>
                  <a:pt x="132793" y="36526"/>
                  <a:pt x="130873" y="34838"/>
                </a:cubicBezTo>
                <a:cubicBezTo>
                  <a:pt x="128275" y="32550"/>
                  <a:pt x="124415" y="31405"/>
                  <a:pt x="119294" y="31405"/>
                </a:cubicBezTo>
                <a:cubicBezTo>
                  <a:pt x="114511" y="31405"/>
                  <a:pt x="110981" y="32243"/>
                  <a:pt x="108703" y="33919"/>
                </a:cubicBezTo>
                <a:cubicBezTo>
                  <a:pt x="106425" y="35594"/>
                  <a:pt x="104740" y="38560"/>
                  <a:pt x="103648" y="42815"/>
                </a:cubicBezTo>
                <a:lnTo>
                  <a:pt x="93706" y="41459"/>
                </a:lnTo>
                <a:cubicBezTo>
                  <a:pt x="94610" y="37191"/>
                  <a:pt x="96098" y="33745"/>
                  <a:pt x="98169" y="31119"/>
                </a:cubicBezTo>
                <a:cubicBezTo>
                  <a:pt x="100240" y="28494"/>
                  <a:pt x="103233" y="26473"/>
                  <a:pt x="107150" y="25058"/>
                </a:cubicBezTo>
                <a:cubicBezTo>
                  <a:pt x="111066" y="23641"/>
                  <a:pt x="115603" y="22933"/>
                  <a:pt x="120762" y="22933"/>
                </a:cubicBezTo>
                <a:cubicBezTo>
                  <a:pt x="125884" y="22933"/>
                  <a:pt x="130045" y="23535"/>
                  <a:pt x="133245" y="24740"/>
                </a:cubicBezTo>
                <a:cubicBezTo>
                  <a:pt x="136446" y="25945"/>
                  <a:pt x="138800" y="27461"/>
                  <a:pt x="140306" y="29287"/>
                </a:cubicBezTo>
                <a:cubicBezTo>
                  <a:pt x="141812" y="31113"/>
                  <a:pt x="142866" y="33420"/>
                  <a:pt x="143469" y="36206"/>
                </a:cubicBezTo>
                <a:cubicBezTo>
                  <a:pt x="143808" y="37939"/>
                  <a:pt x="143977" y="41064"/>
                  <a:pt x="143977" y="45583"/>
                </a:cubicBezTo>
                <a:lnTo>
                  <a:pt x="143977" y="59139"/>
                </a:lnTo>
                <a:cubicBezTo>
                  <a:pt x="143977" y="68591"/>
                  <a:pt x="144194" y="74569"/>
                  <a:pt x="144627" y="77073"/>
                </a:cubicBezTo>
                <a:cubicBezTo>
                  <a:pt x="145060" y="79577"/>
                  <a:pt x="145917" y="81977"/>
                  <a:pt x="147197" y="84274"/>
                </a:cubicBezTo>
                <a:lnTo>
                  <a:pt x="136578" y="84274"/>
                </a:lnTo>
                <a:cubicBezTo>
                  <a:pt x="135524" y="82163"/>
                  <a:pt x="134846" y="79694"/>
                  <a:pt x="134544" y="76868"/>
                </a:cubicBezTo>
                <a:moveTo>
                  <a:pt x="133697" y="54112"/>
                </a:moveTo>
                <a:cubicBezTo>
                  <a:pt x="130007" y="55631"/>
                  <a:pt x="124471" y="56922"/>
                  <a:pt x="117091" y="57985"/>
                </a:cubicBezTo>
                <a:cubicBezTo>
                  <a:pt x="112911" y="58589"/>
                  <a:pt x="109955" y="59270"/>
                  <a:pt x="108223" y="60027"/>
                </a:cubicBezTo>
                <a:cubicBezTo>
                  <a:pt x="106491" y="60782"/>
                  <a:pt x="105154" y="61888"/>
                  <a:pt x="104212" y="63345"/>
                </a:cubicBezTo>
                <a:cubicBezTo>
                  <a:pt x="103271" y="64801"/>
                  <a:pt x="102800" y="66417"/>
                  <a:pt x="102800" y="68194"/>
                </a:cubicBezTo>
                <a:cubicBezTo>
                  <a:pt x="102800" y="70916"/>
                  <a:pt x="103826" y="73185"/>
                  <a:pt x="105879" y="75000"/>
                </a:cubicBezTo>
                <a:cubicBezTo>
                  <a:pt x="107931" y="76815"/>
                  <a:pt x="110934" y="77722"/>
                  <a:pt x="114888" y="77722"/>
                </a:cubicBezTo>
                <a:cubicBezTo>
                  <a:pt x="118804" y="77722"/>
                  <a:pt x="122287" y="76861"/>
                  <a:pt x="125338" y="75140"/>
                </a:cubicBezTo>
                <a:cubicBezTo>
                  <a:pt x="128388" y="73418"/>
                  <a:pt x="130628" y="71063"/>
                  <a:pt x="132059" y="68074"/>
                </a:cubicBezTo>
                <a:cubicBezTo>
                  <a:pt x="133151" y="65765"/>
                  <a:pt x="133697" y="62360"/>
                  <a:pt x="133697" y="57857"/>
                </a:cubicBezTo>
                <a:lnTo>
                  <a:pt x="133697" y="54112"/>
                </a:lnTo>
                <a:close/>
                <a:moveTo>
                  <a:pt x="159719" y="107320"/>
                </a:moveTo>
                <a:lnTo>
                  <a:pt x="159719" y="24288"/>
                </a:lnTo>
                <a:lnTo>
                  <a:pt x="168982" y="24288"/>
                </a:lnTo>
                <a:lnTo>
                  <a:pt x="168982" y="32027"/>
                </a:lnTo>
                <a:cubicBezTo>
                  <a:pt x="171166" y="28995"/>
                  <a:pt x="173633" y="26722"/>
                  <a:pt x="176382" y="25206"/>
                </a:cubicBezTo>
                <a:cubicBezTo>
                  <a:pt x="179131" y="23690"/>
                  <a:pt x="182463" y="22933"/>
                  <a:pt x="186379" y="22933"/>
                </a:cubicBezTo>
                <a:cubicBezTo>
                  <a:pt x="191501" y="22933"/>
                  <a:pt x="196019" y="24251"/>
                  <a:pt x="199936" y="26886"/>
                </a:cubicBezTo>
                <a:cubicBezTo>
                  <a:pt x="203852" y="29522"/>
                  <a:pt x="206808" y="33241"/>
                  <a:pt x="208804" y="38042"/>
                </a:cubicBezTo>
                <a:cubicBezTo>
                  <a:pt x="210799" y="42843"/>
                  <a:pt x="211797" y="48106"/>
                  <a:pt x="211797" y="53829"/>
                </a:cubicBezTo>
                <a:cubicBezTo>
                  <a:pt x="211797" y="59967"/>
                  <a:pt x="210696" y="65493"/>
                  <a:pt x="208493" y="70408"/>
                </a:cubicBezTo>
                <a:cubicBezTo>
                  <a:pt x="206290" y="75322"/>
                  <a:pt x="203089" y="79087"/>
                  <a:pt x="198891" y="81704"/>
                </a:cubicBezTo>
                <a:cubicBezTo>
                  <a:pt x="194692" y="84321"/>
                  <a:pt x="190277" y="85630"/>
                  <a:pt x="185645" y="85630"/>
                </a:cubicBezTo>
                <a:cubicBezTo>
                  <a:pt x="182256" y="85630"/>
                  <a:pt x="179215" y="84905"/>
                  <a:pt x="176523" y="83455"/>
                </a:cubicBezTo>
                <a:cubicBezTo>
                  <a:pt x="173831" y="82004"/>
                  <a:pt x="171618" y="80172"/>
                  <a:pt x="169886" y="77959"/>
                </a:cubicBezTo>
                <a:lnTo>
                  <a:pt x="169886" y="107320"/>
                </a:lnTo>
                <a:lnTo>
                  <a:pt x="159719" y="107320"/>
                </a:lnTo>
                <a:moveTo>
                  <a:pt x="168926" y="54535"/>
                </a:moveTo>
                <a:cubicBezTo>
                  <a:pt x="168926" y="62246"/>
                  <a:pt x="170489" y="67943"/>
                  <a:pt x="173614" y="71629"/>
                </a:cubicBezTo>
                <a:cubicBezTo>
                  <a:pt x="176739" y="75315"/>
                  <a:pt x="180524" y="77157"/>
                  <a:pt x="184967" y="77157"/>
                </a:cubicBezTo>
                <a:cubicBezTo>
                  <a:pt x="189486" y="77157"/>
                  <a:pt x="193355" y="75249"/>
                  <a:pt x="196575" y="71431"/>
                </a:cubicBezTo>
                <a:cubicBezTo>
                  <a:pt x="199794" y="67614"/>
                  <a:pt x="201404" y="61700"/>
                  <a:pt x="201404" y="53688"/>
                </a:cubicBezTo>
                <a:cubicBezTo>
                  <a:pt x="201404" y="46053"/>
                  <a:pt x="199832" y="40337"/>
                  <a:pt x="196688" y="36538"/>
                </a:cubicBezTo>
                <a:cubicBezTo>
                  <a:pt x="193543" y="32740"/>
                  <a:pt x="189787" y="30840"/>
                  <a:pt x="185419" y="30840"/>
                </a:cubicBezTo>
                <a:cubicBezTo>
                  <a:pt x="181089" y="30840"/>
                  <a:pt x="177257" y="32862"/>
                  <a:pt x="173925" y="36905"/>
                </a:cubicBezTo>
                <a:cubicBezTo>
                  <a:pt x="170592" y="40949"/>
                  <a:pt x="168926" y="46825"/>
                  <a:pt x="168926" y="54535"/>
                </a:cubicBezTo>
                <a:close/>
                <a:moveTo>
                  <a:pt x="224037" y="107320"/>
                </a:moveTo>
                <a:lnTo>
                  <a:pt x="224037" y="24288"/>
                </a:lnTo>
                <a:lnTo>
                  <a:pt x="233300" y="24288"/>
                </a:lnTo>
                <a:lnTo>
                  <a:pt x="233300" y="32027"/>
                </a:lnTo>
                <a:cubicBezTo>
                  <a:pt x="235484" y="28995"/>
                  <a:pt x="237951" y="26722"/>
                  <a:pt x="240699" y="25206"/>
                </a:cubicBezTo>
                <a:cubicBezTo>
                  <a:pt x="243448" y="23690"/>
                  <a:pt x="246781" y="22933"/>
                  <a:pt x="250697" y="22933"/>
                </a:cubicBezTo>
                <a:cubicBezTo>
                  <a:pt x="255818" y="22933"/>
                  <a:pt x="260337" y="24251"/>
                  <a:pt x="264253" y="26886"/>
                </a:cubicBezTo>
                <a:cubicBezTo>
                  <a:pt x="268170" y="29522"/>
                  <a:pt x="271126" y="33241"/>
                  <a:pt x="273121" y="38042"/>
                </a:cubicBezTo>
                <a:cubicBezTo>
                  <a:pt x="275117" y="42843"/>
                  <a:pt x="276115" y="48106"/>
                  <a:pt x="276115" y="53829"/>
                </a:cubicBezTo>
                <a:cubicBezTo>
                  <a:pt x="276115" y="59967"/>
                  <a:pt x="275014" y="65493"/>
                  <a:pt x="272811" y="70408"/>
                </a:cubicBezTo>
                <a:cubicBezTo>
                  <a:pt x="270608" y="75322"/>
                  <a:pt x="267407" y="79087"/>
                  <a:pt x="263208" y="81704"/>
                </a:cubicBezTo>
                <a:cubicBezTo>
                  <a:pt x="259010" y="84321"/>
                  <a:pt x="254595" y="85630"/>
                  <a:pt x="249963" y="85630"/>
                </a:cubicBezTo>
                <a:cubicBezTo>
                  <a:pt x="246574" y="85630"/>
                  <a:pt x="243533" y="84905"/>
                  <a:pt x="240841" y="83455"/>
                </a:cubicBezTo>
                <a:cubicBezTo>
                  <a:pt x="238148" y="82004"/>
                  <a:pt x="235936" y="80172"/>
                  <a:pt x="234204" y="77959"/>
                </a:cubicBezTo>
                <a:lnTo>
                  <a:pt x="234204" y="107320"/>
                </a:lnTo>
                <a:lnTo>
                  <a:pt x="224037" y="107320"/>
                </a:lnTo>
                <a:moveTo>
                  <a:pt x="233244" y="54535"/>
                </a:moveTo>
                <a:cubicBezTo>
                  <a:pt x="233244" y="62246"/>
                  <a:pt x="234806" y="67943"/>
                  <a:pt x="237932" y="71629"/>
                </a:cubicBezTo>
                <a:cubicBezTo>
                  <a:pt x="241057" y="75315"/>
                  <a:pt x="244842" y="77157"/>
                  <a:pt x="249285" y="77157"/>
                </a:cubicBezTo>
                <a:cubicBezTo>
                  <a:pt x="253804" y="77157"/>
                  <a:pt x="257673" y="75249"/>
                  <a:pt x="260893" y="71431"/>
                </a:cubicBezTo>
                <a:cubicBezTo>
                  <a:pt x="264112" y="67614"/>
                  <a:pt x="265722" y="61700"/>
                  <a:pt x="265722" y="53688"/>
                </a:cubicBezTo>
                <a:cubicBezTo>
                  <a:pt x="265722" y="46053"/>
                  <a:pt x="264150" y="40337"/>
                  <a:pt x="261006" y="36538"/>
                </a:cubicBezTo>
                <a:cubicBezTo>
                  <a:pt x="257861" y="32740"/>
                  <a:pt x="254105" y="30840"/>
                  <a:pt x="249737" y="30840"/>
                </a:cubicBezTo>
                <a:cubicBezTo>
                  <a:pt x="245406" y="30840"/>
                  <a:pt x="241575" y="32862"/>
                  <a:pt x="238242" y="36905"/>
                </a:cubicBezTo>
                <a:cubicBezTo>
                  <a:pt x="234910" y="40949"/>
                  <a:pt x="233244" y="46825"/>
                  <a:pt x="233244" y="54535"/>
                </a:cubicBezTo>
                <a:close/>
                <a:moveTo>
                  <a:pt x="288411" y="13217"/>
                </a:moveTo>
                <a:lnTo>
                  <a:pt x="288411" y="1469"/>
                </a:lnTo>
                <a:lnTo>
                  <a:pt x="298578" y="1469"/>
                </a:lnTo>
                <a:lnTo>
                  <a:pt x="298578" y="13217"/>
                </a:lnTo>
                <a:lnTo>
                  <a:pt x="288411" y="13217"/>
                </a:lnTo>
                <a:moveTo>
                  <a:pt x="288411" y="84274"/>
                </a:moveTo>
                <a:lnTo>
                  <a:pt x="288411" y="24288"/>
                </a:lnTo>
                <a:lnTo>
                  <a:pt x="298578" y="24288"/>
                </a:lnTo>
                <a:lnTo>
                  <a:pt x="298578" y="84274"/>
                </a:lnTo>
                <a:lnTo>
                  <a:pt x="288411" y="84274"/>
                </a:lnTo>
                <a:close/>
                <a:moveTo>
                  <a:pt x="314035" y="84274"/>
                </a:moveTo>
                <a:lnTo>
                  <a:pt x="314035" y="24288"/>
                </a:lnTo>
                <a:lnTo>
                  <a:pt x="323186" y="24288"/>
                </a:lnTo>
                <a:lnTo>
                  <a:pt x="323186" y="32761"/>
                </a:lnTo>
                <a:cubicBezTo>
                  <a:pt x="327592" y="26209"/>
                  <a:pt x="333956" y="22933"/>
                  <a:pt x="342278" y="22933"/>
                </a:cubicBezTo>
                <a:cubicBezTo>
                  <a:pt x="345893" y="22933"/>
                  <a:pt x="349216" y="23582"/>
                  <a:pt x="352247" y="24881"/>
                </a:cubicBezTo>
                <a:cubicBezTo>
                  <a:pt x="355278" y="26180"/>
                  <a:pt x="357547" y="27884"/>
                  <a:pt x="359053" y="29993"/>
                </a:cubicBezTo>
                <a:cubicBezTo>
                  <a:pt x="360560" y="32102"/>
                  <a:pt x="361614" y="34606"/>
                  <a:pt x="362216" y="37506"/>
                </a:cubicBezTo>
                <a:cubicBezTo>
                  <a:pt x="362593" y="39388"/>
                  <a:pt x="362781" y="42683"/>
                  <a:pt x="362781" y="47390"/>
                </a:cubicBezTo>
                <a:lnTo>
                  <a:pt x="362781" y="84274"/>
                </a:lnTo>
                <a:lnTo>
                  <a:pt x="352614" y="84274"/>
                </a:lnTo>
                <a:lnTo>
                  <a:pt x="352614" y="47747"/>
                </a:lnTo>
                <a:cubicBezTo>
                  <a:pt x="352614" y="43600"/>
                  <a:pt x="352219" y="40499"/>
                  <a:pt x="351428" y="38445"/>
                </a:cubicBezTo>
                <a:cubicBezTo>
                  <a:pt x="350637" y="36390"/>
                  <a:pt x="349235" y="34750"/>
                  <a:pt x="347220" y="33525"/>
                </a:cubicBezTo>
                <a:cubicBezTo>
                  <a:pt x="345205" y="32300"/>
                  <a:pt x="342842" y="31688"/>
                  <a:pt x="340131" y="31688"/>
                </a:cubicBezTo>
                <a:cubicBezTo>
                  <a:pt x="335801" y="31688"/>
                  <a:pt x="332063" y="33064"/>
                  <a:pt x="328919" y="35816"/>
                </a:cubicBezTo>
                <a:cubicBezTo>
                  <a:pt x="325775" y="38568"/>
                  <a:pt x="324203" y="43788"/>
                  <a:pt x="324203" y="51478"/>
                </a:cubicBezTo>
                <a:lnTo>
                  <a:pt x="324203" y="84274"/>
                </a:lnTo>
                <a:lnTo>
                  <a:pt x="314035" y="84274"/>
                </a:lnTo>
                <a:close/>
                <a:moveTo>
                  <a:pt x="376489" y="89245"/>
                </a:moveTo>
                <a:lnTo>
                  <a:pt x="386374" y="90714"/>
                </a:lnTo>
                <a:cubicBezTo>
                  <a:pt x="386788" y="93764"/>
                  <a:pt x="387937" y="95985"/>
                  <a:pt x="389820" y="97379"/>
                </a:cubicBezTo>
                <a:cubicBezTo>
                  <a:pt x="392343" y="99262"/>
                  <a:pt x="395788" y="100203"/>
                  <a:pt x="400156" y="100203"/>
                </a:cubicBezTo>
                <a:cubicBezTo>
                  <a:pt x="404863" y="100203"/>
                  <a:pt x="408497" y="99259"/>
                  <a:pt x="411058" y="97372"/>
                </a:cubicBezTo>
                <a:cubicBezTo>
                  <a:pt x="413618" y="95485"/>
                  <a:pt x="415351" y="92844"/>
                  <a:pt x="416254" y="89446"/>
                </a:cubicBezTo>
                <a:cubicBezTo>
                  <a:pt x="416782" y="87372"/>
                  <a:pt x="417026" y="83013"/>
                  <a:pt x="416989" y="76370"/>
                </a:cubicBezTo>
                <a:cubicBezTo>
                  <a:pt x="412545" y="81640"/>
                  <a:pt x="407010" y="84274"/>
                  <a:pt x="400382" y="84274"/>
                </a:cubicBezTo>
                <a:cubicBezTo>
                  <a:pt x="392136" y="84274"/>
                  <a:pt x="385753" y="81300"/>
                  <a:pt x="381234" y="75350"/>
                </a:cubicBezTo>
                <a:cubicBezTo>
                  <a:pt x="376715" y="69400"/>
                  <a:pt x="374456" y="62264"/>
                  <a:pt x="374456" y="53942"/>
                </a:cubicBezTo>
                <a:cubicBezTo>
                  <a:pt x="374456" y="48219"/>
                  <a:pt x="375492" y="42937"/>
                  <a:pt x="377563" y="38099"/>
                </a:cubicBezTo>
                <a:cubicBezTo>
                  <a:pt x="379634" y="33260"/>
                  <a:pt x="382637" y="29522"/>
                  <a:pt x="386572" y="26886"/>
                </a:cubicBezTo>
                <a:cubicBezTo>
                  <a:pt x="390507" y="24251"/>
                  <a:pt x="395129" y="22933"/>
                  <a:pt x="400439" y="22933"/>
                </a:cubicBezTo>
                <a:cubicBezTo>
                  <a:pt x="407518" y="22933"/>
                  <a:pt x="413355" y="25813"/>
                  <a:pt x="417949" y="31575"/>
                </a:cubicBezTo>
                <a:lnTo>
                  <a:pt x="417949" y="24288"/>
                </a:lnTo>
                <a:lnTo>
                  <a:pt x="427325" y="24288"/>
                </a:lnTo>
                <a:lnTo>
                  <a:pt x="427325" y="76176"/>
                </a:lnTo>
                <a:cubicBezTo>
                  <a:pt x="427325" y="85521"/>
                  <a:pt x="426374" y="92143"/>
                  <a:pt x="424473" y="96043"/>
                </a:cubicBezTo>
                <a:cubicBezTo>
                  <a:pt x="422571" y="99942"/>
                  <a:pt x="419559" y="103022"/>
                  <a:pt x="415435" y="105283"/>
                </a:cubicBezTo>
                <a:cubicBezTo>
                  <a:pt x="411312" y="107545"/>
                  <a:pt x="406238" y="108676"/>
                  <a:pt x="400213" y="108676"/>
                </a:cubicBezTo>
                <a:cubicBezTo>
                  <a:pt x="393058" y="108676"/>
                  <a:pt x="387278" y="107061"/>
                  <a:pt x="382872" y="103832"/>
                </a:cubicBezTo>
                <a:cubicBezTo>
                  <a:pt x="378466" y="100603"/>
                  <a:pt x="376339" y="95741"/>
                  <a:pt x="376489" y="89245"/>
                </a:cubicBezTo>
                <a:moveTo>
                  <a:pt x="384906" y="53210"/>
                </a:moveTo>
                <a:cubicBezTo>
                  <a:pt x="384906" y="61060"/>
                  <a:pt x="386468" y="66788"/>
                  <a:pt x="389594" y="70393"/>
                </a:cubicBezTo>
                <a:cubicBezTo>
                  <a:pt x="392719" y="73999"/>
                  <a:pt x="396635" y="75802"/>
                  <a:pt x="401343" y="75802"/>
                </a:cubicBezTo>
                <a:cubicBezTo>
                  <a:pt x="406012" y="75802"/>
                  <a:pt x="409928" y="74008"/>
                  <a:pt x="413091" y="70422"/>
                </a:cubicBezTo>
                <a:cubicBezTo>
                  <a:pt x="416254" y="66835"/>
                  <a:pt x="417836" y="61210"/>
                  <a:pt x="417836" y="53547"/>
                </a:cubicBezTo>
                <a:cubicBezTo>
                  <a:pt x="417836" y="46223"/>
                  <a:pt x="416207" y="40702"/>
                  <a:pt x="412950" y="36983"/>
                </a:cubicBezTo>
                <a:cubicBezTo>
                  <a:pt x="409693" y="33264"/>
                  <a:pt x="405767" y="31405"/>
                  <a:pt x="401173" y="31405"/>
                </a:cubicBezTo>
                <a:cubicBezTo>
                  <a:pt x="396654" y="31405"/>
                  <a:pt x="392813" y="33236"/>
                  <a:pt x="389650" y="36898"/>
                </a:cubicBezTo>
                <a:cubicBezTo>
                  <a:pt x="386487" y="40560"/>
                  <a:pt x="384906" y="45998"/>
                  <a:pt x="384906" y="53210"/>
                </a:cubicBezTo>
                <a:close/>
                <a:moveTo>
                  <a:pt x="520683" y="74490"/>
                </a:moveTo>
                <a:cubicBezTo>
                  <a:pt x="517332" y="78218"/>
                  <a:pt x="513679" y="81007"/>
                  <a:pt x="509725" y="82857"/>
                </a:cubicBezTo>
                <a:cubicBezTo>
                  <a:pt x="505772" y="84706"/>
                  <a:pt x="501498" y="85630"/>
                  <a:pt x="496904" y="85630"/>
                </a:cubicBezTo>
                <a:cubicBezTo>
                  <a:pt x="488431" y="85630"/>
                  <a:pt x="481709" y="82776"/>
                  <a:pt x="476739" y="77069"/>
                </a:cubicBezTo>
                <a:cubicBezTo>
                  <a:pt x="472709" y="72414"/>
                  <a:pt x="470695" y="67214"/>
                  <a:pt x="470695" y="61469"/>
                </a:cubicBezTo>
                <a:cubicBezTo>
                  <a:pt x="470695" y="56363"/>
                  <a:pt x="472342" y="51754"/>
                  <a:pt x="475637" y="47643"/>
                </a:cubicBezTo>
                <a:cubicBezTo>
                  <a:pt x="478932" y="43531"/>
                  <a:pt x="483856" y="39917"/>
                  <a:pt x="490408" y="36801"/>
                </a:cubicBezTo>
                <a:cubicBezTo>
                  <a:pt x="486680" y="32505"/>
                  <a:pt x="484195" y="29019"/>
                  <a:pt x="482952" y="26343"/>
                </a:cubicBezTo>
                <a:cubicBezTo>
                  <a:pt x="481709" y="23667"/>
                  <a:pt x="481088" y="21086"/>
                  <a:pt x="481088" y="18599"/>
                </a:cubicBezTo>
                <a:cubicBezTo>
                  <a:pt x="481088" y="13624"/>
                  <a:pt x="483037" y="9299"/>
                  <a:pt x="486934" y="5625"/>
                </a:cubicBezTo>
                <a:cubicBezTo>
                  <a:pt x="490832" y="1950"/>
                  <a:pt x="495736" y="113"/>
                  <a:pt x="501648" y="113"/>
                </a:cubicBezTo>
                <a:cubicBezTo>
                  <a:pt x="507297" y="113"/>
                  <a:pt x="511919" y="1842"/>
                  <a:pt x="515515" y="5299"/>
                </a:cubicBezTo>
                <a:cubicBezTo>
                  <a:pt x="519111" y="8755"/>
                  <a:pt x="520909" y="12907"/>
                  <a:pt x="520909" y="17754"/>
                </a:cubicBezTo>
                <a:cubicBezTo>
                  <a:pt x="520909" y="25606"/>
                  <a:pt x="515694" y="32313"/>
                  <a:pt x="505263" y="37874"/>
                </a:cubicBezTo>
                <a:lnTo>
                  <a:pt x="520119" y="56775"/>
                </a:lnTo>
                <a:cubicBezTo>
                  <a:pt x="521813" y="53476"/>
                  <a:pt x="523131" y="49651"/>
                  <a:pt x="524072" y="45300"/>
                </a:cubicBezTo>
                <a:lnTo>
                  <a:pt x="534635" y="47560"/>
                </a:lnTo>
                <a:cubicBezTo>
                  <a:pt x="532828" y="54771"/>
                  <a:pt x="530380" y="60705"/>
                  <a:pt x="527292" y="65361"/>
                </a:cubicBezTo>
                <a:cubicBezTo>
                  <a:pt x="531095" y="70403"/>
                  <a:pt x="535407" y="74637"/>
                  <a:pt x="540227" y="78061"/>
                </a:cubicBezTo>
                <a:lnTo>
                  <a:pt x="533392" y="86195"/>
                </a:lnTo>
                <a:cubicBezTo>
                  <a:pt x="529288" y="83553"/>
                  <a:pt x="525052" y="79652"/>
                  <a:pt x="520683" y="74490"/>
                </a:cubicBezTo>
                <a:moveTo>
                  <a:pt x="500010" y="31435"/>
                </a:moveTo>
                <a:cubicBezTo>
                  <a:pt x="504416" y="28846"/>
                  <a:pt x="507268" y="26576"/>
                  <a:pt x="508568" y="24625"/>
                </a:cubicBezTo>
                <a:cubicBezTo>
                  <a:pt x="509867" y="22674"/>
                  <a:pt x="510516" y="20517"/>
                  <a:pt x="510516" y="18153"/>
                </a:cubicBezTo>
                <a:cubicBezTo>
                  <a:pt x="510516" y="15339"/>
                  <a:pt x="509622" y="13041"/>
                  <a:pt x="507833" y="11260"/>
                </a:cubicBezTo>
                <a:cubicBezTo>
                  <a:pt x="506045" y="9477"/>
                  <a:pt x="503813" y="8586"/>
                  <a:pt x="501140" y="8586"/>
                </a:cubicBezTo>
                <a:cubicBezTo>
                  <a:pt x="498391" y="8586"/>
                  <a:pt x="496103" y="9468"/>
                  <a:pt x="494277" y="11232"/>
                </a:cubicBezTo>
                <a:cubicBezTo>
                  <a:pt x="492451" y="12994"/>
                  <a:pt x="491538" y="15151"/>
                  <a:pt x="491538" y="17702"/>
                </a:cubicBezTo>
                <a:cubicBezTo>
                  <a:pt x="491538" y="18978"/>
                  <a:pt x="491867" y="20320"/>
                  <a:pt x="492526" y="21727"/>
                </a:cubicBezTo>
                <a:cubicBezTo>
                  <a:pt x="493185" y="23134"/>
                  <a:pt x="494173" y="24626"/>
                  <a:pt x="495491" y="26202"/>
                </a:cubicBezTo>
                <a:lnTo>
                  <a:pt x="500010" y="31435"/>
                </a:lnTo>
                <a:moveTo>
                  <a:pt x="514301" y="66470"/>
                </a:moveTo>
                <a:lnTo>
                  <a:pt x="495661" y="43353"/>
                </a:lnTo>
                <a:cubicBezTo>
                  <a:pt x="490163" y="46621"/>
                  <a:pt x="486454" y="49654"/>
                  <a:pt x="484534" y="52453"/>
                </a:cubicBezTo>
                <a:cubicBezTo>
                  <a:pt x="482613" y="55250"/>
                  <a:pt x="481653" y="58019"/>
                  <a:pt x="481653" y="60761"/>
                </a:cubicBezTo>
                <a:cubicBezTo>
                  <a:pt x="481653" y="64104"/>
                  <a:pt x="482990" y="67579"/>
                  <a:pt x="485663" y="71184"/>
                </a:cubicBezTo>
                <a:cubicBezTo>
                  <a:pt x="488337" y="74790"/>
                  <a:pt x="492121" y="76593"/>
                  <a:pt x="497017" y="76593"/>
                </a:cubicBezTo>
                <a:cubicBezTo>
                  <a:pt x="500067" y="76593"/>
                  <a:pt x="503220" y="75651"/>
                  <a:pt x="506478" y="73768"/>
                </a:cubicBezTo>
                <a:cubicBezTo>
                  <a:pt x="509735" y="71886"/>
                  <a:pt x="512343" y="69453"/>
                  <a:pt x="514301" y="66470"/>
                </a:cubicBezTo>
                <a:close/>
                <a:moveTo>
                  <a:pt x="580261" y="57614"/>
                </a:moveTo>
                <a:lnTo>
                  <a:pt x="590598" y="56710"/>
                </a:lnTo>
                <a:cubicBezTo>
                  <a:pt x="591087" y="60852"/>
                  <a:pt x="592226" y="64251"/>
                  <a:pt x="594015" y="66906"/>
                </a:cubicBezTo>
                <a:cubicBezTo>
                  <a:pt x="595804" y="69560"/>
                  <a:pt x="598581" y="71707"/>
                  <a:pt x="602346" y="73345"/>
                </a:cubicBezTo>
                <a:cubicBezTo>
                  <a:pt x="606112" y="74983"/>
                  <a:pt x="610348" y="75802"/>
                  <a:pt x="615055" y="75802"/>
                </a:cubicBezTo>
                <a:cubicBezTo>
                  <a:pt x="619235" y="75802"/>
                  <a:pt x="622925" y="75180"/>
                  <a:pt x="626126" y="73938"/>
                </a:cubicBezTo>
                <a:cubicBezTo>
                  <a:pt x="629327" y="72695"/>
                  <a:pt x="631709" y="70991"/>
                  <a:pt x="633271" y="68826"/>
                </a:cubicBezTo>
                <a:cubicBezTo>
                  <a:pt x="634834" y="66661"/>
                  <a:pt x="635616" y="64298"/>
                  <a:pt x="635616" y="61737"/>
                </a:cubicBezTo>
                <a:cubicBezTo>
                  <a:pt x="635616" y="59139"/>
                  <a:pt x="634862" y="56870"/>
                  <a:pt x="633356" y="54931"/>
                </a:cubicBezTo>
                <a:cubicBezTo>
                  <a:pt x="631850" y="52992"/>
                  <a:pt x="629365" y="51363"/>
                  <a:pt x="625900" y="50045"/>
                </a:cubicBezTo>
                <a:cubicBezTo>
                  <a:pt x="623679" y="49179"/>
                  <a:pt x="618764" y="47833"/>
                  <a:pt x="611158" y="46006"/>
                </a:cubicBezTo>
                <a:cubicBezTo>
                  <a:pt x="603551" y="44180"/>
                  <a:pt x="598223" y="42457"/>
                  <a:pt x="595173" y="40838"/>
                </a:cubicBezTo>
                <a:cubicBezTo>
                  <a:pt x="591219" y="38767"/>
                  <a:pt x="588272" y="36197"/>
                  <a:pt x="586333" y="33128"/>
                </a:cubicBezTo>
                <a:cubicBezTo>
                  <a:pt x="584394" y="30059"/>
                  <a:pt x="583424" y="26623"/>
                  <a:pt x="583424" y="22820"/>
                </a:cubicBezTo>
                <a:cubicBezTo>
                  <a:pt x="583424" y="18640"/>
                  <a:pt x="584610" y="14733"/>
                  <a:pt x="586983" y="11099"/>
                </a:cubicBezTo>
                <a:cubicBezTo>
                  <a:pt x="589355" y="7465"/>
                  <a:pt x="592819" y="4707"/>
                  <a:pt x="597376" y="2824"/>
                </a:cubicBezTo>
                <a:cubicBezTo>
                  <a:pt x="601932" y="941"/>
                  <a:pt x="606997" y="0"/>
                  <a:pt x="612570" y="0"/>
                </a:cubicBezTo>
                <a:cubicBezTo>
                  <a:pt x="618708" y="0"/>
                  <a:pt x="624121" y="988"/>
                  <a:pt x="628809" y="2965"/>
                </a:cubicBezTo>
                <a:cubicBezTo>
                  <a:pt x="633497" y="4942"/>
                  <a:pt x="637103" y="7851"/>
                  <a:pt x="639626" y="11692"/>
                </a:cubicBezTo>
                <a:cubicBezTo>
                  <a:pt x="642149" y="15533"/>
                  <a:pt x="643505" y="19882"/>
                  <a:pt x="643693" y="24740"/>
                </a:cubicBezTo>
                <a:lnTo>
                  <a:pt x="633187" y="25531"/>
                </a:lnTo>
                <a:cubicBezTo>
                  <a:pt x="632622" y="20278"/>
                  <a:pt x="630711" y="16310"/>
                  <a:pt x="627454" y="13627"/>
                </a:cubicBezTo>
                <a:cubicBezTo>
                  <a:pt x="624196" y="10944"/>
                  <a:pt x="619386" y="9602"/>
                  <a:pt x="613022" y="9602"/>
                </a:cubicBezTo>
                <a:cubicBezTo>
                  <a:pt x="606394" y="9602"/>
                  <a:pt x="601565" y="10818"/>
                  <a:pt x="598534" y="13249"/>
                </a:cubicBezTo>
                <a:cubicBezTo>
                  <a:pt x="595502" y="15679"/>
                  <a:pt x="593987" y="18609"/>
                  <a:pt x="593987" y="22038"/>
                </a:cubicBezTo>
                <a:cubicBezTo>
                  <a:pt x="593987" y="25015"/>
                  <a:pt x="595060" y="27464"/>
                  <a:pt x="597206" y="29386"/>
                </a:cubicBezTo>
                <a:cubicBezTo>
                  <a:pt x="599315" y="31309"/>
                  <a:pt x="604822" y="33278"/>
                  <a:pt x="613728" y="35294"/>
                </a:cubicBezTo>
                <a:cubicBezTo>
                  <a:pt x="622634" y="37310"/>
                  <a:pt x="628743" y="39071"/>
                  <a:pt x="632057" y="40579"/>
                </a:cubicBezTo>
                <a:cubicBezTo>
                  <a:pt x="636877" y="42801"/>
                  <a:pt x="640436" y="45619"/>
                  <a:pt x="642733" y="49030"/>
                </a:cubicBezTo>
                <a:cubicBezTo>
                  <a:pt x="645030" y="52440"/>
                  <a:pt x="646178" y="56369"/>
                  <a:pt x="646178" y="60816"/>
                </a:cubicBezTo>
                <a:cubicBezTo>
                  <a:pt x="646178" y="65224"/>
                  <a:pt x="644917" y="69378"/>
                  <a:pt x="642394" y="73279"/>
                </a:cubicBezTo>
                <a:cubicBezTo>
                  <a:pt x="639871" y="77179"/>
                  <a:pt x="636246" y="80213"/>
                  <a:pt x="631520" y="82380"/>
                </a:cubicBezTo>
                <a:cubicBezTo>
                  <a:pt x="626795" y="84547"/>
                  <a:pt x="621476" y="85630"/>
                  <a:pt x="615564" y="85630"/>
                </a:cubicBezTo>
                <a:cubicBezTo>
                  <a:pt x="608070" y="85630"/>
                  <a:pt x="601791" y="84538"/>
                  <a:pt x="596726" y="82354"/>
                </a:cubicBezTo>
                <a:cubicBezTo>
                  <a:pt x="591661" y="80170"/>
                  <a:pt x="587689" y="76884"/>
                  <a:pt x="584808" y="72497"/>
                </a:cubicBezTo>
                <a:cubicBezTo>
                  <a:pt x="581927" y="68111"/>
                  <a:pt x="580412" y="63149"/>
                  <a:pt x="580261" y="57614"/>
                </a:cubicBezTo>
                <a:close/>
                <a:moveTo>
                  <a:pt x="659622" y="84274"/>
                </a:moveTo>
                <a:lnTo>
                  <a:pt x="659622" y="1469"/>
                </a:lnTo>
                <a:lnTo>
                  <a:pt x="669789" y="1469"/>
                </a:lnTo>
                <a:lnTo>
                  <a:pt x="669789" y="84274"/>
                </a:lnTo>
                <a:lnTo>
                  <a:pt x="659622" y="84274"/>
                </a:lnTo>
                <a:close/>
                <a:moveTo>
                  <a:pt x="685586" y="13217"/>
                </a:moveTo>
                <a:lnTo>
                  <a:pt x="685586" y="1469"/>
                </a:lnTo>
                <a:lnTo>
                  <a:pt x="695753" y="1469"/>
                </a:lnTo>
                <a:lnTo>
                  <a:pt x="695753" y="13217"/>
                </a:lnTo>
                <a:lnTo>
                  <a:pt x="685586" y="13217"/>
                </a:lnTo>
                <a:moveTo>
                  <a:pt x="685586" y="84274"/>
                </a:moveTo>
                <a:lnTo>
                  <a:pt x="685586" y="24288"/>
                </a:lnTo>
                <a:lnTo>
                  <a:pt x="695753" y="24288"/>
                </a:lnTo>
                <a:lnTo>
                  <a:pt x="695753" y="84274"/>
                </a:lnTo>
                <a:lnTo>
                  <a:pt x="685586" y="84274"/>
                </a:lnTo>
                <a:close/>
                <a:moveTo>
                  <a:pt x="750353" y="62246"/>
                </a:moveTo>
                <a:lnTo>
                  <a:pt x="760351" y="63545"/>
                </a:lnTo>
                <a:cubicBezTo>
                  <a:pt x="759259" y="70453"/>
                  <a:pt x="756463" y="75862"/>
                  <a:pt x="751963" y="79770"/>
                </a:cubicBezTo>
                <a:cubicBezTo>
                  <a:pt x="747463" y="83677"/>
                  <a:pt x="741937" y="85630"/>
                  <a:pt x="735385" y="85630"/>
                </a:cubicBezTo>
                <a:cubicBezTo>
                  <a:pt x="727176" y="85630"/>
                  <a:pt x="720577" y="82947"/>
                  <a:pt x="715587" y="77581"/>
                </a:cubicBezTo>
                <a:cubicBezTo>
                  <a:pt x="710598" y="72215"/>
                  <a:pt x="708103" y="64524"/>
                  <a:pt x="708103" y="54507"/>
                </a:cubicBezTo>
                <a:cubicBezTo>
                  <a:pt x="708103" y="48030"/>
                  <a:pt x="709176" y="42363"/>
                  <a:pt x="711323" y="37506"/>
                </a:cubicBezTo>
                <a:cubicBezTo>
                  <a:pt x="713469" y="32648"/>
                  <a:pt x="716736" y="29005"/>
                  <a:pt x="721123" y="26576"/>
                </a:cubicBezTo>
                <a:cubicBezTo>
                  <a:pt x="725510" y="24147"/>
                  <a:pt x="730283" y="22933"/>
                  <a:pt x="735442" y="22933"/>
                </a:cubicBezTo>
                <a:cubicBezTo>
                  <a:pt x="741956" y="22933"/>
                  <a:pt x="747284" y="24585"/>
                  <a:pt x="751427" y="27891"/>
                </a:cubicBezTo>
                <a:cubicBezTo>
                  <a:pt x="755569" y="31195"/>
                  <a:pt x="758224" y="35887"/>
                  <a:pt x="759391" y="41968"/>
                </a:cubicBezTo>
                <a:lnTo>
                  <a:pt x="749506" y="43493"/>
                </a:lnTo>
                <a:cubicBezTo>
                  <a:pt x="748565" y="39482"/>
                  <a:pt x="746898" y="36465"/>
                  <a:pt x="744507" y="34441"/>
                </a:cubicBezTo>
                <a:cubicBezTo>
                  <a:pt x="742116" y="32417"/>
                  <a:pt x="739226" y="31405"/>
                  <a:pt x="735837" y="31405"/>
                </a:cubicBezTo>
                <a:cubicBezTo>
                  <a:pt x="730716" y="31405"/>
                  <a:pt x="726555" y="33232"/>
                  <a:pt x="723354" y="36886"/>
                </a:cubicBezTo>
                <a:cubicBezTo>
                  <a:pt x="720153" y="40539"/>
                  <a:pt x="718553" y="46318"/>
                  <a:pt x="718553" y="54225"/>
                </a:cubicBezTo>
                <a:cubicBezTo>
                  <a:pt x="718553" y="62244"/>
                  <a:pt x="720097" y="68072"/>
                  <a:pt x="723185" y="71707"/>
                </a:cubicBezTo>
                <a:cubicBezTo>
                  <a:pt x="726272" y="75340"/>
                  <a:pt x="730302" y="77157"/>
                  <a:pt x="735272" y="77157"/>
                </a:cubicBezTo>
                <a:cubicBezTo>
                  <a:pt x="739264" y="77157"/>
                  <a:pt x="742596" y="75938"/>
                  <a:pt x="745270" y="73500"/>
                </a:cubicBezTo>
                <a:cubicBezTo>
                  <a:pt x="747943" y="71062"/>
                  <a:pt x="749638" y="67310"/>
                  <a:pt x="750353" y="62246"/>
                </a:cubicBezTo>
                <a:close/>
                <a:moveTo>
                  <a:pt x="769106" y="13217"/>
                </a:moveTo>
                <a:lnTo>
                  <a:pt x="769106" y="1469"/>
                </a:lnTo>
                <a:lnTo>
                  <a:pt x="779273" y="1469"/>
                </a:lnTo>
                <a:lnTo>
                  <a:pt x="779273" y="13217"/>
                </a:lnTo>
                <a:lnTo>
                  <a:pt x="769106" y="13217"/>
                </a:lnTo>
                <a:moveTo>
                  <a:pt x="769106" y="84274"/>
                </a:moveTo>
                <a:lnTo>
                  <a:pt x="769106" y="24288"/>
                </a:lnTo>
                <a:lnTo>
                  <a:pt x="779273" y="24288"/>
                </a:lnTo>
                <a:lnTo>
                  <a:pt x="779273" y="84274"/>
                </a:lnTo>
                <a:lnTo>
                  <a:pt x="769106" y="84274"/>
                </a:lnTo>
                <a:close/>
                <a:moveTo>
                  <a:pt x="794730" y="84274"/>
                </a:moveTo>
                <a:lnTo>
                  <a:pt x="794730" y="24288"/>
                </a:lnTo>
                <a:lnTo>
                  <a:pt x="803881" y="24288"/>
                </a:lnTo>
                <a:lnTo>
                  <a:pt x="803881" y="32761"/>
                </a:lnTo>
                <a:cubicBezTo>
                  <a:pt x="808287" y="26209"/>
                  <a:pt x="814650" y="22933"/>
                  <a:pt x="822972" y="22933"/>
                </a:cubicBezTo>
                <a:cubicBezTo>
                  <a:pt x="826587" y="22933"/>
                  <a:pt x="829911" y="23582"/>
                  <a:pt x="832942" y="24881"/>
                </a:cubicBezTo>
                <a:cubicBezTo>
                  <a:pt x="835973" y="26180"/>
                  <a:pt x="838242" y="27884"/>
                  <a:pt x="839748" y="29993"/>
                </a:cubicBezTo>
                <a:cubicBezTo>
                  <a:pt x="841255" y="32102"/>
                  <a:pt x="842309" y="34606"/>
                  <a:pt x="842911" y="37506"/>
                </a:cubicBezTo>
                <a:cubicBezTo>
                  <a:pt x="843288" y="39388"/>
                  <a:pt x="843476" y="42683"/>
                  <a:pt x="843476" y="47390"/>
                </a:cubicBezTo>
                <a:lnTo>
                  <a:pt x="843476" y="84274"/>
                </a:lnTo>
                <a:lnTo>
                  <a:pt x="833309" y="84274"/>
                </a:lnTo>
                <a:lnTo>
                  <a:pt x="833309" y="47747"/>
                </a:lnTo>
                <a:cubicBezTo>
                  <a:pt x="833309" y="43600"/>
                  <a:pt x="832914" y="40499"/>
                  <a:pt x="832123" y="38445"/>
                </a:cubicBezTo>
                <a:cubicBezTo>
                  <a:pt x="831332" y="36390"/>
                  <a:pt x="829929" y="34750"/>
                  <a:pt x="827915" y="33525"/>
                </a:cubicBezTo>
                <a:cubicBezTo>
                  <a:pt x="825900" y="32300"/>
                  <a:pt x="823537" y="31688"/>
                  <a:pt x="820826" y="31688"/>
                </a:cubicBezTo>
                <a:cubicBezTo>
                  <a:pt x="816496" y="31688"/>
                  <a:pt x="812758" y="33064"/>
                  <a:pt x="809614" y="35816"/>
                </a:cubicBezTo>
                <a:cubicBezTo>
                  <a:pt x="806470" y="38568"/>
                  <a:pt x="804898" y="43788"/>
                  <a:pt x="804898" y="51478"/>
                </a:cubicBezTo>
                <a:lnTo>
                  <a:pt x="804898" y="84274"/>
                </a:lnTo>
                <a:lnTo>
                  <a:pt x="794730" y="84274"/>
                </a:lnTo>
                <a:close/>
                <a:moveTo>
                  <a:pt x="857184" y="89245"/>
                </a:moveTo>
                <a:lnTo>
                  <a:pt x="867069" y="90714"/>
                </a:lnTo>
                <a:cubicBezTo>
                  <a:pt x="867483" y="93764"/>
                  <a:pt x="868632" y="95985"/>
                  <a:pt x="870515" y="97379"/>
                </a:cubicBezTo>
                <a:cubicBezTo>
                  <a:pt x="873038" y="99262"/>
                  <a:pt x="876483" y="100203"/>
                  <a:pt x="880851" y="100203"/>
                </a:cubicBezTo>
                <a:cubicBezTo>
                  <a:pt x="885558" y="100203"/>
                  <a:pt x="889192" y="99259"/>
                  <a:pt x="891753" y="97372"/>
                </a:cubicBezTo>
                <a:cubicBezTo>
                  <a:pt x="894313" y="95485"/>
                  <a:pt x="896046" y="92844"/>
                  <a:pt x="896949" y="89446"/>
                </a:cubicBezTo>
                <a:cubicBezTo>
                  <a:pt x="897477" y="87372"/>
                  <a:pt x="897721" y="83013"/>
                  <a:pt x="897684" y="76370"/>
                </a:cubicBezTo>
                <a:cubicBezTo>
                  <a:pt x="893240" y="81640"/>
                  <a:pt x="887705" y="84274"/>
                  <a:pt x="881077" y="84274"/>
                </a:cubicBezTo>
                <a:cubicBezTo>
                  <a:pt x="872831" y="84274"/>
                  <a:pt x="866448" y="81300"/>
                  <a:pt x="861929" y="75350"/>
                </a:cubicBezTo>
                <a:cubicBezTo>
                  <a:pt x="857410" y="69400"/>
                  <a:pt x="855151" y="62264"/>
                  <a:pt x="855151" y="53942"/>
                </a:cubicBezTo>
                <a:cubicBezTo>
                  <a:pt x="855151" y="48219"/>
                  <a:pt x="856187" y="42937"/>
                  <a:pt x="858258" y="38099"/>
                </a:cubicBezTo>
                <a:cubicBezTo>
                  <a:pt x="860329" y="33260"/>
                  <a:pt x="863332" y="29522"/>
                  <a:pt x="867267" y="26886"/>
                </a:cubicBezTo>
                <a:cubicBezTo>
                  <a:pt x="871202" y="24251"/>
                  <a:pt x="875824" y="22933"/>
                  <a:pt x="881134" y="22933"/>
                </a:cubicBezTo>
                <a:cubicBezTo>
                  <a:pt x="888213" y="22933"/>
                  <a:pt x="894050" y="25813"/>
                  <a:pt x="898644" y="31575"/>
                </a:cubicBezTo>
                <a:lnTo>
                  <a:pt x="898644" y="24288"/>
                </a:lnTo>
                <a:lnTo>
                  <a:pt x="908020" y="24288"/>
                </a:lnTo>
                <a:lnTo>
                  <a:pt x="908020" y="76176"/>
                </a:lnTo>
                <a:cubicBezTo>
                  <a:pt x="908020" y="85521"/>
                  <a:pt x="907069" y="92143"/>
                  <a:pt x="905168" y="96043"/>
                </a:cubicBezTo>
                <a:cubicBezTo>
                  <a:pt x="903266" y="99942"/>
                  <a:pt x="900254" y="103022"/>
                  <a:pt x="896130" y="105283"/>
                </a:cubicBezTo>
                <a:cubicBezTo>
                  <a:pt x="892007" y="107545"/>
                  <a:pt x="886933" y="108676"/>
                  <a:pt x="880908" y="108676"/>
                </a:cubicBezTo>
                <a:cubicBezTo>
                  <a:pt x="873753" y="108676"/>
                  <a:pt x="867973" y="107061"/>
                  <a:pt x="863567" y="103832"/>
                </a:cubicBezTo>
                <a:cubicBezTo>
                  <a:pt x="859161" y="100603"/>
                  <a:pt x="857034" y="95741"/>
                  <a:pt x="857184" y="89245"/>
                </a:cubicBezTo>
                <a:moveTo>
                  <a:pt x="865601" y="53210"/>
                </a:moveTo>
                <a:cubicBezTo>
                  <a:pt x="865601" y="61060"/>
                  <a:pt x="867163" y="66788"/>
                  <a:pt x="870289" y="70393"/>
                </a:cubicBezTo>
                <a:cubicBezTo>
                  <a:pt x="873414" y="73999"/>
                  <a:pt x="877330" y="75802"/>
                  <a:pt x="882037" y="75802"/>
                </a:cubicBezTo>
                <a:cubicBezTo>
                  <a:pt x="886707" y="75802"/>
                  <a:pt x="890623" y="74008"/>
                  <a:pt x="893786" y="70422"/>
                </a:cubicBezTo>
                <a:cubicBezTo>
                  <a:pt x="896949" y="66835"/>
                  <a:pt x="898531" y="61210"/>
                  <a:pt x="898531" y="53547"/>
                </a:cubicBezTo>
                <a:cubicBezTo>
                  <a:pt x="898531" y="46223"/>
                  <a:pt x="896902" y="40702"/>
                  <a:pt x="893645" y="36983"/>
                </a:cubicBezTo>
                <a:cubicBezTo>
                  <a:pt x="890388" y="33264"/>
                  <a:pt x="886462" y="31405"/>
                  <a:pt x="881868" y="31405"/>
                </a:cubicBezTo>
                <a:cubicBezTo>
                  <a:pt x="877349" y="31405"/>
                  <a:pt x="873508" y="33236"/>
                  <a:pt x="870345" y="36898"/>
                </a:cubicBezTo>
                <a:cubicBezTo>
                  <a:pt x="867182" y="40560"/>
                  <a:pt x="865601" y="45998"/>
                  <a:pt x="865601" y="53210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PatchPortingPromptGeneration">
            <a:extLst xmlns:a="http://schemas.openxmlformats.org/drawingml/2006/main">
              <a:ext uri="{FF2B5EF4-FFF2-40B4-BE49-F238E27FC236}">
                <a16:creationId xmlns:a16="http://schemas.microsoft.com/office/drawing/2014/main" id="{512A17E1-30A6-4C56-8CCA-4685EB1E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978" y="427508"/>
            <a:ext cx="1812574" cy="108676"/>
          </a:xfrm>
          <a:custGeom xmlns:a="http://schemas.openxmlformats.org/drawingml/2006/main">
            <a:pathLst>
              <a:path w="1812574" h="108676">
                <a:moveTo>
                  <a:pt x="0" y="84274"/>
                </a:moveTo>
                <a:lnTo>
                  <a:pt x="0" y="1469"/>
                </a:lnTo>
                <a:lnTo>
                  <a:pt x="26830" y="1469"/>
                </a:lnTo>
                <a:cubicBezTo>
                  <a:pt x="36997" y="1469"/>
                  <a:pt x="43625" y="1882"/>
                  <a:pt x="46712" y="2709"/>
                </a:cubicBezTo>
                <a:cubicBezTo>
                  <a:pt x="51457" y="3951"/>
                  <a:pt x="55430" y="6650"/>
                  <a:pt x="58631" y="10806"/>
                </a:cubicBezTo>
                <a:cubicBezTo>
                  <a:pt x="61831" y="14962"/>
                  <a:pt x="63432" y="20332"/>
                  <a:pt x="63432" y="26915"/>
                </a:cubicBezTo>
                <a:cubicBezTo>
                  <a:pt x="63432" y="31992"/>
                  <a:pt x="62509" y="36262"/>
                  <a:pt x="60664" y="39723"/>
                </a:cubicBezTo>
                <a:cubicBezTo>
                  <a:pt x="58819" y="43183"/>
                  <a:pt x="56475" y="45901"/>
                  <a:pt x="53632" y="47876"/>
                </a:cubicBezTo>
                <a:cubicBezTo>
                  <a:pt x="50789" y="49850"/>
                  <a:pt x="47899" y="51158"/>
                  <a:pt x="44961" y="51798"/>
                </a:cubicBezTo>
                <a:cubicBezTo>
                  <a:pt x="40970" y="52587"/>
                  <a:pt x="35190" y="52982"/>
                  <a:pt x="27621" y="52982"/>
                </a:cubicBezTo>
                <a:lnTo>
                  <a:pt x="16719" y="52982"/>
                </a:lnTo>
                <a:lnTo>
                  <a:pt x="16719" y="84274"/>
                </a:lnTo>
                <a:lnTo>
                  <a:pt x="0" y="84274"/>
                </a:lnTo>
                <a:moveTo>
                  <a:pt x="16719" y="15477"/>
                </a:moveTo>
                <a:lnTo>
                  <a:pt x="16719" y="38974"/>
                </a:lnTo>
                <a:lnTo>
                  <a:pt x="25870" y="38974"/>
                </a:lnTo>
                <a:cubicBezTo>
                  <a:pt x="32460" y="38974"/>
                  <a:pt x="36865" y="38541"/>
                  <a:pt x="39087" y="37675"/>
                </a:cubicBezTo>
                <a:cubicBezTo>
                  <a:pt x="41309" y="36809"/>
                  <a:pt x="43050" y="35453"/>
                  <a:pt x="44312" y="33608"/>
                </a:cubicBezTo>
                <a:cubicBezTo>
                  <a:pt x="45573" y="31763"/>
                  <a:pt x="46204" y="29617"/>
                  <a:pt x="46204" y="27169"/>
                </a:cubicBezTo>
                <a:cubicBezTo>
                  <a:pt x="46204" y="24156"/>
                  <a:pt x="45319" y="21671"/>
                  <a:pt x="43549" y="19713"/>
                </a:cubicBezTo>
                <a:cubicBezTo>
                  <a:pt x="41779" y="17755"/>
                  <a:pt x="39539" y="16531"/>
                  <a:pt x="36828" y="16042"/>
                </a:cubicBezTo>
                <a:cubicBezTo>
                  <a:pt x="34832" y="15665"/>
                  <a:pt x="30822" y="15477"/>
                  <a:pt x="24797" y="15477"/>
                </a:cubicBezTo>
                <a:lnTo>
                  <a:pt x="16719" y="15477"/>
                </a:lnTo>
                <a:close/>
                <a:moveTo>
                  <a:pt x="88919" y="42815"/>
                </a:moveTo>
                <a:lnTo>
                  <a:pt x="74515" y="40217"/>
                </a:lnTo>
                <a:cubicBezTo>
                  <a:pt x="76134" y="34341"/>
                  <a:pt x="78921" y="29992"/>
                  <a:pt x="82875" y="27169"/>
                </a:cubicBezTo>
                <a:cubicBezTo>
                  <a:pt x="86829" y="24345"/>
                  <a:pt x="92703" y="22933"/>
                  <a:pt x="100498" y="22933"/>
                </a:cubicBezTo>
                <a:cubicBezTo>
                  <a:pt x="107577" y="22933"/>
                  <a:pt x="112849" y="23770"/>
                  <a:pt x="116313" y="25446"/>
                </a:cubicBezTo>
                <a:cubicBezTo>
                  <a:pt x="119778" y="27122"/>
                  <a:pt x="122216" y="29249"/>
                  <a:pt x="123628" y="31829"/>
                </a:cubicBezTo>
                <a:cubicBezTo>
                  <a:pt x="125040" y="34408"/>
                  <a:pt x="125746" y="39144"/>
                  <a:pt x="125746" y="46035"/>
                </a:cubicBezTo>
                <a:lnTo>
                  <a:pt x="125577" y="64561"/>
                </a:lnTo>
                <a:cubicBezTo>
                  <a:pt x="125577" y="69833"/>
                  <a:pt x="125831" y="73721"/>
                  <a:pt x="126339" y="76225"/>
                </a:cubicBezTo>
                <a:cubicBezTo>
                  <a:pt x="126848" y="78730"/>
                  <a:pt x="127799" y="81413"/>
                  <a:pt x="129192" y="84274"/>
                </a:cubicBezTo>
                <a:lnTo>
                  <a:pt x="113489" y="84274"/>
                </a:lnTo>
                <a:cubicBezTo>
                  <a:pt x="113075" y="83220"/>
                  <a:pt x="112567" y="81657"/>
                  <a:pt x="111964" y="79586"/>
                </a:cubicBezTo>
                <a:cubicBezTo>
                  <a:pt x="111701" y="78645"/>
                  <a:pt x="111512" y="78023"/>
                  <a:pt x="111399" y="77722"/>
                </a:cubicBezTo>
                <a:cubicBezTo>
                  <a:pt x="108688" y="80358"/>
                  <a:pt x="105789" y="82335"/>
                  <a:pt x="102701" y="83653"/>
                </a:cubicBezTo>
                <a:cubicBezTo>
                  <a:pt x="99613" y="84971"/>
                  <a:pt x="96318" y="85630"/>
                  <a:pt x="92816" y="85630"/>
                </a:cubicBezTo>
                <a:cubicBezTo>
                  <a:pt x="86640" y="85630"/>
                  <a:pt x="81773" y="83961"/>
                  <a:pt x="78215" y="80624"/>
                </a:cubicBezTo>
                <a:cubicBezTo>
                  <a:pt x="74656" y="77287"/>
                  <a:pt x="72877" y="73068"/>
                  <a:pt x="72877" y="67968"/>
                </a:cubicBezTo>
                <a:cubicBezTo>
                  <a:pt x="72877" y="64593"/>
                  <a:pt x="73687" y="61584"/>
                  <a:pt x="75306" y="58941"/>
                </a:cubicBezTo>
                <a:cubicBezTo>
                  <a:pt x="76925" y="56297"/>
                  <a:pt x="79194" y="54272"/>
                  <a:pt x="82112" y="52866"/>
                </a:cubicBezTo>
                <a:cubicBezTo>
                  <a:pt x="85031" y="51459"/>
                  <a:pt x="89239" y="50232"/>
                  <a:pt x="94737" y="49182"/>
                </a:cubicBezTo>
                <a:cubicBezTo>
                  <a:pt x="102155" y="47794"/>
                  <a:pt x="107295" y="46501"/>
                  <a:pt x="110157" y="45300"/>
                </a:cubicBezTo>
                <a:lnTo>
                  <a:pt x="110157" y="43701"/>
                </a:lnTo>
                <a:cubicBezTo>
                  <a:pt x="110157" y="40617"/>
                  <a:pt x="109404" y="38418"/>
                  <a:pt x="107897" y="37105"/>
                </a:cubicBezTo>
                <a:cubicBezTo>
                  <a:pt x="106391" y="35790"/>
                  <a:pt x="103548" y="35133"/>
                  <a:pt x="99368" y="35133"/>
                </a:cubicBezTo>
                <a:cubicBezTo>
                  <a:pt x="96544" y="35133"/>
                  <a:pt x="94341" y="35702"/>
                  <a:pt x="92760" y="36838"/>
                </a:cubicBezTo>
                <a:cubicBezTo>
                  <a:pt x="91178" y="37974"/>
                  <a:pt x="89898" y="39966"/>
                  <a:pt x="88919" y="42815"/>
                </a:cubicBezTo>
                <a:moveTo>
                  <a:pt x="110157" y="55693"/>
                </a:moveTo>
                <a:cubicBezTo>
                  <a:pt x="108123" y="56363"/>
                  <a:pt x="104904" y="57163"/>
                  <a:pt x="100498" y="58094"/>
                </a:cubicBezTo>
                <a:cubicBezTo>
                  <a:pt x="96092" y="59024"/>
                  <a:pt x="93211" y="59935"/>
                  <a:pt x="91856" y="60828"/>
                </a:cubicBezTo>
                <a:cubicBezTo>
                  <a:pt x="89785" y="62279"/>
                  <a:pt x="88749" y="64121"/>
                  <a:pt x="88749" y="66353"/>
                </a:cubicBezTo>
                <a:cubicBezTo>
                  <a:pt x="88749" y="68549"/>
                  <a:pt x="89578" y="70447"/>
                  <a:pt x="91234" y="72047"/>
                </a:cubicBezTo>
                <a:cubicBezTo>
                  <a:pt x="92891" y="73647"/>
                  <a:pt x="95000" y="74446"/>
                  <a:pt x="97561" y="74446"/>
                </a:cubicBezTo>
                <a:cubicBezTo>
                  <a:pt x="100423" y="74446"/>
                  <a:pt x="103153" y="73516"/>
                  <a:pt x="105751" y="71655"/>
                </a:cubicBezTo>
                <a:cubicBezTo>
                  <a:pt x="107671" y="70242"/>
                  <a:pt x="108933" y="68512"/>
                  <a:pt x="109535" y="66464"/>
                </a:cubicBezTo>
                <a:cubicBezTo>
                  <a:pt x="109950" y="65125"/>
                  <a:pt x="110157" y="62577"/>
                  <a:pt x="110157" y="58819"/>
                </a:cubicBezTo>
                <a:lnTo>
                  <a:pt x="110157" y="55693"/>
                </a:lnTo>
                <a:close/>
                <a:moveTo>
                  <a:pt x="168894" y="24288"/>
                </a:moveTo>
                <a:lnTo>
                  <a:pt x="168894" y="36941"/>
                </a:lnTo>
                <a:lnTo>
                  <a:pt x="158049" y="36941"/>
                </a:lnTo>
                <a:lnTo>
                  <a:pt x="158049" y="61077"/>
                </a:lnTo>
                <a:cubicBezTo>
                  <a:pt x="158049" y="65965"/>
                  <a:pt x="158153" y="68814"/>
                  <a:pt x="158360" y="69622"/>
                </a:cubicBezTo>
                <a:cubicBezTo>
                  <a:pt x="158567" y="70429"/>
                  <a:pt x="159038" y="71097"/>
                  <a:pt x="159772" y="71624"/>
                </a:cubicBezTo>
                <a:cubicBezTo>
                  <a:pt x="160506" y="72150"/>
                  <a:pt x="161401" y="72413"/>
                  <a:pt x="162455" y="72413"/>
                </a:cubicBezTo>
                <a:cubicBezTo>
                  <a:pt x="163924" y="72413"/>
                  <a:pt x="166051" y="71904"/>
                  <a:pt x="168838" y="70888"/>
                </a:cubicBezTo>
                <a:lnTo>
                  <a:pt x="170193" y="83247"/>
                </a:lnTo>
                <a:cubicBezTo>
                  <a:pt x="166503" y="84836"/>
                  <a:pt x="162323" y="85630"/>
                  <a:pt x="157654" y="85630"/>
                </a:cubicBezTo>
                <a:cubicBezTo>
                  <a:pt x="154792" y="85630"/>
                  <a:pt x="152213" y="85150"/>
                  <a:pt x="149916" y="84190"/>
                </a:cubicBezTo>
                <a:cubicBezTo>
                  <a:pt x="147619" y="83229"/>
                  <a:pt x="145933" y="81987"/>
                  <a:pt x="144860" y="80462"/>
                </a:cubicBezTo>
                <a:cubicBezTo>
                  <a:pt x="143787" y="78937"/>
                  <a:pt x="143043" y="76875"/>
                  <a:pt x="142629" y="74277"/>
                </a:cubicBezTo>
                <a:cubicBezTo>
                  <a:pt x="142290" y="72432"/>
                  <a:pt x="142121" y="68704"/>
                  <a:pt x="142121" y="63093"/>
                </a:cubicBezTo>
                <a:lnTo>
                  <a:pt x="142121" y="36941"/>
                </a:lnTo>
                <a:lnTo>
                  <a:pt x="134834" y="36941"/>
                </a:lnTo>
                <a:lnTo>
                  <a:pt x="134834" y="24288"/>
                </a:lnTo>
                <a:lnTo>
                  <a:pt x="142121" y="24288"/>
                </a:lnTo>
                <a:lnTo>
                  <a:pt x="142121" y="12314"/>
                </a:lnTo>
                <a:lnTo>
                  <a:pt x="158049" y="2937"/>
                </a:lnTo>
                <a:lnTo>
                  <a:pt x="158049" y="24288"/>
                </a:lnTo>
                <a:lnTo>
                  <a:pt x="168894" y="24288"/>
                </a:lnTo>
                <a:close/>
                <a:moveTo>
                  <a:pt x="232224" y="42024"/>
                </a:moveTo>
                <a:lnTo>
                  <a:pt x="216577" y="44848"/>
                </a:lnTo>
                <a:cubicBezTo>
                  <a:pt x="216050" y="41742"/>
                  <a:pt x="214855" y="39402"/>
                  <a:pt x="212991" y="37830"/>
                </a:cubicBezTo>
                <a:cubicBezTo>
                  <a:pt x="211127" y="36258"/>
                  <a:pt x="208707" y="35472"/>
                  <a:pt x="205733" y="35472"/>
                </a:cubicBezTo>
                <a:cubicBezTo>
                  <a:pt x="201779" y="35472"/>
                  <a:pt x="198625" y="36833"/>
                  <a:pt x="196271" y="39555"/>
                </a:cubicBezTo>
                <a:cubicBezTo>
                  <a:pt x="193918" y="42277"/>
                  <a:pt x="192741" y="46828"/>
                  <a:pt x="192741" y="53210"/>
                </a:cubicBezTo>
                <a:cubicBezTo>
                  <a:pt x="192741" y="60306"/>
                  <a:pt x="193937" y="65318"/>
                  <a:pt x="196328" y="68247"/>
                </a:cubicBezTo>
                <a:cubicBezTo>
                  <a:pt x="198719" y="71175"/>
                  <a:pt x="201929" y="72639"/>
                  <a:pt x="205958" y="72639"/>
                </a:cubicBezTo>
                <a:cubicBezTo>
                  <a:pt x="208971" y="72639"/>
                  <a:pt x="211437" y="71782"/>
                  <a:pt x="213358" y="70069"/>
                </a:cubicBezTo>
                <a:cubicBezTo>
                  <a:pt x="215278" y="68355"/>
                  <a:pt x="216634" y="65409"/>
                  <a:pt x="217425" y="61229"/>
                </a:cubicBezTo>
                <a:lnTo>
                  <a:pt x="233014" y="63940"/>
                </a:lnTo>
                <a:cubicBezTo>
                  <a:pt x="231395" y="71095"/>
                  <a:pt x="228289" y="76498"/>
                  <a:pt x="223694" y="80151"/>
                </a:cubicBezTo>
                <a:cubicBezTo>
                  <a:pt x="219100" y="83804"/>
                  <a:pt x="212944" y="85630"/>
                  <a:pt x="205224" y="85630"/>
                </a:cubicBezTo>
                <a:cubicBezTo>
                  <a:pt x="196450" y="85630"/>
                  <a:pt x="189456" y="82862"/>
                  <a:pt x="184240" y="77327"/>
                </a:cubicBezTo>
                <a:cubicBezTo>
                  <a:pt x="179025" y="71791"/>
                  <a:pt x="176417" y="64128"/>
                  <a:pt x="176417" y="54338"/>
                </a:cubicBezTo>
                <a:cubicBezTo>
                  <a:pt x="176417" y="44434"/>
                  <a:pt x="179034" y="36724"/>
                  <a:pt x="184269" y="31208"/>
                </a:cubicBezTo>
                <a:cubicBezTo>
                  <a:pt x="189503" y="25691"/>
                  <a:pt x="196582" y="22933"/>
                  <a:pt x="205507" y="22933"/>
                </a:cubicBezTo>
                <a:cubicBezTo>
                  <a:pt x="212812" y="22933"/>
                  <a:pt x="218620" y="24505"/>
                  <a:pt x="222932" y="27649"/>
                </a:cubicBezTo>
                <a:cubicBezTo>
                  <a:pt x="227244" y="30793"/>
                  <a:pt x="230341" y="35585"/>
                  <a:pt x="232224" y="42024"/>
                </a:cubicBezTo>
                <a:close/>
                <a:moveTo>
                  <a:pt x="260064" y="1469"/>
                </a:moveTo>
                <a:lnTo>
                  <a:pt x="260064" y="31956"/>
                </a:lnTo>
                <a:cubicBezTo>
                  <a:pt x="265186" y="25940"/>
                  <a:pt x="271305" y="22933"/>
                  <a:pt x="278422" y="22933"/>
                </a:cubicBezTo>
                <a:cubicBezTo>
                  <a:pt x="282074" y="22933"/>
                  <a:pt x="285369" y="23610"/>
                  <a:pt x="288306" y="24966"/>
                </a:cubicBezTo>
                <a:cubicBezTo>
                  <a:pt x="291244" y="26322"/>
                  <a:pt x="293456" y="28054"/>
                  <a:pt x="294943" y="30163"/>
                </a:cubicBezTo>
                <a:cubicBezTo>
                  <a:pt x="296431" y="32271"/>
                  <a:pt x="297447" y="34606"/>
                  <a:pt x="297993" y="37167"/>
                </a:cubicBezTo>
                <a:cubicBezTo>
                  <a:pt x="298539" y="39727"/>
                  <a:pt x="298812" y="43700"/>
                  <a:pt x="298812" y="49085"/>
                </a:cubicBezTo>
                <a:lnTo>
                  <a:pt x="298812" y="84274"/>
                </a:lnTo>
                <a:lnTo>
                  <a:pt x="282940" y="84274"/>
                </a:lnTo>
                <a:lnTo>
                  <a:pt x="282940" y="52624"/>
                </a:lnTo>
                <a:cubicBezTo>
                  <a:pt x="282940" y="46342"/>
                  <a:pt x="282639" y="42355"/>
                  <a:pt x="282037" y="40663"/>
                </a:cubicBezTo>
                <a:cubicBezTo>
                  <a:pt x="281434" y="38970"/>
                  <a:pt x="280370" y="37625"/>
                  <a:pt x="278845" y="36628"/>
                </a:cubicBezTo>
                <a:cubicBezTo>
                  <a:pt x="277320" y="35632"/>
                  <a:pt x="275409" y="35133"/>
                  <a:pt x="273112" y="35133"/>
                </a:cubicBezTo>
                <a:cubicBezTo>
                  <a:pt x="270476" y="35133"/>
                  <a:pt x="268123" y="35773"/>
                  <a:pt x="266052" y="37052"/>
                </a:cubicBezTo>
                <a:cubicBezTo>
                  <a:pt x="263981" y="38331"/>
                  <a:pt x="262465" y="40259"/>
                  <a:pt x="261505" y="42834"/>
                </a:cubicBezTo>
                <a:cubicBezTo>
                  <a:pt x="260544" y="45410"/>
                  <a:pt x="260064" y="49219"/>
                  <a:pt x="260064" y="54260"/>
                </a:cubicBezTo>
                <a:lnTo>
                  <a:pt x="260064" y="84274"/>
                </a:lnTo>
                <a:lnTo>
                  <a:pt x="244192" y="84274"/>
                </a:lnTo>
                <a:lnTo>
                  <a:pt x="244192" y="1469"/>
                </a:lnTo>
                <a:lnTo>
                  <a:pt x="260064" y="1469"/>
                </a:lnTo>
                <a:close/>
                <a:moveTo>
                  <a:pt x="346276" y="84274"/>
                </a:moveTo>
                <a:lnTo>
                  <a:pt x="346276" y="1469"/>
                </a:lnTo>
                <a:lnTo>
                  <a:pt x="373106" y="1469"/>
                </a:lnTo>
                <a:cubicBezTo>
                  <a:pt x="383273" y="1469"/>
                  <a:pt x="389900" y="1882"/>
                  <a:pt x="392988" y="2709"/>
                </a:cubicBezTo>
                <a:cubicBezTo>
                  <a:pt x="397733" y="3951"/>
                  <a:pt x="401706" y="6650"/>
                  <a:pt x="404906" y="10806"/>
                </a:cubicBezTo>
                <a:cubicBezTo>
                  <a:pt x="408107" y="14962"/>
                  <a:pt x="409708" y="20332"/>
                  <a:pt x="409708" y="26915"/>
                </a:cubicBezTo>
                <a:cubicBezTo>
                  <a:pt x="409708" y="31992"/>
                  <a:pt x="408785" y="36262"/>
                  <a:pt x="406940" y="39723"/>
                </a:cubicBezTo>
                <a:cubicBezTo>
                  <a:pt x="405095" y="43183"/>
                  <a:pt x="402751" y="45901"/>
                  <a:pt x="399908" y="47876"/>
                </a:cubicBezTo>
                <a:cubicBezTo>
                  <a:pt x="397065" y="49850"/>
                  <a:pt x="394174" y="51158"/>
                  <a:pt x="391237" y="51798"/>
                </a:cubicBezTo>
                <a:cubicBezTo>
                  <a:pt x="387246" y="52587"/>
                  <a:pt x="381466" y="52982"/>
                  <a:pt x="373897" y="52982"/>
                </a:cubicBezTo>
                <a:lnTo>
                  <a:pt x="362995" y="52982"/>
                </a:lnTo>
                <a:lnTo>
                  <a:pt x="362995" y="84274"/>
                </a:lnTo>
                <a:lnTo>
                  <a:pt x="346276" y="84274"/>
                </a:lnTo>
                <a:moveTo>
                  <a:pt x="362995" y="15477"/>
                </a:moveTo>
                <a:lnTo>
                  <a:pt x="362995" y="38974"/>
                </a:lnTo>
                <a:lnTo>
                  <a:pt x="372146" y="38974"/>
                </a:lnTo>
                <a:cubicBezTo>
                  <a:pt x="378735" y="38974"/>
                  <a:pt x="383141" y="38541"/>
                  <a:pt x="385363" y="37675"/>
                </a:cubicBezTo>
                <a:cubicBezTo>
                  <a:pt x="387585" y="36809"/>
                  <a:pt x="389326" y="35453"/>
                  <a:pt x="390588" y="33608"/>
                </a:cubicBezTo>
                <a:cubicBezTo>
                  <a:pt x="391849" y="31763"/>
                  <a:pt x="392480" y="29617"/>
                  <a:pt x="392480" y="27169"/>
                </a:cubicBezTo>
                <a:cubicBezTo>
                  <a:pt x="392480" y="24156"/>
                  <a:pt x="391595" y="21671"/>
                  <a:pt x="389825" y="19713"/>
                </a:cubicBezTo>
                <a:cubicBezTo>
                  <a:pt x="388055" y="17755"/>
                  <a:pt x="385815" y="16531"/>
                  <a:pt x="383104" y="16042"/>
                </a:cubicBezTo>
                <a:cubicBezTo>
                  <a:pt x="381108" y="15665"/>
                  <a:pt x="377097" y="15477"/>
                  <a:pt x="371072" y="15477"/>
                </a:cubicBezTo>
                <a:lnTo>
                  <a:pt x="362995" y="15477"/>
                </a:lnTo>
                <a:close/>
                <a:moveTo>
                  <a:pt x="419661" y="53434"/>
                </a:moveTo>
                <a:cubicBezTo>
                  <a:pt x="419661" y="48162"/>
                  <a:pt x="420960" y="43060"/>
                  <a:pt x="423558" y="38127"/>
                </a:cubicBezTo>
                <a:cubicBezTo>
                  <a:pt x="426157" y="33194"/>
                  <a:pt x="429838" y="29428"/>
                  <a:pt x="434601" y="26830"/>
                </a:cubicBezTo>
                <a:cubicBezTo>
                  <a:pt x="439365" y="24232"/>
                  <a:pt x="444684" y="22933"/>
                  <a:pt x="450558" y="22933"/>
                </a:cubicBezTo>
                <a:cubicBezTo>
                  <a:pt x="459633" y="22933"/>
                  <a:pt x="467070" y="25879"/>
                  <a:pt x="472869" y="31772"/>
                </a:cubicBezTo>
                <a:cubicBezTo>
                  <a:pt x="478668" y="37666"/>
                  <a:pt x="481568" y="45112"/>
                  <a:pt x="481568" y="54112"/>
                </a:cubicBezTo>
                <a:cubicBezTo>
                  <a:pt x="481568" y="63187"/>
                  <a:pt x="478640" y="70709"/>
                  <a:pt x="472784" y="76677"/>
                </a:cubicBezTo>
                <a:cubicBezTo>
                  <a:pt x="466929" y="82646"/>
                  <a:pt x="459558" y="85630"/>
                  <a:pt x="450671" y="85630"/>
                </a:cubicBezTo>
                <a:cubicBezTo>
                  <a:pt x="445173" y="85630"/>
                  <a:pt x="439929" y="84387"/>
                  <a:pt x="434940" y="81902"/>
                </a:cubicBezTo>
                <a:cubicBezTo>
                  <a:pt x="429951" y="79417"/>
                  <a:pt x="426157" y="75774"/>
                  <a:pt x="423558" y="70972"/>
                </a:cubicBezTo>
                <a:cubicBezTo>
                  <a:pt x="420960" y="66171"/>
                  <a:pt x="419661" y="60325"/>
                  <a:pt x="419661" y="53434"/>
                </a:cubicBezTo>
                <a:moveTo>
                  <a:pt x="435929" y="54281"/>
                </a:moveTo>
                <a:cubicBezTo>
                  <a:pt x="435929" y="60212"/>
                  <a:pt x="437341" y="64754"/>
                  <a:pt x="440165" y="67908"/>
                </a:cubicBezTo>
                <a:cubicBezTo>
                  <a:pt x="442989" y="71062"/>
                  <a:pt x="446472" y="72639"/>
                  <a:pt x="450614" y="72639"/>
                </a:cubicBezTo>
                <a:cubicBezTo>
                  <a:pt x="454757" y="72639"/>
                  <a:pt x="458230" y="71062"/>
                  <a:pt x="461036" y="67908"/>
                </a:cubicBezTo>
                <a:cubicBezTo>
                  <a:pt x="463841" y="64754"/>
                  <a:pt x="465244" y="60174"/>
                  <a:pt x="465244" y="54168"/>
                </a:cubicBezTo>
                <a:cubicBezTo>
                  <a:pt x="465244" y="48313"/>
                  <a:pt x="463841" y="43808"/>
                  <a:pt x="461036" y="40654"/>
                </a:cubicBezTo>
                <a:cubicBezTo>
                  <a:pt x="458230" y="37501"/>
                  <a:pt x="454757" y="35924"/>
                  <a:pt x="450614" y="35924"/>
                </a:cubicBezTo>
                <a:cubicBezTo>
                  <a:pt x="446472" y="35924"/>
                  <a:pt x="442989" y="37501"/>
                  <a:pt x="440165" y="40654"/>
                </a:cubicBezTo>
                <a:cubicBezTo>
                  <a:pt x="437341" y="43808"/>
                  <a:pt x="435929" y="48350"/>
                  <a:pt x="435929" y="54281"/>
                </a:cubicBezTo>
                <a:close/>
                <a:moveTo>
                  <a:pt x="509219" y="84274"/>
                </a:moveTo>
                <a:lnTo>
                  <a:pt x="493347" y="84274"/>
                </a:lnTo>
                <a:lnTo>
                  <a:pt x="493347" y="24288"/>
                </a:lnTo>
                <a:lnTo>
                  <a:pt x="508089" y="24288"/>
                </a:lnTo>
                <a:lnTo>
                  <a:pt x="508089" y="32817"/>
                </a:lnTo>
                <a:cubicBezTo>
                  <a:pt x="510612" y="28788"/>
                  <a:pt x="512881" y="26133"/>
                  <a:pt x="514895" y="24853"/>
                </a:cubicBezTo>
                <a:cubicBezTo>
                  <a:pt x="516910" y="23573"/>
                  <a:pt x="519198" y="22933"/>
                  <a:pt x="521758" y="22933"/>
                </a:cubicBezTo>
                <a:cubicBezTo>
                  <a:pt x="525373" y="22933"/>
                  <a:pt x="528856" y="23930"/>
                  <a:pt x="532208" y="25926"/>
                </a:cubicBezTo>
                <a:lnTo>
                  <a:pt x="527294" y="39765"/>
                </a:lnTo>
                <a:cubicBezTo>
                  <a:pt x="524620" y="38033"/>
                  <a:pt x="522135" y="37167"/>
                  <a:pt x="519838" y="37167"/>
                </a:cubicBezTo>
                <a:cubicBezTo>
                  <a:pt x="517616" y="37167"/>
                  <a:pt x="515733" y="37779"/>
                  <a:pt x="514189" y="39002"/>
                </a:cubicBezTo>
                <a:cubicBezTo>
                  <a:pt x="512645" y="40226"/>
                  <a:pt x="511431" y="42438"/>
                  <a:pt x="510546" y="45639"/>
                </a:cubicBezTo>
                <a:cubicBezTo>
                  <a:pt x="509661" y="48840"/>
                  <a:pt x="509219" y="55543"/>
                  <a:pt x="509219" y="65748"/>
                </a:cubicBezTo>
                <a:lnTo>
                  <a:pt x="509219" y="84274"/>
                </a:lnTo>
                <a:close/>
                <a:moveTo>
                  <a:pt x="566544" y="24288"/>
                </a:moveTo>
                <a:lnTo>
                  <a:pt x="566544" y="36941"/>
                </a:lnTo>
                <a:lnTo>
                  <a:pt x="555699" y="36941"/>
                </a:lnTo>
                <a:lnTo>
                  <a:pt x="555699" y="61077"/>
                </a:lnTo>
                <a:cubicBezTo>
                  <a:pt x="555699" y="65965"/>
                  <a:pt x="555802" y="68814"/>
                  <a:pt x="556009" y="69622"/>
                </a:cubicBezTo>
                <a:cubicBezTo>
                  <a:pt x="556216" y="70429"/>
                  <a:pt x="556687" y="71097"/>
                  <a:pt x="557421" y="71624"/>
                </a:cubicBezTo>
                <a:cubicBezTo>
                  <a:pt x="558156" y="72150"/>
                  <a:pt x="559050" y="72413"/>
                  <a:pt x="560104" y="72413"/>
                </a:cubicBezTo>
                <a:cubicBezTo>
                  <a:pt x="561573" y="72413"/>
                  <a:pt x="563701" y="71904"/>
                  <a:pt x="566487" y="70888"/>
                </a:cubicBezTo>
                <a:lnTo>
                  <a:pt x="567843" y="83247"/>
                </a:lnTo>
                <a:cubicBezTo>
                  <a:pt x="564152" y="84836"/>
                  <a:pt x="559973" y="85630"/>
                  <a:pt x="555303" y="85630"/>
                </a:cubicBezTo>
                <a:cubicBezTo>
                  <a:pt x="552441" y="85630"/>
                  <a:pt x="549862" y="85150"/>
                  <a:pt x="547565" y="84190"/>
                </a:cubicBezTo>
                <a:cubicBezTo>
                  <a:pt x="545268" y="83229"/>
                  <a:pt x="543583" y="81987"/>
                  <a:pt x="542510" y="80462"/>
                </a:cubicBezTo>
                <a:cubicBezTo>
                  <a:pt x="541436" y="78937"/>
                  <a:pt x="540693" y="76875"/>
                  <a:pt x="540278" y="74277"/>
                </a:cubicBezTo>
                <a:cubicBezTo>
                  <a:pt x="539940" y="72432"/>
                  <a:pt x="539770" y="68704"/>
                  <a:pt x="539770" y="63093"/>
                </a:cubicBezTo>
                <a:lnTo>
                  <a:pt x="539770" y="36941"/>
                </a:lnTo>
                <a:lnTo>
                  <a:pt x="532484" y="36941"/>
                </a:lnTo>
                <a:lnTo>
                  <a:pt x="532484" y="24288"/>
                </a:lnTo>
                <a:lnTo>
                  <a:pt x="539770" y="24288"/>
                </a:lnTo>
                <a:lnTo>
                  <a:pt x="539770" y="12314"/>
                </a:lnTo>
                <a:lnTo>
                  <a:pt x="555699" y="2937"/>
                </a:lnTo>
                <a:lnTo>
                  <a:pt x="555699" y="24288"/>
                </a:lnTo>
                <a:lnTo>
                  <a:pt x="566544" y="24288"/>
                </a:lnTo>
                <a:close/>
                <a:moveTo>
                  <a:pt x="577569" y="16154"/>
                </a:moveTo>
                <a:lnTo>
                  <a:pt x="577569" y="1469"/>
                </a:lnTo>
                <a:lnTo>
                  <a:pt x="593441" y="1469"/>
                </a:lnTo>
                <a:lnTo>
                  <a:pt x="593441" y="16154"/>
                </a:lnTo>
                <a:lnTo>
                  <a:pt x="577569" y="16154"/>
                </a:lnTo>
                <a:moveTo>
                  <a:pt x="577569" y="84274"/>
                </a:moveTo>
                <a:lnTo>
                  <a:pt x="577569" y="24288"/>
                </a:lnTo>
                <a:lnTo>
                  <a:pt x="593441" y="24288"/>
                </a:lnTo>
                <a:lnTo>
                  <a:pt x="593441" y="84274"/>
                </a:lnTo>
                <a:lnTo>
                  <a:pt x="577569" y="84274"/>
                </a:lnTo>
                <a:close/>
                <a:moveTo>
                  <a:pt x="664303" y="84274"/>
                </a:moveTo>
                <a:lnTo>
                  <a:pt x="648431" y="84274"/>
                </a:lnTo>
                <a:lnTo>
                  <a:pt x="648431" y="53695"/>
                </a:lnTo>
                <a:cubicBezTo>
                  <a:pt x="648431" y="47225"/>
                  <a:pt x="648092" y="43041"/>
                  <a:pt x="647414" y="41142"/>
                </a:cubicBezTo>
                <a:cubicBezTo>
                  <a:pt x="646736" y="39242"/>
                  <a:pt x="645635" y="37766"/>
                  <a:pt x="644110" y="36713"/>
                </a:cubicBezTo>
                <a:cubicBezTo>
                  <a:pt x="642585" y="35660"/>
                  <a:pt x="640749" y="35133"/>
                  <a:pt x="638602" y="35133"/>
                </a:cubicBezTo>
                <a:cubicBezTo>
                  <a:pt x="635853" y="35133"/>
                  <a:pt x="633387" y="35886"/>
                  <a:pt x="631203" y="37391"/>
                </a:cubicBezTo>
                <a:cubicBezTo>
                  <a:pt x="629019" y="38895"/>
                  <a:pt x="627522" y="40888"/>
                  <a:pt x="626712" y="43371"/>
                </a:cubicBezTo>
                <a:cubicBezTo>
                  <a:pt x="625903" y="45853"/>
                  <a:pt x="625498" y="50442"/>
                  <a:pt x="625498" y="57137"/>
                </a:cubicBezTo>
                <a:lnTo>
                  <a:pt x="625498" y="84274"/>
                </a:lnTo>
                <a:lnTo>
                  <a:pt x="609626" y="84274"/>
                </a:lnTo>
                <a:lnTo>
                  <a:pt x="609626" y="24288"/>
                </a:lnTo>
                <a:lnTo>
                  <a:pt x="624368" y="24288"/>
                </a:lnTo>
                <a:lnTo>
                  <a:pt x="624368" y="33100"/>
                </a:lnTo>
                <a:cubicBezTo>
                  <a:pt x="629603" y="26322"/>
                  <a:pt x="636192" y="22933"/>
                  <a:pt x="644138" y="22933"/>
                </a:cubicBezTo>
                <a:cubicBezTo>
                  <a:pt x="647640" y="22933"/>
                  <a:pt x="650841" y="23563"/>
                  <a:pt x="653740" y="24825"/>
                </a:cubicBezTo>
                <a:cubicBezTo>
                  <a:pt x="656640" y="26086"/>
                  <a:pt x="658833" y="27696"/>
                  <a:pt x="660321" y="29654"/>
                </a:cubicBezTo>
                <a:cubicBezTo>
                  <a:pt x="661808" y="31612"/>
                  <a:pt x="662844" y="33834"/>
                  <a:pt x="663427" y="36319"/>
                </a:cubicBezTo>
                <a:cubicBezTo>
                  <a:pt x="664011" y="38805"/>
                  <a:pt x="664303" y="42363"/>
                  <a:pt x="664303" y="46995"/>
                </a:cubicBezTo>
                <a:lnTo>
                  <a:pt x="664303" y="84274"/>
                </a:lnTo>
                <a:close/>
                <a:moveTo>
                  <a:pt x="678962" y="88115"/>
                </a:moveTo>
                <a:lnTo>
                  <a:pt x="697093" y="90375"/>
                </a:lnTo>
                <a:cubicBezTo>
                  <a:pt x="697395" y="92503"/>
                  <a:pt x="698091" y="93967"/>
                  <a:pt x="699183" y="94765"/>
                </a:cubicBezTo>
                <a:cubicBezTo>
                  <a:pt x="700690" y="95905"/>
                  <a:pt x="703062" y="96475"/>
                  <a:pt x="706300" y="96475"/>
                </a:cubicBezTo>
                <a:cubicBezTo>
                  <a:pt x="710443" y="96475"/>
                  <a:pt x="713549" y="95849"/>
                  <a:pt x="715620" y="94597"/>
                </a:cubicBezTo>
                <a:cubicBezTo>
                  <a:pt x="717014" y="93763"/>
                  <a:pt x="718068" y="92416"/>
                  <a:pt x="718783" y="90558"/>
                </a:cubicBezTo>
                <a:cubicBezTo>
                  <a:pt x="719273" y="89231"/>
                  <a:pt x="719518" y="86785"/>
                  <a:pt x="719518" y="83221"/>
                </a:cubicBezTo>
                <a:lnTo>
                  <a:pt x="719518" y="74402"/>
                </a:lnTo>
                <a:cubicBezTo>
                  <a:pt x="714773" y="80984"/>
                  <a:pt x="708786" y="84274"/>
                  <a:pt x="701556" y="84274"/>
                </a:cubicBezTo>
                <a:cubicBezTo>
                  <a:pt x="693497" y="84274"/>
                  <a:pt x="687115" y="80867"/>
                  <a:pt x="682408" y="74051"/>
                </a:cubicBezTo>
                <a:cubicBezTo>
                  <a:pt x="678717" y="68666"/>
                  <a:pt x="676872" y="61963"/>
                  <a:pt x="676872" y="53942"/>
                </a:cubicBezTo>
                <a:cubicBezTo>
                  <a:pt x="676872" y="43888"/>
                  <a:pt x="679292" y="36206"/>
                  <a:pt x="684130" y="30897"/>
                </a:cubicBezTo>
                <a:cubicBezTo>
                  <a:pt x="688969" y="25587"/>
                  <a:pt x="694985" y="22933"/>
                  <a:pt x="702177" y="22933"/>
                </a:cubicBezTo>
                <a:cubicBezTo>
                  <a:pt x="709595" y="22933"/>
                  <a:pt x="715714" y="26205"/>
                  <a:pt x="720534" y="32750"/>
                </a:cubicBezTo>
                <a:lnTo>
                  <a:pt x="720534" y="24288"/>
                </a:lnTo>
                <a:lnTo>
                  <a:pt x="735390" y="24288"/>
                </a:lnTo>
                <a:lnTo>
                  <a:pt x="735390" y="78153"/>
                </a:lnTo>
                <a:cubicBezTo>
                  <a:pt x="735390" y="85237"/>
                  <a:pt x="734806" y="90531"/>
                  <a:pt x="733639" y="94036"/>
                </a:cubicBezTo>
                <a:cubicBezTo>
                  <a:pt x="732471" y="97540"/>
                  <a:pt x="730833" y="100291"/>
                  <a:pt x="728725" y="102288"/>
                </a:cubicBezTo>
                <a:cubicBezTo>
                  <a:pt x="726616" y="104286"/>
                  <a:pt x="723801" y="105850"/>
                  <a:pt x="720280" y="106979"/>
                </a:cubicBezTo>
                <a:cubicBezTo>
                  <a:pt x="716759" y="108110"/>
                  <a:pt x="712307" y="108676"/>
                  <a:pt x="706922" y="108676"/>
                </a:cubicBezTo>
                <a:cubicBezTo>
                  <a:pt x="696755" y="108676"/>
                  <a:pt x="689543" y="106919"/>
                  <a:pt x="685288" y="103407"/>
                </a:cubicBezTo>
                <a:cubicBezTo>
                  <a:pt x="681033" y="99895"/>
                  <a:pt x="678906" y="95444"/>
                  <a:pt x="678906" y="90052"/>
                </a:cubicBezTo>
                <a:cubicBezTo>
                  <a:pt x="678906" y="89520"/>
                  <a:pt x="678924" y="88874"/>
                  <a:pt x="678962" y="88115"/>
                </a:cubicBezTo>
                <a:moveTo>
                  <a:pt x="693140" y="53039"/>
                </a:moveTo>
                <a:cubicBezTo>
                  <a:pt x="693140" y="59384"/>
                  <a:pt x="694373" y="64030"/>
                  <a:pt x="696839" y="66976"/>
                </a:cubicBezTo>
                <a:cubicBezTo>
                  <a:pt x="699306" y="69923"/>
                  <a:pt x="702347" y="71396"/>
                  <a:pt x="705962" y="71396"/>
                </a:cubicBezTo>
                <a:cubicBezTo>
                  <a:pt x="709840" y="71396"/>
                  <a:pt x="713116" y="69885"/>
                  <a:pt x="715790" y="66863"/>
                </a:cubicBezTo>
                <a:cubicBezTo>
                  <a:pt x="718463" y="63841"/>
                  <a:pt x="719800" y="59365"/>
                  <a:pt x="719800" y="53434"/>
                </a:cubicBezTo>
                <a:cubicBezTo>
                  <a:pt x="719800" y="47240"/>
                  <a:pt x="718520" y="42641"/>
                  <a:pt x="715959" y="39638"/>
                </a:cubicBezTo>
                <a:cubicBezTo>
                  <a:pt x="713399" y="36635"/>
                  <a:pt x="710160" y="35133"/>
                  <a:pt x="706244" y="35133"/>
                </a:cubicBezTo>
                <a:cubicBezTo>
                  <a:pt x="702441" y="35133"/>
                  <a:pt x="699306" y="36606"/>
                  <a:pt x="696839" y="39553"/>
                </a:cubicBezTo>
                <a:cubicBezTo>
                  <a:pt x="694373" y="42500"/>
                  <a:pt x="693140" y="46995"/>
                  <a:pt x="693140" y="53039"/>
                </a:cubicBezTo>
                <a:close/>
                <a:moveTo>
                  <a:pt x="782458" y="84274"/>
                </a:moveTo>
                <a:lnTo>
                  <a:pt x="782458" y="1469"/>
                </a:lnTo>
                <a:lnTo>
                  <a:pt x="809288" y="1469"/>
                </a:lnTo>
                <a:cubicBezTo>
                  <a:pt x="819455" y="1469"/>
                  <a:pt x="826082" y="1882"/>
                  <a:pt x="829170" y="2709"/>
                </a:cubicBezTo>
                <a:cubicBezTo>
                  <a:pt x="833915" y="3951"/>
                  <a:pt x="837888" y="6650"/>
                  <a:pt x="841088" y="10806"/>
                </a:cubicBezTo>
                <a:cubicBezTo>
                  <a:pt x="844289" y="14962"/>
                  <a:pt x="845890" y="20332"/>
                  <a:pt x="845890" y="26915"/>
                </a:cubicBezTo>
                <a:cubicBezTo>
                  <a:pt x="845890" y="31992"/>
                  <a:pt x="844967" y="36262"/>
                  <a:pt x="843122" y="39723"/>
                </a:cubicBezTo>
                <a:cubicBezTo>
                  <a:pt x="841277" y="43183"/>
                  <a:pt x="838933" y="45901"/>
                  <a:pt x="836090" y="47876"/>
                </a:cubicBezTo>
                <a:cubicBezTo>
                  <a:pt x="833246" y="49850"/>
                  <a:pt x="830356" y="51158"/>
                  <a:pt x="827419" y="51798"/>
                </a:cubicBezTo>
                <a:cubicBezTo>
                  <a:pt x="823428" y="52587"/>
                  <a:pt x="817647" y="52982"/>
                  <a:pt x="810079" y="52982"/>
                </a:cubicBezTo>
                <a:lnTo>
                  <a:pt x="799177" y="52982"/>
                </a:lnTo>
                <a:lnTo>
                  <a:pt x="799177" y="84274"/>
                </a:lnTo>
                <a:lnTo>
                  <a:pt x="782458" y="84274"/>
                </a:lnTo>
                <a:moveTo>
                  <a:pt x="799177" y="15477"/>
                </a:moveTo>
                <a:lnTo>
                  <a:pt x="799177" y="38974"/>
                </a:lnTo>
                <a:lnTo>
                  <a:pt x="808328" y="38974"/>
                </a:lnTo>
                <a:cubicBezTo>
                  <a:pt x="814917" y="38974"/>
                  <a:pt x="819323" y="38541"/>
                  <a:pt x="821545" y="37675"/>
                </a:cubicBezTo>
                <a:cubicBezTo>
                  <a:pt x="823767" y="36809"/>
                  <a:pt x="825508" y="35453"/>
                  <a:pt x="826770" y="33608"/>
                </a:cubicBezTo>
                <a:cubicBezTo>
                  <a:pt x="828031" y="31763"/>
                  <a:pt x="828662" y="29617"/>
                  <a:pt x="828662" y="27169"/>
                </a:cubicBezTo>
                <a:cubicBezTo>
                  <a:pt x="828662" y="24156"/>
                  <a:pt x="827777" y="21671"/>
                  <a:pt x="826007" y="19713"/>
                </a:cubicBezTo>
                <a:cubicBezTo>
                  <a:pt x="824237" y="17755"/>
                  <a:pt x="821997" y="16531"/>
                  <a:pt x="819285" y="16042"/>
                </a:cubicBezTo>
                <a:cubicBezTo>
                  <a:pt x="817290" y="15665"/>
                  <a:pt x="813279" y="15477"/>
                  <a:pt x="807254" y="15477"/>
                </a:cubicBezTo>
                <a:lnTo>
                  <a:pt x="799177" y="15477"/>
                </a:lnTo>
                <a:close/>
                <a:moveTo>
                  <a:pt x="874709" y="84274"/>
                </a:moveTo>
                <a:lnTo>
                  <a:pt x="858837" y="84274"/>
                </a:lnTo>
                <a:lnTo>
                  <a:pt x="858837" y="24288"/>
                </a:lnTo>
                <a:lnTo>
                  <a:pt x="873579" y="24288"/>
                </a:lnTo>
                <a:lnTo>
                  <a:pt x="873579" y="32817"/>
                </a:lnTo>
                <a:cubicBezTo>
                  <a:pt x="876102" y="28788"/>
                  <a:pt x="878371" y="26133"/>
                  <a:pt x="880386" y="24853"/>
                </a:cubicBezTo>
                <a:cubicBezTo>
                  <a:pt x="882400" y="23573"/>
                  <a:pt x="884688" y="22933"/>
                  <a:pt x="887248" y="22933"/>
                </a:cubicBezTo>
                <a:cubicBezTo>
                  <a:pt x="890863" y="22933"/>
                  <a:pt x="894347" y="23930"/>
                  <a:pt x="897698" y="25926"/>
                </a:cubicBezTo>
                <a:lnTo>
                  <a:pt x="892784" y="39765"/>
                </a:lnTo>
                <a:cubicBezTo>
                  <a:pt x="890110" y="38033"/>
                  <a:pt x="887625" y="37167"/>
                  <a:pt x="885328" y="37167"/>
                </a:cubicBezTo>
                <a:cubicBezTo>
                  <a:pt x="883106" y="37167"/>
                  <a:pt x="881224" y="37779"/>
                  <a:pt x="879680" y="39002"/>
                </a:cubicBezTo>
                <a:cubicBezTo>
                  <a:pt x="878136" y="40226"/>
                  <a:pt x="876921" y="42438"/>
                  <a:pt x="876036" y="45639"/>
                </a:cubicBezTo>
                <a:cubicBezTo>
                  <a:pt x="875151" y="48840"/>
                  <a:pt x="874709" y="55543"/>
                  <a:pt x="874709" y="65748"/>
                </a:cubicBezTo>
                <a:lnTo>
                  <a:pt x="874709" y="84274"/>
                </a:lnTo>
                <a:close/>
                <a:moveTo>
                  <a:pt x="900854" y="53434"/>
                </a:moveTo>
                <a:cubicBezTo>
                  <a:pt x="900854" y="48162"/>
                  <a:pt x="902153" y="43060"/>
                  <a:pt x="904752" y="38127"/>
                </a:cubicBezTo>
                <a:cubicBezTo>
                  <a:pt x="907350" y="33194"/>
                  <a:pt x="911031" y="29428"/>
                  <a:pt x="915794" y="26830"/>
                </a:cubicBezTo>
                <a:cubicBezTo>
                  <a:pt x="920558" y="24232"/>
                  <a:pt x="925877" y="22933"/>
                  <a:pt x="931751" y="22933"/>
                </a:cubicBezTo>
                <a:cubicBezTo>
                  <a:pt x="940826" y="22933"/>
                  <a:pt x="948263" y="25879"/>
                  <a:pt x="954062" y="31772"/>
                </a:cubicBezTo>
                <a:cubicBezTo>
                  <a:pt x="959861" y="37666"/>
                  <a:pt x="962761" y="45112"/>
                  <a:pt x="962761" y="54112"/>
                </a:cubicBezTo>
                <a:cubicBezTo>
                  <a:pt x="962761" y="63187"/>
                  <a:pt x="959833" y="70709"/>
                  <a:pt x="953978" y="76677"/>
                </a:cubicBezTo>
                <a:cubicBezTo>
                  <a:pt x="948122" y="82646"/>
                  <a:pt x="940751" y="85630"/>
                  <a:pt x="931864" y="85630"/>
                </a:cubicBezTo>
                <a:cubicBezTo>
                  <a:pt x="926366" y="85630"/>
                  <a:pt x="921123" y="84387"/>
                  <a:pt x="916133" y="81902"/>
                </a:cubicBezTo>
                <a:cubicBezTo>
                  <a:pt x="911144" y="79417"/>
                  <a:pt x="907350" y="75774"/>
                  <a:pt x="904752" y="70972"/>
                </a:cubicBezTo>
                <a:cubicBezTo>
                  <a:pt x="902153" y="66171"/>
                  <a:pt x="900854" y="60325"/>
                  <a:pt x="900854" y="53434"/>
                </a:cubicBezTo>
                <a:moveTo>
                  <a:pt x="917122" y="54281"/>
                </a:moveTo>
                <a:cubicBezTo>
                  <a:pt x="917122" y="60212"/>
                  <a:pt x="918534" y="64754"/>
                  <a:pt x="921358" y="67908"/>
                </a:cubicBezTo>
                <a:cubicBezTo>
                  <a:pt x="924182" y="71062"/>
                  <a:pt x="927666" y="72639"/>
                  <a:pt x="931808" y="72639"/>
                </a:cubicBezTo>
                <a:cubicBezTo>
                  <a:pt x="935950" y="72639"/>
                  <a:pt x="939424" y="71062"/>
                  <a:pt x="942229" y="67908"/>
                </a:cubicBezTo>
                <a:cubicBezTo>
                  <a:pt x="945034" y="64754"/>
                  <a:pt x="946437" y="60174"/>
                  <a:pt x="946437" y="54168"/>
                </a:cubicBezTo>
                <a:cubicBezTo>
                  <a:pt x="946437" y="48313"/>
                  <a:pt x="945034" y="43808"/>
                  <a:pt x="942229" y="40654"/>
                </a:cubicBezTo>
                <a:cubicBezTo>
                  <a:pt x="939424" y="37501"/>
                  <a:pt x="935950" y="35924"/>
                  <a:pt x="931808" y="35924"/>
                </a:cubicBezTo>
                <a:cubicBezTo>
                  <a:pt x="927666" y="35924"/>
                  <a:pt x="924182" y="37501"/>
                  <a:pt x="921358" y="40654"/>
                </a:cubicBezTo>
                <a:cubicBezTo>
                  <a:pt x="918534" y="43808"/>
                  <a:pt x="917122" y="48350"/>
                  <a:pt x="917122" y="54281"/>
                </a:cubicBezTo>
                <a:close/>
                <a:moveTo>
                  <a:pt x="974032" y="24288"/>
                </a:moveTo>
                <a:lnTo>
                  <a:pt x="988661" y="24288"/>
                </a:lnTo>
                <a:lnTo>
                  <a:pt x="988661" y="32478"/>
                </a:lnTo>
                <a:cubicBezTo>
                  <a:pt x="993895" y="26115"/>
                  <a:pt x="1000127" y="22933"/>
                  <a:pt x="1007357" y="22933"/>
                </a:cubicBezTo>
                <a:cubicBezTo>
                  <a:pt x="1011198" y="22933"/>
                  <a:pt x="1014531" y="23727"/>
                  <a:pt x="1017355" y="25316"/>
                </a:cubicBezTo>
                <a:cubicBezTo>
                  <a:pt x="1020179" y="26904"/>
                  <a:pt x="1022495" y="29306"/>
                  <a:pt x="1024303" y="32523"/>
                </a:cubicBezTo>
                <a:cubicBezTo>
                  <a:pt x="1026938" y="29306"/>
                  <a:pt x="1029782" y="26904"/>
                  <a:pt x="1032832" y="25316"/>
                </a:cubicBezTo>
                <a:cubicBezTo>
                  <a:pt x="1035882" y="23727"/>
                  <a:pt x="1039139" y="22933"/>
                  <a:pt x="1042603" y="22933"/>
                </a:cubicBezTo>
                <a:cubicBezTo>
                  <a:pt x="1047009" y="22933"/>
                  <a:pt x="1050737" y="23827"/>
                  <a:pt x="1053787" y="25616"/>
                </a:cubicBezTo>
                <a:cubicBezTo>
                  <a:pt x="1056837" y="27404"/>
                  <a:pt x="1059116" y="30031"/>
                  <a:pt x="1060622" y="33495"/>
                </a:cubicBezTo>
                <a:cubicBezTo>
                  <a:pt x="1061714" y="36056"/>
                  <a:pt x="1062260" y="40198"/>
                  <a:pt x="1062260" y="45922"/>
                </a:cubicBezTo>
                <a:lnTo>
                  <a:pt x="1062260" y="84274"/>
                </a:lnTo>
                <a:lnTo>
                  <a:pt x="1046388" y="84274"/>
                </a:lnTo>
                <a:lnTo>
                  <a:pt x="1046388" y="50027"/>
                </a:lnTo>
                <a:cubicBezTo>
                  <a:pt x="1046388" y="44085"/>
                  <a:pt x="1045842" y="40249"/>
                  <a:pt x="1044750" y="38519"/>
                </a:cubicBezTo>
                <a:cubicBezTo>
                  <a:pt x="1043281" y="36262"/>
                  <a:pt x="1041022" y="35133"/>
                  <a:pt x="1037972" y="35133"/>
                </a:cubicBezTo>
                <a:cubicBezTo>
                  <a:pt x="1035750" y="35133"/>
                  <a:pt x="1033660" y="35810"/>
                  <a:pt x="1031702" y="37165"/>
                </a:cubicBezTo>
                <a:cubicBezTo>
                  <a:pt x="1029744" y="38518"/>
                  <a:pt x="1028332" y="40502"/>
                  <a:pt x="1027466" y="43117"/>
                </a:cubicBezTo>
                <a:cubicBezTo>
                  <a:pt x="1026600" y="45730"/>
                  <a:pt x="1026167" y="49858"/>
                  <a:pt x="1026167" y="55501"/>
                </a:cubicBezTo>
                <a:lnTo>
                  <a:pt x="1026167" y="84274"/>
                </a:lnTo>
                <a:lnTo>
                  <a:pt x="1010294" y="84274"/>
                </a:lnTo>
                <a:lnTo>
                  <a:pt x="1010294" y="51438"/>
                </a:lnTo>
                <a:cubicBezTo>
                  <a:pt x="1010294" y="45608"/>
                  <a:pt x="1010012" y="41847"/>
                  <a:pt x="1009447" y="40155"/>
                </a:cubicBezTo>
                <a:cubicBezTo>
                  <a:pt x="1008882" y="38462"/>
                  <a:pt x="1008007" y="37201"/>
                  <a:pt x="1006821" y="36374"/>
                </a:cubicBezTo>
                <a:cubicBezTo>
                  <a:pt x="1005635" y="35547"/>
                  <a:pt x="1004025" y="35133"/>
                  <a:pt x="1001991" y="35133"/>
                </a:cubicBezTo>
                <a:cubicBezTo>
                  <a:pt x="999544" y="35133"/>
                  <a:pt x="997341" y="35792"/>
                  <a:pt x="995383" y="37108"/>
                </a:cubicBezTo>
                <a:cubicBezTo>
                  <a:pt x="993425" y="38424"/>
                  <a:pt x="992022" y="40323"/>
                  <a:pt x="991175" y="42806"/>
                </a:cubicBezTo>
                <a:cubicBezTo>
                  <a:pt x="990327" y="45289"/>
                  <a:pt x="989904" y="49408"/>
                  <a:pt x="989904" y="55162"/>
                </a:cubicBezTo>
                <a:lnTo>
                  <a:pt x="989904" y="84274"/>
                </a:lnTo>
                <a:lnTo>
                  <a:pt x="974032" y="84274"/>
                </a:lnTo>
                <a:lnTo>
                  <a:pt x="974032" y="24288"/>
                </a:lnTo>
                <a:close/>
                <a:moveTo>
                  <a:pt x="1077014" y="24288"/>
                </a:moveTo>
                <a:lnTo>
                  <a:pt x="1091813" y="24288"/>
                </a:lnTo>
                <a:lnTo>
                  <a:pt x="1091813" y="33100"/>
                </a:lnTo>
                <a:cubicBezTo>
                  <a:pt x="1093733" y="30087"/>
                  <a:pt x="1096332" y="27640"/>
                  <a:pt x="1099608" y="25757"/>
                </a:cubicBezTo>
                <a:cubicBezTo>
                  <a:pt x="1102884" y="23874"/>
                  <a:pt x="1106518" y="22933"/>
                  <a:pt x="1110509" y="22933"/>
                </a:cubicBezTo>
                <a:cubicBezTo>
                  <a:pt x="1117476" y="22933"/>
                  <a:pt x="1123388" y="25663"/>
                  <a:pt x="1128245" y="31123"/>
                </a:cubicBezTo>
                <a:cubicBezTo>
                  <a:pt x="1133103" y="36583"/>
                  <a:pt x="1135532" y="44189"/>
                  <a:pt x="1135532" y="53942"/>
                </a:cubicBezTo>
                <a:cubicBezTo>
                  <a:pt x="1135532" y="63959"/>
                  <a:pt x="1133084" y="71744"/>
                  <a:pt x="1128189" y="77299"/>
                </a:cubicBezTo>
                <a:cubicBezTo>
                  <a:pt x="1123294" y="82853"/>
                  <a:pt x="1117363" y="85630"/>
                  <a:pt x="1110396" y="85630"/>
                </a:cubicBezTo>
                <a:cubicBezTo>
                  <a:pt x="1107083" y="85630"/>
                  <a:pt x="1104079" y="84971"/>
                  <a:pt x="1101387" y="83653"/>
                </a:cubicBezTo>
                <a:cubicBezTo>
                  <a:pt x="1098695" y="82335"/>
                  <a:pt x="1095861" y="80076"/>
                  <a:pt x="1092886" y="76875"/>
                </a:cubicBezTo>
                <a:lnTo>
                  <a:pt x="1092886" y="107094"/>
                </a:lnTo>
                <a:lnTo>
                  <a:pt x="1077014" y="107094"/>
                </a:lnTo>
                <a:lnTo>
                  <a:pt x="1077014" y="24288"/>
                </a:lnTo>
                <a:moveTo>
                  <a:pt x="1092717" y="53238"/>
                </a:moveTo>
                <a:cubicBezTo>
                  <a:pt x="1092717" y="59968"/>
                  <a:pt x="1094054" y="64940"/>
                  <a:pt x="1096727" y="68155"/>
                </a:cubicBezTo>
                <a:cubicBezTo>
                  <a:pt x="1099401" y="71370"/>
                  <a:pt x="1102658" y="72978"/>
                  <a:pt x="1106499" y="72978"/>
                </a:cubicBezTo>
                <a:cubicBezTo>
                  <a:pt x="1110189" y="72978"/>
                  <a:pt x="1113258" y="71502"/>
                  <a:pt x="1115706" y="68551"/>
                </a:cubicBezTo>
                <a:cubicBezTo>
                  <a:pt x="1118153" y="65599"/>
                  <a:pt x="1119377" y="60758"/>
                  <a:pt x="1119377" y="54027"/>
                </a:cubicBezTo>
                <a:cubicBezTo>
                  <a:pt x="1119377" y="47748"/>
                  <a:pt x="1118116" y="43086"/>
                  <a:pt x="1115593" y="40040"/>
                </a:cubicBezTo>
                <a:cubicBezTo>
                  <a:pt x="1113070" y="36995"/>
                  <a:pt x="1109944" y="35472"/>
                  <a:pt x="1106216" y="35472"/>
                </a:cubicBezTo>
                <a:cubicBezTo>
                  <a:pt x="1102338" y="35472"/>
                  <a:pt x="1099118" y="36967"/>
                  <a:pt x="1096558" y="39956"/>
                </a:cubicBezTo>
                <a:cubicBezTo>
                  <a:pt x="1093997" y="42944"/>
                  <a:pt x="1092717" y="47372"/>
                  <a:pt x="1092717" y="53238"/>
                </a:cubicBezTo>
                <a:close/>
                <a:moveTo>
                  <a:pt x="1175666" y="24288"/>
                </a:moveTo>
                <a:lnTo>
                  <a:pt x="1175666" y="36941"/>
                </a:lnTo>
                <a:lnTo>
                  <a:pt x="1164821" y="36941"/>
                </a:lnTo>
                <a:lnTo>
                  <a:pt x="1164821" y="61077"/>
                </a:lnTo>
                <a:cubicBezTo>
                  <a:pt x="1164821" y="65965"/>
                  <a:pt x="1164925" y="68814"/>
                  <a:pt x="1165132" y="69622"/>
                </a:cubicBezTo>
                <a:cubicBezTo>
                  <a:pt x="1165339" y="70429"/>
                  <a:pt x="1165810" y="71097"/>
                  <a:pt x="1166544" y="71624"/>
                </a:cubicBezTo>
                <a:cubicBezTo>
                  <a:pt x="1167278" y="72150"/>
                  <a:pt x="1168172" y="72413"/>
                  <a:pt x="1169227" y="72413"/>
                </a:cubicBezTo>
                <a:cubicBezTo>
                  <a:pt x="1170695" y="72413"/>
                  <a:pt x="1172823" y="71904"/>
                  <a:pt x="1175610" y="70888"/>
                </a:cubicBezTo>
                <a:lnTo>
                  <a:pt x="1176965" y="83247"/>
                </a:lnTo>
                <a:cubicBezTo>
                  <a:pt x="1173275" y="84836"/>
                  <a:pt x="1169095" y="85630"/>
                  <a:pt x="1164426" y="85630"/>
                </a:cubicBezTo>
                <a:cubicBezTo>
                  <a:pt x="1161564" y="85630"/>
                  <a:pt x="1158984" y="85150"/>
                  <a:pt x="1156687" y="84190"/>
                </a:cubicBezTo>
                <a:cubicBezTo>
                  <a:pt x="1154390" y="83229"/>
                  <a:pt x="1152705" y="81987"/>
                  <a:pt x="1151632" y="80462"/>
                </a:cubicBezTo>
                <a:cubicBezTo>
                  <a:pt x="1150559" y="78937"/>
                  <a:pt x="1149815" y="76875"/>
                  <a:pt x="1149401" y="74277"/>
                </a:cubicBezTo>
                <a:cubicBezTo>
                  <a:pt x="1149062" y="72432"/>
                  <a:pt x="1148893" y="68704"/>
                  <a:pt x="1148893" y="63093"/>
                </a:cubicBezTo>
                <a:lnTo>
                  <a:pt x="1148893" y="36941"/>
                </a:lnTo>
                <a:lnTo>
                  <a:pt x="1141606" y="36941"/>
                </a:lnTo>
                <a:lnTo>
                  <a:pt x="1141606" y="24288"/>
                </a:lnTo>
                <a:lnTo>
                  <a:pt x="1148893" y="24288"/>
                </a:lnTo>
                <a:lnTo>
                  <a:pt x="1148893" y="12314"/>
                </a:lnTo>
                <a:lnTo>
                  <a:pt x="1164821" y="2937"/>
                </a:lnTo>
                <a:lnTo>
                  <a:pt x="1164821" y="24288"/>
                </a:lnTo>
                <a:lnTo>
                  <a:pt x="1175666" y="24288"/>
                </a:lnTo>
                <a:close/>
                <a:moveTo>
                  <a:pt x="1256548" y="53886"/>
                </a:moveTo>
                <a:lnTo>
                  <a:pt x="1256548" y="39878"/>
                </a:lnTo>
                <a:lnTo>
                  <a:pt x="1292585" y="39878"/>
                </a:lnTo>
                <a:lnTo>
                  <a:pt x="1292585" y="72870"/>
                </a:lnTo>
                <a:cubicBezTo>
                  <a:pt x="1289083" y="76272"/>
                  <a:pt x="1284009" y="79268"/>
                  <a:pt x="1277363" y="81858"/>
                </a:cubicBezTo>
                <a:cubicBezTo>
                  <a:pt x="1270716" y="84448"/>
                  <a:pt x="1263985" y="85743"/>
                  <a:pt x="1257169" y="85743"/>
                </a:cubicBezTo>
                <a:cubicBezTo>
                  <a:pt x="1248509" y="85743"/>
                  <a:pt x="1240959" y="83924"/>
                  <a:pt x="1234519" y="80285"/>
                </a:cubicBezTo>
                <a:cubicBezTo>
                  <a:pt x="1228080" y="76647"/>
                  <a:pt x="1223241" y="71444"/>
                  <a:pt x="1220003" y="64676"/>
                </a:cubicBezTo>
                <a:cubicBezTo>
                  <a:pt x="1216764" y="57907"/>
                  <a:pt x="1215145" y="50545"/>
                  <a:pt x="1215145" y="42589"/>
                </a:cubicBezTo>
                <a:cubicBezTo>
                  <a:pt x="1215145" y="33954"/>
                  <a:pt x="1216953" y="26281"/>
                  <a:pt x="1220568" y="19570"/>
                </a:cubicBezTo>
                <a:cubicBezTo>
                  <a:pt x="1224183" y="12858"/>
                  <a:pt x="1229473" y="7711"/>
                  <a:pt x="1236440" y="4129"/>
                </a:cubicBezTo>
                <a:cubicBezTo>
                  <a:pt x="1241749" y="1376"/>
                  <a:pt x="1248358" y="0"/>
                  <a:pt x="1256266" y="0"/>
                </a:cubicBezTo>
                <a:cubicBezTo>
                  <a:pt x="1266546" y="0"/>
                  <a:pt x="1274576" y="2161"/>
                  <a:pt x="1280356" y="6483"/>
                </a:cubicBezTo>
                <a:cubicBezTo>
                  <a:pt x="1286136" y="10804"/>
                  <a:pt x="1289855" y="16777"/>
                  <a:pt x="1291512" y="24401"/>
                </a:cubicBezTo>
                <a:lnTo>
                  <a:pt x="1274906" y="27564"/>
                </a:lnTo>
                <a:cubicBezTo>
                  <a:pt x="1273738" y="23480"/>
                  <a:pt x="1271545" y="20256"/>
                  <a:pt x="1268325" y="17893"/>
                </a:cubicBezTo>
                <a:cubicBezTo>
                  <a:pt x="1265106" y="15529"/>
                  <a:pt x="1261086" y="14347"/>
                  <a:pt x="1256266" y="14347"/>
                </a:cubicBezTo>
                <a:cubicBezTo>
                  <a:pt x="1248960" y="14347"/>
                  <a:pt x="1243152" y="16663"/>
                  <a:pt x="1238840" y="21295"/>
                </a:cubicBezTo>
                <a:cubicBezTo>
                  <a:pt x="1234529" y="25926"/>
                  <a:pt x="1232373" y="32798"/>
                  <a:pt x="1232373" y="41911"/>
                </a:cubicBezTo>
                <a:cubicBezTo>
                  <a:pt x="1232373" y="51740"/>
                  <a:pt x="1234557" y="59111"/>
                  <a:pt x="1238925" y="64025"/>
                </a:cubicBezTo>
                <a:cubicBezTo>
                  <a:pt x="1243293" y="68939"/>
                  <a:pt x="1249017" y="71396"/>
                  <a:pt x="1256096" y="71396"/>
                </a:cubicBezTo>
                <a:cubicBezTo>
                  <a:pt x="1259598" y="71396"/>
                  <a:pt x="1263110" y="70711"/>
                  <a:pt x="1266631" y="69341"/>
                </a:cubicBezTo>
                <a:cubicBezTo>
                  <a:pt x="1270151" y="67972"/>
                  <a:pt x="1273173" y="66311"/>
                  <a:pt x="1275696" y="64358"/>
                </a:cubicBezTo>
                <a:lnTo>
                  <a:pt x="1275696" y="53886"/>
                </a:lnTo>
                <a:lnTo>
                  <a:pt x="1256548" y="53886"/>
                </a:lnTo>
                <a:close/>
                <a:moveTo>
                  <a:pt x="1342661" y="65183"/>
                </a:moveTo>
                <a:lnTo>
                  <a:pt x="1358477" y="67894"/>
                </a:lnTo>
                <a:cubicBezTo>
                  <a:pt x="1356443" y="73674"/>
                  <a:pt x="1353233" y="78075"/>
                  <a:pt x="1348846" y="81097"/>
                </a:cubicBezTo>
                <a:cubicBezTo>
                  <a:pt x="1344459" y="84119"/>
                  <a:pt x="1338971" y="85630"/>
                  <a:pt x="1332381" y="85630"/>
                </a:cubicBezTo>
                <a:cubicBezTo>
                  <a:pt x="1321950" y="85630"/>
                  <a:pt x="1314231" y="82222"/>
                  <a:pt x="1309223" y="75406"/>
                </a:cubicBezTo>
                <a:cubicBezTo>
                  <a:pt x="1305269" y="69946"/>
                  <a:pt x="1303292" y="63055"/>
                  <a:pt x="1303292" y="54733"/>
                </a:cubicBezTo>
                <a:cubicBezTo>
                  <a:pt x="1303292" y="44792"/>
                  <a:pt x="1305890" y="37007"/>
                  <a:pt x="1311086" y="31377"/>
                </a:cubicBezTo>
                <a:cubicBezTo>
                  <a:pt x="1316283" y="25747"/>
                  <a:pt x="1322854" y="22933"/>
                  <a:pt x="1330799" y="22933"/>
                </a:cubicBezTo>
                <a:cubicBezTo>
                  <a:pt x="1339724" y="22933"/>
                  <a:pt x="1346766" y="25879"/>
                  <a:pt x="1351925" y="31772"/>
                </a:cubicBezTo>
                <a:cubicBezTo>
                  <a:pt x="1357083" y="37666"/>
                  <a:pt x="1359550" y="46694"/>
                  <a:pt x="1359324" y="58857"/>
                </a:cubicBezTo>
                <a:lnTo>
                  <a:pt x="1319559" y="58857"/>
                </a:lnTo>
                <a:cubicBezTo>
                  <a:pt x="1319672" y="63564"/>
                  <a:pt x="1320952" y="67226"/>
                  <a:pt x="1323400" y="69843"/>
                </a:cubicBezTo>
                <a:cubicBezTo>
                  <a:pt x="1325848" y="72460"/>
                  <a:pt x="1328898" y="73768"/>
                  <a:pt x="1332550" y="73768"/>
                </a:cubicBezTo>
                <a:cubicBezTo>
                  <a:pt x="1335036" y="73768"/>
                  <a:pt x="1337126" y="73091"/>
                  <a:pt x="1338820" y="71735"/>
                </a:cubicBezTo>
                <a:cubicBezTo>
                  <a:pt x="1340515" y="70379"/>
                  <a:pt x="1341795" y="68195"/>
                  <a:pt x="1342661" y="65183"/>
                </a:cubicBezTo>
                <a:moveTo>
                  <a:pt x="1343565" y="49141"/>
                </a:moveTo>
                <a:cubicBezTo>
                  <a:pt x="1343452" y="44566"/>
                  <a:pt x="1342266" y="41088"/>
                  <a:pt x="1340006" y="38706"/>
                </a:cubicBezTo>
                <a:cubicBezTo>
                  <a:pt x="1337747" y="36324"/>
                  <a:pt x="1334998" y="35133"/>
                  <a:pt x="1331760" y="35133"/>
                </a:cubicBezTo>
                <a:cubicBezTo>
                  <a:pt x="1328295" y="35133"/>
                  <a:pt x="1325433" y="36389"/>
                  <a:pt x="1323174" y="38902"/>
                </a:cubicBezTo>
                <a:cubicBezTo>
                  <a:pt x="1320915" y="41415"/>
                  <a:pt x="1319804" y="44828"/>
                  <a:pt x="1319842" y="49141"/>
                </a:cubicBezTo>
                <a:lnTo>
                  <a:pt x="1343565" y="49141"/>
                </a:lnTo>
                <a:close/>
                <a:moveTo>
                  <a:pt x="1426817" y="84274"/>
                </a:moveTo>
                <a:lnTo>
                  <a:pt x="1410945" y="84274"/>
                </a:lnTo>
                <a:lnTo>
                  <a:pt x="1410945" y="53695"/>
                </a:lnTo>
                <a:cubicBezTo>
                  <a:pt x="1410945" y="47225"/>
                  <a:pt x="1410606" y="43041"/>
                  <a:pt x="1409928" y="41142"/>
                </a:cubicBezTo>
                <a:cubicBezTo>
                  <a:pt x="1409250" y="39242"/>
                  <a:pt x="1408149" y="37766"/>
                  <a:pt x="1406624" y="36713"/>
                </a:cubicBezTo>
                <a:cubicBezTo>
                  <a:pt x="1405099" y="35660"/>
                  <a:pt x="1403263" y="35133"/>
                  <a:pt x="1401117" y="35133"/>
                </a:cubicBezTo>
                <a:cubicBezTo>
                  <a:pt x="1398368" y="35133"/>
                  <a:pt x="1395901" y="35886"/>
                  <a:pt x="1393717" y="37391"/>
                </a:cubicBezTo>
                <a:cubicBezTo>
                  <a:pt x="1391533" y="38895"/>
                  <a:pt x="1390036" y="40888"/>
                  <a:pt x="1389227" y="43371"/>
                </a:cubicBezTo>
                <a:cubicBezTo>
                  <a:pt x="1388417" y="45853"/>
                  <a:pt x="1388012" y="50442"/>
                  <a:pt x="1388012" y="57137"/>
                </a:cubicBezTo>
                <a:lnTo>
                  <a:pt x="1388012" y="84274"/>
                </a:lnTo>
                <a:lnTo>
                  <a:pt x="1372140" y="84274"/>
                </a:lnTo>
                <a:lnTo>
                  <a:pt x="1372140" y="24288"/>
                </a:lnTo>
                <a:lnTo>
                  <a:pt x="1386883" y="24288"/>
                </a:lnTo>
                <a:lnTo>
                  <a:pt x="1386883" y="33100"/>
                </a:lnTo>
                <a:cubicBezTo>
                  <a:pt x="1392117" y="26322"/>
                  <a:pt x="1398707" y="22933"/>
                  <a:pt x="1406652" y="22933"/>
                </a:cubicBezTo>
                <a:cubicBezTo>
                  <a:pt x="1410154" y="22933"/>
                  <a:pt x="1413355" y="23563"/>
                  <a:pt x="1416254" y="24825"/>
                </a:cubicBezTo>
                <a:cubicBezTo>
                  <a:pt x="1419154" y="26086"/>
                  <a:pt x="1421347" y="27696"/>
                  <a:pt x="1422835" y="29654"/>
                </a:cubicBezTo>
                <a:cubicBezTo>
                  <a:pt x="1424322" y="31612"/>
                  <a:pt x="1425358" y="33834"/>
                  <a:pt x="1425941" y="36319"/>
                </a:cubicBezTo>
                <a:cubicBezTo>
                  <a:pt x="1426525" y="38805"/>
                  <a:pt x="1426817" y="42363"/>
                  <a:pt x="1426817" y="46995"/>
                </a:cubicBezTo>
                <a:lnTo>
                  <a:pt x="1426817" y="84274"/>
                </a:lnTo>
                <a:close/>
                <a:moveTo>
                  <a:pt x="1477683" y="65183"/>
                </a:moveTo>
                <a:lnTo>
                  <a:pt x="1493498" y="67894"/>
                </a:lnTo>
                <a:cubicBezTo>
                  <a:pt x="1491465" y="73674"/>
                  <a:pt x="1488255" y="78075"/>
                  <a:pt x="1483868" y="81097"/>
                </a:cubicBezTo>
                <a:cubicBezTo>
                  <a:pt x="1479481" y="84119"/>
                  <a:pt x="1473993" y="85630"/>
                  <a:pt x="1467403" y="85630"/>
                </a:cubicBezTo>
                <a:cubicBezTo>
                  <a:pt x="1456972" y="85630"/>
                  <a:pt x="1449253" y="82222"/>
                  <a:pt x="1444244" y="75406"/>
                </a:cubicBezTo>
                <a:cubicBezTo>
                  <a:pt x="1440290" y="69946"/>
                  <a:pt x="1438313" y="63055"/>
                  <a:pt x="1438313" y="54733"/>
                </a:cubicBezTo>
                <a:cubicBezTo>
                  <a:pt x="1438313" y="44792"/>
                  <a:pt x="1440912" y="37007"/>
                  <a:pt x="1446108" y="31377"/>
                </a:cubicBezTo>
                <a:cubicBezTo>
                  <a:pt x="1451305" y="25747"/>
                  <a:pt x="1457876" y="22933"/>
                  <a:pt x="1465821" y="22933"/>
                </a:cubicBezTo>
                <a:cubicBezTo>
                  <a:pt x="1474746" y="22933"/>
                  <a:pt x="1481787" y="25879"/>
                  <a:pt x="1486946" y="31772"/>
                </a:cubicBezTo>
                <a:cubicBezTo>
                  <a:pt x="1492105" y="37666"/>
                  <a:pt x="1494572" y="46694"/>
                  <a:pt x="1494346" y="58857"/>
                </a:cubicBezTo>
                <a:lnTo>
                  <a:pt x="1454581" y="58857"/>
                </a:lnTo>
                <a:cubicBezTo>
                  <a:pt x="1454694" y="63564"/>
                  <a:pt x="1455974" y="67226"/>
                  <a:pt x="1458422" y="69843"/>
                </a:cubicBezTo>
                <a:cubicBezTo>
                  <a:pt x="1460869" y="72460"/>
                  <a:pt x="1463920" y="73768"/>
                  <a:pt x="1467572" y="73768"/>
                </a:cubicBezTo>
                <a:cubicBezTo>
                  <a:pt x="1470058" y="73768"/>
                  <a:pt x="1472147" y="73091"/>
                  <a:pt x="1473842" y="71735"/>
                </a:cubicBezTo>
                <a:cubicBezTo>
                  <a:pt x="1475536" y="70379"/>
                  <a:pt x="1476817" y="68195"/>
                  <a:pt x="1477683" y="65183"/>
                </a:cubicBezTo>
                <a:moveTo>
                  <a:pt x="1478587" y="49141"/>
                </a:moveTo>
                <a:cubicBezTo>
                  <a:pt x="1478474" y="44566"/>
                  <a:pt x="1477287" y="41088"/>
                  <a:pt x="1475028" y="38706"/>
                </a:cubicBezTo>
                <a:cubicBezTo>
                  <a:pt x="1472769" y="36324"/>
                  <a:pt x="1470020" y="35133"/>
                  <a:pt x="1466781" y="35133"/>
                </a:cubicBezTo>
                <a:cubicBezTo>
                  <a:pt x="1463317" y="35133"/>
                  <a:pt x="1460455" y="36389"/>
                  <a:pt x="1458196" y="38902"/>
                </a:cubicBezTo>
                <a:cubicBezTo>
                  <a:pt x="1455936" y="41415"/>
                  <a:pt x="1454826" y="44828"/>
                  <a:pt x="1454863" y="49141"/>
                </a:cubicBezTo>
                <a:lnTo>
                  <a:pt x="1478587" y="49141"/>
                </a:lnTo>
                <a:close/>
                <a:moveTo>
                  <a:pt x="1522469" y="84274"/>
                </a:moveTo>
                <a:lnTo>
                  <a:pt x="1506597" y="84274"/>
                </a:lnTo>
                <a:lnTo>
                  <a:pt x="1506597" y="24288"/>
                </a:lnTo>
                <a:lnTo>
                  <a:pt x="1521339" y="24288"/>
                </a:lnTo>
                <a:lnTo>
                  <a:pt x="1521339" y="32817"/>
                </a:lnTo>
                <a:cubicBezTo>
                  <a:pt x="1523862" y="28788"/>
                  <a:pt x="1526131" y="26133"/>
                  <a:pt x="1528145" y="24853"/>
                </a:cubicBezTo>
                <a:cubicBezTo>
                  <a:pt x="1530160" y="23573"/>
                  <a:pt x="1532448" y="22933"/>
                  <a:pt x="1535008" y="22933"/>
                </a:cubicBezTo>
                <a:cubicBezTo>
                  <a:pt x="1538623" y="22933"/>
                  <a:pt x="1542106" y="23930"/>
                  <a:pt x="1545458" y="25926"/>
                </a:cubicBezTo>
                <a:lnTo>
                  <a:pt x="1540544" y="39765"/>
                </a:lnTo>
                <a:cubicBezTo>
                  <a:pt x="1537870" y="38033"/>
                  <a:pt x="1535385" y="37167"/>
                  <a:pt x="1533088" y="37167"/>
                </a:cubicBezTo>
                <a:cubicBezTo>
                  <a:pt x="1530866" y="37167"/>
                  <a:pt x="1528983" y="37779"/>
                  <a:pt x="1527439" y="39002"/>
                </a:cubicBezTo>
                <a:cubicBezTo>
                  <a:pt x="1525896" y="40226"/>
                  <a:pt x="1524681" y="42438"/>
                  <a:pt x="1523796" y="45639"/>
                </a:cubicBezTo>
                <a:cubicBezTo>
                  <a:pt x="1522911" y="48840"/>
                  <a:pt x="1522469" y="55543"/>
                  <a:pt x="1522469" y="65748"/>
                </a:cubicBezTo>
                <a:lnTo>
                  <a:pt x="1522469" y="84274"/>
                </a:lnTo>
                <a:close/>
                <a:moveTo>
                  <a:pt x="1564148" y="42815"/>
                </a:moveTo>
                <a:lnTo>
                  <a:pt x="1549744" y="40217"/>
                </a:lnTo>
                <a:cubicBezTo>
                  <a:pt x="1551363" y="34341"/>
                  <a:pt x="1554150" y="29992"/>
                  <a:pt x="1558104" y="27169"/>
                </a:cubicBezTo>
                <a:cubicBezTo>
                  <a:pt x="1562058" y="24345"/>
                  <a:pt x="1567932" y="22933"/>
                  <a:pt x="1575727" y="22933"/>
                </a:cubicBezTo>
                <a:cubicBezTo>
                  <a:pt x="1582806" y="22933"/>
                  <a:pt x="1588078" y="23770"/>
                  <a:pt x="1591542" y="25446"/>
                </a:cubicBezTo>
                <a:cubicBezTo>
                  <a:pt x="1595007" y="27122"/>
                  <a:pt x="1597445" y="29249"/>
                  <a:pt x="1598857" y="31829"/>
                </a:cubicBezTo>
                <a:cubicBezTo>
                  <a:pt x="1600269" y="34408"/>
                  <a:pt x="1600975" y="39144"/>
                  <a:pt x="1600975" y="46035"/>
                </a:cubicBezTo>
                <a:lnTo>
                  <a:pt x="1600806" y="64561"/>
                </a:lnTo>
                <a:cubicBezTo>
                  <a:pt x="1600806" y="69833"/>
                  <a:pt x="1601060" y="73721"/>
                  <a:pt x="1601568" y="76225"/>
                </a:cubicBezTo>
                <a:cubicBezTo>
                  <a:pt x="1602077" y="78730"/>
                  <a:pt x="1603028" y="81413"/>
                  <a:pt x="1604421" y="84274"/>
                </a:cubicBezTo>
                <a:lnTo>
                  <a:pt x="1588718" y="84274"/>
                </a:lnTo>
                <a:cubicBezTo>
                  <a:pt x="1588304" y="83220"/>
                  <a:pt x="1587796" y="81657"/>
                  <a:pt x="1587193" y="79586"/>
                </a:cubicBezTo>
                <a:cubicBezTo>
                  <a:pt x="1586930" y="78645"/>
                  <a:pt x="1586741" y="78023"/>
                  <a:pt x="1586628" y="77722"/>
                </a:cubicBezTo>
                <a:cubicBezTo>
                  <a:pt x="1583917" y="80358"/>
                  <a:pt x="1581018" y="82335"/>
                  <a:pt x="1577930" y="83653"/>
                </a:cubicBezTo>
                <a:cubicBezTo>
                  <a:pt x="1574842" y="84971"/>
                  <a:pt x="1571547" y="85630"/>
                  <a:pt x="1568045" y="85630"/>
                </a:cubicBezTo>
                <a:cubicBezTo>
                  <a:pt x="1561869" y="85630"/>
                  <a:pt x="1557002" y="83961"/>
                  <a:pt x="1553444" y="80624"/>
                </a:cubicBezTo>
                <a:cubicBezTo>
                  <a:pt x="1549885" y="77287"/>
                  <a:pt x="1548106" y="73068"/>
                  <a:pt x="1548106" y="67968"/>
                </a:cubicBezTo>
                <a:cubicBezTo>
                  <a:pt x="1548106" y="64593"/>
                  <a:pt x="1548916" y="61584"/>
                  <a:pt x="1550535" y="58941"/>
                </a:cubicBezTo>
                <a:cubicBezTo>
                  <a:pt x="1552154" y="56297"/>
                  <a:pt x="1554423" y="54272"/>
                  <a:pt x="1557341" y="52866"/>
                </a:cubicBezTo>
                <a:cubicBezTo>
                  <a:pt x="1560260" y="51459"/>
                  <a:pt x="1564468" y="50232"/>
                  <a:pt x="1569965" y="49182"/>
                </a:cubicBezTo>
                <a:cubicBezTo>
                  <a:pt x="1577384" y="47794"/>
                  <a:pt x="1582524" y="46501"/>
                  <a:pt x="1585386" y="45300"/>
                </a:cubicBezTo>
                <a:lnTo>
                  <a:pt x="1585386" y="43701"/>
                </a:lnTo>
                <a:cubicBezTo>
                  <a:pt x="1585386" y="40617"/>
                  <a:pt x="1584633" y="38418"/>
                  <a:pt x="1583126" y="37105"/>
                </a:cubicBezTo>
                <a:cubicBezTo>
                  <a:pt x="1581620" y="35790"/>
                  <a:pt x="1578777" y="35133"/>
                  <a:pt x="1574597" y="35133"/>
                </a:cubicBezTo>
                <a:cubicBezTo>
                  <a:pt x="1571773" y="35133"/>
                  <a:pt x="1569570" y="35702"/>
                  <a:pt x="1567989" y="36838"/>
                </a:cubicBezTo>
                <a:cubicBezTo>
                  <a:pt x="1566407" y="37974"/>
                  <a:pt x="1565127" y="39966"/>
                  <a:pt x="1564148" y="42815"/>
                </a:cubicBezTo>
                <a:moveTo>
                  <a:pt x="1585386" y="55693"/>
                </a:moveTo>
                <a:cubicBezTo>
                  <a:pt x="1583352" y="56363"/>
                  <a:pt x="1580133" y="57163"/>
                  <a:pt x="1575727" y="58094"/>
                </a:cubicBezTo>
                <a:cubicBezTo>
                  <a:pt x="1571321" y="59024"/>
                  <a:pt x="1568440" y="59935"/>
                  <a:pt x="1567085" y="60828"/>
                </a:cubicBezTo>
                <a:cubicBezTo>
                  <a:pt x="1565014" y="62279"/>
                  <a:pt x="1563978" y="64121"/>
                  <a:pt x="1563978" y="66353"/>
                </a:cubicBezTo>
                <a:cubicBezTo>
                  <a:pt x="1563978" y="68549"/>
                  <a:pt x="1564807" y="70447"/>
                  <a:pt x="1566463" y="72047"/>
                </a:cubicBezTo>
                <a:cubicBezTo>
                  <a:pt x="1568120" y="73647"/>
                  <a:pt x="1570229" y="74446"/>
                  <a:pt x="1572790" y="74446"/>
                </a:cubicBezTo>
                <a:cubicBezTo>
                  <a:pt x="1575652" y="74446"/>
                  <a:pt x="1578382" y="73516"/>
                  <a:pt x="1580980" y="71655"/>
                </a:cubicBezTo>
                <a:cubicBezTo>
                  <a:pt x="1582900" y="70242"/>
                  <a:pt x="1584162" y="68512"/>
                  <a:pt x="1584764" y="66464"/>
                </a:cubicBezTo>
                <a:cubicBezTo>
                  <a:pt x="1585179" y="65125"/>
                  <a:pt x="1585386" y="62577"/>
                  <a:pt x="1585386" y="58819"/>
                </a:cubicBezTo>
                <a:lnTo>
                  <a:pt x="1585386" y="55693"/>
                </a:lnTo>
                <a:close/>
                <a:moveTo>
                  <a:pt x="1644123" y="24288"/>
                </a:moveTo>
                <a:lnTo>
                  <a:pt x="1644123" y="36941"/>
                </a:lnTo>
                <a:lnTo>
                  <a:pt x="1633278" y="36941"/>
                </a:lnTo>
                <a:lnTo>
                  <a:pt x="1633278" y="61077"/>
                </a:lnTo>
                <a:cubicBezTo>
                  <a:pt x="1633278" y="65965"/>
                  <a:pt x="1633382" y="68814"/>
                  <a:pt x="1633589" y="69622"/>
                </a:cubicBezTo>
                <a:cubicBezTo>
                  <a:pt x="1633796" y="70429"/>
                  <a:pt x="1634267" y="71097"/>
                  <a:pt x="1635001" y="71624"/>
                </a:cubicBezTo>
                <a:cubicBezTo>
                  <a:pt x="1635735" y="72150"/>
                  <a:pt x="1636630" y="72413"/>
                  <a:pt x="1637684" y="72413"/>
                </a:cubicBezTo>
                <a:cubicBezTo>
                  <a:pt x="1639153" y="72413"/>
                  <a:pt x="1641280" y="71904"/>
                  <a:pt x="1644067" y="70888"/>
                </a:cubicBezTo>
                <a:lnTo>
                  <a:pt x="1645422" y="83247"/>
                </a:lnTo>
                <a:cubicBezTo>
                  <a:pt x="1641732" y="84836"/>
                  <a:pt x="1637552" y="85630"/>
                  <a:pt x="1632883" y="85630"/>
                </a:cubicBezTo>
                <a:cubicBezTo>
                  <a:pt x="1630021" y="85630"/>
                  <a:pt x="1627442" y="85150"/>
                  <a:pt x="1625144" y="84190"/>
                </a:cubicBezTo>
                <a:cubicBezTo>
                  <a:pt x="1622847" y="83229"/>
                  <a:pt x="1621162" y="81987"/>
                  <a:pt x="1620089" y="80462"/>
                </a:cubicBezTo>
                <a:cubicBezTo>
                  <a:pt x="1619016" y="78937"/>
                  <a:pt x="1618272" y="76875"/>
                  <a:pt x="1617858" y="74277"/>
                </a:cubicBezTo>
                <a:cubicBezTo>
                  <a:pt x="1617519" y="72432"/>
                  <a:pt x="1617350" y="68704"/>
                  <a:pt x="1617350" y="63093"/>
                </a:cubicBezTo>
                <a:lnTo>
                  <a:pt x="1617350" y="36941"/>
                </a:lnTo>
                <a:lnTo>
                  <a:pt x="1610063" y="36941"/>
                </a:lnTo>
                <a:lnTo>
                  <a:pt x="1610063" y="24288"/>
                </a:lnTo>
                <a:lnTo>
                  <a:pt x="1617350" y="24288"/>
                </a:lnTo>
                <a:lnTo>
                  <a:pt x="1617350" y="12314"/>
                </a:lnTo>
                <a:lnTo>
                  <a:pt x="1633278" y="2937"/>
                </a:lnTo>
                <a:lnTo>
                  <a:pt x="1633278" y="24288"/>
                </a:lnTo>
                <a:lnTo>
                  <a:pt x="1644123" y="24288"/>
                </a:lnTo>
                <a:close/>
                <a:moveTo>
                  <a:pt x="1655148" y="16154"/>
                </a:moveTo>
                <a:lnTo>
                  <a:pt x="1655148" y="1469"/>
                </a:lnTo>
                <a:lnTo>
                  <a:pt x="1671020" y="1469"/>
                </a:lnTo>
                <a:lnTo>
                  <a:pt x="1671020" y="16154"/>
                </a:lnTo>
                <a:lnTo>
                  <a:pt x="1655148" y="16154"/>
                </a:lnTo>
                <a:moveTo>
                  <a:pt x="1655148" y="84274"/>
                </a:moveTo>
                <a:lnTo>
                  <a:pt x="1655148" y="24288"/>
                </a:lnTo>
                <a:lnTo>
                  <a:pt x="1671020" y="24288"/>
                </a:lnTo>
                <a:lnTo>
                  <a:pt x="1671020" y="84274"/>
                </a:lnTo>
                <a:lnTo>
                  <a:pt x="1655148" y="84274"/>
                </a:lnTo>
                <a:close/>
                <a:moveTo>
                  <a:pt x="1683647" y="53434"/>
                </a:moveTo>
                <a:cubicBezTo>
                  <a:pt x="1683647" y="48162"/>
                  <a:pt x="1684946" y="43060"/>
                  <a:pt x="1687544" y="38127"/>
                </a:cubicBezTo>
                <a:cubicBezTo>
                  <a:pt x="1690143" y="33194"/>
                  <a:pt x="1693824" y="29428"/>
                  <a:pt x="1698587" y="26830"/>
                </a:cubicBezTo>
                <a:cubicBezTo>
                  <a:pt x="1703351" y="24232"/>
                  <a:pt x="1708670" y="22933"/>
                  <a:pt x="1714544" y="22933"/>
                </a:cubicBezTo>
                <a:cubicBezTo>
                  <a:pt x="1723619" y="22933"/>
                  <a:pt x="1731056" y="25879"/>
                  <a:pt x="1736855" y="31772"/>
                </a:cubicBezTo>
                <a:cubicBezTo>
                  <a:pt x="1742654" y="37666"/>
                  <a:pt x="1745554" y="45112"/>
                  <a:pt x="1745554" y="54112"/>
                </a:cubicBezTo>
                <a:cubicBezTo>
                  <a:pt x="1745554" y="63187"/>
                  <a:pt x="1742626" y="70709"/>
                  <a:pt x="1736770" y="76677"/>
                </a:cubicBezTo>
                <a:cubicBezTo>
                  <a:pt x="1730915" y="82646"/>
                  <a:pt x="1723544" y="85630"/>
                  <a:pt x="1714657" y="85630"/>
                </a:cubicBezTo>
                <a:cubicBezTo>
                  <a:pt x="1709159" y="85630"/>
                  <a:pt x="1703915" y="84387"/>
                  <a:pt x="1698926" y="81902"/>
                </a:cubicBezTo>
                <a:cubicBezTo>
                  <a:pt x="1693937" y="79417"/>
                  <a:pt x="1690143" y="75774"/>
                  <a:pt x="1687544" y="70972"/>
                </a:cubicBezTo>
                <a:cubicBezTo>
                  <a:pt x="1684946" y="66171"/>
                  <a:pt x="1683647" y="60325"/>
                  <a:pt x="1683647" y="53434"/>
                </a:cubicBezTo>
                <a:moveTo>
                  <a:pt x="1699914" y="54281"/>
                </a:moveTo>
                <a:cubicBezTo>
                  <a:pt x="1699914" y="60212"/>
                  <a:pt x="1701327" y="64754"/>
                  <a:pt x="1704151" y="67908"/>
                </a:cubicBezTo>
                <a:cubicBezTo>
                  <a:pt x="1706975" y="71062"/>
                  <a:pt x="1710458" y="72639"/>
                  <a:pt x="1714600" y="72639"/>
                </a:cubicBezTo>
                <a:cubicBezTo>
                  <a:pt x="1718743" y="72639"/>
                  <a:pt x="1722216" y="71062"/>
                  <a:pt x="1725022" y="67908"/>
                </a:cubicBezTo>
                <a:cubicBezTo>
                  <a:pt x="1727827" y="64754"/>
                  <a:pt x="1729230" y="60174"/>
                  <a:pt x="1729230" y="54168"/>
                </a:cubicBezTo>
                <a:cubicBezTo>
                  <a:pt x="1729230" y="48313"/>
                  <a:pt x="1727827" y="43808"/>
                  <a:pt x="1725022" y="40654"/>
                </a:cubicBezTo>
                <a:cubicBezTo>
                  <a:pt x="1722216" y="37501"/>
                  <a:pt x="1718743" y="35924"/>
                  <a:pt x="1714600" y="35924"/>
                </a:cubicBezTo>
                <a:cubicBezTo>
                  <a:pt x="1710458" y="35924"/>
                  <a:pt x="1706975" y="37501"/>
                  <a:pt x="1704151" y="40654"/>
                </a:cubicBezTo>
                <a:cubicBezTo>
                  <a:pt x="1701327" y="43808"/>
                  <a:pt x="1699914" y="48350"/>
                  <a:pt x="1699914" y="54281"/>
                </a:cubicBezTo>
                <a:close/>
                <a:moveTo>
                  <a:pt x="1812574" y="84274"/>
                </a:moveTo>
                <a:lnTo>
                  <a:pt x="1796702" y="84274"/>
                </a:lnTo>
                <a:lnTo>
                  <a:pt x="1796702" y="53695"/>
                </a:lnTo>
                <a:cubicBezTo>
                  <a:pt x="1796702" y="47225"/>
                  <a:pt x="1796363" y="43041"/>
                  <a:pt x="1795685" y="41142"/>
                </a:cubicBezTo>
                <a:cubicBezTo>
                  <a:pt x="1795008" y="39242"/>
                  <a:pt x="1793906" y="37766"/>
                  <a:pt x="1792381" y="36713"/>
                </a:cubicBezTo>
                <a:cubicBezTo>
                  <a:pt x="1790856" y="35660"/>
                  <a:pt x="1789020" y="35133"/>
                  <a:pt x="1786874" y="35133"/>
                </a:cubicBezTo>
                <a:cubicBezTo>
                  <a:pt x="1784125" y="35133"/>
                  <a:pt x="1781659" y="35886"/>
                  <a:pt x="1779474" y="37391"/>
                </a:cubicBezTo>
                <a:cubicBezTo>
                  <a:pt x="1777290" y="38895"/>
                  <a:pt x="1775794" y="40888"/>
                  <a:pt x="1774984" y="43371"/>
                </a:cubicBezTo>
                <a:cubicBezTo>
                  <a:pt x="1774174" y="45853"/>
                  <a:pt x="1773770" y="50442"/>
                  <a:pt x="1773770" y="57137"/>
                </a:cubicBezTo>
                <a:lnTo>
                  <a:pt x="1773770" y="84274"/>
                </a:lnTo>
                <a:lnTo>
                  <a:pt x="1757898" y="84274"/>
                </a:lnTo>
                <a:lnTo>
                  <a:pt x="1757898" y="24288"/>
                </a:lnTo>
                <a:lnTo>
                  <a:pt x="1772640" y="24288"/>
                </a:lnTo>
                <a:lnTo>
                  <a:pt x="1772640" y="33100"/>
                </a:lnTo>
                <a:cubicBezTo>
                  <a:pt x="1777874" y="26322"/>
                  <a:pt x="1784464" y="22933"/>
                  <a:pt x="1792409" y="22933"/>
                </a:cubicBezTo>
                <a:cubicBezTo>
                  <a:pt x="1795911" y="22933"/>
                  <a:pt x="1799112" y="23563"/>
                  <a:pt x="1802012" y="24825"/>
                </a:cubicBezTo>
                <a:cubicBezTo>
                  <a:pt x="1804911" y="26086"/>
                  <a:pt x="1807105" y="27696"/>
                  <a:pt x="1808592" y="29654"/>
                </a:cubicBezTo>
                <a:cubicBezTo>
                  <a:pt x="1810079" y="31612"/>
                  <a:pt x="1811115" y="33834"/>
                  <a:pt x="1811699" y="36319"/>
                </a:cubicBezTo>
                <a:cubicBezTo>
                  <a:pt x="1812282" y="38805"/>
                  <a:pt x="1812574" y="42363"/>
                  <a:pt x="1812574" y="46995"/>
                </a:cubicBezTo>
                <a:lnTo>
                  <a:pt x="1812574" y="8427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6F822B-CC35-4856-A098-9660D27B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541" y="335839"/>
            <a:ext cx="5754426" cy="1802674"/>
          </a:xfrm>
          <a:custGeom xmlns:a="http://schemas.openxmlformats.org/drawingml/2006/main">
            <a:pathLst>
              <a:path w="5754426" h="1802674" fill="none">
                <a:moveTo>
                  <a:pt x="0" y="863903"/>
                </a:moveTo>
                <a:lnTo>
                  <a:pt x="1900113" y="863903"/>
                </a:lnTo>
                <a:lnTo>
                  <a:pt x="1900113" y="0"/>
                </a:lnTo>
                <a:lnTo>
                  <a:pt x="0" y="0"/>
                </a:lnTo>
                <a:lnTo>
                  <a:pt x="0" y="863903"/>
                </a:lnTo>
                <a:close/>
                <a:moveTo>
                  <a:pt x="2784738" y="1802674"/>
                </a:moveTo>
                <a:lnTo>
                  <a:pt x="5754426" y="1802674"/>
                </a:lnTo>
                <a:lnTo>
                  <a:pt x="5754426" y="0"/>
                </a:lnTo>
                <a:lnTo>
                  <a:pt x="2784738" y="0"/>
                </a:lnTo>
                <a:lnTo>
                  <a:pt x="2784738" y="180267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72" cap="flat">
            <a:solidFill>
              <a:srgbClr val="001D3E"/>
            </a:solidFill>
            <a:custDash>
              <a:ds d="400000" sp="300000"/>
            </a:custDash>
            <a:miter/>
          </a:ln>
        </p:spPr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a24b4a37e4b60"/>
          <a:stretch xmlns:a="http://schemas.openxmlformats.org/drawingml/2006/main"/>
        </p:blipFill>
        <p:spPr>
          <a:xfrm xmlns:a="http://schemas.openxmlformats.org/drawingml/2006/main">
            <a:off x="7587572" y="1331521"/>
            <a:ext cx="714744" cy="462724"/>
          </a:xfrm>
          <a:prstGeom xmlns:a="http://schemas.openxmlformats.org/drawingml/2006/main" prst="rect">
            <a:avLst/>
          </a:prstGeom>
        </p:spPr>
      </p:pic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00aeb677d4100"/>
          <a:stretch xmlns:a="http://schemas.openxmlformats.org/drawingml/2006/main"/>
        </p:blipFill>
        <p:spPr>
          <a:xfrm xmlns:a="http://schemas.openxmlformats.org/drawingml/2006/main">
            <a:off x="7614126" y="1341290"/>
            <a:ext cx="663541" cy="410566"/>
          </a:xfrm>
          <a:prstGeom xmlns:a="http://schemas.openxmlformats.org/drawingml/2006/main" prst="rect">
            <a:avLst/>
          </a:prstGeom>
        </p:spPr>
      </p:pic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C33C91-855E-4D2B-AB92-6365A6B6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4126" y="1341270"/>
            <a:ext cx="663541" cy="410605"/>
          </a:xfrm>
          <a:custGeom xmlns:a="http://schemas.openxmlformats.org/drawingml/2006/main">
            <a:pathLst>
              <a:path w="663541" h="410605" fill="none">
                <a:moveTo>
                  <a:pt x="0" y="0"/>
                </a:moveTo>
                <a:lnTo>
                  <a:pt x="0" y="410605"/>
                </a:lnTo>
                <a:lnTo>
                  <a:pt x="663541" y="410605"/>
                </a:lnTo>
                <a:lnTo>
                  <a:pt x="663541" y="0"/>
                </a:lnTo>
                <a:lnTo>
                  <a:pt x="0" y="0"/>
                </a:lnTo>
                <a:close/>
                <a:moveTo>
                  <a:pt x="0" y="410605"/>
                </a:moveTo>
                <a:close/>
              </a:path>
            </a:pathLst>
          </a:custGeom>
          <a:noFill xmlns:a="http://schemas.openxmlformats.org/drawingml/2006/main"/>
          <a:ln xmlns:a="http://schemas.openxmlformats.org/drawingml/2006/main" w="5772" cap="flat">
            <a:solidFill>
              <a:srgbClr val="001D3E"/>
            </a:solidFill>
            <a:miter/>
          </a:ln>
        </p:spPr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2e23c0d70443f"/>
          <a:stretch xmlns:a="http://schemas.openxmlformats.org/drawingml/2006/main"/>
        </p:blipFill>
        <p:spPr>
          <a:xfrm xmlns:a="http://schemas.openxmlformats.org/drawingml/2006/main">
            <a:off x="9783482" y="1331521"/>
            <a:ext cx="623851" cy="462724"/>
          </a:xfrm>
          <a:prstGeom xmlns:a="http://schemas.openxmlformats.org/drawingml/2006/main" prst="rect">
            <a:avLst/>
          </a:prstGeom>
        </p:spPr>
      </p:pic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25adbd58049b0"/>
          <a:stretch xmlns:a="http://schemas.openxmlformats.org/drawingml/2006/main"/>
        </p:blipFill>
        <p:spPr>
          <a:xfrm xmlns:a="http://schemas.openxmlformats.org/drawingml/2006/main">
            <a:off x="9809979" y="1341270"/>
            <a:ext cx="572358" cy="410605"/>
          </a:xfrm>
          <a:prstGeom xmlns:a="http://schemas.openxmlformats.org/drawingml/2006/main" prst="rect">
            <a:avLst/>
          </a:prstGeom>
        </p:spPr>
      </p:pic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E04B4-3C27-48FC-AAFB-425BDFCB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787" y="1341270"/>
            <a:ext cx="572741" cy="410605"/>
          </a:xfrm>
          <a:custGeom xmlns:a="http://schemas.openxmlformats.org/drawingml/2006/main">
            <a:pathLst>
              <a:path w="572741" h="410605" fill="none">
                <a:moveTo>
                  <a:pt x="0" y="0"/>
                </a:moveTo>
                <a:lnTo>
                  <a:pt x="0" y="410605"/>
                </a:lnTo>
                <a:lnTo>
                  <a:pt x="572741" y="410605"/>
                </a:lnTo>
                <a:lnTo>
                  <a:pt x="572741" y="0"/>
                </a:lnTo>
                <a:lnTo>
                  <a:pt x="0" y="0"/>
                </a:lnTo>
                <a:close/>
                <a:moveTo>
                  <a:pt x="0" y="410605"/>
                </a:moveTo>
                <a:close/>
              </a:path>
            </a:pathLst>
          </a:custGeom>
          <a:noFill xmlns:a="http://schemas.openxmlformats.org/drawingml/2006/main"/>
          <a:ln xmlns:a="http://schemas.openxmlformats.org/drawingml/2006/main" w="5772" cap="flat">
            <a:solidFill>
              <a:srgbClr val="231F20"/>
            </a:solidFill>
            <a:miter/>
          </a:ln>
        </p:spPr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d2e30d2d14b56"/>
          <a:stretch xmlns:a="http://schemas.openxmlformats.org/drawingml/2006/main"/>
        </p:blipFill>
        <p:spPr>
          <a:xfrm xmlns:a="http://schemas.openxmlformats.org/drawingml/2006/main">
            <a:off x="8516848" y="764217"/>
            <a:ext cx="955050" cy="264603"/>
          </a:xfrm>
          <a:prstGeom xmlns:a="http://schemas.openxmlformats.org/drawingml/2006/main" prst="rect">
            <a:avLst/>
          </a:prstGeom>
        </p:spPr>
      </p:pic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6d82f11634646"/>
          <a:stretch xmlns:a="http://schemas.openxmlformats.org/drawingml/2006/main"/>
        </p:blipFill>
        <p:spPr>
          <a:xfrm xmlns:a="http://schemas.openxmlformats.org/drawingml/2006/main">
            <a:off x="8516762" y="1028830"/>
            <a:ext cx="955223" cy="29072"/>
          </a:xfrm>
          <a:prstGeom xmlns:a="http://schemas.openxmlformats.org/drawingml/2006/main" prst="rect">
            <a:avLst/>
          </a:prstGeom>
        </p:spPr>
      </p:pic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6e9f4738c4f3d"/>
          <a:stretch xmlns:a="http://schemas.openxmlformats.org/drawingml/2006/main"/>
        </p:blipFill>
        <p:spPr>
          <a:xfrm xmlns:a="http://schemas.openxmlformats.org/drawingml/2006/main">
            <a:off x="9012152" y="1028863"/>
            <a:ext cx="136749" cy="29007"/>
          </a:xfrm>
          <a:prstGeom xmlns:a="http://schemas.openxmlformats.org/drawingml/2006/main" prst="rect">
            <a:avLst/>
          </a:prstGeom>
        </p:spPr>
      </p:pic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c9a9ff6694d0c"/>
          <a:stretch xmlns:a="http://schemas.openxmlformats.org/drawingml/2006/main"/>
        </p:blipFill>
        <p:spPr>
          <a:xfrm xmlns:a="http://schemas.openxmlformats.org/drawingml/2006/main">
            <a:off x="9027507" y="1052798"/>
            <a:ext cx="107367" cy="4130"/>
          </a:xfrm>
          <a:prstGeom xmlns:a="http://schemas.openxmlformats.org/drawingml/2006/main" prst="rect">
            <a:avLst/>
          </a:prstGeom>
        </p:spPr>
      </p:pic>
      <p:sp>
        <p:nvSpPr>
          <p:cNvPr id="48" name="Text �">
            <a:extLst xmlns:a="http://schemas.openxmlformats.org/drawingml/2006/main">
              <a:ext uri="{FF2B5EF4-FFF2-40B4-BE49-F238E27FC236}">
                <a16:creationId xmlns:a16="http://schemas.microsoft.com/office/drawing/2014/main" id="{D6742B11-6FB9-4AF8-B6D9-F7A56C21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386" y="1051812"/>
            <a:ext cx="52463" cy="6101"/>
          </a:xfrm>
          <a:custGeom xmlns:a="http://schemas.openxmlformats.org/drawingml/2006/main">
            <a:pathLst>
              <a:path w="52463" h="6101">
                <a:moveTo>
                  <a:pt x="51949" y="5797"/>
                </a:moveTo>
                <a:lnTo>
                  <a:pt x="50997" y="5271"/>
                </a:lnTo>
                <a:lnTo>
                  <a:pt x="50049" y="4785"/>
                </a:lnTo>
                <a:lnTo>
                  <a:pt x="49104" y="4339"/>
                </a:lnTo>
                <a:lnTo>
                  <a:pt x="48164" y="3933"/>
                </a:lnTo>
                <a:lnTo>
                  <a:pt x="47228" y="3567"/>
                </a:lnTo>
                <a:lnTo>
                  <a:pt x="46296" y="3241"/>
                </a:lnTo>
                <a:lnTo>
                  <a:pt x="45367" y="2955"/>
                </a:lnTo>
                <a:lnTo>
                  <a:pt x="44443" y="2709"/>
                </a:lnTo>
                <a:lnTo>
                  <a:pt x="43527" y="2488"/>
                </a:lnTo>
                <a:lnTo>
                  <a:pt x="42627" y="2276"/>
                </a:lnTo>
                <a:lnTo>
                  <a:pt x="41742" y="2074"/>
                </a:lnTo>
                <a:lnTo>
                  <a:pt x="40872" y="1881"/>
                </a:lnTo>
                <a:lnTo>
                  <a:pt x="40016" y="1697"/>
                </a:lnTo>
                <a:lnTo>
                  <a:pt x="39175" y="1523"/>
                </a:lnTo>
                <a:lnTo>
                  <a:pt x="38350" y="1358"/>
                </a:lnTo>
                <a:lnTo>
                  <a:pt x="37539" y="1203"/>
                </a:lnTo>
                <a:lnTo>
                  <a:pt x="36743" y="1057"/>
                </a:lnTo>
                <a:lnTo>
                  <a:pt x="35962" y="921"/>
                </a:lnTo>
                <a:lnTo>
                  <a:pt x="35196" y="793"/>
                </a:lnTo>
                <a:lnTo>
                  <a:pt x="34445" y="676"/>
                </a:lnTo>
                <a:lnTo>
                  <a:pt x="33709" y="568"/>
                </a:lnTo>
                <a:lnTo>
                  <a:pt x="32987" y="469"/>
                </a:lnTo>
                <a:lnTo>
                  <a:pt x="32281" y="379"/>
                </a:lnTo>
                <a:lnTo>
                  <a:pt x="31589" y="299"/>
                </a:lnTo>
                <a:lnTo>
                  <a:pt x="30913" y="229"/>
                </a:lnTo>
                <a:lnTo>
                  <a:pt x="30251" y="167"/>
                </a:lnTo>
                <a:lnTo>
                  <a:pt x="29604" y="116"/>
                </a:lnTo>
                <a:lnTo>
                  <a:pt x="28972" y="73"/>
                </a:lnTo>
                <a:lnTo>
                  <a:pt x="28355" y="40"/>
                </a:lnTo>
                <a:lnTo>
                  <a:pt x="27753" y="17"/>
                </a:lnTo>
                <a:lnTo>
                  <a:pt x="27166" y="3"/>
                </a:lnTo>
                <a:lnTo>
                  <a:pt x="26842" y="0"/>
                </a:lnTo>
                <a:lnTo>
                  <a:pt x="26353" y="0"/>
                </a:lnTo>
                <a:lnTo>
                  <a:pt x="25946" y="3"/>
                </a:lnTo>
                <a:lnTo>
                  <a:pt x="25285" y="20"/>
                </a:lnTo>
                <a:lnTo>
                  <a:pt x="24610" y="47"/>
                </a:lnTo>
                <a:lnTo>
                  <a:pt x="23920" y="86"/>
                </a:lnTo>
                <a:lnTo>
                  <a:pt x="23216" y="135"/>
                </a:lnTo>
                <a:lnTo>
                  <a:pt x="22498" y="196"/>
                </a:lnTo>
                <a:lnTo>
                  <a:pt x="21767" y="267"/>
                </a:lnTo>
                <a:lnTo>
                  <a:pt x="21020" y="349"/>
                </a:lnTo>
                <a:lnTo>
                  <a:pt x="20260" y="443"/>
                </a:lnTo>
                <a:lnTo>
                  <a:pt x="19486" y="547"/>
                </a:lnTo>
                <a:lnTo>
                  <a:pt x="18698" y="662"/>
                </a:lnTo>
                <a:lnTo>
                  <a:pt x="17895" y="789"/>
                </a:lnTo>
                <a:lnTo>
                  <a:pt x="17078" y="926"/>
                </a:lnTo>
                <a:lnTo>
                  <a:pt x="16248" y="1074"/>
                </a:lnTo>
                <a:lnTo>
                  <a:pt x="15403" y="1234"/>
                </a:lnTo>
                <a:lnTo>
                  <a:pt x="14544" y="1404"/>
                </a:lnTo>
                <a:lnTo>
                  <a:pt x="13670" y="1585"/>
                </a:lnTo>
                <a:lnTo>
                  <a:pt x="12783" y="1777"/>
                </a:lnTo>
                <a:lnTo>
                  <a:pt x="11882" y="1980"/>
                </a:lnTo>
                <a:lnTo>
                  <a:pt x="10966" y="2195"/>
                </a:lnTo>
                <a:lnTo>
                  <a:pt x="10037" y="2420"/>
                </a:lnTo>
                <a:lnTo>
                  <a:pt x="9093" y="2656"/>
                </a:lnTo>
                <a:lnTo>
                  <a:pt x="8135" y="2903"/>
                </a:lnTo>
                <a:lnTo>
                  <a:pt x="7163" y="3161"/>
                </a:lnTo>
                <a:lnTo>
                  <a:pt x="6184" y="3443"/>
                </a:lnTo>
                <a:lnTo>
                  <a:pt x="5205" y="3764"/>
                </a:lnTo>
                <a:lnTo>
                  <a:pt x="4226" y="4121"/>
                </a:lnTo>
                <a:lnTo>
                  <a:pt x="3247" y="4517"/>
                </a:lnTo>
                <a:lnTo>
                  <a:pt x="2268" y="4950"/>
                </a:lnTo>
                <a:lnTo>
                  <a:pt x="1289" y="5420"/>
                </a:lnTo>
                <a:lnTo>
                  <a:pt x="310" y="5929"/>
                </a:lnTo>
                <a:lnTo>
                  <a:pt x="0" y="6101"/>
                </a:lnTo>
                <a:lnTo>
                  <a:pt x="9543" y="6101"/>
                </a:lnTo>
                <a:lnTo>
                  <a:pt x="10030" y="5929"/>
                </a:lnTo>
                <a:lnTo>
                  <a:pt x="11556" y="5446"/>
                </a:lnTo>
                <a:lnTo>
                  <a:pt x="13105" y="5012"/>
                </a:lnTo>
                <a:lnTo>
                  <a:pt x="14675" y="4630"/>
                </a:lnTo>
                <a:lnTo>
                  <a:pt x="16268" y="4297"/>
                </a:lnTo>
                <a:lnTo>
                  <a:pt x="17882" y="4015"/>
                </a:lnTo>
                <a:lnTo>
                  <a:pt x="19519" y="3782"/>
                </a:lnTo>
                <a:lnTo>
                  <a:pt x="21177" y="3600"/>
                </a:lnTo>
                <a:lnTo>
                  <a:pt x="22858" y="3469"/>
                </a:lnTo>
                <a:lnTo>
                  <a:pt x="24560" y="3387"/>
                </a:lnTo>
                <a:lnTo>
                  <a:pt x="26263" y="3356"/>
                </a:lnTo>
                <a:lnTo>
                  <a:pt x="27946" y="3374"/>
                </a:lnTo>
                <a:lnTo>
                  <a:pt x="29608" y="3443"/>
                </a:lnTo>
                <a:lnTo>
                  <a:pt x="31250" y="3563"/>
                </a:lnTo>
                <a:lnTo>
                  <a:pt x="32872" y="3732"/>
                </a:lnTo>
                <a:lnTo>
                  <a:pt x="34473" y="3952"/>
                </a:lnTo>
                <a:lnTo>
                  <a:pt x="36054" y="4222"/>
                </a:lnTo>
                <a:lnTo>
                  <a:pt x="37614" y="4542"/>
                </a:lnTo>
                <a:lnTo>
                  <a:pt x="39154" y="4912"/>
                </a:lnTo>
                <a:lnTo>
                  <a:pt x="40674" y="5333"/>
                </a:lnTo>
                <a:lnTo>
                  <a:pt x="42173" y="5803"/>
                </a:lnTo>
                <a:lnTo>
                  <a:pt x="43020" y="6101"/>
                </a:lnTo>
                <a:lnTo>
                  <a:pt x="52463" y="6101"/>
                </a:lnTo>
                <a:lnTo>
                  <a:pt x="51949" y="579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216146a1549cb"/>
          <a:stretch xmlns:a="http://schemas.openxmlformats.org/drawingml/2006/main"/>
        </p:blipFill>
        <p:spPr>
          <a:xfrm xmlns:a="http://schemas.openxmlformats.org/drawingml/2006/main">
            <a:off x="8516762" y="769494"/>
            <a:ext cx="955223" cy="258892"/>
          </a:xfrm>
          <a:prstGeom xmlns:a="http://schemas.openxmlformats.org/drawingml/2006/main" prst="rect">
            <a:avLst/>
          </a:prstGeom>
        </p:spPr>
      </p:pic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309eec7744bed"/>
          <a:stretch xmlns:a="http://schemas.openxmlformats.org/drawingml/2006/main"/>
        </p:blipFill>
        <p:spPr>
          <a:xfrm xmlns:a="http://schemas.openxmlformats.org/drawingml/2006/main">
            <a:off x="9012152" y="1012675"/>
            <a:ext cx="136749" cy="15984"/>
          </a:xfrm>
          <a:prstGeom xmlns:a="http://schemas.openxmlformats.org/drawingml/2006/main" prst="rect">
            <a:avLst/>
          </a:prstGeom>
        </p:spPr>
      </p:pic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EAD6DE-111E-4A0E-93B4-899E5656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161" y="773447"/>
            <a:ext cx="906446" cy="213522"/>
          </a:xfrm>
          <a:custGeom xmlns:a="http://schemas.openxmlformats.org/drawingml/2006/main">
            <a:pathLst>
              <a:path w="906446" h="213522">
                <a:moveTo>
                  <a:pt x="0" y="56685"/>
                </a:moveTo>
                <a:cubicBezTo>
                  <a:pt x="0" y="25341"/>
                  <a:pt x="25341" y="0"/>
                  <a:pt x="56685" y="0"/>
                </a:cubicBezTo>
                <a:lnTo>
                  <a:pt x="849760" y="0"/>
                </a:lnTo>
                <a:cubicBezTo>
                  <a:pt x="881047" y="0"/>
                  <a:pt x="906446" y="25341"/>
                  <a:pt x="906446" y="56685"/>
                </a:cubicBezTo>
                <a:lnTo>
                  <a:pt x="906446" y="156837"/>
                </a:lnTo>
                <a:cubicBezTo>
                  <a:pt x="906446" y="188124"/>
                  <a:pt x="881047" y="213522"/>
                  <a:pt x="849760" y="213522"/>
                </a:cubicBezTo>
                <a:lnTo>
                  <a:pt x="56685" y="213522"/>
                </a:lnTo>
                <a:cubicBezTo>
                  <a:pt x="25341" y="213522"/>
                  <a:pt x="0" y="188124"/>
                  <a:pt x="0" y="156837"/>
                </a:cubicBezTo>
              </a:path>
            </a:pathLst>
          </a:custGeom>
          <a:solidFill xmlns:a="http://schemas.openxmlformats.org/drawingml/2006/main">
            <a:srgbClr val="F1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A4C38-4927-4695-A378-34E793AB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161" y="773447"/>
            <a:ext cx="906446" cy="213522"/>
          </a:xfrm>
          <a:custGeom xmlns:a="http://schemas.openxmlformats.org/drawingml/2006/main">
            <a:pathLst>
              <a:path w="906446" h="213522" fill="none">
                <a:moveTo>
                  <a:pt x="0" y="56685"/>
                </a:moveTo>
                <a:cubicBezTo>
                  <a:pt x="0" y="25341"/>
                  <a:pt x="25341" y="0"/>
                  <a:pt x="56685" y="0"/>
                </a:cubicBezTo>
                <a:lnTo>
                  <a:pt x="849760" y="0"/>
                </a:lnTo>
                <a:cubicBezTo>
                  <a:pt x="881047" y="0"/>
                  <a:pt x="906446" y="25341"/>
                  <a:pt x="906446" y="56685"/>
                </a:cubicBezTo>
                <a:lnTo>
                  <a:pt x="906446" y="156837"/>
                </a:lnTo>
                <a:cubicBezTo>
                  <a:pt x="906446" y="188124"/>
                  <a:pt x="881047" y="213522"/>
                  <a:pt x="849760" y="213522"/>
                </a:cubicBezTo>
                <a:lnTo>
                  <a:pt x="56685" y="213522"/>
                </a:lnTo>
                <a:cubicBezTo>
                  <a:pt x="25341" y="213522"/>
                  <a:pt x="0" y="188124"/>
                  <a:pt x="0" y="156837"/>
                </a:cubicBezTo>
                <a:lnTo>
                  <a:pt x="0" y="566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329" cap="flat">
            <a:solidFill>
              <a:srgbClr val="231F20"/>
            </a:solidFill>
            <a:round/>
          </a:ln>
        </p:spPr>
      </p:sp>
      <p:sp>
        <p:nvSpPr>
          <p:cNvPr id="53" name="Text PortingPrompt">
            <a:extLst xmlns:a="http://schemas.openxmlformats.org/drawingml/2006/main">
              <a:ext uri="{FF2B5EF4-FFF2-40B4-BE49-F238E27FC236}">
                <a16:creationId xmlns:a16="http://schemas.microsoft.com/office/drawing/2014/main" id="{65B1AE86-BBA2-436B-9B25-1CE3E256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488" y="840436"/>
            <a:ext cx="760519" cy="107207"/>
          </a:xfrm>
          <a:custGeom xmlns:a="http://schemas.openxmlformats.org/drawingml/2006/main">
            <a:pathLst>
              <a:path w="760519" h="107207">
                <a:moveTo>
                  <a:pt x="0" y="82806"/>
                </a:moveTo>
                <a:lnTo>
                  <a:pt x="0" y="0"/>
                </a:lnTo>
                <a:lnTo>
                  <a:pt x="31236" y="0"/>
                </a:lnTo>
                <a:cubicBezTo>
                  <a:pt x="36734" y="0"/>
                  <a:pt x="40932" y="263"/>
                  <a:pt x="43832" y="789"/>
                </a:cubicBezTo>
                <a:cubicBezTo>
                  <a:pt x="47899" y="1467"/>
                  <a:pt x="51306" y="2755"/>
                  <a:pt x="54055" y="4655"/>
                </a:cubicBezTo>
                <a:cubicBezTo>
                  <a:pt x="56804" y="6554"/>
                  <a:pt x="59017" y="9215"/>
                  <a:pt x="60692" y="12638"/>
                </a:cubicBezTo>
                <a:cubicBezTo>
                  <a:pt x="62368" y="16060"/>
                  <a:pt x="63206" y="19821"/>
                  <a:pt x="63206" y="23921"/>
                </a:cubicBezTo>
                <a:cubicBezTo>
                  <a:pt x="63206" y="30956"/>
                  <a:pt x="60965" y="36908"/>
                  <a:pt x="56484" y="41779"/>
                </a:cubicBezTo>
                <a:cubicBezTo>
                  <a:pt x="52003" y="46649"/>
                  <a:pt x="43907" y="49085"/>
                  <a:pt x="32196" y="49085"/>
                </a:cubicBezTo>
                <a:lnTo>
                  <a:pt x="10958" y="49085"/>
                </a:lnTo>
                <a:lnTo>
                  <a:pt x="10958" y="82806"/>
                </a:lnTo>
                <a:lnTo>
                  <a:pt x="0" y="82806"/>
                </a:lnTo>
                <a:moveTo>
                  <a:pt x="10958" y="39313"/>
                </a:moveTo>
                <a:lnTo>
                  <a:pt x="32365" y="39313"/>
                </a:lnTo>
                <a:cubicBezTo>
                  <a:pt x="39445" y="39313"/>
                  <a:pt x="44472" y="37998"/>
                  <a:pt x="47447" y="35368"/>
                </a:cubicBezTo>
                <a:cubicBezTo>
                  <a:pt x="50422" y="32737"/>
                  <a:pt x="51909" y="29034"/>
                  <a:pt x="51909" y="24260"/>
                </a:cubicBezTo>
                <a:cubicBezTo>
                  <a:pt x="51909" y="20803"/>
                  <a:pt x="51033" y="17843"/>
                  <a:pt x="49282" y="15381"/>
                </a:cubicBezTo>
                <a:cubicBezTo>
                  <a:pt x="47531" y="12920"/>
                  <a:pt x="45225" y="11294"/>
                  <a:pt x="42363" y="10504"/>
                </a:cubicBezTo>
                <a:cubicBezTo>
                  <a:pt x="40518" y="10016"/>
                  <a:pt x="37110" y="9772"/>
                  <a:pt x="32140" y="9772"/>
                </a:cubicBezTo>
                <a:lnTo>
                  <a:pt x="10958" y="9772"/>
                </a:lnTo>
                <a:lnTo>
                  <a:pt x="10958" y="39313"/>
                </a:lnTo>
                <a:close/>
                <a:moveTo>
                  <a:pt x="72063" y="52813"/>
                </a:moveTo>
                <a:cubicBezTo>
                  <a:pt x="72063" y="41704"/>
                  <a:pt x="75151" y="33476"/>
                  <a:pt x="81327" y="28129"/>
                </a:cubicBezTo>
                <a:cubicBezTo>
                  <a:pt x="86486" y="23686"/>
                  <a:pt x="92774" y="21464"/>
                  <a:pt x="100192" y="21464"/>
                </a:cubicBezTo>
                <a:cubicBezTo>
                  <a:pt x="108439" y="21464"/>
                  <a:pt x="115179" y="24166"/>
                  <a:pt x="120414" y="29569"/>
                </a:cubicBezTo>
                <a:cubicBezTo>
                  <a:pt x="125648" y="34973"/>
                  <a:pt x="128265" y="42438"/>
                  <a:pt x="128265" y="51965"/>
                </a:cubicBezTo>
                <a:cubicBezTo>
                  <a:pt x="128265" y="59685"/>
                  <a:pt x="127107" y="65757"/>
                  <a:pt x="124791" y="70182"/>
                </a:cubicBezTo>
                <a:cubicBezTo>
                  <a:pt x="122475" y="74606"/>
                  <a:pt x="119105" y="78042"/>
                  <a:pt x="114681" y="80490"/>
                </a:cubicBezTo>
                <a:cubicBezTo>
                  <a:pt x="110256" y="82938"/>
                  <a:pt x="105427" y="84161"/>
                  <a:pt x="100192" y="84161"/>
                </a:cubicBezTo>
                <a:cubicBezTo>
                  <a:pt x="91795" y="84161"/>
                  <a:pt x="85008" y="81469"/>
                  <a:pt x="79830" y="76084"/>
                </a:cubicBezTo>
                <a:cubicBezTo>
                  <a:pt x="74652" y="70699"/>
                  <a:pt x="72063" y="62942"/>
                  <a:pt x="72063" y="52813"/>
                </a:cubicBezTo>
                <a:moveTo>
                  <a:pt x="82513" y="52784"/>
                </a:moveTo>
                <a:cubicBezTo>
                  <a:pt x="82513" y="60438"/>
                  <a:pt x="84188" y="66169"/>
                  <a:pt x="87540" y="69977"/>
                </a:cubicBezTo>
                <a:cubicBezTo>
                  <a:pt x="90891" y="73785"/>
                  <a:pt x="95109" y="75689"/>
                  <a:pt x="100192" y="75689"/>
                </a:cubicBezTo>
                <a:cubicBezTo>
                  <a:pt x="105238" y="75689"/>
                  <a:pt x="109437" y="73775"/>
                  <a:pt x="112788" y="69949"/>
                </a:cubicBezTo>
                <a:cubicBezTo>
                  <a:pt x="116140" y="66122"/>
                  <a:pt x="117815" y="60288"/>
                  <a:pt x="117815" y="52447"/>
                </a:cubicBezTo>
                <a:cubicBezTo>
                  <a:pt x="117815" y="45056"/>
                  <a:pt x="116130" y="39457"/>
                  <a:pt x="112760" y="35649"/>
                </a:cubicBezTo>
                <a:cubicBezTo>
                  <a:pt x="109390" y="31841"/>
                  <a:pt x="105201" y="29937"/>
                  <a:pt x="100192" y="29937"/>
                </a:cubicBezTo>
                <a:cubicBezTo>
                  <a:pt x="95109" y="29937"/>
                  <a:pt x="90891" y="31831"/>
                  <a:pt x="87540" y="35620"/>
                </a:cubicBezTo>
                <a:cubicBezTo>
                  <a:pt x="84188" y="39409"/>
                  <a:pt x="82513" y="45131"/>
                  <a:pt x="82513" y="52784"/>
                </a:cubicBezTo>
                <a:close/>
                <a:moveTo>
                  <a:pt x="140041" y="82806"/>
                </a:moveTo>
                <a:lnTo>
                  <a:pt x="140041" y="22820"/>
                </a:lnTo>
                <a:lnTo>
                  <a:pt x="149191" y="22820"/>
                </a:lnTo>
                <a:lnTo>
                  <a:pt x="149191" y="31857"/>
                </a:lnTo>
                <a:cubicBezTo>
                  <a:pt x="151526" y="27625"/>
                  <a:pt x="153682" y="24835"/>
                  <a:pt x="155659" y="23487"/>
                </a:cubicBezTo>
                <a:cubicBezTo>
                  <a:pt x="157636" y="22138"/>
                  <a:pt x="159810" y="21464"/>
                  <a:pt x="162183" y="21464"/>
                </a:cubicBezTo>
                <a:cubicBezTo>
                  <a:pt x="165609" y="21464"/>
                  <a:pt x="169092" y="22551"/>
                  <a:pt x="172632" y="24726"/>
                </a:cubicBezTo>
                <a:lnTo>
                  <a:pt x="169130" y="34116"/>
                </a:lnTo>
                <a:cubicBezTo>
                  <a:pt x="166645" y="32648"/>
                  <a:pt x="164159" y="31914"/>
                  <a:pt x="161674" y="31914"/>
                </a:cubicBezTo>
                <a:cubicBezTo>
                  <a:pt x="159452" y="31914"/>
                  <a:pt x="157457" y="32583"/>
                  <a:pt x="155687" y="33922"/>
                </a:cubicBezTo>
                <a:cubicBezTo>
                  <a:pt x="153917" y="35260"/>
                  <a:pt x="152656" y="37117"/>
                  <a:pt x="151902" y="39491"/>
                </a:cubicBezTo>
                <a:cubicBezTo>
                  <a:pt x="150773" y="43110"/>
                  <a:pt x="150208" y="47068"/>
                  <a:pt x="150208" y="51365"/>
                </a:cubicBezTo>
                <a:lnTo>
                  <a:pt x="150208" y="82806"/>
                </a:lnTo>
                <a:lnTo>
                  <a:pt x="140041" y="82806"/>
                </a:lnTo>
                <a:close/>
                <a:moveTo>
                  <a:pt x="200862" y="73825"/>
                </a:moveTo>
                <a:lnTo>
                  <a:pt x="202331" y="82806"/>
                </a:lnTo>
                <a:cubicBezTo>
                  <a:pt x="199469" y="83333"/>
                  <a:pt x="196908" y="83597"/>
                  <a:pt x="194649" y="83597"/>
                </a:cubicBezTo>
                <a:cubicBezTo>
                  <a:pt x="190958" y="83597"/>
                  <a:pt x="188097" y="83013"/>
                  <a:pt x="186063" y="81846"/>
                </a:cubicBezTo>
                <a:cubicBezTo>
                  <a:pt x="184030" y="80678"/>
                  <a:pt x="182599" y="79144"/>
                  <a:pt x="181770" y="77242"/>
                </a:cubicBezTo>
                <a:cubicBezTo>
                  <a:pt x="180942" y="75340"/>
                  <a:pt x="180528" y="71340"/>
                  <a:pt x="180528" y="65239"/>
                </a:cubicBezTo>
                <a:lnTo>
                  <a:pt x="180528" y="30727"/>
                </a:lnTo>
                <a:lnTo>
                  <a:pt x="173072" y="30727"/>
                </a:lnTo>
                <a:lnTo>
                  <a:pt x="173072" y="22820"/>
                </a:lnTo>
                <a:lnTo>
                  <a:pt x="180528" y="22820"/>
                </a:lnTo>
                <a:lnTo>
                  <a:pt x="180528" y="7924"/>
                </a:lnTo>
                <a:lnTo>
                  <a:pt x="190638" y="1807"/>
                </a:lnTo>
                <a:lnTo>
                  <a:pt x="190638" y="22820"/>
                </a:lnTo>
                <a:lnTo>
                  <a:pt x="200862" y="22820"/>
                </a:lnTo>
                <a:lnTo>
                  <a:pt x="200862" y="30727"/>
                </a:lnTo>
                <a:lnTo>
                  <a:pt x="190638" y="30727"/>
                </a:lnTo>
                <a:lnTo>
                  <a:pt x="190638" y="65804"/>
                </a:lnTo>
                <a:cubicBezTo>
                  <a:pt x="190638" y="68704"/>
                  <a:pt x="190817" y="70568"/>
                  <a:pt x="191175" y="71396"/>
                </a:cubicBezTo>
                <a:cubicBezTo>
                  <a:pt x="191533" y="72224"/>
                  <a:pt x="192116" y="72883"/>
                  <a:pt x="192926" y="73373"/>
                </a:cubicBezTo>
                <a:cubicBezTo>
                  <a:pt x="193736" y="73862"/>
                  <a:pt x="194893" y="74107"/>
                  <a:pt x="196400" y="74107"/>
                </a:cubicBezTo>
                <a:cubicBezTo>
                  <a:pt x="197529" y="74107"/>
                  <a:pt x="199017" y="74013"/>
                  <a:pt x="200862" y="73825"/>
                </a:cubicBezTo>
                <a:close/>
                <a:moveTo>
                  <a:pt x="210867" y="11749"/>
                </a:moveTo>
                <a:lnTo>
                  <a:pt x="210867" y="0"/>
                </a:lnTo>
                <a:lnTo>
                  <a:pt x="221034" y="0"/>
                </a:lnTo>
                <a:lnTo>
                  <a:pt x="221034" y="11749"/>
                </a:lnTo>
                <a:lnTo>
                  <a:pt x="210867" y="11749"/>
                </a:lnTo>
                <a:moveTo>
                  <a:pt x="210867" y="82806"/>
                </a:moveTo>
                <a:lnTo>
                  <a:pt x="210867" y="22820"/>
                </a:lnTo>
                <a:lnTo>
                  <a:pt x="221034" y="22820"/>
                </a:lnTo>
                <a:lnTo>
                  <a:pt x="221034" y="82806"/>
                </a:lnTo>
                <a:lnTo>
                  <a:pt x="210867" y="82806"/>
                </a:lnTo>
                <a:close/>
                <a:moveTo>
                  <a:pt x="236480" y="82806"/>
                </a:moveTo>
                <a:lnTo>
                  <a:pt x="236480" y="22820"/>
                </a:lnTo>
                <a:lnTo>
                  <a:pt x="245630" y="22820"/>
                </a:lnTo>
                <a:lnTo>
                  <a:pt x="245630" y="31292"/>
                </a:lnTo>
                <a:cubicBezTo>
                  <a:pt x="250036" y="24740"/>
                  <a:pt x="256400" y="21464"/>
                  <a:pt x="264722" y="21464"/>
                </a:cubicBezTo>
                <a:cubicBezTo>
                  <a:pt x="268337" y="21464"/>
                  <a:pt x="271660" y="22114"/>
                  <a:pt x="274692" y="23413"/>
                </a:cubicBezTo>
                <a:cubicBezTo>
                  <a:pt x="277723" y="24712"/>
                  <a:pt x="279992" y="26416"/>
                  <a:pt x="281498" y="28525"/>
                </a:cubicBezTo>
                <a:cubicBezTo>
                  <a:pt x="283004" y="30633"/>
                  <a:pt x="284059" y="33137"/>
                  <a:pt x="284661" y="36037"/>
                </a:cubicBezTo>
                <a:cubicBezTo>
                  <a:pt x="285038" y="37920"/>
                  <a:pt x="285226" y="41215"/>
                  <a:pt x="285226" y="45922"/>
                </a:cubicBezTo>
                <a:lnTo>
                  <a:pt x="285226" y="82806"/>
                </a:lnTo>
                <a:lnTo>
                  <a:pt x="275059" y="82806"/>
                </a:lnTo>
                <a:lnTo>
                  <a:pt x="275059" y="46278"/>
                </a:lnTo>
                <a:cubicBezTo>
                  <a:pt x="275059" y="42131"/>
                  <a:pt x="274663" y="39031"/>
                  <a:pt x="273873" y="36976"/>
                </a:cubicBezTo>
                <a:cubicBezTo>
                  <a:pt x="273082" y="34921"/>
                  <a:pt x="271679" y="33282"/>
                  <a:pt x="269664" y="32057"/>
                </a:cubicBezTo>
                <a:cubicBezTo>
                  <a:pt x="267650" y="30832"/>
                  <a:pt x="265287" y="30219"/>
                  <a:pt x="262576" y="30219"/>
                </a:cubicBezTo>
                <a:cubicBezTo>
                  <a:pt x="258245" y="30219"/>
                  <a:pt x="254508" y="31595"/>
                  <a:pt x="251364" y="34348"/>
                </a:cubicBezTo>
                <a:cubicBezTo>
                  <a:pt x="248219" y="37099"/>
                  <a:pt x="246647" y="42320"/>
                  <a:pt x="246647" y="50010"/>
                </a:cubicBezTo>
                <a:lnTo>
                  <a:pt x="246647" y="82806"/>
                </a:lnTo>
                <a:lnTo>
                  <a:pt x="236480" y="82806"/>
                </a:lnTo>
                <a:close/>
                <a:moveTo>
                  <a:pt x="298923" y="87776"/>
                </a:moveTo>
                <a:lnTo>
                  <a:pt x="308808" y="89245"/>
                </a:lnTo>
                <a:cubicBezTo>
                  <a:pt x="309222" y="92295"/>
                  <a:pt x="310370" y="94517"/>
                  <a:pt x="312253" y="95910"/>
                </a:cubicBezTo>
                <a:cubicBezTo>
                  <a:pt x="314776" y="97793"/>
                  <a:pt x="318222" y="98734"/>
                  <a:pt x="322590" y="98734"/>
                </a:cubicBezTo>
                <a:cubicBezTo>
                  <a:pt x="327297" y="98734"/>
                  <a:pt x="330931" y="97791"/>
                  <a:pt x="333491" y="95903"/>
                </a:cubicBezTo>
                <a:cubicBezTo>
                  <a:pt x="336052" y="94017"/>
                  <a:pt x="337784" y="91375"/>
                  <a:pt x="338688" y="87978"/>
                </a:cubicBezTo>
                <a:cubicBezTo>
                  <a:pt x="339215" y="85903"/>
                  <a:pt x="339460" y="81544"/>
                  <a:pt x="339422" y="74902"/>
                </a:cubicBezTo>
                <a:cubicBezTo>
                  <a:pt x="334979" y="80171"/>
                  <a:pt x="329443" y="82806"/>
                  <a:pt x="322816" y="82806"/>
                </a:cubicBezTo>
                <a:cubicBezTo>
                  <a:pt x="314569" y="82806"/>
                  <a:pt x="308186" y="79831"/>
                  <a:pt x="303668" y="73881"/>
                </a:cubicBezTo>
                <a:cubicBezTo>
                  <a:pt x="299149" y="67932"/>
                  <a:pt x="296889" y="60796"/>
                  <a:pt x="296889" y="52474"/>
                </a:cubicBezTo>
                <a:cubicBezTo>
                  <a:pt x="296889" y="46750"/>
                  <a:pt x="297925" y="41469"/>
                  <a:pt x="299996" y="36630"/>
                </a:cubicBezTo>
                <a:cubicBezTo>
                  <a:pt x="302067" y="31791"/>
                  <a:pt x="305070" y="28054"/>
                  <a:pt x="309005" y="25418"/>
                </a:cubicBezTo>
                <a:cubicBezTo>
                  <a:pt x="312940" y="22782"/>
                  <a:pt x="317563" y="21464"/>
                  <a:pt x="322872" y="21464"/>
                </a:cubicBezTo>
                <a:cubicBezTo>
                  <a:pt x="329952" y="21464"/>
                  <a:pt x="335788" y="24345"/>
                  <a:pt x="340382" y="30106"/>
                </a:cubicBezTo>
                <a:lnTo>
                  <a:pt x="340382" y="22820"/>
                </a:lnTo>
                <a:lnTo>
                  <a:pt x="349759" y="22820"/>
                </a:lnTo>
                <a:lnTo>
                  <a:pt x="349759" y="74707"/>
                </a:lnTo>
                <a:cubicBezTo>
                  <a:pt x="349759" y="84052"/>
                  <a:pt x="348808" y="90674"/>
                  <a:pt x="346906" y="94574"/>
                </a:cubicBezTo>
                <a:cubicBezTo>
                  <a:pt x="345005" y="98474"/>
                  <a:pt x="341992" y="101554"/>
                  <a:pt x="337869" y="103814"/>
                </a:cubicBezTo>
                <a:cubicBezTo>
                  <a:pt x="333745" y="106076"/>
                  <a:pt x="328671" y="107207"/>
                  <a:pt x="322646" y="107207"/>
                </a:cubicBezTo>
                <a:cubicBezTo>
                  <a:pt x="315492" y="107207"/>
                  <a:pt x="309711" y="105592"/>
                  <a:pt x="305306" y="102363"/>
                </a:cubicBezTo>
                <a:cubicBezTo>
                  <a:pt x="300900" y="99134"/>
                  <a:pt x="298772" y="94272"/>
                  <a:pt x="298923" y="87776"/>
                </a:cubicBezTo>
                <a:moveTo>
                  <a:pt x="307339" y="51741"/>
                </a:moveTo>
                <a:cubicBezTo>
                  <a:pt x="307339" y="59591"/>
                  <a:pt x="308902" y="65319"/>
                  <a:pt x="312027" y="68925"/>
                </a:cubicBezTo>
                <a:cubicBezTo>
                  <a:pt x="315153" y="72530"/>
                  <a:pt x="319069" y="74333"/>
                  <a:pt x="323776" y="74333"/>
                </a:cubicBezTo>
                <a:cubicBezTo>
                  <a:pt x="328445" y="74333"/>
                  <a:pt x="332362" y="72540"/>
                  <a:pt x="335525" y="68953"/>
                </a:cubicBezTo>
                <a:cubicBezTo>
                  <a:pt x="338688" y="65366"/>
                  <a:pt x="340269" y="59741"/>
                  <a:pt x="340269" y="52078"/>
                </a:cubicBezTo>
                <a:cubicBezTo>
                  <a:pt x="340269" y="44754"/>
                  <a:pt x="338641" y="39233"/>
                  <a:pt x="335383" y="35514"/>
                </a:cubicBezTo>
                <a:cubicBezTo>
                  <a:pt x="332126" y="31796"/>
                  <a:pt x="328201" y="29937"/>
                  <a:pt x="323607" y="29937"/>
                </a:cubicBezTo>
                <a:cubicBezTo>
                  <a:pt x="319088" y="29937"/>
                  <a:pt x="315247" y="31768"/>
                  <a:pt x="312084" y="35430"/>
                </a:cubicBezTo>
                <a:cubicBezTo>
                  <a:pt x="308921" y="39092"/>
                  <a:pt x="307339" y="44529"/>
                  <a:pt x="307339" y="51741"/>
                </a:cubicBezTo>
                <a:close/>
                <a:moveTo>
                  <a:pt x="397533" y="82806"/>
                </a:moveTo>
                <a:lnTo>
                  <a:pt x="397533" y="0"/>
                </a:lnTo>
                <a:lnTo>
                  <a:pt x="428769" y="0"/>
                </a:lnTo>
                <a:cubicBezTo>
                  <a:pt x="434267" y="0"/>
                  <a:pt x="438466" y="263"/>
                  <a:pt x="441365" y="789"/>
                </a:cubicBezTo>
                <a:cubicBezTo>
                  <a:pt x="445432" y="1467"/>
                  <a:pt x="448840" y="2755"/>
                  <a:pt x="451589" y="4655"/>
                </a:cubicBezTo>
                <a:cubicBezTo>
                  <a:pt x="454338" y="6554"/>
                  <a:pt x="456550" y="9215"/>
                  <a:pt x="458226" y="12638"/>
                </a:cubicBezTo>
                <a:cubicBezTo>
                  <a:pt x="459901" y="16060"/>
                  <a:pt x="460739" y="19821"/>
                  <a:pt x="460739" y="23921"/>
                </a:cubicBezTo>
                <a:cubicBezTo>
                  <a:pt x="460739" y="30956"/>
                  <a:pt x="458499" y="36908"/>
                  <a:pt x="454018" y="41779"/>
                </a:cubicBezTo>
                <a:cubicBezTo>
                  <a:pt x="449537" y="46649"/>
                  <a:pt x="441440" y="49085"/>
                  <a:pt x="429729" y="49085"/>
                </a:cubicBezTo>
                <a:lnTo>
                  <a:pt x="408491" y="49085"/>
                </a:lnTo>
                <a:lnTo>
                  <a:pt x="408491" y="82806"/>
                </a:lnTo>
                <a:lnTo>
                  <a:pt x="397533" y="82806"/>
                </a:lnTo>
                <a:moveTo>
                  <a:pt x="408491" y="39313"/>
                </a:moveTo>
                <a:lnTo>
                  <a:pt x="429899" y="39313"/>
                </a:lnTo>
                <a:cubicBezTo>
                  <a:pt x="436978" y="39313"/>
                  <a:pt x="442005" y="37998"/>
                  <a:pt x="444980" y="35368"/>
                </a:cubicBezTo>
                <a:cubicBezTo>
                  <a:pt x="447955" y="32737"/>
                  <a:pt x="449442" y="29034"/>
                  <a:pt x="449442" y="24260"/>
                </a:cubicBezTo>
                <a:cubicBezTo>
                  <a:pt x="449442" y="20803"/>
                  <a:pt x="448567" y="17843"/>
                  <a:pt x="446816" y="15381"/>
                </a:cubicBezTo>
                <a:cubicBezTo>
                  <a:pt x="445065" y="12920"/>
                  <a:pt x="442758" y="11294"/>
                  <a:pt x="439897" y="10504"/>
                </a:cubicBezTo>
                <a:cubicBezTo>
                  <a:pt x="438051" y="10016"/>
                  <a:pt x="434644" y="9772"/>
                  <a:pt x="429673" y="9772"/>
                </a:cubicBezTo>
                <a:lnTo>
                  <a:pt x="408491" y="9772"/>
                </a:lnTo>
                <a:lnTo>
                  <a:pt x="408491" y="39313"/>
                </a:lnTo>
                <a:close/>
                <a:moveTo>
                  <a:pt x="473267" y="82806"/>
                </a:moveTo>
                <a:lnTo>
                  <a:pt x="473267" y="22820"/>
                </a:lnTo>
                <a:lnTo>
                  <a:pt x="482418" y="22820"/>
                </a:lnTo>
                <a:lnTo>
                  <a:pt x="482418" y="31857"/>
                </a:lnTo>
                <a:cubicBezTo>
                  <a:pt x="484752" y="27625"/>
                  <a:pt x="486908" y="24835"/>
                  <a:pt x="488885" y="23487"/>
                </a:cubicBezTo>
                <a:cubicBezTo>
                  <a:pt x="490862" y="22138"/>
                  <a:pt x="493037" y="21464"/>
                  <a:pt x="495409" y="21464"/>
                </a:cubicBezTo>
                <a:cubicBezTo>
                  <a:pt x="498836" y="21464"/>
                  <a:pt x="502319" y="22551"/>
                  <a:pt x="505859" y="24726"/>
                </a:cubicBezTo>
                <a:lnTo>
                  <a:pt x="502357" y="34116"/>
                </a:lnTo>
                <a:cubicBezTo>
                  <a:pt x="499871" y="32648"/>
                  <a:pt x="497386" y="31914"/>
                  <a:pt x="494901" y="31914"/>
                </a:cubicBezTo>
                <a:cubicBezTo>
                  <a:pt x="492679" y="31914"/>
                  <a:pt x="490683" y="32583"/>
                  <a:pt x="488913" y="33922"/>
                </a:cubicBezTo>
                <a:cubicBezTo>
                  <a:pt x="487144" y="35260"/>
                  <a:pt x="485882" y="37117"/>
                  <a:pt x="485129" y="39491"/>
                </a:cubicBezTo>
                <a:cubicBezTo>
                  <a:pt x="483999" y="43110"/>
                  <a:pt x="483434" y="47068"/>
                  <a:pt x="483434" y="51365"/>
                </a:cubicBezTo>
                <a:lnTo>
                  <a:pt x="483434" y="82806"/>
                </a:lnTo>
                <a:lnTo>
                  <a:pt x="473267" y="82806"/>
                </a:lnTo>
                <a:close/>
                <a:moveTo>
                  <a:pt x="508106" y="52813"/>
                </a:moveTo>
                <a:cubicBezTo>
                  <a:pt x="508106" y="41704"/>
                  <a:pt x="511194" y="33476"/>
                  <a:pt x="517369" y="28129"/>
                </a:cubicBezTo>
                <a:cubicBezTo>
                  <a:pt x="522528" y="23686"/>
                  <a:pt x="528817" y="21464"/>
                  <a:pt x="536235" y="21464"/>
                </a:cubicBezTo>
                <a:cubicBezTo>
                  <a:pt x="544482" y="21464"/>
                  <a:pt x="551222" y="24166"/>
                  <a:pt x="556456" y="29569"/>
                </a:cubicBezTo>
                <a:cubicBezTo>
                  <a:pt x="561690" y="34973"/>
                  <a:pt x="564307" y="42438"/>
                  <a:pt x="564307" y="51965"/>
                </a:cubicBezTo>
                <a:cubicBezTo>
                  <a:pt x="564307" y="59685"/>
                  <a:pt x="563150" y="65757"/>
                  <a:pt x="560834" y="70182"/>
                </a:cubicBezTo>
                <a:cubicBezTo>
                  <a:pt x="558518" y="74606"/>
                  <a:pt x="555148" y="78042"/>
                  <a:pt x="550723" y="80490"/>
                </a:cubicBezTo>
                <a:cubicBezTo>
                  <a:pt x="546298" y="82938"/>
                  <a:pt x="541469" y="84161"/>
                  <a:pt x="536235" y="84161"/>
                </a:cubicBezTo>
                <a:cubicBezTo>
                  <a:pt x="527838" y="84161"/>
                  <a:pt x="521050" y="81469"/>
                  <a:pt x="515872" y="76084"/>
                </a:cubicBezTo>
                <a:cubicBezTo>
                  <a:pt x="510695" y="70699"/>
                  <a:pt x="508106" y="62942"/>
                  <a:pt x="508106" y="52813"/>
                </a:cubicBezTo>
                <a:moveTo>
                  <a:pt x="518555" y="52784"/>
                </a:moveTo>
                <a:cubicBezTo>
                  <a:pt x="518555" y="60438"/>
                  <a:pt x="520231" y="66169"/>
                  <a:pt x="523582" y="69977"/>
                </a:cubicBezTo>
                <a:cubicBezTo>
                  <a:pt x="526934" y="73785"/>
                  <a:pt x="531151" y="75689"/>
                  <a:pt x="536235" y="75689"/>
                </a:cubicBezTo>
                <a:cubicBezTo>
                  <a:pt x="541281" y="75689"/>
                  <a:pt x="545479" y="73775"/>
                  <a:pt x="548831" y="69949"/>
                </a:cubicBezTo>
                <a:cubicBezTo>
                  <a:pt x="552182" y="66122"/>
                  <a:pt x="553858" y="60288"/>
                  <a:pt x="553858" y="52447"/>
                </a:cubicBezTo>
                <a:cubicBezTo>
                  <a:pt x="553858" y="45056"/>
                  <a:pt x="552173" y="39457"/>
                  <a:pt x="548803" y="35649"/>
                </a:cubicBezTo>
                <a:cubicBezTo>
                  <a:pt x="545432" y="31841"/>
                  <a:pt x="541243" y="29937"/>
                  <a:pt x="536235" y="29937"/>
                </a:cubicBezTo>
                <a:cubicBezTo>
                  <a:pt x="531151" y="29937"/>
                  <a:pt x="526934" y="31831"/>
                  <a:pt x="523582" y="35620"/>
                </a:cubicBezTo>
                <a:cubicBezTo>
                  <a:pt x="520231" y="39409"/>
                  <a:pt x="518555" y="45131"/>
                  <a:pt x="518555" y="52784"/>
                </a:cubicBezTo>
                <a:close/>
                <a:moveTo>
                  <a:pt x="576196" y="82806"/>
                </a:moveTo>
                <a:lnTo>
                  <a:pt x="576196" y="22820"/>
                </a:lnTo>
                <a:lnTo>
                  <a:pt x="585290" y="22820"/>
                </a:lnTo>
                <a:lnTo>
                  <a:pt x="585290" y="31179"/>
                </a:lnTo>
                <a:cubicBezTo>
                  <a:pt x="587173" y="28259"/>
                  <a:pt x="589677" y="25909"/>
                  <a:pt x="592803" y="24131"/>
                </a:cubicBezTo>
                <a:cubicBezTo>
                  <a:pt x="595928" y="22353"/>
                  <a:pt x="599486" y="21464"/>
                  <a:pt x="603478" y="21464"/>
                </a:cubicBezTo>
                <a:cubicBezTo>
                  <a:pt x="607921" y="21464"/>
                  <a:pt x="611565" y="22382"/>
                  <a:pt x="614408" y="24218"/>
                </a:cubicBezTo>
                <a:cubicBezTo>
                  <a:pt x="617251" y="26052"/>
                  <a:pt x="619256" y="28617"/>
                  <a:pt x="620423" y="31914"/>
                </a:cubicBezTo>
                <a:cubicBezTo>
                  <a:pt x="625168" y="24947"/>
                  <a:pt x="631344" y="21464"/>
                  <a:pt x="638950" y="21464"/>
                </a:cubicBezTo>
                <a:cubicBezTo>
                  <a:pt x="644900" y="21464"/>
                  <a:pt x="649475" y="23111"/>
                  <a:pt x="652676" y="26406"/>
                </a:cubicBezTo>
                <a:cubicBezTo>
                  <a:pt x="655877" y="29701"/>
                  <a:pt x="657477" y="34775"/>
                  <a:pt x="657477" y="41629"/>
                </a:cubicBezTo>
                <a:lnTo>
                  <a:pt x="657477" y="82806"/>
                </a:lnTo>
                <a:lnTo>
                  <a:pt x="647366" y="82806"/>
                </a:lnTo>
                <a:lnTo>
                  <a:pt x="647366" y="44977"/>
                </a:lnTo>
                <a:cubicBezTo>
                  <a:pt x="647366" y="40906"/>
                  <a:pt x="647037" y="37975"/>
                  <a:pt x="646378" y="36185"/>
                </a:cubicBezTo>
                <a:cubicBezTo>
                  <a:pt x="645719" y="34394"/>
                  <a:pt x="644523" y="32952"/>
                  <a:pt x="642791" y="31859"/>
                </a:cubicBezTo>
                <a:cubicBezTo>
                  <a:pt x="641059" y="30766"/>
                  <a:pt x="639025" y="30219"/>
                  <a:pt x="636691" y="30219"/>
                </a:cubicBezTo>
                <a:cubicBezTo>
                  <a:pt x="632473" y="30219"/>
                  <a:pt x="628971" y="31623"/>
                  <a:pt x="626185" y="34432"/>
                </a:cubicBezTo>
                <a:cubicBezTo>
                  <a:pt x="623398" y="37240"/>
                  <a:pt x="622005" y="41735"/>
                  <a:pt x="622005" y="47918"/>
                </a:cubicBezTo>
                <a:lnTo>
                  <a:pt x="622005" y="82806"/>
                </a:lnTo>
                <a:lnTo>
                  <a:pt x="611838" y="82806"/>
                </a:lnTo>
                <a:lnTo>
                  <a:pt x="611838" y="43789"/>
                </a:lnTo>
                <a:cubicBezTo>
                  <a:pt x="611838" y="39266"/>
                  <a:pt x="611009" y="35873"/>
                  <a:pt x="609352" y="33612"/>
                </a:cubicBezTo>
                <a:cubicBezTo>
                  <a:pt x="607696" y="31350"/>
                  <a:pt x="604984" y="30219"/>
                  <a:pt x="601219" y="30219"/>
                </a:cubicBezTo>
                <a:cubicBezTo>
                  <a:pt x="598357" y="30219"/>
                  <a:pt x="595711" y="30973"/>
                  <a:pt x="593283" y="32482"/>
                </a:cubicBezTo>
                <a:cubicBezTo>
                  <a:pt x="590854" y="33989"/>
                  <a:pt x="589093" y="36195"/>
                  <a:pt x="588001" y="39098"/>
                </a:cubicBezTo>
                <a:cubicBezTo>
                  <a:pt x="586909" y="42000"/>
                  <a:pt x="586363" y="46183"/>
                  <a:pt x="586363" y="51649"/>
                </a:cubicBezTo>
                <a:lnTo>
                  <a:pt x="586363" y="82806"/>
                </a:lnTo>
                <a:lnTo>
                  <a:pt x="576196" y="82806"/>
                </a:lnTo>
                <a:close/>
                <a:moveTo>
                  <a:pt x="672546" y="105851"/>
                </a:moveTo>
                <a:lnTo>
                  <a:pt x="672546" y="22820"/>
                </a:lnTo>
                <a:lnTo>
                  <a:pt x="681809" y="22820"/>
                </a:lnTo>
                <a:lnTo>
                  <a:pt x="681809" y="30558"/>
                </a:lnTo>
                <a:cubicBezTo>
                  <a:pt x="683993" y="27527"/>
                  <a:pt x="686460" y="25253"/>
                  <a:pt x="689209" y="23737"/>
                </a:cubicBezTo>
                <a:cubicBezTo>
                  <a:pt x="691958" y="22222"/>
                  <a:pt x="695290" y="21464"/>
                  <a:pt x="699206" y="21464"/>
                </a:cubicBezTo>
                <a:cubicBezTo>
                  <a:pt x="704328" y="21464"/>
                  <a:pt x="708846" y="22782"/>
                  <a:pt x="712763" y="25418"/>
                </a:cubicBezTo>
                <a:cubicBezTo>
                  <a:pt x="716679" y="28054"/>
                  <a:pt x="719635" y="31772"/>
                  <a:pt x="721631" y="36574"/>
                </a:cubicBezTo>
                <a:cubicBezTo>
                  <a:pt x="723626" y="41375"/>
                  <a:pt x="724624" y="46637"/>
                  <a:pt x="724624" y="52361"/>
                </a:cubicBezTo>
                <a:cubicBezTo>
                  <a:pt x="724624" y="58499"/>
                  <a:pt x="723523" y="64025"/>
                  <a:pt x="721320" y="68939"/>
                </a:cubicBezTo>
                <a:cubicBezTo>
                  <a:pt x="719117" y="73853"/>
                  <a:pt x="715916" y="77619"/>
                  <a:pt x="711718" y="80236"/>
                </a:cubicBezTo>
                <a:cubicBezTo>
                  <a:pt x="707519" y="82853"/>
                  <a:pt x="703104" y="84161"/>
                  <a:pt x="698472" y="84161"/>
                </a:cubicBezTo>
                <a:cubicBezTo>
                  <a:pt x="695083" y="84161"/>
                  <a:pt x="692042" y="83437"/>
                  <a:pt x="689350" y="81987"/>
                </a:cubicBezTo>
                <a:cubicBezTo>
                  <a:pt x="686658" y="80536"/>
                  <a:pt x="684445" y="78704"/>
                  <a:pt x="682713" y="76490"/>
                </a:cubicBezTo>
                <a:lnTo>
                  <a:pt x="682713" y="105851"/>
                </a:lnTo>
                <a:lnTo>
                  <a:pt x="672546" y="105851"/>
                </a:lnTo>
                <a:moveTo>
                  <a:pt x="681753" y="53067"/>
                </a:moveTo>
                <a:cubicBezTo>
                  <a:pt x="681753" y="60777"/>
                  <a:pt x="683316" y="66475"/>
                  <a:pt x="686441" y="70160"/>
                </a:cubicBezTo>
                <a:cubicBezTo>
                  <a:pt x="689567" y="73846"/>
                  <a:pt x="693351" y="75689"/>
                  <a:pt x="697794" y="75689"/>
                </a:cubicBezTo>
                <a:cubicBezTo>
                  <a:pt x="702313" y="75689"/>
                  <a:pt x="706182" y="73780"/>
                  <a:pt x="709402" y="69963"/>
                </a:cubicBezTo>
                <a:cubicBezTo>
                  <a:pt x="712621" y="66145"/>
                  <a:pt x="714231" y="60231"/>
                  <a:pt x="714231" y="52220"/>
                </a:cubicBezTo>
                <a:cubicBezTo>
                  <a:pt x="714231" y="44585"/>
                  <a:pt x="712659" y="38868"/>
                  <a:pt x="709515" y="35070"/>
                </a:cubicBezTo>
                <a:cubicBezTo>
                  <a:pt x="706371" y="31271"/>
                  <a:pt x="702614" y="29372"/>
                  <a:pt x="698246" y="29372"/>
                </a:cubicBezTo>
                <a:cubicBezTo>
                  <a:pt x="693916" y="29372"/>
                  <a:pt x="690084" y="31393"/>
                  <a:pt x="686752" y="35437"/>
                </a:cubicBezTo>
                <a:cubicBezTo>
                  <a:pt x="683419" y="39480"/>
                  <a:pt x="681753" y="45357"/>
                  <a:pt x="681753" y="53067"/>
                </a:cubicBezTo>
                <a:close/>
                <a:moveTo>
                  <a:pt x="759050" y="73825"/>
                </a:moveTo>
                <a:lnTo>
                  <a:pt x="760519" y="82806"/>
                </a:lnTo>
                <a:cubicBezTo>
                  <a:pt x="757657" y="83333"/>
                  <a:pt x="755096" y="83597"/>
                  <a:pt x="752837" y="83597"/>
                </a:cubicBezTo>
                <a:cubicBezTo>
                  <a:pt x="749147" y="83597"/>
                  <a:pt x="746285" y="83013"/>
                  <a:pt x="744251" y="81846"/>
                </a:cubicBezTo>
                <a:cubicBezTo>
                  <a:pt x="742218" y="80678"/>
                  <a:pt x="740787" y="79144"/>
                  <a:pt x="739959" y="77242"/>
                </a:cubicBezTo>
                <a:cubicBezTo>
                  <a:pt x="739130" y="75340"/>
                  <a:pt x="738716" y="71340"/>
                  <a:pt x="738716" y="65239"/>
                </a:cubicBezTo>
                <a:lnTo>
                  <a:pt x="738716" y="30727"/>
                </a:lnTo>
                <a:lnTo>
                  <a:pt x="731260" y="30727"/>
                </a:lnTo>
                <a:lnTo>
                  <a:pt x="731260" y="22820"/>
                </a:lnTo>
                <a:lnTo>
                  <a:pt x="738716" y="22820"/>
                </a:lnTo>
                <a:lnTo>
                  <a:pt x="738716" y="7924"/>
                </a:lnTo>
                <a:lnTo>
                  <a:pt x="748827" y="1807"/>
                </a:lnTo>
                <a:lnTo>
                  <a:pt x="748827" y="22820"/>
                </a:lnTo>
                <a:lnTo>
                  <a:pt x="759050" y="22820"/>
                </a:lnTo>
                <a:lnTo>
                  <a:pt x="759050" y="30727"/>
                </a:lnTo>
                <a:lnTo>
                  <a:pt x="748827" y="30727"/>
                </a:lnTo>
                <a:lnTo>
                  <a:pt x="748827" y="65804"/>
                </a:lnTo>
                <a:cubicBezTo>
                  <a:pt x="748827" y="68704"/>
                  <a:pt x="749005" y="70568"/>
                  <a:pt x="749363" y="71396"/>
                </a:cubicBezTo>
                <a:cubicBezTo>
                  <a:pt x="749721" y="72224"/>
                  <a:pt x="750305" y="72883"/>
                  <a:pt x="751114" y="73373"/>
                </a:cubicBezTo>
                <a:cubicBezTo>
                  <a:pt x="751924" y="73862"/>
                  <a:pt x="753082" y="74107"/>
                  <a:pt x="754588" y="74107"/>
                </a:cubicBezTo>
                <a:cubicBezTo>
                  <a:pt x="755718" y="74107"/>
                  <a:pt x="757205" y="74013"/>
                  <a:pt x="759050" y="73825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d7e390c4d4a69"/>
          <a:stretch xmlns:a="http://schemas.openxmlformats.org/drawingml/2006/main"/>
        </p:blipFill>
        <p:spPr>
          <a:xfrm xmlns:a="http://schemas.openxmlformats.org/drawingml/2006/main">
            <a:off x="8517375" y="1292049"/>
            <a:ext cx="957459" cy="509816"/>
          </a:xfrm>
          <a:prstGeom xmlns:a="http://schemas.openxmlformats.org/drawingml/2006/main" prst="rect">
            <a:avLst/>
          </a:prstGeom>
        </p:spPr>
      </p:pic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EB460-B646-44C7-A6F5-4100B6E5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50" y="1302151"/>
            <a:ext cx="906446" cy="457229"/>
          </a:xfrm>
          <a:custGeom xmlns:a="http://schemas.openxmlformats.org/drawingml/2006/main">
            <a:pathLst>
              <a:path w="906446" h="457229">
                <a:moveTo>
                  <a:pt x="0" y="0"/>
                </a:moveTo>
                <a:lnTo>
                  <a:pt x="0" y="457229"/>
                </a:lnTo>
                <a:lnTo>
                  <a:pt x="906446" y="457229"/>
                </a:lnTo>
                <a:lnTo>
                  <a:pt x="90644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3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B1E5D-F1BE-4BC3-A38C-23073477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50" y="1302151"/>
            <a:ext cx="906446" cy="457229"/>
          </a:xfrm>
          <a:custGeom xmlns:a="http://schemas.openxmlformats.org/drawingml/2006/main">
            <a:pathLst>
              <a:path w="906446" h="457229" fill="none">
                <a:moveTo>
                  <a:pt x="0" y="0"/>
                </a:moveTo>
                <a:lnTo>
                  <a:pt x="0" y="457229"/>
                </a:lnTo>
                <a:lnTo>
                  <a:pt x="906446" y="457229"/>
                </a:lnTo>
                <a:lnTo>
                  <a:pt x="906446" y="0"/>
                </a:lnTo>
                <a:lnTo>
                  <a:pt x="0" y="0"/>
                </a:lnTo>
                <a:close/>
                <a:moveTo>
                  <a:pt x="0" y="457229"/>
                </a:moveTo>
                <a:close/>
              </a:path>
            </a:pathLst>
          </a:custGeom>
          <a:noFill xmlns:a="http://schemas.openxmlformats.org/drawingml/2006/main"/>
          <a:ln xmlns:a="http://schemas.openxmlformats.org/drawingml/2006/main" w="5772" cap="flat">
            <a:solidFill>
              <a:srgbClr val="001D3E"/>
            </a:solidFill>
            <a:miter/>
          </a:ln>
        </p:spPr>
      </p:sp>
      <p:sp>
        <p:nvSpPr>
          <p:cNvPr id="57" name="Text Fine-Tuned">
            <a:extLst xmlns:a="http://schemas.openxmlformats.org/drawingml/2006/main">
              <a:ext uri="{FF2B5EF4-FFF2-40B4-BE49-F238E27FC236}">
                <a16:creationId xmlns:a16="http://schemas.microsoft.com/office/drawing/2014/main" id="{45B51385-C750-4F79-95F0-93A0E913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1085" y="1438403"/>
            <a:ext cx="569960" cy="84161"/>
          </a:xfrm>
          <a:custGeom xmlns:a="http://schemas.openxmlformats.org/drawingml/2006/main">
            <a:pathLst>
              <a:path w="569960" h="84161">
                <a:moveTo>
                  <a:pt x="0" y="82806"/>
                </a:moveTo>
                <a:lnTo>
                  <a:pt x="0" y="0"/>
                </a:lnTo>
                <a:lnTo>
                  <a:pt x="55863" y="0"/>
                </a:lnTo>
                <a:lnTo>
                  <a:pt x="55863" y="9772"/>
                </a:lnTo>
                <a:lnTo>
                  <a:pt x="10958" y="9772"/>
                </a:lnTo>
                <a:lnTo>
                  <a:pt x="10958" y="35359"/>
                </a:lnTo>
                <a:lnTo>
                  <a:pt x="49819" y="35359"/>
                </a:lnTo>
                <a:lnTo>
                  <a:pt x="49819" y="45131"/>
                </a:lnTo>
                <a:lnTo>
                  <a:pt x="10958" y="45131"/>
                </a:lnTo>
                <a:lnTo>
                  <a:pt x="10958" y="82806"/>
                </a:lnTo>
                <a:lnTo>
                  <a:pt x="0" y="82806"/>
                </a:lnTo>
                <a:close/>
                <a:moveTo>
                  <a:pt x="68932" y="11749"/>
                </a:moveTo>
                <a:lnTo>
                  <a:pt x="68932" y="0"/>
                </a:lnTo>
                <a:lnTo>
                  <a:pt x="79099" y="0"/>
                </a:lnTo>
                <a:lnTo>
                  <a:pt x="79099" y="11749"/>
                </a:lnTo>
                <a:lnTo>
                  <a:pt x="68932" y="11749"/>
                </a:lnTo>
                <a:moveTo>
                  <a:pt x="68932" y="82806"/>
                </a:moveTo>
                <a:lnTo>
                  <a:pt x="68932" y="22820"/>
                </a:lnTo>
                <a:lnTo>
                  <a:pt x="79099" y="22820"/>
                </a:lnTo>
                <a:lnTo>
                  <a:pt x="79099" y="82806"/>
                </a:lnTo>
                <a:lnTo>
                  <a:pt x="68932" y="82806"/>
                </a:lnTo>
                <a:close/>
                <a:moveTo>
                  <a:pt x="94613" y="82806"/>
                </a:moveTo>
                <a:lnTo>
                  <a:pt x="94613" y="22820"/>
                </a:lnTo>
                <a:lnTo>
                  <a:pt x="103764" y="22820"/>
                </a:lnTo>
                <a:lnTo>
                  <a:pt x="103764" y="31292"/>
                </a:lnTo>
                <a:cubicBezTo>
                  <a:pt x="108169" y="24740"/>
                  <a:pt x="114533" y="21464"/>
                  <a:pt x="122855" y="21464"/>
                </a:cubicBezTo>
                <a:cubicBezTo>
                  <a:pt x="126470" y="21464"/>
                  <a:pt x="129793" y="22114"/>
                  <a:pt x="132825" y="23413"/>
                </a:cubicBezTo>
                <a:cubicBezTo>
                  <a:pt x="135856" y="24712"/>
                  <a:pt x="138125" y="26416"/>
                  <a:pt x="139631" y="28525"/>
                </a:cubicBezTo>
                <a:cubicBezTo>
                  <a:pt x="141137" y="30633"/>
                  <a:pt x="142192" y="33137"/>
                  <a:pt x="142794" y="36037"/>
                </a:cubicBezTo>
                <a:cubicBezTo>
                  <a:pt x="143171" y="37920"/>
                  <a:pt x="143359" y="41215"/>
                  <a:pt x="143359" y="45922"/>
                </a:cubicBezTo>
                <a:lnTo>
                  <a:pt x="143359" y="82806"/>
                </a:lnTo>
                <a:lnTo>
                  <a:pt x="133192" y="82806"/>
                </a:lnTo>
                <a:lnTo>
                  <a:pt x="133192" y="46278"/>
                </a:lnTo>
                <a:cubicBezTo>
                  <a:pt x="133192" y="42131"/>
                  <a:pt x="132797" y="39031"/>
                  <a:pt x="132006" y="36976"/>
                </a:cubicBezTo>
                <a:cubicBezTo>
                  <a:pt x="131215" y="34921"/>
                  <a:pt x="129812" y="33282"/>
                  <a:pt x="127798" y="32057"/>
                </a:cubicBezTo>
                <a:cubicBezTo>
                  <a:pt x="125783" y="30832"/>
                  <a:pt x="123420" y="30219"/>
                  <a:pt x="120709" y="30219"/>
                </a:cubicBezTo>
                <a:cubicBezTo>
                  <a:pt x="116378" y="30219"/>
                  <a:pt x="112641" y="31595"/>
                  <a:pt x="109497" y="34348"/>
                </a:cubicBezTo>
                <a:cubicBezTo>
                  <a:pt x="106353" y="37099"/>
                  <a:pt x="104780" y="42320"/>
                  <a:pt x="104780" y="50010"/>
                </a:cubicBezTo>
                <a:lnTo>
                  <a:pt x="104780" y="82806"/>
                </a:lnTo>
                <a:lnTo>
                  <a:pt x="94613" y="82806"/>
                </a:lnTo>
                <a:close/>
                <a:moveTo>
                  <a:pt x="200053" y="63488"/>
                </a:moveTo>
                <a:lnTo>
                  <a:pt x="210559" y="64787"/>
                </a:lnTo>
                <a:cubicBezTo>
                  <a:pt x="208902" y="70925"/>
                  <a:pt x="205833" y="75689"/>
                  <a:pt x="201352" y="79078"/>
                </a:cubicBezTo>
                <a:cubicBezTo>
                  <a:pt x="196871" y="82467"/>
                  <a:pt x="191147" y="84161"/>
                  <a:pt x="184181" y="84161"/>
                </a:cubicBezTo>
                <a:cubicBezTo>
                  <a:pt x="175407" y="84161"/>
                  <a:pt x="168450" y="81460"/>
                  <a:pt x="163310" y="76056"/>
                </a:cubicBezTo>
                <a:cubicBezTo>
                  <a:pt x="158170" y="70652"/>
                  <a:pt x="155600" y="63074"/>
                  <a:pt x="155600" y="53321"/>
                </a:cubicBezTo>
                <a:cubicBezTo>
                  <a:pt x="155600" y="43229"/>
                  <a:pt x="158198" y="35397"/>
                  <a:pt x="163395" y="29824"/>
                </a:cubicBezTo>
                <a:cubicBezTo>
                  <a:pt x="168591" y="24251"/>
                  <a:pt x="175332" y="21464"/>
                  <a:pt x="183616" y="21464"/>
                </a:cubicBezTo>
                <a:cubicBezTo>
                  <a:pt x="191637" y="21464"/>
                  <a:pt x="198189" y="24190"/>
                  <a:pt x="203273" y="29642"/>
                </a:cubicBezTo>
                <a:cubicBezTo>
                  <a:pt x="208356" y="35093"/>
                  <a:pt x="210898" y="42761"/>
                  <a:pt x="210898" y="52649"/>
                </a:cubicBezTo>
                <a:cubicBezTo>
                  <a:pt x="210898" y="53250"/>
                  <a:pt x="210879" y="54152"/>
                  <a:pt x="210841" y="55355"/>
                </a:cubicBezTo>
                <a:lnTo>
                  <a:pt x="166106" y="55355"/>
                </a:lnTo>
                <a:cubicBezTo>
                  <a:pt x="166483" y="61926"/>
                  <a:pt x="168347" y="66957"/>
                  <a:pt x="171698" y="70450"/>
                </a:cubicBezTo>
                <a:cubicBezTo>
                  <a:pt x="175049" y="73943"/>
                  <a:pt x="179229" y="75689"/>
                  <a:pt x="184237" y="75689"/>
                </a:cubicBezTo>
                <a:cubicBezTo>
                  <a:pt x="187965" y="75689"/>
                  <a:pt x="191147" y="74719"/>
                  <a:pt x="193783" y="72780"/>
                </a:cubicBezTo>
                <a:cubicBezTo>
                  <a:pt x="196419" y="70839"/>
                  <a:pt x="198509" y="67742"/>
                  <a:pt x="200053" y="63488"/>
                </a:cubicBezTo>
                <a:moveTo>
                  <a:pt x="166671" y="46882"/>
                </a:moveTo>
                <a:lnTo>
                  <a:pt x="200166" y="46882"/>
                </a:lnTo>
                <a:cubicBezTo>
                  <a:pt x="199714" y="41918"/>
                  <a:pt x="198434" y="38196"/>
                  <a:pt x="196325" y="35714"/>
                </a:cubicBezTo>
                <a:cubicBezTo>
                  <a:pt x="193087" y="31862"/>
                  <a:pt x="188888" y="29937"/>
                  <a:pt x="183729" y="29937"/>
                </a:cubicBezTo>
                <a:cubicBezTo>
                  <a:pt x="179060" y="29937"/>
                  <a:pt x="175134" y="31474"/>
                  <a:pt x="171952" y="34549"/>
                </a:cubicBezTo>
                <a:cubicBezTo>
                  <a:pt x="168770" y="37623"/>
                  <a:pt x="167010" y="41734"/>
                  <a:pt x="166671" y="46882"/>
                </a:cubicBezTo>
                <a:close/>
                <a:moveTo>
                  <a:pt x="219410" y="57953"/>
                </a:moveTo>
                <a:lnTo>
                  <a:pt x="219410" y="47673"/>
                </a:lnTo>
                <a:lnTo>
                  <a:pt x="250646" y="47673"/>
                </a:lnTo>
                <a:lnTo>
                  <a:pt x="250646" y="57953"/>
                </a:lnTo>
                <a:lnTo>
                  <a:pt x="219410" y="57953"/>
                </a:lnTo>
                <a:close/>
                <a:moveTo>
                  <a:pt x="284311" y="82806"/>
                </a:moveTo>
                <a:lnTo>
                  <a:pt x="284311" y="9772"/>
                </a:lnTo>
                <a:lnTo>
                  <a:pt x="257029" y="9772"/>
                </a:lnTo>
                <a:lnTo>
                  <a:pt x="257029" y="0"/>
                </a:lnTo>
                <a:lnTo>
                  <a:pt x="322663" y="0"/>
                </a:lnTo>
                <a:lnTo>
                  <a:pt x="322663" y="9772"/>
                </a:lnTo>
                <a:lnTo>
                  <a:pt x="295269" y="9772"/>
                </a:lnTo>
                <a:lnTo>
                  <a:pt x="295269" y="82806"/>
                </a:lnTo>
                <a:lnTo>
                  <a:pt x="284311" y="82806"/>
                </a:lnTo>
                <a:close/>
                <a:moveTo>
                  <a:pt x="367796" y="82806"/>
                </a:moveTo>
                <a:lnTo>
                  <a:pt x="367796" y="73994"/>
                </a:lnTo>
                <a:cubicBezTo>
                  <a:pt x="363127" y="80772"/>
                  <a:pt x="356782" y="84161"/>
                  <a:pt x="348761" y="84161"/>
                </a:cubicBezTo>
                <a:cubicBezTo>
                  <a:pt x="345221" y="84161"/>
                  <a:pt x="341917" y="83484"/>
                  <a:pt x="338848" y="82128"/>
                </a:cubicBezTo>
                <a:cubicBezTo>
                  <a:pt x="335779" y="80772"/>
                  <a:pt x="333501" y="79068"/>
                  <a:pt x="332013" y="77016"/>
                </a:cubicBezTo>
                <a:cubicBezTo>
                  <a:pt x="330526" y="74964"/>
                  <a:pt x="329481" y="72450"/>
                  <a:pt x="328878" y="69476"/>
                </a:cubicBezTo>
                <a:cubicBezTo>
                  <a:pt x="328464" y="67480"/>
                  <a:pt x="328257" y="64317"/>
                  <a:pt x="328257" y="59986"/>
                </a:cubicBezTo>
                <a:lnTo>
                  <a:pt x="328257" y="22820"/>
                </a:lnTo>
                <a:lnTo>
                  <a:pt x="338424" y="22820"/>
                </a:lnTo>
                <a:lnTo>
                  <a:pt x="338424" y="56089"/>
                </a:lnTo>
                <a:cubicBezTo>
                  <a:pt x="338424" y="61398"/>
                  <a:pt x="338631" y="64976"/>
                  <a:pt x="339046" y="66821"/>
                </a:cubicBezTo>
                <a:cubicBezTo>
                  <a:pt x="339686" y="69494"/>
                  <a:pt x="341041" y="71594"/>
                  <a:pt x="343112" y="73119"/>
                </a:cubicBezTo>
                <a:cubicBezTo>
                  <a:pt x="345184" y="74644"/>
                  <a:pt x="347744" y="75406"/>
                  <a:pt x="350794" y="75406"/>
                </a:cubicBezTo>
                <a:cubicBezTo>
                  <a:pt x="353844" y="75406"/>
                  <a:pt x="356706" y="74625"/>
                  <a:pt x="359380" y="73062"/>
                </a:cubicBezTo>
                <a:cubicBezTo>
                  <a:pt x="362053" y="71500"/>
                  <a:pt x="363946" y="69372"/>
                  <a:pt x="365057" y="66680"/>
                </a:cubicBezTo>
                <a:cubicBezTo>
                  <a:pt x="366167" y="63987"/>
                  <a:pt x="366723" y="60080"/>
                  <a:pt x="366723" y="54959"/>
                </a:cubicBezTo>
                <a:lnTo>
                  <a:pt x="366723" y="22820"/>
                </a:lnTo>
                <a:lnTo>
                  <a:pt x="376890" y="22820"/>
                </a:lnTo>
                <a:lnTo>
                  <a:pt x="376890" y="82806"/>
                </a:lnTo>
                <a:lnTo>
                  <a:pt x="367796" y="82806"/>
                </a:lnTo>
                <a:close/>
                <a:moveTo>
                  <a:pt x="392858" y="82806"/>
                </a:moveTo>
                <a:lnTo>
                  <a:pt x="392858" y="22820"/>
                </a:lnTo>
                <a:lnTo>
                  <a:pt x="402008" y="22820"/>
                </a:lnTo>
                <a:lnTo>
                  <a:pt x="402008" y="31292"/>
                </a:lnTo>
                <a:cubicBezTo>
                  <a:pt x="406414" y="24740"/>
                  <a:pt x="412778" y="21464"/>
                  <a:pt x="421100" y="21464"/>
                </a:cubicBezTo>
                <a:cubicBezTo>
                  <a:pt x="424715" y="21464"/>
                  <a:pt x="428038" y="22114"/>
                  <a:pt x="431069" y="23413"/>
                </a:cubicBezTo>
                <a:cubicBezTo>
                  <a:pt x="434101" y="24712"/>
                  <a:pt x="436370" y="26416"/>
                  <a:pt x="437876" y="28525"/>
                </a:cubicBezTo>
                <a:cubicBezTo>
                  <a:pt x="439382" y="30633"/>
                  <a:pt x="440436" y="33137"/>
                  <a:pt x="441039" y="36037"/>
                </a:cubicBezTo>
                <a:cubicBezTo>
                  <a:pt x="441416" y="37920"/>
                  <a:pt x="441604" y="41215"/>
                  <a:pt x="441604" y="45922"/>
                </a:cubicBezTo>
                <a:lnTo>
                  <a:pt x="441604" y="82806"/>
                </a:lnTo>
                <a:lnTo>
                  <a:pt x="431437" y="82806"/>
                </a:lnTo>
                <a:lnTo>
                  <a:pt x="431437" y="46278"/>
                </a:lnTo>
                <a:cubicBezTo>
                  <a:pt x="431437" y="42131"/>
                  <a:pt x="431041" y="39031"/>
                  <a:pt x="430250" y="36976"/>
                </a:cubicBezTo>
                <a:cubicBezTo>
                  <a:pt x="429460" y="34921"/>
                  <a:pt x="428057" y="33282"/>
                  <a:pt x="426042" y="32057"/>
                </a:cubicBezTo>
                <a:cubicBezTo>
                  <a:pt x="424028" y="30832"/>
                  <a:pt x="421665" y="30219"/>
                  <a:pt x="418954" y="30219"/>
                </a:cubicBezTo>
                <a:cubicBezTo>
                  <a:pt x="414623" y="30219"/>
                  <a:pt x="410886" y="31595"/>
                  <a:pt x="407742" y="34348"/>
                </a:cubicBezTo>
                <a:cubicBezTo>
                  <a:pt x="404597" y="37099"/>
                  <a:pt x="403025" y="42320"/>
                  <a:pt x="403025" y="50010"/>
                </a:cubicBezTo>
                <a:lnTo>
                  <a:pt x="403025" y="82806"/>
                </a:lnTo>
                <a:lnTo>
                  <a:pt x="392858" y="82806"/>
                </a:lnTo>
                <a:close/>
                <a:moveTo>
                  <a:pt x="498297" y="63488"/>
                </a:moveTo>
                <a:lnTo>
                  <a:pt x="508803" y="64787"/>
                </a:lnTo>
                <a:cubicBezTo>
                  <a:pt x="507147" y="70925"/>
                  <a:pt x="504078" y="75689"/>
                  <a:pt x="499597" y="79078"/>
                </a:cubicBezTo>
                <a:cubicBezTo>
                  <a:pt x="495115" y="82467"/>
                  <a:pt x="489392" y="84161"/>
                  <a:pt x="482425" y="84161"/>
                </a:cubicBezTo>
                <a:cubicBezTo>
                  <a:pt x="473651" y="84161"/>
                  <a:pt x="466695" y="81460"/>
                  <a:pt x="461554" y="76056"/>
                </a:cubicBezTo>
                <a:cubicBezTo>
                  <a:pt x="456414" y="70652"/>
                  <a:pt x="453844" y="63074"/>
                  <a:pt x="453844" y="53321"/>
                </a:cubicBezTo>
                <a:cubicBezTo>
                  <a:pt x="453844" y="43229"/>
                  <a:pt x="456443" y="35397"/>
                  <a:pt x="461639" y="29824"/>
                </a:cubicBezTo>
                <a:cubicBezTo>
                  <a:pt x="466836" y="24251"/>
                  <a:pt x="473576" y="21464"/>
                  <a:pt x="481861" y="21464"/>
                </a:cubicBezTo>
                <a:cubicBezTo>
                  <a:pt x="489881" y="21464"/>
                  <a:pt x="496433" y="24190"/>
                  <a:pt x="501517" y="29642"/>
                </a:cubicBezTo>
                <a:cubicBezTo>
                  <a:pt x="506601" y="35093"/>
                  <a:pt x="509142" y="42761"/>
                  <a:pt x="509142" y="52649"/>
                </a:cubicBezTo>
                <a:cubicBezTo>
                  <a:pt x="509142" y="53250"/>
                  <a:pt x="509124" y="54152"/>
                  <a:pt x="509086" y="55355"/>
                </a:cubicBezTo>
                <a:lnTo>
                  <a:pt x="464350" y="55355"/>
                </a:lnTo>
                <a:cubicBezTo>
                  <a:pt x="464727" y="61926"/>
                  <a:pt x="466591" y="66957"/>
                  <a:pt x="469942" y="70450"/>
                </a:cubicBezTo>
                <a:cubicBezTo>
                  <a:pt x="473294" y="73943"/>
                  <a:pt x="477474" y="75689"/>
                  <a:pt x="482482" y="75689"/>
                </a:cubicBezTo>
                <a:cubicBezTo>
                  <a:pt x="486210" y="75689"/>
                  <a:pt x="489392" y="74719"/>
                  <a:pt x="492028" y="72780"/>
                </a:cubicBezTo>
                <a:cubicBezTo>
                  <a:pt x="494664" y="70839"/>
                  <a:pt x="496754" y="67742"/>
                  <a:pt x="498297" y="63488"/>
                </a:cubicBezTo>
                <a:moveTo>
                  <a:pt x="464915" y="46882"/>
                </a:moveTo>
                <a:lnTo>
                  <a:pt x="498410" y="46882"/>
                </a:lnTo>
                <a:cubicBezTo>
                  <a:pt x="497959" y="41918"/>
                  <a:pt x="496678" y="38196"/>
                  <a:pt x="494569" y="35714"/>
                </a:cubicBezTo>
                <a:cubicBezTo>
                  <a:pt x="491331" y="31862"/>
                  <a:pt x="487132" y="29937"/>
                  <a:pt x="481973" y="29937"/>
                </a:cubicBezTo>
                <a:cubicBezTo>
                  <a:pt x="477304" y="29937"/>
                  <a:pt x="473378" y="31474"/>
                  <a:pt x="470197" y="34549"/>
                </a:cubicBezTo>
                <a:cubicBezTo>
                  <a:pt x="467015" y="37623"/>
                  <a:pt x="465254" y="41734"/>
                  <a:pt x="464915" y="46882"/>
                </a:cubicBezTo>
                <a:close/>
                <a:moveTo>
                  <a:pt x="560527" y="82806"/>
                </a:moveTo>
                <a:lnTo>
                  <a:pt x="560527" y="75237"/>
                </a:lnTo>
                <a:cubicBezTo>
                  <a:pt x="556724" y="81187"/>
                  <a:pt x="551132" y="84161"/>
                  <a:pt x="543751" y="84161"/>
                </a:cubicBezTo>
                <a:cubicBezTo>
                  <a:pt x="538969" y="84161"/>
                  <a:pt x="534573" y="82843"/>
                  <a:pt x="530562" y="80208"/>
                </a:cubicBezTo>
                <a:cubicBezTo>
                  <a:pt x="526552" y="77572"/>
                  <a:pt x="523445" y="73891"/>
                  <a:pt x="521242" y="69165"/>
                </a:cubicBezTo>
                <a:cubicBezTo>
                  <a:pt x="519039" y="64439"/>
                  <a:pt x="517938" y="59007"/>
                  <a:pt x="517938" y="52869"/>
                </a:cubicBezTo>
                <a:cubicBezTo>
                  <a:pt x="517938" y="46882"/>
                  <a:pt x="518936" y="41450"/>
                  <a:pt x="520932" y="36574"/>
                </a:cubicBezTo>
                <a:cubicBezTo>
                  <a:pt x="522927" y="31697"/>
                  <a:pt x="525921" y="27960"/>
                  <a:pt x="529913" y="25361"/>
                </a:cubicBezTo>
                <a:cubicBezTo>
                  <a:pt x="533904" y="22763"/>
                  <a:pt x="538366" y="21464"/>
                  <a:pt x="543299" y="21464"/>
                </a:cubicBezTo>
                <a:cubicBezTo>
                  <a:pt x="546914" y="21464"/>
                  <a:pt x="550134" y="22227"/>
                  <a:pt x="552958" y="23752"/>
                </a:cubicBezTo>
                <a:cubicBezTo>
                  <a:pt x="555782" y="25277"/>
                  <a:pt x="558079" y="27263"/>
                  <a:pt x="559849" y="29711"/>
                </a:cubicBezTo>
                <a:lnTo>
                  <a:pt x="559849" y="0"/>
                </a:lnTo>
                <a:lnTo>
                  <a:pt x="569960" y="0"/>
                </a:lnTo>
                <a:lnTo>
                  <a:pt x="569960" y="82806"/>
                </a:lnTo>
                <a:lnTo>
                  <a:pt x="560527" y="82806"/>
                </a:lnTo>
                <a:moveTo>
                  <a:pt x="528388" y="52841"/>
                </a:moveTo>
                <a:cubicBezTo>
                  <a:pt x="528388" y="60495"/>
                  <a:pt x="530007" y="66216"/>
                  <a:pt x="533245" y="70005"/>
                </a:cubicBezTo>
                <a:cubicBezTo>
                  <a:pt x="536484" y="73794"/>
                  <a:pt x="540306" y="75689"/>
                  <a:pt x="544711" y="75689"/>
                </a:cubicBezTo>
                <a:cubicBezTo>
                  <a:pt x="549155" y="75689"/>
                  <a:pt x="552930" y="73879"/>
                  <a:pt x="556037" y="70259"/>
                </a:cubicBezTo>
                <a:cubicBezTo>
                  <a:pt x="559143" y="66638"/>
                  <a:pt x="560697" y="61114"/>
                  <a:pt x="560697" y="53685"/>
                </a:cubicBezTo>
                <a:cubicBezTo>
                  <a:pt x="560697" y="45506"/>
                  <a:pt x="559115" y="39504"/>
                  <a:pt x="555952" y="35677"/>
                </a:cubicBezTo>
                <a:cubicBezTo>
                  <a:pt x="552789" y="31850"/>
                  <a:pt x="548891" y="29937"/>
                  <a:pt x="544260" y="29937"/>
                </a:cubicBezTo>
                <a:cubicBezTo>
                  <a:pt x="539741" y="29937"/>
                  <a:pt x="535966" y="31775"/>
                  <a:pt x="532935" y="35453"/>
                </a:cubicBezTo>
                <a:cubicBezTo>
                  <a:pt x="529903" y="39129"/>
                  <a:pt x="528388" y="44925"/>
                  <a:pt x="528388" y="52841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LLM">
            <a:extLst xmlns:a="http://schemas.openxmlformats.org/drawingml/2006/main">
              <a:ext uri="{FF2B5EF4-FFF2-40B4-BE49-F238E27FC236}">
                <a16:creationId xmlns:a16="http://schemas.microsoft.com/office/drawing/2014/main" id="{F37FBC25-64CF-475C-BD04-1A67BD2D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59" y="1576941"/>
            <a:ext cx="207932" cy="82806"/>
          </a:xfrm>
          <a:custGeom xmlns:a="http://schemas.openxmlformats.org/drawingml/2006/main">
            <a:pathLst>
              <a:path w="207932" h="82806">
                <a:moveTo>
                  <a:pt x="0" y="82806"/>
                </a:moveTo>
                <a:lnTo>
                  <a:pt x="0" y="0"/>
                </a:lnTo>
                <a:lnTo>
                  <a:pt x="10958" y="0"/>
                </a:lnTo>
                <a:lnTo>
                  <a:pt x="10958" y="73034"/>
                </a:lnTo>
                <a:lnTo>
                  <a:pt x="51740" y="73034"/>
                </a:lnTo>
                <a:lnTo>
                  <a:pt x="51740" y="82806"/>
                </a:lnTo>
                <a:lnTo>
                  <a:pt x="0" y="82806"/>
                </a:lnTo>
                <a:close/>
                <a:moveTo>
                  <a:pt x="64399" y="82806"/>
                </a:moveTo>
                <a:lnTo>
                  <a:pt x="64399" y="0"/>
                </a:lnTo>
                <a:lnTo>
                  <a:pt x="75357" y="0"/>
                </a:lnTo>
                <a:lnTo>
                  <a:pt x="75357" y="73034"/>
                </a:lnTo>
                <a:lnTo>
                  <a:pt x="116139" y="73034"/>
                </a:lnTo>
                <a:lnTo>
                  <a:pt x="116139" y="82806"/>
                </a:lnTo>
                <a:lnTo>
                  <a:pt x="64399" y="82806"/>
                </a:lnTo>
                <a:close/>
                <a:moveTo>
                  <a:pt x="128910" y="82806"/>
                </a:moveTo>
                <a:lnTo>
                  <a:pt x="128910" y="0"/>
                </a:lnTo>
                <a:lnTo>
                  <a:pt x="145404" y="0"/>
                </a:lnTo>
                <a:lnTo>
                  <a:pt x="165004" y="58631"/>
                </a:lnTo>
                <a:cubicBezTo>
                  <a:pt x="166811" y="64091"/>
                  <a:pt x="168129" y="68176"/>
                  <a:pt x="168958" y="70888"/>
                </a:cubicBezTo>
                <a:cubicBezTo>
                  <a:pt x="169899" y="67875"/>
                  <a:pt x="171368" y="63451"/>
                  <a:pt x="173364" y="57614"/>
                </a:cubicBezTo>
                <a:lnTo>
                  <a:pt x="193190" y="0"/>
                </a:lnTo>
                <a:lnTo>
                  <a:pt x="207932" y="0"/>
                </a:lnTo>
                <a:lnTo>
                  <a:pt x="207932" y="82806"/>
                </a:lnTo>
                <a:lnTo>
                  <a:pt x="197369" y="82806"/>
                </a:lnTo>
                <a:lnTo>
                  <a:pt x="197369" y="13500"/>
                </a:lnTo>
                <a:lnTo>
                  <a:pt x="173307" y="82806"/>
                </a:lnTo>
                <a:lnTo>
                  <a:pt x="163422" y="82806"/>
                </a:lnTo>
                <a:lnTo>
                  <a:pt x="139473" y="12314"/>
                </a:lnTo>
                <a:lnTo>
                  <a:pt x="139473" y="82806"/>
                </a:lnTo>
                <a:lnTo>
                  <a:pt x="128910" y="8280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FixedFunctionGeneration">
            <a:extLst xmlns:a="http://schemas.openxmlformats.org/drawingml/2006/main">
              <a:ext uri="{FF2B5EF4-FFF2-40B4-BE49-F238E27FC236}">
                <a16:creationId xmlns:a16="http://schemas.microsoft.com/office/drawing/2014/main" id="{56FF0317-1FA4-4F4B-97B8-84A17DF5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059" y="427502"/>
            <a:ext cx="1447555" cy="85743"/>
          </a:xfrm>
          <a:custGeom xmlns:a="http://schemas.openxmlformats.org/drawingml/2006/main">
            <a:pathLst>
              <a:path w="1447555" h="85743">
                <a:moveTo>
                  <a:pt x="0" y="84274"/>
                </a:moveTo>
                <a:lnTo>
                  <a:pt x="0" y="1469"/>
                </a:lnTo>
                <a:lnTo>
                  <a:pt x="56767" y="1469"/>
                </a:lnTo>
                <a:lnTo>
                  <a:pt x="56767" y="15477"/>
                </a:lnTo>
                <a:lnTo>
                  <a:pt x="16719" y="15477"/>
                </a:lnTo>
                <a:lnTo>
                  <a:pt x="16719" y="35020"/>
                </a:lnTo>
                <a:lnTo>
                  <a:pt x="51288" y="35020"/>
                </a:lnTo>
                <a:lnTo>
                  <a:pt x="51288" y="49028"/>
                </a:lnTo>
                <a:lnTo>
                  <a:pt x="16719" y="49028"/>
                </a:lnTo>
                <a:lnTo>
                  <a:pt x="16719" y="84274"/>
                </a:lnTo>
                <a:lnTo>
                  <a:pt x="0" y="84274"/>
                </a:lnTo>
                <a:close/>
                <a:moveTo>
                  <a:pt x="70477" y="16154"/>
                </a:moveTo>
                <a:lnTo>
                  <a:pt x="70477" y="1469"/>
                </a:lnTo>
                <a:lnTo>
                  <a:pt x="86349" y="1469"/>
                </a:lnTo>
                <a:lnTo>
                  <a:pt x="86349" y="16154"/>
                </a:lnTo>
                <a:lnTo>
                  <a:pt x="70477" y="16154"/>
                </a:lnTo>
                <a:moveTo>
                  <a:pt x="70477" y="84274"/>
                </a:moveTo>
                <a:lnTo>
                  <a:pt x="70477" y="24288"/>
                </a:lnTo>
                <a:lnTo>
                  <a:pt x="86349" y="24288"/>
                </a:lnTo>
                <a:lnTo>
                  <a:pt x="86349" y="84274"/>
                </a:lnTo>
                <a:lnTo>
                  <a:pt x="70477" y="84274"/>
                </a:lnTo>
                <a:close/>
                <a:moveTo>
                  <a:pt x="95033" y="84274"/>
                </a:moveTo>
                <a:lnTo>
                  <a:pt x="116667" y="53378"/>
                </a:lnTo>
                <a:lnTo>
                  <a:pt x="95937" y="24288"/>
                </a:lnTo>
                <a:lnTo>
                  <a:pt x="115311" y="24288"/>
                </a:lnTo>
                <a:lnTo>
                  <a:pt x="125930" y="40782"/>
                </a:lnTo>
                <a:lnTo>
                  <a:pt x="137114" y="24288"/>
                </a:lnTo>
                <a:lnTo>
                  <a:pt x="155754" y="24288"/>
                </a:lnTo>
                <a:lnTo>
                  <a:pt x="135419" y="52700"/>
                </a:lnTo>
                <a:lnTo>
                  <a:pt x="157618" y="84274"/>
                </a:lnTo>
                <a:lnTo>
                  <a:pt x="138131" y="84274"/>
                </a:lnTo>
                <a:lnTo>
                  <a:pt x="125930" y="65691"/>
                </a:lnTo>
                <a:lnTo>
                  <a:pt x="113617" y="84274"/>
                </a:lnTo>
                <a:lnTo>
                  <a:pt x="95033" y="84274"/>
                </a:lnTo>
                <a:close/>
                <a:moveTo>
                  <a:pt x="201738" y="65183"/>
                </a:moveTo>
                <a:lnTo>
                  <a:pt x="217553" y="67894"/>
                </a:lnTo>
                <a:cubicBezTo>
                  <a:pt x="215520" y="73674"/>
                  <a:pt x="212310" y="78075"/>
                  <a:pt x="207923" y="81097"/>
                </a:cubicBezTo>
                <a:cubicBezTo>
                  <a:pt x="203536" y="84119"/>
                  <a:pt x="198047" y="85630"/>
                  <a:pt x="191457" y="85630"/>
                </a:cubicBezTo>
                <a:cubicBezTo>
                  <a:pt x="181027" y="85630"/>
                  <a:pt x="173307" y="82222"/>
                  <a:pt x="168299" y="75406"/>
                </a:cubicBezTo>
                <a:cubicBezTo>
                  <a:pt x="164345" y="69946"/>
                  <a:pt x="162368" y="63055"/>
                  <a:pt x="162368" y="54733"/>
                </a:cubicBezTo>
                <a:cubicBezTo>
                  <a:pt x="162368" y="44792"/>
                  <a:pt x="164966" y="37007"/>
                  <a:pt x="170163" y="31377"/>
                </a:cubicBezTo>
                <a:cubicBezTo>
                  <a:pt x="175359" y="25747"/>
                  <a:pt x="181930" y="22933"/>
                  <a:pt x="189876" y="22933"/>
                </a:cubicBezTo>
                <a:cubicBezTo>
                  <a:pt x="198800" y="22933"/>
                  <a:pt x="205842" y="25879"/>
                  <a:pt x="211001" y="31772"/>
                </a:cubicBezTo>
                <a:cubicBezTo>
                  <a:pt x="216160" y="37666"/>
                  <a:pt x="218626" y="46694"/>
                  <a:pt x="218400" y="58857"/>
                </a:cubicBezTo>
                <a:lnTo>
                  <a:pt x="178636" y="58857"/>
                </a:lnTo>
                <a:cubicBezTo>
                  <a:pt x="178749" y="63564"/>
                  <a:pt x="180029" y="67226"/>
                  <a:pt x="182476" y="69843"/>
                </a:cubicBezTo>
                <a:cubicBezTo>
                  <a:pt x="184924" y="72460"/>
                  <a:pt x="187974" y="73768"/>
                  <a:pt x="191627" y="73768"/>
                </a:cubicBezTo>
                <a:cubicBezTo>
                  <a:pt x="194112" y="73768"/>
                  <a:pt x="196202" y="73091"/>
                  <a:pt x="197897" y="71735"/>
                </a:cubicBezTo>
                <a:cubicBezTo>
                  <a:pt x="199591" y="70379"/>
                  <a:pt x="200872" y="68195"/>
                  <a:pt x="201738" y="65183"/>
                </a:cubicBezTo>
                <a:moveTo>
                  <a:pt x="202641" y="49141"/>
                </a:moveTo>
                <a:cubicBezTo>
                  <a:pt x="202528" y="44566"/>
                  <a:pt x="201342" y="41088"/>
                  <a:pt x="199083" y="38706"/>
                </a:cubicBezTo>
                <a:cubicBezTo>
                  <a:pt x="196823" y="36324"/>
                  <a:pt x="194075" y="35133"/>
                  <a:pt x="190836" y="35133"/>
                </a:cubicBezTo>
                <a:cubicBezTo>
                  <a:pt x="187372" y="35133"/>
                  <a:pt x="184510" y="36389"/>
                  <a:pt x="182251" y="38902"/>
                </a:cubicBezTo>
                <a:cubicBezTo>
                  <a:pt x="179991" y="41415"/>
                  <a:pt x="178880" y="44828"/>
                  <a:pt x="178918" y="49141"/>
                </a:cubicBezTo>
                <a:lnTo>
                  <a:pt x="202641" y="49141"/>
                </a:lnTo>
                <a:close/>
                <a:moveTo>
                  <a:pt x="286356" y="84274"/>
                </a:moveTo>
                <a:lnTo>
                  <a:pt x="271614" y="84274"/>
                </a:lnTo>
                <a:lnTo>
                  <a:pt x="271614" y="75463"/>
                </a:lnTo>
                <a:cubicBezTo>
                  <a:pt x="269166" y="78890"/>
                  <a:pt x="266276" y="81441"/>
                  <a:pt x="262943" y="83116"/>
                </a:cubicBezTo>
                <a:cubicBezTo>
                  <a:pt x="259611" y="84792"/>
                  <a:pt x="256250" y="85630"/>
                  <a:pt x="252861" y="85630"/>
                </a:cubicBezTo>
                <a:cubicBezTo>
                  <a:pt x="245970" y="85630"/>
                  <a:pt x="240067" y="82853"/>
                  <a:pt x="235153" y="77299"/>
                </a:cubicBezTo>
                <a:cubicBezTo>
                  <a:pt x="230239" y="71744"/>
                  <a:pt x="227782" y="63997"/>
                  <a:pt x="227782" y="54055"/>
                </a:cubicBezTo>
                <a:cubicBezTo>
                  <a:pt x="227782" y="43888"/>
                  <a:pt x="230173" y="36159"/>
                  <a:pt x="234955" y="30869"/>
                </a:cubicBezTo>
                <a:cubicBezTo>
                  <a:pt x="239738" y="25578"/>
                  <a:pt x="245782" y="22933"/>
                  <a:pt x="253087" y="22933"/>
                </a:cubicBezTo>
                <a:cubicBezTo>
                  <a:pt x="259790" y="22933"/>
                  <a:pt x="265589" y="25719"/>
                  <a:pt x="270484" y="31292"/>
                </a:cubicBezTo>
                <a:lnTo>
                  <a:pt x="270484" y="1469"/>
                </a:lnTo>
                <a:lnTo>
                  <a:pt x="286356" y="1469"/>
                </a:lnTo>
                <a:lnTo>
                  <a:pt x="286356" y="84274"/>
                </a:lnTo>
                <a:moveTo>
                  <a:pt x="243993" y="53012"/>
                </a:moveTo>
                <a:cubicBezTo>
                  <a:pt x="243993" y="59404"/>
                  <a:pt x="244878" y="64029"/>
                  <a:pt x="246648" y="66886"/>
                </a:cubicBezTo>
                <a:cubicBezTo>
                  <a:pt x="249208" y="71022"/>
                  <a:pt x="252786" y="73091"/>
                  <a:pt x="257380" y="73091"/>
                </a:cubicBezTo>
                <a:cubicBezTo>
                  <a:pt x="261032" y="73091"/>
                  <a:pt x="264139" y="71540"/>
                  <a:pt x="266700" y="68438"/>
                </a:cubicBezTo>
                <a:cubicBezTo>
                  <a:pt x="269260" y="65336"/>
                  <a:pt x="270540" y="60702"/>
                  <a:pt x="270540" y="54535"/>
                </a:cubicBezTo>
                <a:cubicBezTo>
                  <a:pt x="270540" y="47654"/>
                  <a:pt x="269298" y="42700"/>
                  <a:pt x="266813" y="39673"/>
                </a:cubicBezTo>
                <a:cubicBezTo>
                  <a:pt x="264327" y="36646"/>
                  <a:pt x="261145" y="35133"/>
                  <a:pt x="257267" y="35133"/>
                </a:cubicBezTo>
                <a:cubicBezTo>
                  <a:pt x="253501" y="35133"/>
                  <a:pt x="250347" y="36628"/>
                  <a:pt x="247806" y="39617"/>
                </a:cubicBezTo>
                <a:cubicBezTo>
                  <a:pt x="245264" y="42606"/>
                  <a:pt x="243993" y="47071"/>
                  <a:pt x="243993" y="53012"/>
                </a:cubicBezTo>
                <a:close/>
                <a:moveTo>
                  <a:pt x="333353" y="84274"/>
                </a:moveTo>
                <a:lnTo>
                  <a:pt x="333353" y="1469"/>
                </a:lnTo>
                <a:lnTo>
                  <a:pt x="390119" y="1469"/>
                </a:lnTo>
                <a:lnTo>
                  <a:pt x="390119" y="15477"/>
                </a:lnTo>
                <a:lnTo>
                  <a:pt x="350072" y="15477"/>
                </a:lnTo>
                <a:lnTo>
                  <a:pt x="350072" y="35020"/>
                </a:lnTo>
                <a:lnTo>
                  <a:pt x="384640" y="35020"/>
                </a:lnTo>
                <a:lnTo>
                  <a:pt x="384640" y="49028"/>
                </a:lnTo>
                <a:lnTo>
                  <a:pt x="350072" y="49028"/>
                </a:lnTo>
                <a:lnTo>
                  <a:pt x="350072" y="84274"/>
                </a:lnTo>
                <a:lnTo>
                  <a:pt x="333353" y="84274"/>
                </a:lnTo>
                <a:close/>
                <a:moveTo>
                  <a:pt x="443313" y="84274"/>
                </a:moveTo>
                <a:lnTo>
                  <a:pt x="443313" y="75293"/>
                </a:lnTo>
                <a:cubicBezTo>
                  <a:pt x="441129" y="78494"/>
                  <a:pt x="438257" y="81017"/>
                  <a:pt x="434699" y="82862"/>
                </a:cubicBezTo>
                <a:cubicBezTo>
                  <a:pt x="431140" y="84707"/>
                  <a:pt x="427384" y="85630"/>
                  <a:pt x="423430" y="85630"/>
                </a:cubicBezTo>
                <a:cubicBezTo>
                  <a:pt x="419401" y="85630"/>
                  <a:pt x="415786" y="84745"/>
                  <a:pt x="412585" y="82975"/>
                </a:cubicBezTo>
                <a:cubicBezTo>
                  <a:pt x="409385" y="81205"/>
                  <a:pt x="407069" y="78720"/>
                  <a:pt x="405638" y="75519"/>
                </a:cubicBezTo>
                <a:cubicBezTo>
                  <a:pt x="404207" y="72319"/>
                  <a:pt x="403491" y="67894"/>
                  <a:pt x="403491" y="62246"/>
                </a:cubicBezTo>
                <a:lnTo>
                  <a:pt x="403491" y="24288"/>
                </a:lnTo>
                <a:lnTo>
                  <a:pt x="419363" y="24288"/>
                </a:lnTo>
                <a:lnTo>
                  <a:pt x="419363" y="51789"/>
                </a:lnTo>
                <a:cubicBezTo>
                  <a:pt x="419363" y="60205"/>
                  <a:pt x="419655" y="65362"/>
                  <a:pt x="420239" y="67259"/>
                </a:cubicBezTo>
                <a:cubicBezTo>
                  <a:pt x="420823" y="69155"/>
                  <a:pt x="421886" y="70658"/>
                  <a:pt x="423430" y="71767"/>
                </a:cubicBezTo>
                <a:cubicBezTo>
                  <a:pt x="424974" y="72875"/>
                  <a:pt x="426932" y="73429"/>
                  <a:pt x="429305" y="73429"/>
                </a:cubicBezTo>
                <a:cubicBezTo>
                  <a:pt x="432016" y="73429"/>
                  <a:pt x="434445" y="72688"/>
                  <a:pt x="436591" y="71204"/>
                </a:cubicBezTo>
                <a:cubicBezTo>
                  <a:pt x="438738" y="69720"/>
                  <a:pt x="440206" y="67879"/>
                  <a:pt x="440997" y="65681"/>
                </a:cubicBezTo>
                <a:cubicBezTo>
                  <a:pt x="441788" y="63482"/>
                  <a:pt x="442183" y="58100"/>
                  <a:pt x="442183" y="49535"/>
                </a:cubicBezTo>
                <a:lnTo>
                  <a:pt x="442183" y="24288"/>
                </a:lnTo>
                <a:lnTo>
                  <a:pt x="458055" y="24288"/>
                </a:lnTo>
                <a:lnTo>
                  <a:pt x="458055" y="84274"/>
                </a:lnTo>
                <a:lnTo>
                  <a:pt x="443313" y="84274"/>
                </a:lnTo>
                <a:close/>
                <a:moveTo>
                  <a:pt x="529096" y="84274"/>
                </a:moveTo>
                <a:lnTo>
                  <a:pt x="513224" y="84274"/>
                </a:lnTo>
                <a:lnTo>
                  <a:pt x="513224" y="53695"/>
                </a:lnTo>
                <a:cubicBezTo>
                  <a:pt x="513224" y="47225"/>
                  <a:pt x="512885" y="43041"/>
                  <a:pt x="512208" y="41142"/>
                </a:cubicBezTo>
                <a:cubicBezTo>
                  <a:pt x="511530" y="39242"/>
                  <a:pt x="510428" y="37766"/>
                  <a:pt x="508903" y="36713"/>
                </a:cubicBezTo>
                <a:cubicBezTo>
                  <a:pt x="507378" y="35660"/>
                  <a:pt x="505542" y="35133"/>
                  <a:pt x="503396" y="35133"/>
                </a:cubicBezTo>
                <a:cubicBezTo>
                  <a:pt x="500647" y="35133"/>
                  <a:pt x="498181" y="35886"/>
                  <a:pt x="495997" y="37391"/>
                </a:cubicBezTo>
                <a:cubicBezTo>
                  <a:pt x="493812" y="38895"/>
                  <a:pt x="492316" y="40888"/>
                  <a:pt x="491506" y="43371"/>
                </a:cubicBezTo>
                <a:cubicBezTo>
                  <a:pt x="490696" y="45853"/>
                  <a:pt x="490292" y="50442"/>
                  <a:pt x="490292" y="57137"/>
                </a:cubicBezTo>
                <a:lnTo>
                  <a:pt x="490292" y="84274"/>
                </a:lnTo>
                <a:lnTo>
                  <a:pt x="474420" y="84274"/>
                </a:lnTo>
                <a:lnTo>
                  <a:pt x="474420" y="24288"/>
                </a:lnTo>
                <a:lnTo>
                  <a:pt x="489162" y="24288"/>
                </a:lnTo>
                <a:lnTo>
                  <a:pt x="489162" y="33100"/>
                </a:lnTo>
                <a:cubicBezTo>
                  <a:pt x="494396" y="26322"/>
                  <a:pt x="500986" y="22933"/>
                  <a:pt x="508931" y="22933"/>
                </a:cubicBezTo>
                <a:cubicBezTo>
                  <a:pt x="512433" y="22933"/>
                  <a:pt x="515634" y="23563"/>
                  <a:pt x="518534" y="24825"/>
                </a:cubicBezTo>
                <a:cubicBezTo>
                  <a:pt x="521433" y="26086"/>
                  <a:pt x="523627" y="27696"/>
                  <a:pt x="525114" y="29654"/>
                </a:cubicBezTo>
                <a:cubicBezTo>
                  <a:pt x="526602" y="31612"/>
                  <a:pt x="527637" y="33834"/>
                  <a:pt x="528221" y="36319"/>
                </a:cubicBezTo>
                <a:cubicBezTo>
                  <a:pt x="528804" y="38805"/>
                  <a:pt x="529096" y="42363"/>
                  <a:pt x="529096" y="46995"/>
                </a:cubicBezTo>
                <a:lnTo>
                  <a:pt x="529096" y="84274"/>
                </a:lnTo>
                <a:close/>
                <a:moveTo>
                  <a:pt x="597540" y="42024"/>
                </a:moveTo>
                <a:lnTo>
                  <a:pt x="581894" y="44848"/>
                </a:lnTo>
                <a:cubicBezTo>
                  <a:pt x="581367" y="41742"/>
                  <a:pt x="580171" y="39402"/>
                  <a:pt x="578307" y="37830"/>
                </a:cubicBezTo>
                <a:cubicBezTo>
                  <a:pt x="576443" y="36258"/>
                  <a:pt x="574024" y="35472"/>
                  <a:pt x="571049" y="35472"/>
                </a:cubicBezTo>
                <a:cubicBezTo>
                  <a:pt x="567095" y="35472"/>
                  <a:pt x="563941" y="36833"/>
                  <a:pt x="561588" y="39555"/>
                </a:cubicBezTo>
                <a:cubicBezTo>
                  <a:pt x="559234" y="42277"/>
                  <a:pt x="558058" y="46828"/>
                  <a:pt x="558058" y="53210"/>
                </a:cubicBezTo>
                <a:cubicBezTo>
                  <a:pt x="558058" y="60306"/>
                  <a:pt x="559253" y="65318"/>
                  <a:pt x="561644" y="68247"/>
                </a:cubicBezTo>
                <a:cubicBezTo>
                  <a:pt x="564035" y="71175"/>
                  <a:pt x="567246" y="72639"/>
                  <a:pt x="571275" y="72639"/>
                </a:cubicBezTo>
                <a:cubicBezTo>
                  <a:pt x="574287" y="72639"/>
                  <a:pt x="576754" y="71782"/>
                  <a:pt x="578674" y="70069"/>
                </a:cubicBezTo>
                <a:cubicBezTo>
                  <a:pt x="580595" y="68355"/>
                  <a:pt x="581950" y="65409"/>
                  <a:pt x="582741" y="61229"/>
                </a:cubicBezTo>
                <a:lnTo>
                  <a:pt x="598331" y="63940"/>
                </a:lnTo>
                <a:cubicBezTo>
                  <a:pt x="596712" y="71095"/>
                  <a:pt x="593605" y="76498"/>
                  <a:pt x="589011" y="80151"/>
                </a:cubicBezTo>
                <a:cubicBezTo>
                  <a:pt x="584417" y="83804"/>
                  <a:pt x="578260" y="85630"/>
                  <a:pt x="570541" y="85630"/>
                </a:cubicBezTo>
                <a:cubicBezTo>
                  <a:pt x="561767" y="85630"/>
                  <a:pt x="554772" y="82862"/>
                  <a:pt x="549557" y="77327"/>
                </a:cubicBezTo>
                <a:cubicBezTo>
                  <a:pt x="544341" y="71791"/>
                  <a:pt x="541734" y="64128"/>
                  <a:pt x="541734" y="54338"/>
                </a:cubicBezTo>
                <a:cubicBezTo>
                  <a:pt x="541734" y="44434"/>
                  <a:pt x="544351" y="36724"/>
                  <a:pt x="549585" y="31208"/>
                </a:cubicBezTo>
                <a:cubicBezTo>
                  <a:pt x="554819" y="25691"/>
                  <a:pt x="561899" y="22933"/>
                  <a:pt x="570823" y="22933"/>
                </a:cubicBezTo>
                <a:cubicBezTo>
                  <a:pt x="578128" y="22933"/>
                  <a:pt x="583937" y="24505"/>
                  <a:pt x="588248" y="27649"/>
                </a:cubicBezTo>
                <a:cubicBezTo>
                  <a:pt x="592560" y="30793"/>
                  <a:pt x="595657" y="35585"/>
                  <a:pt x="597540" y="42024"/>
                </a:cubicBezTo>
                <a:close/>
                <a:moveTo>
                  <a:pt x="637085" y="24288"/>
                </a:moveTo>
                <a:lnTo>
                  <a:pt x="637085" y="36941"/>
                </a:lnTo>
                <a:lnTo>
                  <a:pt x="626240" y="36941"/>
                </a:lnTo>
                <a:lnTo>
                  <a:pt x="626240" y="61077"/>
                </a:lnTo>
                <a:cubicBezTo>
                  <a:pt x="626240" y="65965"/>
                  <a:pt x="626344" y="68814"/>
                  <a:pt x="626551" y="69622"/>
                </a:cubicBezTo>
                <a:cubicBezTo>
                  <a:pt x="626758" y="70429"/>
                  <a:pt x="627229" y="71097"/>
                  <a:pt x="627963" y="71624"/>
                </a:cubicBezTo>
                <a:cubicBezTo>
                  <a:pt x="628697" y="72150"/>
                  <a:pt x="629592" y="72413"/>
                  <a:pt x="630646" y="72413"/>
                </a:cubicBezTo>
                <a:cubicBezTo>
                  <a:pt x="632115" y="72413"/>
                  <a:pt x="634242" y="71904"/>
                  <a:pt x="637029" y="70888"/>
                </a:cubicBezTo>
                <a:lnTo>
                  <a:pt x="638384" y="83247"/>
                </a:lnTo>
                <a:cubicBezTo>
                  <a:pt x="634694" y="84836"/>
                  <a:pt x="630514" y="85630"/>
                  <a:pt x="625845" y="85630"/>
                </a:cubicBezTo>
                <a:cubicBezTo>
                  <a:pt x="622983" y="85630"/>
                  <a:pt x="620404" y="85150"/>
                  <a:pt x="618107" y="84190"/>
                </a:cubicBezTo>
                <a:cubicBezTo>
                  <a:pt x="615810" y="83229"/>
                  <a:pt x="614124" y="81987"/>
                  <a:pt x="613051" y="80462"/>
                </a:cubicBezTo>
                <a:cubicBezTo>
                  <a:pt x="611978" y="78937"/>
                  <a:pt x="611234" y="76875"/>
                  <a:pt x="610820" y="74277"/>
                </a:cubicBezTo>
                <a:cubicBezTo>
                  <a:pt x="610481" y="72432"/>
                  <a:pt x="610312" y="68704"/>
                  <a:pt x="610312" y="63093"/>
                </a:cubicBezTo>
                <a:lnTo>
                  <a:pt x="610312" y="36941"/>
                </a:lnTo>
                <a:lnTo>
                  <a:pt x="603025" y="36941"/>
                </a:lnTo>
                <a:lnTo>
                  <a:pt x="603025" y="24288"/>
                </a:lnTo>
                <a:lnTo>
                  <a:pt x="610312" y="24288"/>
                </a:lnTo>
                <a:lnTo>
                  <a:pt x="610312" y="12314"/>
                </a:lnTo>
                <a:lnTo>
                  <a:pt x="626240" y="2937"/>
                </a:lnTo>
                <a:lnTo>
                  <a:pt x="626240" y="24288"/>
                </a:lnTo>
                <a:lnTo>
                  <a:pt x="637085" y="24288"/>
                </a:lnTo>
                <a:close/>
                <a:moveTo>
                  <a:pt x="648121" y="16154"/>
                </a:moveTo>
                <a:lnTo>
                  <a:pt x="648121" y="1469"/>
                </a:lnTo>
                <a:lnTo>
                  <a:pt x="663993" y="1469"/>
                </a:lnTo>
                <a:lnTo>
                  <a:pt x="663993" y="16154"/>
                </a:lnTo>
                <a:lnTo>
                  <a:pt x="648121" y="16154"/>
                </a:lnTo>
                <a:moveTo>
                  <a:pt x="648121" y="84274"/>
                </a:moveTo>
                <a:lnTo>
                  <a:pt x="648121" y="24288"/>
                </a:lnTo>
                <a:lnTo>
                  <a:pt x="663993" y="24288"/>
                </a:lnTo>
                <a:lnTo>
                  <a:pt x="663993" y="84274"/>
                </a:lnTo>
                <a:lnTo>
                  <a:pt x="648121" y="84274"/>
                </a:lnTo>
                <a:close/>
                <a:moveTo>
                  <a:pt x="676632" y="53434"/>
                </a:moveTo>
                <a:cubicBezTo>
                  <a:pt x="676632" y="48162"/>
                  <a:pt x="677931" y="43060"/>
                  <a:pt x="680529" y="38127"/>
                </a:cubicBezTo>
                <a:cubicBezTo>
                  <a:pt x="683128" y="33194"/>
                  <a:pt x="686809" y="29428"/>
                  <a:pt x="691572" y="26830"/>
                </a:cubicBezTo>
                <a:cubicBezTo>
                  <a:pt x="696336" y="24232"/>
                  <a:pt x="701654" y="22933"/>
                  <a:pt x="707529" y="22933"/>
                </a:cubicBezTo>
                <a:cubicBezTo>
                  <a:pt x="716604" y="22933"/>
                  <a:pt x="724041" y="25879"/>
                  <a:pt x="729840" y="31772"/>
                </a:cubicBezTo>
                <a:cubicBezTo>
                  <a:pt x="735639" y="37666"/>
                  <a:pt x="738539" y="45112"/>
                  <a:pt x="738539" y="54112"/>
                </a:cubicBezTo>
                <a:cubicBezTo>
                  <a:pt x="738539" y="63187"/>
                  <a:pt x="735611" y="70709"/>
                  <a:pt x="729755" y="76677"/>
                </a:cubicBezTo>
                <a:cubicBezTo>
                  <a:pt x="723900" y="82646"/>
                  <a:pt x="716529" y="85630"/>
                  <a:pt x="707642" y="85630"/>
                </a:cubicBezTo>
                <a:cubicBezTo>
                  <a:pt x="702144" y="85630"/>
                  <a:pt x="696900" y="84387"/>
                  <a:pt x="691911" y="81902"/>
                </a:cubicBezTo>
                <a:cubicBezTo>
                  <a:pt x="686921" y="79417"/>
                  <a:pt x="683128" y="75774"/>
                  <a:pt x="680529" y="70972"/>
                </a:cubicBezTo>
                <a:cubicBezTo>
                  <a:pt x="677931" y="66171"/>
                  <a:pt x="676632" y="60325"/>
                  <a:pt x="676632" y="53434"/>
                </a:cubicBezTo>
                <a:moveTo>
                  <a:pt x="692899" y="54281"/>
                </a:moveTo>
                <a:cubicBezTo>
                  <a:pt x="692899" y="60212"/>
                  <a:pt x="694311" y="64754"/>
                  <a:pt x="697136" y="67908"/>
                </a:cubicBezTo>
                <a:cubicBezTo>
                  <a:pt x="699960" y="71062"/>
                  <a:pt x="703443" y="72639"/>
                  <a:pt x="707585" y="72639"/>
                </a:cubicBezTo>
                <a:cubicBezTo>
                  <a:pt x="711727" y="72639"/>
                  <a:pt x="715201" y="71062"/>
                  <a:pt x="718007" y="67908"/>
                </a:cubicBezTo>
                <a:cubicBezTo>
                  <a:pt x="720812" y="64754"/>
                  <a:pt x="722215" y="60174"/>
                  <a:pt x="722215" y="54168"/>
                </a:cubicBezTo>
                <a:cubicBezTo>
                  <a:pt x="722215" y="48313"/>
                  <a:pt x="720812" y="43808"/>
                  <a:pt x="718007" y="40654"/>
                </a:cubicBezTo>
                <a:cubicBezTo>
                  <a:pt x="715201" y="37501"/>
                  <a:pt x="711727" y="35924"/>
                  <a:pt x="707585" y="35924"/>
                </a:cubicBezTo>
                <a:cubicBezTo>
                  <a:pt x="703443" y="35924"/>
                  <a:pt x="699960" y="37501"/>
                  <a:pt x="697136" y="40654"/>
                </a:cubicBezTo>
                <a:cubicBezTo>
                  <a:pt x="694311" y="43808"/>
                  <a:pt x="692899" y="48350"/>
                  <a:pt x="692899" y="54281"/>
                </a:cubicBezTo>
                <a:close/>
                <a:moveTo>
                  <a:pt x="805570" y="84274"/>
                </a:moveTo>
                <a:lnTo>
                  <a:pt x="789698" y="84274"/>
                </a:lnTo>
                <a:lnTo>
                  <a:pt x="789698" y="53695"/>
                </a:lnTo>
                <a:cubicBezTo>
                  <a:pt x="789698" y="47225"/>
                  <a:pt x="789359" y="43041"/>
                  <a:pt x="788681" y="41142"/>
                </a:cubicBezTo>
                <a:cubicBezTo>
                  <a:pt x="788004" y="39242"/>
                  <a:pt x="786902" y="37766"/>
                  <a:pt x="785377" y="36713"/>
                </a:cubicBezTo>
                <a:cubicBezTo>
                  <a:pt x="783852" y="35660"/>
                  <a:pt x="782016" y="35133"/>
                  <a:pt x="779870" y="35133"/>
                </a:cubicBezTo>
                <a:cubicBezTo>
                  <a:pt x="777121" y="35133"/>
                  <a:pt x="774655" y="35886"/>
                  <a:pt x="772471" y="37391"/>
                </a:cubicBezTo>
                <a:cubicBezTo>
                  <a:pt x="770286" y="38895"/>
                  <a:pt x="768790" y="40888"/>
                  <a:pt x="767980" y="43371"/>
                </a:cubicBezTo>
                <a:cubicBezTo>
                  <a:pt x="767170" y="45853"/>
                  <a:pt x="766766" y="50442"/>
                  <a:pt x="766766" y="57137"/>
                </a:cubicBezTo>
                <a:lnTo>
                  <a:pt x="766766" y="84274"/>
                </a:lnTo>
                <a:lnTo>
                  <a:pt x="750894" y="84274"/>
                </a:lnTo>
                <a:lnTo>
                  <a:pt x="750894" y="24288"/>
                </a:lnTo>
                <a:lnTo>
                  <a:pt x="765636" y="24288"/>
                </a:lnTo>
                <a:lnTo>
                  <a:pt x="765636" y="33100"/>
                </a:lnTo>
                <a:cubicBezTo>
                  <a:pt x="770870" y="26322"/>
                  <a:pt x="777460" y="22933"/>
                  <a:pt x="785405" y="22933"/>
                </a:cubicBezTo>
                <a:cubicBezTo>
                  <a:pt x="788907" y="22933"/>
                  <a:pt x="792108" y="23563"/>
                  <a:pt x="795008" y="24825"/>
                </a:cubicBezTo>
                <a:cubicBezTo>
                  <a:pt x="797907" y="26086"/>
                  <a:pt x="800101" y="27696"/>
                  <a:pt x="801588" y="29654"/>
                </a:cubicBezTo>
                <a:cubicBezTo>
                  <a:pt x="803076" y="31612"/>
                  <a:pt x="804111" y="33834"/>
                  <a:pt x="804695" y="36319"/>
                </a:cubicBezTo>
                <a:cubicBezTo>
                  <a:pt x="805278" y="38805"/>
                  <a:pt x="805570" y="42363"/>
                  <a:pt x="805570" y="46995"/>
                </a:cubicBezTo>
                <a:lnTo>
                  <a:pt x="805570" y="84274"/>
                </a:lnTo>
                <a:close/>
                <a:moveTo>
                  <a:pt x="891427" y="53886"/>
                </a:moveTo>
                <a:lnTo>
                  <a:pt x="891427" y="39878"/>
                </a:lnTo>
                <a:lnTo>
                  <a:pt x="927464" y="39878"/>
                </a:lnTo>
                <a:lnTo>
                  <a:pt x="927464" y="72870"/>
                </a:lnTo>
                <a:cubicBezTo>
                  <a:pt x="923962" y="76272"/>
                  <a:pt x="918888" y="79268"/>
                  <a:pt x="912242" y="81858"/>
                </a:cubicBezTo>
                <a:cubicBezTo>
                  <a:pt x="905595" y="84448"/>
                  <a:pt x="898864" y="85743"/>
                  <a:pt x="892049" y="85743"/>
                </a:cubicBezTo>
                <a:cubicBezTo>
                  <a:pt x="883388" y="85743"/>
                  <a:pt x="875838" y="83924"/>
                  <a:pt x="869398" y="80285"/>
                </a:cubicBezTo>
                <a:cubicBezTo>
                  <a:pt x="862959" y="76647"/>
                  <a:pt x="858120" y="71444"/>
                  <a:pt x="854882" y="64676"/>
                </a:cubicBezTo>
                <a:cubicBezTo>
                  <a:pt x="851644" y="57907"/>
                  <a:pt x="850024" y="50545"/>
                  <a:pt x="850024" y="42589"/>
                </a:cubicBezTo>
                <a:cubicBezTo>
                  <a:pt x="850024" y="33954"/>
                  <a:pt x="851832" y="26281"/>
                  <a:pt x="855447" y="19570"/>
                </a:cubicBezTo>
                <a:cubicBezTo>
                  <a:pt x="859062" y="12858"/>
                  <a:pt x="864353" y="7711"/>
                  <a:pt x="871319" y="4129"/>
                </a:cubicBezTo>
                <a:cubicBezTo>
                  <a:pt x="876628" y="1376"/>
                  <a:pt x="883237" y="0"/>
                  <a:pt x="891145" y="0"/>
                </a:cubicBezTo>
                <a:cubicBezTo>
                  <a:pt x="901425" y="0"/>
                  <a:pt x="909455" y="2161"/>
                  <a:pt x="915235" y="6483"/>
                </a:cubicBezTo>
                <a:cubicBezTo>
                  <a:pt x="921016" y="10804"/>
                  <a:pt x="924734" y="16777"/>
                  <a:pt x="926391" y="24401"/>
                </a:cubicBezTo>
                <a:lnTo>
                  <a:pt x="909785" y="27564"/>
                </a:lnTo>
                <a:cubicBezTo>
                  <a:pt x="908617" y="23480"/>
                  <a:pt x="906424" y="20256"/>
                  <a:pt x="903204" y="17893"/>
                </a:cubicBezTo>
                <a:cubicBezTo>
                  <a:pt x="899985" y="15529"/>
                  <a:pt x="895965" y="14347"/>
                  <a:pt x="891145" y="14347"/>
                </a:cubicBezTo>
                <a:cubicBezTo>
                  <a:pt x="883840" y="14347"/>
                  <a:pt x="878031" y="16663"/>
                  <a:pt x="873720" y="21295"/>
                </a:cubicBezTo>
                <a:cubicBezTo>
                  <a:pt x="869408" y="25926"/>
                  <a:pt x="867252" y="32798"/>
                  <a:pt x="867252" y="41911"/>
                </a:cubicBezTo>
                <a:cubicBezTo>
                  <a:pt x="867252" y="51740"/>
                  <a:pt x="869436" y="59111"/>
                  <a:pt x="873804" y="64025"/>
                </a:cubicBezTo>
                <a:cubicBezTo>
                  <a:pt x="878172" y="68939"/>
                  <a:pt x="883896" y="71396"/>
                  <a:pt x="890975" y="71396"/>
                </a:cubicBezTo>
                <a:cubicBezTo>
                  <a:pt x="894477" y="71396"/>
                  <a:pt x="897989" y="70711"/>
                  <a:pt x="901510" y="69341"/>
                </a:cubicBezTo>
                <a:cubicBezTo>
                  <a:pt x="905031" y="67972"/>
                  <a:pt x="908052" y="66311"/>
                  <a:pt x="910575" y="64358"/>
                </a:cubicBezTo>
                <a:lnTo>
                  <a:pt x="910575" y="53886"/>
                </a:lnTo>
                <a:lnTo>
                  <a:pt x="891427" y="53886"/>
                </a:lnTo>
                <a:close/>
                <a:moveTo>
                  <a:pt x="977552" y="65183"/>
                </a:moveTo>
                <a:lnTo>
                  <a:pt x="993368" y="67894"/>
                </a:lnTo>
                <a:cubicBezTo>
                  <a:pt x="991334" y="73674"/>
                  <a:pt x="988124" y="78075"/>
                  <a:pt x="983737" y="81097"/>
                </a:cubicBezTo>
                <a:cubicBezTo>
                  <a:pt x="979350" y="84119"/>
                  <a:pt x="973862" y="85630"/>
                  <a:pt x="967272" y="85630"/>
                </a:cubicBezTo>
                <a:cubicBezTo>
                  <a:pt x="956841" y="85630"/>
                  <a:pt x="949122" y="82222"/>
                  <a:pt x="944114" y="75406"/>
                </a:cubicBezTo>
                <a:cubicBezTo>
                  <a:pt x="940160" y="69946"/>
                  <a:pt x="938183" y="63055"/>
                  <a:pt x="938183" y="54733"/>
                </a:cubicBezTo>
                <a:cubicBezTo>
                  <a:pt x="938183" y="44792"/>
                  <a:pt x="940781" y="37007"/>
                  <a:pt x="945978" y="31377"/>
                </a:cubicBezTo>
                <a:cubicBezTo>
                  <a:pt x="951174" y="25747"/>
                  <a:pt x="957745" y="22933"/>
                  <a:pt x="965691" y="22933"/>
                </a:cubicBezTo>
                <a:cubicBezTo>
                  <a:pt x="974615" y="22933"/>
                  <a:pt x="981657" y="25879"/>
                  <a:pt x="986816" y="31772"/>
                </a:cubicBezTo>
                <a:cubicBezTo>
                  <a:pt x="991975" y="37666"/>
                  <a:pt x="994441" y="46694"/>
                  <a:pt x="994215" y="58857"/>
                </a:cubicBezTo>
                <a:lnTo>
                  <a:pt x="954450" y="58857"/>
                </a:lnTo>
                <a:cubicBezTo>
                  <a:pt x="954563" y="63564"/>
                  <a:pt x="955844" y="67226"/>
                  <a:pt x="958291" y="69843"/>
                </a:cubicBezTo>
                <a:cubicBezTo>
                  <a:pt x="960739" y="72460"/>
                  <a:pt x="963789" y="73768"/>
                  <a:pt x="967442" y="73768"/>
                </a:cubicBezTo>
                <a:cubicBezTo>
                  <a:pt x="969927" y="73768"/>
                  <a:pt x="972017" y="73091"/>
                  <a:pt x="973711" y="71735"/>
                </a:cubicBezTo>
                <a:cubicBezTo>
                  <a:pt x="975406" y="70379"/>
                  <a:pt x="976686" y="68195"/>
                  <a:pt x="977552" y="65183"/>
                </a:cubicBezTo>
                <a:moveTo>
                  <a:pt x="978456" y="49141"/>
                </a:moveTo>
                <a:cubicBezTo>
                  <a:pt x="978343" y="44566"/>
                  <a:pt x="977157" y="41088"/>
                  <a:pt x="974898" y="38706"/>
                </a:cubicBezTo>
                <a:cubicBezTo>
                  <a:pt x="972638" y="36324"/>
                  <a:pt x="969889" y="35133"/>
                  <a:pt x="966651" y="35133"/>
                </a:cubicBezTo>
                <a:cubicBezTo>
                  <a:pt x="963186" y="35133"/>
                  <a:pt x="960325" y="36389"/>
                  <a:pt x="958065" y="38902"/>
                </a:cubicBezTo>
                <a:cubicBezTo>
                  <a:pt x="955806" y="41415"/>
                  <a:pt x="954695" y="44828"/>
                  <a:pt x="954733" y="49141"/>
                </a:cubicBezTo>
                <a:lnTo>
                  <a:pt x="978456" y="49141"/>
                </a:lnTo>
                <a:close/>
                <a:moveTo>
                  <a:pt x="1061718" y="84274"/>
                </a:moveTo>
                <a:lnTo>
                  <a:pt x="1045846" y="84274"/>
                </a:lnTo>
                <a:lnTo>
                  <a:pt x="1045846" y="53695"/>
                </a:lnTo>
                <a:cubicBezTo>
                  <a:pt x="1045846" y="47225"/>
                  <a:pt x="1045507" y="43041"/>
                  <a:pt x="1044829" y="41142"/>
                </a:cubicBezTo>
                <a:cubicBezTo>
                  <a:pt x="1044152" y="39242"/>
                  <a:pt x="1043050" y="37766"/>
                  <a:pt x="1041525" y="36713"/>
                </a:cubicBezTo>
                <a:cubicBezTo>
                  <a:pt x="1040000" y="35660"/>
                  <a:pt x="1038164" y="35133"/>
                  <a:pt x="1036018" y="35133"/>
                </a:cubicBezTo>
                <a:cubicBezTo>
                  <a:pt x="1033269" y="35133"/>
                  <a:pt x="1030803" y="35886"/>
                  <a:pt x="1028619" y="37391"/>
                </a:cubicBezTo>
                <a:cubicBezTo>
                  <a:pt x="1026434" y="38895"/>
                  <a:pt x="1024938" y="40888"/>
                  <a:pt x="1024128" y="43371"/>
                </a:cubicBezTo>
                <a:cubicBezTo>
                  <a:pt x="1023318" y="45853"/>
                  <a:pt x="1022914" y="50442"/>
                  <a:pt x="1022914" y="57137"/>
                </a:cubicBezTo>
                <a:lnTo>
                  <a:pt x="1022914" y="84274"/>
                </a:lnTo>
                <a:lnTo>
                  <a:pt x="1007042" y="84274"/>
                </a:lnTo>
                <a:lnTo>
                  <a:pt x="1007042" y="24288"/>
                </a:lnTo>
                <a:lnTo>
                  <a:pt x="1021784" y="24288"/>
                </a:lnTo>
                <a:lnTo>
                  <a:pt x="1021784" y="33100"/>
                </a:lnTo>
                <a:cubicBezTo>
                  <a:pt x="1027018" y="26322"/>
                  <a:pt x="1033608" y="22933"/>
                  <a:pt x="1041553" y="22933"/>
                </a:cubicBezTo>
                <a:cubicBezTo>
                  <a:pt x="1045055" y="22933"/>
                  <a:pt x="1048256" y="23563"/>
                  <a:pt x="1051156" y="24825"/>
                </a:cubicBezTo>
                <a:cubicBezTo>
                  <a:pt x="1054055" y="26086"/>
                  <a:pt x="1056249" y="27696"/>
                  <a:pt x="1057736" y="29654"/>
                </a:cubicBezTo>
                <a:cubicBezTo>
                  <a:pt x="1059224" y="31612"/>
                  <a:pt x="1060259" y="33834"/>
                  <a:pt x="1060843" y="36319"/>
                </a:cubicBezTo>
                <a:cubicBezTo>
                  <a:pt x="1061426" y="38805"/>
                  <a:pt x="1061718" y="42363"/>
                  <a:pt x="1061718" y="46995"/>
                </a:cubicBezTo>
                <a:lnTo>
                  <a:pt x="1061718" y="84274"/>
                </a:lnTo>
                <a:close/>
                <a:moveTo>
                  <a:pt x="1112596" y="65183"/>
                </a:moveTo>
                <a:lnTo>
                  <a:pt x="1128412" y="67894"/>
                </a:lnTo>
                <a:cubicBezTo>
                  <a:pt x="1126378" y="73674"/>
                  <a:pt x="1123168" y="78075"/>
                  <a:pt x="1118781" y="81097"/>
                </a:cubicBezTo>
                <a:cubicBezTo>
                  <a:pt x="1114394" y="84119"/>
                  <a:pt x="1108906" y="85630"/>
                  <a:pt x="1102316" y="85630"/>
                </a:cubicBezTo>
                <a:cubicBezTo>
                  <a:pt x="1091885" y="85630"/>
                  <a:pt x="1084166" y="82222"/>
                  <a:pt x="1079158" y="75406"/>
                </a:cubicBezTo>
                <a:cubicBezTo>
                  <a:pt x="1075204" y="69946"/>
                  <a:pt x="1073227" y="63055"/>
                  <a:pt x="1073227" y="54733"/>
                </a:cubicBezTo>
                <a:cubicBezTo>
                  <a:pt x="1073227" y="44792"/>
                  <a:pt x="1075825" y="37007"/>
                  <a:pt x="1081022" y="31377"/>
                </a:cubicBezTo>
                <a:cubicBezTo>
                  <a:pt x="1086218" y="25747"/>
                  <a:pt x="1092789" y="22933"/>
                  <a:pt x="1100735" y="22933"/>
                </a:cubicBezTo>
                <a:cubicBezTo>
                  <a:pt x="1109659" y="22933"/>
                  <a:pt x="1116701" y="25879"/>
                  <a:pt x="1121860" y="31772"/>
                </a:cubicBezTo>
                <a:cubicBezTo>
                  <a:pt x="1127019" y="37666"/>
                  <a:pt x="1129485" y="46694"/>
                  <a:pt x="1129259" y="58857"/>
                </a:cubicBezTo>
                <a:lnTo>
                  <a:pt x="1089494" y="58857"/>
                </a:lnTo>
                <a:cubicBezTo>
                  <a:pt x="1089607" y="63564"/>
                  <a:pt x="1090888" y="67226"/>
                  <a:pt x="1093335" y="69843"/>
                </a:cubicBezTo>
                <a:cubicBezTo>
                  <a:pt x="1095783" y="72460"/>
                  <a:pt x="1098833" y="73768"/>
                  <a:pt x="1102486" y="73768"/>
                </a:cubicBezTo>
                <a:cubicBezTo>
                  <a:pt x="1104971" y="73768"/>
                  <a:pt x="1107061" y="73091"/>
                  <a:pt x="1108755" y="71735"/>
                </a:cubicBezTo>
                <a:cubicBezTo>
                  <a:pt x="1110450" y="70379"/>
                  <a:pt x="1111730" y="68195"/>
                  <a:pt x="1112596" y="65183"/>
                </a:cubicBezTo>
                <a:moveTo>
                  <a:pt x="1113500" y="49141"/>
                </a:moveTo>
                <a:cubicBezTo>
                  <a:pt x="1113387" y="44566"/>
                  <a:pt x="1112201" y="41088"/>
                  <a:pt x="1109942" y="38706"/>
                </a:cubicBezTo>
                <a:cubicBezTo>
                  <a:pt x="1107682" y="36324"/>
                  <a:pt x="1104933" y="35133"/>
                  <a:pt x="1101695" y="35133"/>
                </a:cubicBezTo>
                <a:cubicBezTo>
                  <a:pt x="1098230" y="35133"/>
                  <a:pt x="1095369" y="36389"/>
                  <a:pt x="1093109" y="38902"/>
                </a:cubicBezTo>
                <a:cubicBezTo>
                  <a:pt x="1090850" y="41415"/>
                  <a:pt x="1089739" y="44828"/>
                  <a:pt x="1089777" y="49141"/>
                </a:cubicBezTo>
                <a:lnTo>
                  <a:pt x="1113500" y="49141"/>
                </a:lnTo>
                <a:close/>
                <a:moveTo>
                  <a:pt x="1157394" y="84274"/>
                </a:moveTo>
                <a:lnTo>
                  <a:pt x="1141522" y="84274"/>
                </a:lnTo>
                <a:lnTo>
                  <a:pt x="1141522" y="24288"/>
                </a:lnTo>
                <a:lnTo>
                  <a:pt x="1156264" y="24288"/>
                </a:lnTo>
                <a:lnTo>
                  <a:pt x="1156264" y="32817"/>
                </a:lnTo>
                <a:cubicBezTo>
                  <a:pt x="1158787" y="28788"/>
                  <a:pt x="1161056" y="26133"/>
                  <a:pt x="1163070" y="24853"/>
                </a:cubicBezTo>
                <a:cubicBezTo>
                  <a:pt x="1165085" y="23573"/>
                  <a:pt x="1167373" y="22933"/>
                  <a:pt x="1169933" y="22933"/>
                </a:cubicBezTo>
                <a:cubicBezTo>
                  <a:pt x="1173548" y="22933"/>
                  <a:pt x="1177031" y="23930"/>
                  <a:pt x="1180383" y="25926"/>
                </a:cubicBezTo>
                <a:lnTo>
                  <a:pt x="1175469" y="39765"/>
                </a:lnTo>
                <a:cubicBezTo>
                  <a:pt x="1172795" y="38033"/>
                  <a:pt x="1170310" y="37167"/>
                  <a:pt x="1168013" y="37167"/>
                </a:cubicBezTo>
                <a:cubicBezTo>
                  <a:pt x="1165791" y="37167"/>
                  <a:pt x="1163908" y="37779"/>
                  <a:pt x="1162364" y="39002"/>
                </a:cubicBezTo>
                <a:cubicBezTo>
                  <a:pt x="1160820" y="40226"/>
                  <a:pt x="1159606" y="42438"/>
                  <a:pt x="1158721" y="45639"/>
                </a:cubicBezTo>
                <a:cubicBezTo>
                  <a:pt x="1157836" y="48840"/>
                  <a:pt x="1157394" y="55543"/>
                  <a:pt x="1157394" y="65748"/>
                </a:cubicBezTo>
                <a:lnTo>
                  <a:pt x="1157394" y="84274"/>
                </a:lnTo>
                <a:close/>
                <a:moveTo>
                  <a:pt x="1199084" y="42815"/>
                </a:moveTo>
                <a:lnTo>
                  <a:pt x="1184680" y="40217"/>
                </a:lnTo>
                <a:cubicBezTo>
                  <a:pt x="1186299" y="34341"/>
                  <a:pt x="1189086" y="29992"/>
                  <a:pt x="1193040" y="27169"/>
                </a:cubicBezTo>
                <a:cubicBezTo>
                  <a:pt x="1196994" y="24345"/>
                  <a:pt x="1202868" y="22933"/>
                  <a:pt x="1210663" y="22933"/>
                </a:cubicBezTo>
                <a:cubicBezTo>
                  <a:pt x="1217742" y="22933"/>
                  <a:pt x="1223014" y="23770"/>
                  <a:pt x="1226478" y="25446"/>
                </a:cubicBezTo>
                <a:cubicBezTo>
                  <a:pt x="1229943" y="27122"/>
                  <a:pt x="1232381" y="29249"/>
                  <a:pt x="1233793" y="31829"/>
                </a:cubicBezTo>
                <a:cubicBezTo>
                  <a:pt x="1235205" y="34408"/>
                  <a:pt x="1235911" y="39144"/>
                  <a:pt x="1235911" y="46035"/>
                </a:cubicBezTo>
                <a:lnTo>
                  <a:pt x="1235742" y="64561"/>
                </a:lnTo>
                <a:cubicBezTo>
                  <a:pt x="1235742" y="69833"/>
                  <a:pt x="1235996" y="73721"/>
                  <a:pt x="1236504" y="76225"/>
                </a:cubicBezTo>
                <a:cubicBezTo>
                  <a:pt x="1237013" y="78730"/>
                  <a:pt x="1237964" y="81413"/>
                  <a:pt x="1239357" y="84274"/>
                </a:cubicBezTo>
                <a:lnTo>
                  <a:pt x="1223654" y="84274"/>
                </a:lnTo>
                <a:cubicBezTo>
                  <a:pt x="1223240" y="83220"/>
                  <a:pt x="1222732" y="81657"/>
                  <a:pt x="1222129" y="79586"/>
                </a:cubicBezTo>
                <a:cubicBezTo>
                  <a:pt x="1221866" y="78645"/>
                  <a:pt x="1221677" y="78023"/>
                  <a:pt x="1221564" y="77722"/>
                </a:cubicBezTo>
                <a:cubicBezTo>
                  <a:pt x="1218853" y="80358"/>
                  <a:pt x="1215954" y="82335"/>
                  <a:pt x="1212866" y="83653"/>
                </a:cubicBezTo>
                <a:cubicBezTo>
                  <a:pt x="1209778" y="84971"/>
                  <a:pt x="1206483" y="85630"/>
                  <a:pt x="1202981" y="85630"/>
                </a:cubicBezTo>
                <a:cubicBezTo>
                  <a:pt x="1196805" y="85630"/>
                  <a:pt x="1191938" y="83961"/>
                  <a:pt x="1188380" y="80624"/>
                </a:cubicBezTo>
                <a:cubicBezTo>
                  <a:pt x="1184821" y="77287"/>
                  <a:pt x="1183042" y="73068"/>
                  <a:pt x="1183042" y="67968"/>
                </a:cubicBezTo>
                <a:cubicBezTo>
                  <a:pt x="1183042" y="64593"/>
                  <a:pt x="1183852" y="61584"/>
                  <a:pt x="1185471" y="58941"/>
                </a:cubicBezTo>
                <a:cubicBezTo>
                  <a:pt x="1187090" y="56297"/>
                  <a:pt x="1189359" y="54272"/>
                  <a:pt x="1192277" y="52866"/>
                </a:cubicBezTo>
                <a:cubicBezTo>
                  <a:pt x="1195196" y="51459"/>
                  <a:pt x="1199404" y="50232"/>
                  <a:pt x="1204901" y="49182"/>
                </a:cubicBezTo>
                <a:cubicBezTo>
                  <a:pt x="1212320" y="47794"/>
                  <a:pt x="1217460" y="46501"/>
                  <a:pt x="1220322" y="45300"/>
                </a:cubicBezTo>
                <a:lnTo>
                  <a:pt x="1220322" y="43701"/>
                </a:lnTo>
                <a:cubicBezTo>
                  <a:pt x="1220322" y="40617"/>
                  <a:pt x="1219569" y="38418"/>
                  <a:pt x="1218062" y="37105"/>
                </a:cubicBezTo>
                <a:cubicBezTo>
                  <a:pt x="1216556" y="35790"/>
                  <a:pt x="1213713" y="35133"/>
                  <a:pt x="1209533" y="35133"/>
                </a:cubicBezTo>
                <a:cubicBezTo>
                  <a:pt x="1206709" y="35133"/>
                  <a:pt x="1204506" y="35702"/>
                  <a:pt x="1202925" y="36838"/>
                </a:cubicBezTo>
                <a:cubicBezTo>
                  <a:pt x="1201343" y="37974"/>
                  <a:pt x="1200063" y="39966"/>
                  <a:pt x="1199084" y="42815"/>
                </a:cubicBezTo>
                <a:moveTo>
                  <a:pt x="1220322" y="55693"/>
                </a:moveTo>
                <a:cubicBezTo>
                  <a:pt x="1218288" y="56363"/>
                  <a:pt x="1215069" y="57163"/>
                  <a:pt x="1210663" y="58094"/>
                </a:cubicBezTo>
                <a:cubicBezTo>
                  <a:pt x="1206257" y="59024"/>
                  <a:pt x="1203376" y="59935"/>
                  <a:pt x="1202021" y="60828"/>
                </a:cubicBezTo>
                <a:cubicBezTo>
                  <a:pt x="1199950" y="62279"/>
                  <a:pt x="1198914" y="64121"/>
                  <a:pt x="1198914" y="66353"/>
                </a:cubicBezTo>
                <a:cubicBezTo>
                  <a:pt x="1198914" y="68549"/>
                  <a:pt x="1199743" y="70447"/>
                  <a:pt x="1201399" y="72047"/>
                </a:cubicBezTo>
                <a:cubicBezTo>
                  <a:pt x="1203056" y="73647"/>
                  <a:pt x="1205165" y="74446"/>
                  <a:pt x="1207726" y="74446"/>
                </a:cubicBezTo>
                <a:cubicBezTo>
                  <a:pt x="1210588" y="74446"/>
                  <a:pt x="1213318" y="73516"/>
                  <a:pt x="1215916" y="71655"/>
                </a:cubicBezTo>
                <a:cubicBezTo>
                  <a:pt x="1217836" y="70242"/>
                  <a:pt x="1219098" y="68512"/>
                  <a:pt x="1219700" y="66464"/>
                </a:cubicBezTo>
                <a:cubicBezTo>
                  <a:pt x="1220115" y="65125"/>
                  <a:pt x="1220322" y="62577"/>
                  <a:pt x="1220322" y="58819"/>
                </a:cubicBezTo>
                <a:lnTo>
                  <a:pt x="1220322" y="55693"/>
                </a:lnTo>
                <a:close/>
                <a:moveTo>
                  <a:pt x="1279070" y="24288"/>
                </a:moveTo>
                <a:lnTo>
                  <a:pt x="1279070" y="36941"/>
                </a:lnTo>
                <a:lnTo>
                  <a:pt x="1268225" y="36941"/>
                </a:lnTo>
                <a:lnTo>
                  <a:pt x="1268225" y="61077"/>
                </a:lnTo>
                <a:cubicBezTo>
                  <a:pt x="1268225" y="65965"/>
                  <a:pt x="1268329" y="68814"/>
                  <a:pt x="1268536" y="69622"/>
                </a:cubicBezTo>
                <a:cubicBezTo>
                  <a:pt x="1268743" y="70429"/>
                  <a:pt x="1269214" y="71097"/>
                  <a:pt x="1269948" y="71624"/>
                </a:cubicBezTo>
                <a:cubicBezTo>
                  <a:pt x="1270682" y="72150"/>
                  <a:pt x="1271576" y="72413"/>
                  <a:pt x="1272631" y="72413"/>
                </a:cubicBezTo>
                <a:cubicBezTo>
                  <a:pt x="1274099" y="72413"/>
                  <a:pt x="1276227" y="71904"/>
                  <a:pt x="1279014" y="70888"/>
                </a:cubicBezTo>
                <a:lnTo>
                  <a:pt x="1280369" y="83247"/>
                </a:lnTo>
                <a:cubicBezTo>
                  <a:pt x="1276679" y="84836"/>
                  <a:pt x="1272499" y="85630"/>
                  <a:pt x="1267830" y="85630"/>
                </a:cubicBezTo>
                <a:cubicBezTo>
                  <a:pt x="1264968" y="85630"/>
                  <a:pt x="1262388" y="85150"/>
                  <a:pt x="1260091" y="84190"/>
                </a:cubicBezTo>
                <a:cubicBezTo>
                  <a:pt x="1257794" y="83229"/>
                  <a:pt x="1256109" y="81987"/>
                  <a:pt x="1255036" y="80462"/>
                </a:cubicBezTo>
                <a:cubicBezTo>
                  <a:pt x="1253963" y="78937"/>
                  <a:pt x="1253219" y="76875"/>
                  <a:pt x="1252805" y="74277"/>
                </a:cubicBezTo>
                <a:cubicBezTo>
                  <a:pt x="1252466" y="72432"/>
                  <a:pt x="1252297" y="68704"/>
                  <a:pt x="1252297" y="63093"/>
                </a:cubicBezTo>
                <a:lnTo>
                  <a:pt x="1252297" y="36941"/>
                </a:lnTo>
                <a:lnTo>
                  <a:pt x="1245010" y="36941"/>
                </a:lnTo>
                <a:lnTo>
                  <a:pt x="1245010" y="24288"/>
                </a:lnTo>
                <a:lnTo>
                  <a:pt x="1252297" y="24288"/>
                </a:lnTo>
                <a:lnTo>
                  <a:pt x="1252297" y="12314"/>
                </a:lnTo>
                <a:lnTo>
                  <a:pt x="1268225" y="2937"/>
                </a:lnTo>
                <a:lnTo>
                  <a:pt x="1268225" y="24288"/>
                </a:lnTo>
                <a:lnTo>
                  <a:pt x="1279070" y="24288"/>
                </a:lnTo>
                <a:close/>
                <a:moveTo>
                  <a:pt x="1290107" y="16154"/>
                </a:moveTo>
                <a:lnTo>
                  <a:pt x="1290107" y="1469"/>
                </a:lnTo>
                <a:lnTo>
                  <a:pt x="1305979" y="1469"/>
                </a:lnTo>
                <a:lnTo>
                  <a:pt x="1305979" y="16154"/>
                </a:lnTo>
                <a:lnTo>
                  <a:pt x="1290107" y="16154"/>
                </a:lnTo>
                <a:moveTo>
                  <a:pt x="1290107" y="84274"/>
                </a:moveTo>
                <a:lnTo>
                  <a:pt x="1290107" y="24288"/>
                </a:lnTo>
                <a:lnTo>
                  <a:pt x="1305979" y="24288"/>
                </a:lnTo>
                <a:lnTo>
                  <a:pt x="1305979" y="84274"/>
                </a:lnTo>
                <a:lnTo>
                  <a:pt x="1290107" y="84274"/>
                </a:lnTo>
                <a:close/>
                <a:moveTo>
                  <a:pt x="1318617" y="53434"/>
                </a:moveTo>
                <a:cubicBezTo>
                  <a:pt x="1318617" y="48162"/>
                  <a:pt x="1319916" y="43060"/>
                  <a:pt x="1322514" y="38127"/>
                </a:cubicBezTo>
                <a:cubicBezTo>
                  <a:pt x="1325112" y="33194"/>
                  <a:pt x="1328793" y="29428"/>
                  <a:pt x="1333557" y="26830"/>
                </a:cubicBezTo>
                <a:cubicBezTo>
                  <a:pt x="1338320" y="24232"/>
                  <a:pt x="1343639" y="22933"/>
                  <a:pt x="1349514" y="22933"/>
                </a:cubicBezTo>
                <a:cubicBezTo>
                  <a:pt x="1358589" y="22933"/>
                  <a:pt x="1366026" y="25879"/>
                  <a:pt x="1371825" y="31772"/>
                </a:cubicBezTo>
                <a:cubicBezTo>
                  <a:pt x="1377624" y="37666"/>
                  <a:pt x="1380523" y="45112"/>
                  <a:pt x="1380523" y="54112"/>
                </a:cubicBezTo>
                <a:cubicBezTo>
                  <a:pt x="1380523" y="63187"/>
                  <a:pt x="1377596" y="70709"/>
                  <a:pt x="1371740" y="76677"/>
                </a:cubicBezTo>
                <a:cubicBezTo>
                  <a:pt x="1365885" y="82646"/>
                  <a:pt x="1358513" y="85630"/>
                  <a:pt x="1349627" y="85630"/>
                </a:cubicBezTo>
                <a:cubicBezTo>
                  <a:pt x="1344129" y="85630"/>
                  <a:pt x="1338885" y="84387"/>
                  <a:pt x="1333896" y="81902"/>
                </a:cubicBezTo>
                <a:cubicBezTo>
                  <a:pt x="1328906" y="79417"/>
                  <a:pt x="1325112" y="75774"/>
                  <a:pt x="1322514" y="70972"/>
                </a:cubicBezTo>
                <a:cubicBezTo>
                  <a:pt x="1319916" y="66171"/>
                  <a:pt x="1318617" y="60325"/>
                  <a:pt x="1318617" y="53434"/>
                </a:cubicBezTo>
                <a:moveTo>
                  <a:pt x="1334884" y="54281"/>
                </a:moveTo>
                <a:cubicBezTo>
                  <a:pt x="1334884" y="60212"/>
                  <a:pt x="1336296" y="64754"/>
                  <a:pt x="1339121" y="67908"/>
                </a:cubicBezTo>
                <a:cubicBezTo>
                  <a:pt x="1341945" y="71062"/>
                  <a:pt x="1345428" y="72639"/>
                  <a:pt x="1349570" y="72639"/>
                </a:cubicBezTo>
                <a:cubicBezTo>
                  <a:pt x="1353712" y="72639"/>
                  <a:pt x="1357186" y="71062"/>
                  <a:pt x="1359991" y="67908"/>
                </a:cubicBezTo>
                <a:cubicBezTo>
                  <a:pt x="1362797" y="64754"/>
                  <a:pt x="1364199" y="60174"/>
                  <a:pt x="1364199" y="54168"/>
                </a:cubicBezTo>
                <a:cubicBezTo>
                  <a:pt x="1364199" y="48313"/>
                  <a:pt x="1362797" y="43808"/>
                  <a:pt x="1359991" y="40654"/>
                </a:cubicBezTo>
                <a:cubicBezTo>
                  <a:pt x="1357186" y="37501"/>
                  <a:pt x="1353712" y="35924"/>
                  <a:pt x="1349570" y="35924"/>
                </a:cubicBezTo>
                <a:cubicBezTo>
                  <a:pt x="1345428" y="35924"/>
                  <a:pt x="1341945" y="37501"/>
                  <a:pt x="1339121" y="40654"/>
                </a:cubicBezTo>
                <a:cubicBezTo>
                  <a:pt x="1336296" y="43808"/>
                  <a:pt x="1334884" y="48350"/>
                  <a:pt x="1334884" y="54281"/>
                </a:cubicBezTo>
                <a:close/>
                <a:moveTo>
                  <a:pt x="1447555" y="84274"/>
                </a:moveTo>
                <a:lnTo>
                  <a:pt x="1431683" y="84274"/>
                </a:lnTo>
                <a:lnTo>
                  <a:pt x="1431683" y="53695"/>
                </a:lnTo>
                <a:cubicBezTo>
                  <a:pt x="1431683" y="47225"/>
                  <a:pt x="1431344" y="43041"/>
                  <a:pt x="1430666" y="41142"/>
                </a:cubicBezTo>
                <a:cubicBezTo>
                  <a:pt x="1429988" y="39242"/>
                  <a:pt x="1428887" y="37766"/>
                  <a:pt x="1427362" y="36713"/>
                </a:cubicBezTo>
                <a:cubicBezTo>
                  <a:pt x="1425837" y="35660"/>
                  <a:pt x="1424001" y="35133"/>
                  <a:pt x="1421855" y="35133"/>
                </a:cubicBezTo>
                <a:cubicBezTo>
                  <a:pt x="1419106" y="35133"/>
                  <a:pt x="1416639" y="35886"/>
                  <a:pt x="1414455" y="37391"/>
                </a:cubicBezTo>
                <a:cubicBezTo>
                  <a:pt x="1412271" y="38895"/>
                  <a:pt x="1410774" y="40888"/>
                  <a:pt x="1409965" y="43371"/>
                </a:cubicBezTo>
                <a:cubicBezTo>
                  <a:pt x="1409155" y="45853"/>
                  <a:pt x="1408750" y="50442"/>
                  <a:pt x="1408750" y="57137"/>
                </a:cubicBezTo>
                <a:lnTo>
                  <a:pt x="1408750" y="84274"/>
                </a:lnTo>
                <a:lnTo>
                  <a:pt x="1392878" y="84274"/>
                </a:lnTo>
                <a:lnTo>
                  <a:pt x="1392878" y="24288"/>
                </a:lnTo>
                <a:lnTo>
                  <a:pt x="1407621" y="24288"/>
                </a:lnTo>
                <a:lnTo>
                  <a:pt x="1407621" y="33100"/>
                </a:lnTo>
                <a:cubicBezTo>
                  <a:pt x="1412855" y="26322"/>
                  <a:pt x="1419445" y="22933"/>
                  <a:pt x="1427390" y="22933"/>
                </a:cubicBezTo>
                <a:cubicBezTo>
                  <a:pt x="1430892" y="22933"/>
                  <a:pt x="1434093" y="23563"/>
                  <a:pt x="1436993" y="24825"/>
                </a:cubicBezTo>
                <a:cubicBezTo>
                  <a:pt x="1439892" y="26086"/>
                  <a:pt x="1442086" y="27696"/>
                  <a:pt x="1443573" y="29654"/>
                </a:cubicBezTo>
                <a:cubicBezTo>
                  <a:pt x="1445060" y="31612"/>
                  <a:pt x="1446096" y="33834"/>
                  <a:pt x="1446680" y="36319"/>
                </a:cubicBezTo>
                <a:cubicBezTo>
                  <a:pt x="1447263" y="38805"/>
                  <a:pt x="1447555" y="42363"/>
                  <a:pt x="1447555" y="46995"/>
                </a:cubicBezTo>
                <a:lnTo>
                  <a:pt x="1447555" y="8427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A06C5-013A-4222-A86C-E13FF2D9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60" y="838099"/>
            <a:ext cx="3588319" cy="621807"/>
          </a:xfrm>
          <a:custGeom xmlns:a="http://schemas.openxmlformats.org/drawingml/2006/main">
            <a:pathLst>
              <a:path w="3588319" h="621807" fill="none">
                <a:moveTo>
                  <a:pt x="0" y="621807"/>
                </a:moveTo>
                <a:lnTo>
                  <a:pt x="3588319" y="621807"/>
                </a:lnTo>
                <a:lnTo>
                  <a:pt x="3588319" y="0"/>
                </a:lnTo>
                <a:lnTo>
                  <a:pt x="0" y="0"/>
                </a:lnTo>
                <a:lnTo>
                  <a:pt x="0" y="6218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72" cap="flat">
            <a:solidFill>
              <a:srgbClr val="001D3E"/>
            </a:solidFill>
            <a:custDash>
              <a:ds d="400000" sp="300000"/>
            </a:custDash>
            <a:miter/>
          </a:ln>
        </p:spPr>
      </p:sp>
      <p:sp>
        <p:nvSpPr>
          <p:cNvPr id="61" name="Text VulnerableFunctionSemantic&amp;SyntacticSignatureExtraction">
            <a:extLst xmlns:a="http://schemas.openxmlformats.org/drawingml/2006/main">
              <a:ext uri="{FF2B5EF4-FFF2-40B4-BE49-F238E27FC236}">
                <a16:creationId xmlns:a16="http://schemas.microsoft.com/office/drawing/2014/main" id="{961D962B-3AE4-48AF-ACD4-A43EA5DF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532" y="878740"/>
            <a:ext cx="3465040" cy="108676"/>
          </a:xfrm>
          <a:custGeom xmlns:a="http://schemas.openxmlformats.org/drawingml/2006/main">
            <a:pathLst>
              <a:path w="3465040" h="108676">
                <a:moveTo>
                  <a:pt x="29598" y="84274"/>
                </a:moveTo>
                <a:lnTo>
                  <a:pt x="0" y="1469"/>
                </a:lnTo>
                <a:lnTo>
                  <a:pt x="18131" y="1469"/>
                </a:lnTo>
                <a:lnTo>
                  <a:pt x="39087" y="62697"/>
                </a:lnTo>
                <a:lnTo>
                  <a:pt x="59365" y="1469"/>
                </a:lnTo>
                <a:lnTo>
                  <a:pt x="77101" y="1469"/>
                </a:lnTo>
                <a:lnTo>
                  <a:pt x="47447" y="84274"/>
                </a:lnTo>
                <a:lnTo>
                  <a:pt x="29598" y="84274"/>
                </a:lnTo>
                <a:close/>
                <a:moveTo>
                  <a:pt x="120604" y="84274"/>
                </a:moveTo>
                <a:lnTo>
                  <a:pt x="120604" y="75293"/>
                </a:lnTo>
                <a:cubicBezTo>
                  <a:pt x="118420" y="78494"/>
                  <a:pt x="115549" y="81017"/>
                  <a:pt x="111991" y="82862"/>
                </a:cubicBezTo>
                <a:cubicBezTo>
                  <a:pt x="108432" y="84707"/>
                  <a:pt x="104676" y="85630"/>
                  <a:pt x="100722" y="85630"/>
                </a:cubicBezTo>
                <a:cubicBezTo>
                  <a:pt x="96693" y="85630"/>
                  <a:pt x="93078" y="84745"/>
                  <a:pt x="89877" y="82975"/>
                </a:cubicBezTo>
                <a:cubicBezTo>
                  <a:pt x="86676" y="81205"/>
                  <a:pt x="84360" y="78720"/>
                  <a:pt x="82930" y="75519"/>
                </a:cubicBezTo>
                <a:cubicBezTo>
                  <a:pt x="81499" y="72319"/>
                  <a:pt x="80783" y="67894"/>
                  <a:pt x="80783" y="62246"/>
                </a:cubicBezTo>
                <a:lnTo>
                  <a:pt x="80783" y="24288"/>
                </a:lnTo>
                <a:lnTo>
                  <a:pt x="96655" y="24288"/>
                </a:lnTo>
                <a:lnTo>
                  <a:pt x="96655" y="51789"/>
                </a:lnTo>
                <a:cubicBezTo>
                  <a:pt x="96655" y="60205"/>
                  <a:pt x="96947" y="65362"/>
                  <a:pt x="97531" y="67259"/>
                </a:cubicBezTo>
                <a:cubicBezTo>
                  <a:pt x="98114" y="69155"/>
                  <a:pt x="99178" y="70658"/>
                  <a:pt x="100722" y="71767"/>
                </a:cubicBezTo>
                <a:cubicBezTo>
                  <a:pt x="102266" y="72875"/>
                  <a:pt x="104224" y="73429"/>
                  <a:pt x="106596" y="73429"/>
                </a:cubicBezTo>
                <a:cubicBezTo>
                  <a:pt x="109308" y="73429"/>
                  <a:pt x="111736" y="72688"/>
                  <a:pt x="113883" y="71204"/>
                </a:cubicBezTo>
                <a:cubicBezTo>
                  <a:pt x="116029" y="69720"/>
                  <a:pt x="117498" y="67879"/>
                  <a:pt x="118289" y="65681"/>
                </a:cubicBezTo>
                <a:cubicBezTo>
                  <a:pt x="119079" y="63482"/>
                  <a:pt x="119475" y="58100"/>
                  <a:pt x="119475" y="49535"/>
                </a:cubicBezTo>
                <a:lnTo>
                  <a:pt x="119475" y="24288"/>
                </a:lnTo>
                <a:lnTo>
                  <a:pt x="135347" y="24288"/>
                </a:lnTo>
                <a:lnTo>
                  <a:pt x="135347" y="84274"/>
                </a:lnTo>
                <a:lnTo>
                  <a:pt x="120604" y="84274"/>
                </a:lnTo>
                <a:close/>
                <a:moveTo>
                  <a:pt x="151791" y="84274"/>
                </a:moveTo>
                <a:lnTo>
                  <a:pt x="151791" y="1469"/>
                </a:lnTo>
                <a:lnTo>
                  <a:pt x="167663" y="1469"/>
                </a:lnTo>
                <a:lnTo>
                  <a:pt x="167663" y="84274"/>
                </a:lnTo>
                <a:lnTo>
                  <a:pt x="151791" y="84274"/>
                </a:lnTo>
                <a:close/>
                <a:moveTo>
                  <a:pt x="238502" y="84274"/>
                </a:moveTo>
                <a:lnTo>
                  <a:pt x="222630" y="84274"/>
                </a:lnTo>
                <a:lnTo>
                  <a:pt x="222630" y="53695"/>
                </a:lnTo>
                <a:cubicBezTo>
                  <a:pt x="222630" y="47225"/>
                  <a:pt x="222291" y="43041"/>
                  <a:pt x="221613" y="41142"/>
                </a:cubicBezTo>
                <a:cubicBezTo>
                  <a:pt x="220935" y="39242"/>
                  <a:pt x="219834" y="37766"/>
                  <a:pt x="218309" y="36713"/>
                </a:cubicBezTo>
                <a:cubicBezTo>
                  <a:pt x="216784" y="35660"/>
                  <a:pt x="214948" y="35133"/>
                  <a:pt x="212802" y="35133"/>
                </a:cubicBezTo>
                <a:cubicBezTo>
                  <a:pt x="210053" y="35133"/>
                  <a:pt x="207586" y="35886"/>
                  <a:pt x="205402" y="37391"/>
                </a:cubicBezTo>
                <a:cubicBezTo>
                  <a:pt x="203218" y="38895"/>
                  <a:pt x="201721" y="40888"/>
                  <a:pt x="200912" y="43371"/>
                </a:cubicBezTo>
                <a:cubicBezTo>
                  <a:pt x="200102" y="45853"/>
                  <a:pt x="199697" y="50442"/>
                  <a:pt x="199697" y="57137"/>
                </a:cubicBezTo>
                <a:lnTo>
                  <a:pt x="199697" y="84274"/>
                </a:lnTo>
                <a:lnTo>
                  <a:pt x="183825" y="84274"/>
                </a:lnTo>
                <a:lnTo>
                  <a:pt x="183825" y="24288"/>
                </a:lnTo>
                <a:lnTo>
                  <a:pt x="198568" y="24288"/>
                </a:lnTo>
                <a:lnTo>
                  <a:pt x="198568" y="33100"/>
                </a:lnTo>
                <a:cubicBezTo>
                  <a:pt x="203802" y="26322"/>
                  <a:pt x="210392" y="22933"/>
                  <a:pt x="218337" y="22933"/>
                </a:cubicBezTo>
                <a:cubicBezTo>
                  <a:pt x="221839" y="22933"/>
                  <a:pt x="225040" y="23563"/>
                  <a:pt x="227939" y="24825"/>
                </a:cubicBezTo>
                <a:cubicBezTo>
                  <a:pt x="230839" y="26086"/>
                  <a:pt x="233032" y="27696"/>
                  <a:pt x="234520" y="29654"/>
                </a:cubicBezTo>
                <a:cubicBezTo>
                  <a:pt x="236007" y="31612"/>
                  <a:pt x="237043" y="33834"/>
                  <a:pt x="237626" y="36319"/>
                </a:cubicBezTo>
                <a:cubicBezTo>
                  <a:pt x="238210" y="38805"/>
                  <a:pt x="238502" y="42363"/>
                  <a:pt x="238502" y="46995"/>
                </a:cubicBezTo>
                <a:lnTo>
                  <a:pt x="238502" y="84274"/>
                </a:lnTo>
                <a:close/>
                <a:moveTo>
                  <a:pt x="289345" y="65183"/>
                </a:moveTo>
                <a:lnTo>
                  <a:pt x="305160" y="67894"/>
                </a:lnTo>
                <a:cubicBezTo>
                  <a:pt x="303127" y="73674"/>
                  <a:pt x="299916" y="78075"/>
                  <a:pt x="295530" y="81097"/>
                </a:cubicBezTo>
                <a:cubicBezTo>
                  <a:pt x="291143" y="84119"/>
                  <a:pt x="285654" y="85630"/>
                  <a:pt x="279064" y="85630"/>
                </a:cubicBezTo>
                <a:cubicBezTo>
                  <a:pt x="268634" y="85630"/>
                  <a:pt x="260914" y="82222"/>
                  <a:pt x="255906" y="75406"/>
                </a:cubicBezTo>
                <a:cubicBezTo>
                  <a:pt x="251952" y="69946"/>
                  <a:pt x="249975" y="63055"/>
                  <a:pt x="249975" y="54733"/>
                </a:cubicBezTo>
                <a:cubicBezTo>
                  <a:pt x="249975" y="44792"/>
                  <a:pt x="252573" y="37007"/>
                  <a:pt x="257770" y="31377"/>
                </a:cubicBezTo>
                <a:cubicBezTo>
                  <a:pt x="262966" y="25747"/>
                  <a:pt x="269537" y="22933"/>
                  <a:pt x="277483" y="22933"/>
                </a:cubicBezTo>
                <a:cubicBezTo>
                  <a:pt x="286407" y="22933"/>
                  <a:pt x="293449" y="25879"/>
                  <a:pt x="298608" y="31772"/>
                </a:cubicBezTo>
                <a:cubicBezTo>
                  <a:pt x="303767" y="37666"/>
                  <a:pt x="306233" y="46694"/>
                  <a:pt x="306007" y="58857"/>
                </a:cubicBezTo>
                <a:lnTo>
                  <a:pt x="266242" y="58857"/>
                </a:lnTo>
                <a:cubicBezTo>
                  <a:pt x="266355" y="63564"/>
                  <a:pt x="267636" y="67226"/>
                  <a:pt x="270083" y="69843"/>
                </a:cubicBezTo>
                <a:cubicBezTo>
                  <a:pt x="272531" y="72460"/>
                  <a:pt x="275581" y="73768"/>
                  <a:pt x="279234" y="73768"/>
                </a:cubicBezTo>
                <a:cubicBezTo>
                  <a:pt x="281719" y="73768"/>
                  <a:pt x="283809" y="73091"/>
                  <a:pt x="285504" y="71735"/>
                </a:cubicBezTo>
                <a:cubicBezTo>
                  <a:pt x="287198" y="70379"/>
                  <a:pt x="288478" y="68195"/>
                  <a:pt x="289345" y="65183"/>
                </a:cubicBezTo>
                <a:moveTo>
                  <a:pt x="290248" y="49141"/>
                </a:moveTo>
                <a:cubicBezTo>
                  <a:pt x="290135" y="44566"/>
                  <a:pt x="288949" y="41088"/>
                  <a:pt x="286690" y="38706"/>
                </a:cubicBezTo>
                <a:cubicBezTo>
                  <a:pt x="284430" y="36324"/>
                  <a:pt x="281681" y="35133"/>
                  <a:pt x="278443" y="35133"/>
                </a:cubicBezTo>
                <a:cubicBezTo>
                  <a:pt x="274979" y="35133"/>
                  <a:pt x="272117" y="36389"/>
                  <a:pt x="269857" y="38902"/>
                </a:cubicBezTo>
                <a:cubicBezTo>
                  <a:pt x="267598" y="41415"/>
                  <a:pt x="266487" y="44828"/>
                  <a:pt x="266525" y="49141"/>
                </a:cubicBezTo>
                <a:lnTo>
                  <a:pt x="290248" y="49141"/>
                </a:lnTo>
                <a:close/>
                <a:moveTo>
                  <a:pt x="334107" y="84274"/>
                </a:moveTo>
                <a:lnTo>
                  <a:pt x="318235" y="84274"/>
                </a:lnTo>
                <a:lnTo>
                  <a:pt x="318235" y="24288"/>
                </a:lnTo>
                <a:lnTo>
                  <a:pt x="332978" y="24288"/>
                </a:lnTo>
                <a:lnTo>
                  <a:pt x="332978" y="32817"/>
                </a:lnTo>
                <a:cubicBezTo>
                  <a:pt x="335501" y="28788"/>
                  <a:pt x="337769" y="26133"/>
                  <a:pt x="339784" y="24853"/>
                </a:cubicBezTo>
                <a:cubicBezTo>
                  <a:pt x="341799" y="23573"/>
                  <a:pt x="344086" y="22933"/>
                  <a:pt x="346647" y="22933"/>
                </a:cubicBezTo>
                <a:cubicBezTo>
                  <a:pt x="350262" y="22933"/>
                  <a:pt x="353745" y="23930"/>
                  <a:pt x="357096" y="25926"/>
                </a:cubicBezTo>
                <a:lnTo>
                  <a:pt x="352182" y="39765"/>
                </a:lnTo>
                <a:cubicBezTo>
                  <a:pt x="349509" y="38033"/>
                  <a:pt x="347023" y="37167"/>
                  <a:pt x="344726" y="37167"/>
                </a:cubicBezTo>
                <a:cubicBezTo>
                  <a:pt x="342505" y="37167"/>
                  <a:pt x="340622" y="37779"/>
                  <a:pt x="339078" y="39002"/>
                </a:cubicBezTo>
                <a:cubicBezTo>
                  <a:pt x="337534" y="40226"/>
                  <a:pt x="336320" y="42438"/>
                  <a:pt x="335435" y="45639"/>
                </a:cubicBezTo>
                <a:cubicBezTo>
                  <a:pt x="334550" y="48840"/>
                  <a:pt x="334107" y="55543"/>
                  <a:pt x="334107" y="65748"/>
                </a:cubicBezTo>
                <a:lnTo>
                  <a:pt x="334107" y="84274"/>
                </a:lnTo>
                <a:close/>
                <a:moveTo>
                  <a:pt x="375762" y="42815"/>
                </a:moveTo>
                <a:lnTo>
                  <a:pt x="361359" y="40217"/>
                </a:lnTo>
                <a:cubicBezTo>
                  <a:pt x="362978" y="34341"/>
                  <a:pt x="365765" y="29992"/>
                  <a:pt x="369719" y="27169"/>
                </a:cubicBezTo>
                <a:cubicBezTo>
                  <a:pt x="373672" y="24345"/>
                  <a:pt x="379547" y="22933"/>
                  <a:pt x="387342" y="22933"/>
                </a:cubicBezTo>
                <a:cubicBezTo>
                  <a:pt x="394421" y="22933"/>
                  <a:pt x="399693" y="23770"/>
                  <a:pt x="403157" y="25446"/>
                </a:cubicBezTo>
                <a:cubicBezTo>
                  <a:pt x="406622" y="27122"/>
                  <a:pt x="409060" y="29249"/>
                  <a:pt x="410472" y="31829"/>
                </a:cubicBezTo>
                <a:cubicBezTo>
                  <a:pt x="411884" y="34408"/>
                  <a:pt x="412590" y="39144"/>
                  <a:pt x="412590" y="46035"/>
                </a:cubicBezTo>
                <a:lnTo>
                  <a:pt x="412421" y="64561"/>
                </a:lnTo>
                <a:cubicBezTo>
                  <a:pt x="412421" y="69833"/>
                  <a:pt x="412675" y="73721"/>
                  <a:pt x="413183" y="76225"/>
                </a:cubicBezTo>
                <a:cubicBezTo>
                  <a:pt x="413691" y="78730"/>
                  <a:pt x="414642" y="81413"/>
                  <a:pt x="416036" y="84274"/>
                </a:cubicBezTo>
                <a:lnTo>
                  <a:pt x="400333" y="84274"/>
                </a:lnTo>
                <a:cubicBezTo>
                  <a:pt x="399919" y="83220"/>
                  <a:pt x="399410" y="81657"/>
                  <a:pt x="398808" y="79586"/>
                </a:cubicBezTo>
                <a:cubicBezTo>
                  <a:pt x="398544" y="78645"/>
                  <a:pt x="398356" y="78023"/>
                  <a:pt x="398243" y="77722"/>
                </a:cubicBezTo>
                <a:cubicBezTo>
                  <a:pt x="395532" y="80358"/>
                  <a:pt x="392632" y="82335"/>
                  <a:pt x="389544" y="83653"/>
                </a:cubicBezTo>
                <a:cubicBezTo>
                  <a:pt x="386457" y="84971"/>
                  <a:pt x="383162" y="85630"/>
                  <a:pt x="379660" y="85630"/>
                </a:cubicBezTo>
                <a:cubicBezTo>
                  <a:pt x="373484" y="85630"/>
                  <a:pt x="368617" y="83961"/>
                  <a:pt x="365059" y="80624"/>
                </a:cubicBezTo>
                <a:cubicBezTo>
                  <a:pt x="361500" y="77287"/>
                  <a:pt x="359721" y="73068"/>
                  <a:pt x="359721" y="67968"/>
                </a:cubicBezTo>
                <a:cubicBezTo>
                  <a:pt x="359721" y="64593"/>
                  <a:pt x="360530" y="61584"/>
                  <a:pt x="362150" y="58941"/>
                </a:cubicBezTo>
                <a:cubicBezTo>
                  <a:pt x="363769" y="56297"/>
                  <a:pt x="366038" y="54272"/>
                  <a:pt x="368956" y="52866"/>
                </a:cubicBezTo>
                <a:cubicBezTo>
                  <a:pt x="371874" y="51459"/>
                  <a:pt x="376082" y="50232"/>
                  <a:pt x="381580" y="49182"/>
                </a:cubicBezTo>
                <a:cubicBezTo>
                  <a:pt x="388998" y="47794"/>
                  <a:pt x="394139" y="46501"/>
                  <a:pt x="397000" y="45300"/>
                </a:cubicBezTo>
                <a:lnTo>
                  <a:pt x="397000" y="43701"/>
                </a:lnTo>
                <a:cubicBezTo>
                  <a:pt x="397000" y="40617"/>
                  <a:pt x="396247" y="38418"/>
                  <a:pt x="394741" y="37105"/>
                </a:cubicBezTo>
                <a:cubicBezTo>
                  <a:pt x="393235" y="35790"/>
                  <a:pt x="390392" y="35133"/>
                  <a:pt x="386212" y="35133"/>
                </a:cubicBezTo>
                <a:cubicBezTo>
                  <a:pt x="383388" y="35133"/>
                  <a:pt x="381185" y="35702"/>
                  <a:pt x="379603" y="36838"/>
                </a:cubicBezTo>
                <a:cubicBezTo>
                  <a:pt x="378022" y="37974"/>
                  <a:pt x="376741" y="39966"/>
                  <a:pt x="375762" y="42815"/>
                </a:cubicBezTo>
                <a:moveTo>
                  <a:pt x="397000" y="55693"/>
                </a:moveTo>
                <a:cubicBezTo>
                  <a:pt x="394967" y="56363"/>
                  <a:pt x="391747" y="57163"/>
                  <a:pt x="387342" y="58094"/>
                </a:cubicBezTo>
                <a:cubicBezTo>
                  <a:pt x="382936" y="59024"/>
                  <a:pt x="380055" y="59935"/>
                  <a:pt x="378700" y="60828"/>
                </a:cubicBezTo>
                <a:cubicBezTo>
                  <a:pt x="376628" y="62279"/>
                  <a:pt x="375593" y="64121"/>
                  <a:pt x="375593" y="66353"/>
                </a:cubicBezTo>
                <a:cubicBezTo>
                  <a:pt x="375593" y="68549"/>
                  <a:pt x="376421" y="70447"/>
                  <a:pt x="378078" y="72047"/>
                </a:cubicBezTo>
                <a:cubicBezTo>
                  <a:pt x="379735" y="73647"/>
                  <a:pt x="381844" y="74446"/>
                  <a:pt x="384404" y="74446"/>
                </a:cubicBezTo>
                <a:cubicBezTo>
                  <a:pt x="387266" y="74446"/>
                  <a:pt x="389996" y="73516"/>
                  <a:pt x="392595" y="71655"/>
                </a:cubicBezTo>
                <a:cubicBezTo>
                  <a:pt x="394515" y="70242"/>
                  <a:pt x="395777" y="68512"/>
                  <a:pt x="396379" y="66464"/>
                </a:cubicBezTo>
                <a:cubicBezTo>
                  <a:pt x="396793" y="65125"/>
                  <a:pt x="397000" y="62577"/>
                  <a:pt x="397000" y="58819"/>
                </a:cubicBezTo>
                <a:lnTo>
                  <a:pt x="397000" y="55693"/>
                </a:lnTo>
                <a:close/>
                <a:moveTo>
                  <a:pt x="427529" y="84274"/>
                </a:moveTo>
                <a:lnTo>
                  <a:pt x="427529" y="1469"/>
                </a:lnTo>
                <a:lnTo>
                  <a:pt x="443401" y="1469"/>
                </a:lnTo>
                <a:lnTo>
                  <a:pt x="443401" y="31292"/>
                </a:lnTo>
                <a:cubicBezTo>
                  <a:pt x="448297" y="25719"/>
                  <a:pt x="454096" y="22933"/>
                  <a:pt x="460798" y="22933"/>
                </a:cubicBezTo>
                <a:cubicBezTo>
                  <a:pt x="468104" y="22933"/>
                  <a:pt x="474147" y="25578"/>
                  <a:pt x="478930" y="30869"/>
                </a:cubicBezTo>
                <a:cubicBezTo>
                  <a:pt x="483712" y="36159"/>
                  <a:pt x="486103" y="43756"/>
                  <a:pt x="486103" y="53660"/>
                </a:cubicBezTo>
                <a:cubicBezTo>
                  <a:pt x="486103" y="63902"/>
                  <a:pt x="483665" y="71791"/>
                  <a:pt x="478789" y="77327"/>
                </a:cubicBezTo>
                <a:cubicBezTo>
                  <a:pt x="473912" y="82862"/>
                  <a:pt x="467991" y="85630"/>
                  <a:pt x="461024" y="85630"/>
                </a:cubicBezTo>
                <a:cubicBezTo>
                  <a:pt x="457598" y="85630"/>
                  <a:pt x="454218" y="84773"/>
                  <a:pt x="450885" y="83060"/>
                </a:cubicBezTo>
                <a:cubicBezTo>
                  <a:pt x="447553" y="81347"/>
                  <a:pt x="444682" y="78814"/>
                  <a:pt x="442272" y="75463"/>
                </a:cubicBezTo>
                <a:lnTo>
                  <a:pt x="442272" y="84274"/>
                </a:lnTo>
                <a:lnTo>
                  <a:pt x="427529" y="84274"/>
                </a:lnTo>
                <a:moveTo>
                  <a:pt x="443288" y="53012"/>
                </a:moveTo>
                <a:cubicBezTo>
                  <a:pt x="443288" y="59216"/>
                  <a:pt x="444267" y="63803"/>
                  <a:pt x="446225" y="66773"/>
                </a:cubicBezTo>
                <a:cubicBezTo>
                  <a:pt x="448974" y="70985"/>
                  <a:pt x="452627" y="73091"/>
                  <a:pt x="457183" y="73091"/>
                </a:cubicBezTo>
                <a:cubicBezTo>
                  <a:pt x="460685" y="73091"/>
                  <a:pt x="463670" y="71596"/>
                  <a:pt x="466136" y="68607"/>
                </a:cubicBezTo>
                <a:cubicBezTo>
                  <a:pt x="468603" y="65618"/>
                  <a:pt x="469836" y="60909"/>
                  <a:pt x="469836" y="54479"/>
                </a:cubicBezTo>
                <a:cubicBezTo>
                  <a:pt x="469836" y="47635"/>
                  <a:pt x="468593" y="42700"/>
                  <a:pt x="466108" y="39673"/>
                </a:cubicBezTo>
                <a:cubicBezTo>
                  <a:pt x="463623" y="36646"/>
                  <a:pt x="460441" y="35133"/>
                  <a:pt x="456562" y="35133"/>
                </a:cubicBezTo>
                <a:cubicBezTo>
                  <a:pt x="452759" y="35133"/>
                  <a:pt x="449596" y="36609"/>
                  <a:pt x="447073" y="39562"/>
                </a:cubicBezTo>
                <a:cubicBezTo>
                  <a:pt x="444550" y="42513"/>
                  <a:pt x="443288" y="46997"/>
                  <a:pt x="443288" y="53012"/>
                </a:cubicBezTo>
                <a:close/>
                <a:moveTo>
                  <a:pt x="498876" y="84274"/>
                </a:moveTo>
                <a:lnTo>
                  <a:pt x="498876" y="1469"/>
                </a:lnTo>
                <a:lnTo>
                  <a:pt x="514748" y="1469"/>
                </a:lnTo>
                <a:lnTo>
                  <a:pt x="514748" y="84274"/>
                </a:lnTo>
                <a:lnTo>
                  <a:pt x="498876" y="84274"/>
                </a:lnTo>
                <a:close/>
                <a:moveTo>
                  <a:pt x="565761" y="65183"/>
                </a:moveTo>
                <a:lnTo>
                  <a:pt x="581576" y="67894"/>
                </a:lnTo>
                <a:cubicBezTo>
                  <a:pt x="579543" y="73674"/>
                  <a:pt x="576333" y="78075"/>
                  <a:pt x="571946" y="81097"/>
                </a:cubicBezTo>
                <a:cubicBezTo>
                  <a:pt x="567559" y="84119"/>
                  <a:pt x="562070" y="85630"/>
                  <a:pt x="555481" y="85630"/>
                </a:cubicBezTo>
                <a:cubicBezTo>
                  <a:pt x="545050" y="85630"/>
                  <a:pt x="537330" y="82222"/>
                  <a:pt x="532322" y="75406"/>
                </a:cubicBezTo>
                <a:cubicBezTo>
                  <a:pt x="528368" y="69946"/>
                  <a:pt x="526391" y="63055"/>
                  <a:pt x="526391" y="54733"/>
                </a:cubicBezTo>
                <a:cubicBezTo>
                  <a:pt x="526391" y="44792"/>
                  <a:pt x="528990" y="37007"/>
                  <a:pt x="534186" y="31377"/>
                </a:cubicBezTo>
                <a:cubicBezTo>
                  <a:pt x="539383" y="25747"/>
                  <a:pt x="545954" y="22933"/>
                  <a:pt x="553899" y="22933"/>
                </a:cubicBezTo>
                <a:cubicBezTo>
                  <a:pt x="562824" y="22933"/>
                  <a:pt x="569865" y="25879"/>
                  <a:pt x="575024" y="31772"/>
                </a:cubicBezTo>
                <a:cubicBezTo>
                  <a:pt x="580183" y="37666"/>
                  <a:pt x="582650" y="46694"/>
                  <a:pt x="582424" y="58857"/>
                </a:cubicBezTo>
                <a:lnTo>
                  <a:pt x="542659" y="58857"/>
                </a:lnTo>
                <a:cubicBezTo>
                  <a:pt x="542772" y="63564"/>
                  <a:pt x="544052" y="67226"/>
                  <a:pt x="546500" y="69843"/>
                </a:cubicBezTo>
                <a:cubicBezTo>
                  <a:pt x="548947" y="72460"/>
                  <a:pt x="551997" y="73768"/>
                  <a:pt x="555650" y="73768"/>
                </a:cubicBezTo>
                <a:cubicBezTo>
                  <a:pt x="558135" y="73768"/>
                  <a:pt x="560225" y="73091"/>
                  <a:pt x="561920" y="71735"/>
                </a:cubicBezTo>
                <a:cubicBezTo>
                  <a:pt x="563614" y="70379"/>
                  <a:pt x="564895" y="68195"/>
                  <a:pt x="565761" y="65183"/>
                </a:cubicBezTo>
                <a:moveTo>
                  <a:pt x="566665" y="49141"/>
                </a:moveTo>
                <a:cubicBezTo>
                  <a:pt x="566552" y="44566"/>
                  <a:pt x="565365" y="41088"/>
                  <a:pt x="563106" y="38706"/>
                </a:cubicBezTo>
                <a:cubicBezTo>
                  <a:pt x="560847" y="36324"/>
                  <a:pt x="558098" y="35133"/>
                  <a:pt x="554859" y="35133"/>
                </a:cubicBezTo>
                <a:cubicBezTo>
                  <a:pt x="551395" y="35133"/>
                  <a:pt x="548533" y="36389"/>
                  <a:pt x="546274" y="38902"/>
                </a:cubicBezTo>
                <a:cubicBezTo>
                  <a:pt x="544014" y="41415"/>
                  <a:pt x="542903" y="44828"/>
                  <a:pt x="542941" y="49141"/>
                </a:cubicBezTo>
                <a:lnTo>
                  <a:pt x="566665" y="49141"/>
                </a:lnTo>
                <a:close/>
                <a:moveTo>
                  <a:pt x="626812" y="84274"/>
                </a:moveTo>
                <a:lnTo>
                  <a:pt x="626812" y="1469"/>
                </a:lnTo>
                <a:lnTo>
                  <a:pt x="683579" y="1469"/>
                </a:lnTo>
                <a:lnTo>
                  <a:pt x="683579" y="15477"/>
                </a:lnTo>
                <a:lnTo>
                  <a:pt x="643531" y="15477"/>
                </a:lnTo>
                <a:lnTo>
                  <a:pt x="643531" y="35020"/>
                </a:lnTo>
                <a:lnTo>
                  <a:pt x="678100" y="35020"/>
                </a:lnTo>
                <a:lnTo>
                  <a:pt x="678100" y="49028"/>
                </a:lnTo>
                <a:lnTo>
                  <a:pt x="643531" y="49028"/>
                </a:lnTo>
                <a:lnTo>
                  <a:pt x="643531" y="84274"/>
                </a:lnTo>
                <a:lnTo>
                  <a:pt x="626812" y="84274"/>
                </a:lnTo>
                <a:close/>
                <a:moveTo>
                  <a:pt x="736737" y="84274"/>
                </a:moveTo>
                <a:lnTo>
                  <a:pt x="736737" y="75293"/>
                </a:lnTo>
                <a:cubicBezTo>
                  <a:pt x="734553" y="78494"/>
                  <a:pt x="731682" y="81017"/>
                  <a:pt x="728123" y="82862"/>
                </a:cubicBezTo>
                <a:cubicBezTo>
                  <a:pt x="724565" y="84707"/>
                  <a:pt x="720809" y="85630"/>
                  <a:pt x="716855" y="85630"/>
                </a:cubicBezTo>
                <a:cubicBezTo>
                  <a:pt x="712826" y="85630"/>
                  <a:pt x="709211" y="84745"/>
                  <a:pt x="706010" y="82975"/>
                </a:cubicBezTo>
                <a:cubicBezTo>
                  <a:pt x="702809" y="81205"/>
                  <a:pt x="700493" y="78720"/>
                  <a:pt x="699062" y="75519"/>
                </a:cubicBezTo>
                <a:cubicBezTo>
                  <a:pt x="697631" y="72319"/>
                  <a:pt x="696916" y="67894"/>
                  <a:pt x="696916" y="62246"/>
                </a:cubicBezTo>
                <a:lnTo>
                  <a:pt x="696916" y="24288"/>
                </a:lnTo>
                <a:lnTo>
                  <a:pt x="712788" y="24288"/>
                </a:lnTo>
                <a:lnTo>
                  <a:pt x="712788" y="51789"/>
                </a:lnTo>
                <a:cubicBezTo>
                  <a:pt x="712788" y="60205"/>
                  <a:pt x="713080" y="65362"/>
                  <a:pt x="713663" y="67259"/>
                </a:cubicBezTo>
                <a:cubicBezTo>
                  <a:pt x="714247" y="69155"/>
                  <a:pt x="715311" y="70658"/>
                  <a:pt x="716855" y="71767"/>
                </a:cubicBezTo>
                <a:cubicBezTo>
                  <a:pt x="718399" y="72875"/>
                  <a:pt x="720357" y="73429"/>
                  <a:pt x="722729" y="73429"/>
                </a:cubicBezTo>
                <a:cubicBezTo>
                  <a:pt x="725440" y="73429"/>
                  <a:pt x="727869" y="72688"/>
                  <a:pt x="730016" y="71204"/>
                </a:cubicBezTo>
                <a:cubicBezTo>
                  <a:pt x="732162" y="69720"/>
                  <a:pt x="733631" y="67879"/>
                  <a:pt x="734421" y="65681"/>
                </a:cubicBezTo>
                <a:cubicBezTo>
                  <a:pt x="735212" y="63482"/>
                  <a:pt x="735607" y="58100"/>
                  <a:pt x="735607" y="49535"/>
                </a:cubicBezTo>
                <a:lnTo>
                  <a:pt x="735607" y="24288"/>
                </a:lnTo>
                <a:lnTo>
                  <a:pt x="751480" y="24288"/>
                </a:lnTo>
                <a:lnTo>
                  <a:pt x="751480" y="84274"/>
                </a:lnTo>
                <a:lnTo>
                  <a:pt x="736737" y="84274"/>
                </a:lnTo>
                <a:close/>
                <a:moveTo>
                  <a:pt x="822487" y="84274"/>
                </a:moveTo>
                <a:lnTo>
                  <a:pt x="806615" y="84274"/>
                </a:lnTo>
                <a:lnTo>
                  <a:pt x="806615" y="53695"/>
                </a:lnTo>
                <a:cubicBezTo>
                  <a:pt x="806615" y="47225"/>
                  <a:pt x="806276" y="43041"/>
                  <a:pt x="805598" y="41142"/>
                </a:cubicBezTo>
                <a:cubicBezTo>
                  <a:pt x="804920" y="39242"/>
                  <a:pt x="803819" y="37766"/>
                  <a:pt x="802294" y="36713"/>
                </a:cubicBezTo>
                <a:cubicBezTo>
                  <a:pt x="800769" y="35660"/>
                  <a:pt x="798933" y="35133"/>
                  <a:pt x="796787" y="35133"/>
                </a:cubicBezTo>
                <a:cubicBezTo>
                  <a:pt x="794038" y="35133"/>
                  <a:pt x="791571" y="35886"/>
                  <a:pt x="789387" y="37391"/>
                </a:cubicBezTo>
                <a:cubicBezTo>
                  <a:pt x="787203" y="38895"/>
                  <a:pt x="785706" y="40888"/>
                  <a:pt x="784897" y="43371"/>
                </a:cubicBezTo>
                <a:cubicBezTo>
                  <a:pt x="784087" y="45853"/>
                  <a:pt x="783682" y="50442"/>
                  <a:pt x="783682" y="57137"/>
                </a:cubicBezTo>
                <a:lnTo>
                  <a:pt x="783682" y="84274"/>
                </a:lnTo>
                <a:lnTo>
                  <a:pt x="767810" y="84274"/>
                </a:lnTo>
                <a:lnTo>
                  <a:pt x="767810" y="24288"/>
                </a:lnTo>
                <a:lnTo>
                  <a:pt x="782553" y="24288"/>
                </a:lnTo>
                <a:lnTo>
                  <a:pt x="782553" y="33100"/>
                </a:lnTo>
                <a:cubicBezTo>
                  <a:pt x="787787" y="26322"/>
                  <a:pt x="794377" y="22933"/>
                  <a:pt x="802322" y="22933"/>
                </a:cubicBezTo>
                <a:cubicBezTo>
                  <a:pt x="805824" y="22933"/>
                  <a:pt x="809025" y="23563"/>
                  <a:pt x="811925" y="24825"/>
                </a:cubicBezTo>
                <a:cubicBezTo>
                  <a:pt x="814824" y="26086"/>
                  <a:pt x="817018" y="27696"/>
                  <a:pt x="818505" y="29654"/>
                </a:cubicBezTo>
                <a:cubicBezTo>
                  <a:pt x="819992" y="31612"/>
                  <a:pt x="821028" y="33834"/>
                  <a:pt x="821612" y="36319"/>
                </a:cubicBezTo>
                <a:cubicBezTo>
                  <a:pt x="822195" y="38805"/>
                  <a:pt x="822487" y="42363"/>
                  <a:pt x="822487" y="46995"/>
                </a:cubicBezTo>
                <a:lnTo>
                  <a:pt x="822487" y="84274"/>
                </a:lnTo>
                <a:close/>
                <a:moveTo>
                  <a:pt x="890896" y="42024"/>
                </a:moveTo>
                <a:lnTo>
                  <a:pt x="875250" y="44848"/>
                </a:lnTo>
                <a:cubicBezTo>
                  <a:pt x="874723" y="41742"/>
                  <a:pt x="873527" y="39402"/>
                  <a:pt x="871663" y="37830"/>
                </a:cubicBezTo>
                <a:cubicBezTo>
                  <a:pt x="869800" y="36258"/>
                  <a:pt x="867380" y="35472"/>
                  <a:pt x="864405" y="35472"/>
                </a:cubicBezTo>
                <a:cubicBezTo>
                  <a:pt x="860451" y="35472"/>
                  <a:pt x="857298" y="36833"/>
                  <a:pt x="854944" y="39555"/>
                </a:cubicBezTo>
                <a:cubicBezTo>
                  <a:pt x="852591" y="42277"/>
                  <a:pt x="851414" y="46828"/>
                  <a:pt x="851414" y="53210"/>
                </a:cubicBezTo>
                <a:cubicBezTo>
                  <a:pt x="851414" y="60306"/>
                  <a:pt x="852609" y="65318"/>
                  <a:pt x="855001" y="68247"/>
                </a:cubicBezTo>
                <a:cubicBezTo>
                  <a:pt x="857392" y="71175"/>
                  <a:pt x="860602" y="72639"/>
                  <a:pt x="864631" y="72639"/>
                </a:cubicBezTo>
                <a:cubicBezTo>
                  <a:pt x="867644" y="72639"/>
                  <a:pt x="870110" y="71782"/>
                  <a:pt x="872031" y="70069"/>
                </a:cubicBezTo>
                <a:cubicBezTo>
                  <a:pt x="873951" y="68355"/>
                  <a:pt x="875307" y="65409"/>
                  <a:pt x="876098" y="61229"/>
                </a:cubicBezTo>
                <a:lnTo>
                  <a:pt x="891687" y="63940"/>
                </a:lnTo>
                <a:cubicBezTo>
                  <a:pt x="890068" y="71095"/>
                  <a:pt x="886961" y="76498"/>
                  <a:pt x="882367" y="80151"/>
                </a:cubicBezTo>
                <a:cubicBezTo>
                  <a:pt x="877773" y="83804"/>
                  <a:pt x="871616" y="85630"/>
                  <a:pt x="863897" y="85630"/>
                </a:cubicBezTo>
                <a:cubicBezTo>
                  <a:pt x="855123" y="85630"/>
                  <a:pt x="848128" y="82862"/>
                  <a:pt x="842913" y="77327"/>
                </a:cubicBezTo>
                <a:cubicBezTo>
                  <a:pt x="837698" y="71791"/>
                  <a:pt x="835090" y="64128"/>
                  <a:pt x="835090" y="54338"/>
                </a:cubicBezTo>
                <a:cubicBezTo>
                  <a:pt x="835090" y="44434"/>
                  <a:pt x="837707" y="36724"/>
                  <a:pt x="842941" y="31208"/>
                </a:cubicBezTo>
                <a:cubicBezTo>
                  <a:pt x="848175" y="25691"/>
                  <a:pt x="855255" y="22933"/>
                  <a:pt x="864179" y="22933"/>
                </a:cubicBezTo>
                <a:cubicBezTo>
                  <a:pt x="871485" y="22933"/>
                  <a:pt x="877293" y="24505"/>
                  <a:pt x="881605" y="27649"/>
                </a:cubicBezTo>
                <a:cubicBezTo>
                  <a:pt x="885916" y="30793"/>
                  <a:pt x="889014" y="35585"/>
                  <a:pt x="890896" y="42024"/>
                </a:cubicBezTo>
                <a:close/>
                <a:moveTo>
                  <a:pt x="930406" y="24288"/>
                </a:moveTo>
                <a:lnTo>
                  <a:pt x="930406" y="36941"/>
                </a:lnTo>
                <a:lnTo>
                  <a:pt x="919561" y="36941"/>
                </a:lnTo>
                <a:lnTo>
                  <a:pt x="919561" y="61077"/>
                </a:lnTo>
                <a:cubicBezTo>
                  <a:pt x="919561" y="65965"/>
                  <a:pt x="919665" y="68814"/>
                  <a:pt x="919872" y="69622"/>
                </a:cubicBezTo>
                <a:cubicBezTo>
                  <a:pt x="920079" y="70429"/>
                  <a:pt x="920550" y="71097"/>
                  <a:pt x="921284" y="71624"/>
                </a:cubicBezTo>
                <a:cubicBezTo>
                  <a:pt x="922018" y="72150"/>
                  <a:pt x="922913" y="72413"/>
                  <a:pt x="923967" y="72413"/>
                </a:cubicBezTo>
                <a:cubicBezTo>
                  <a:pt x="925436" y="72413"/>
                  <a:pt x="927563" y="71904"/>
                  <a:pt x="930350" y="70888"/>
                </a:cubicBezTo>
                <a:lnTo>
                  <a:pt x="931705" y="83247"/>
                </a:lnTo>
                <a:cubicBezTo>
                  <a:pt x="928015" y="84836"/>
                  <a:pt x="923835" y="85630"/>
                  <a:pt x="919166" y="85630"/>
                </a:cubicBezTo>
                <a:cubicBezTo>
                  <a:pt x="916304" y="85630"/>
                  <a:pt x="913724" y="85150"/>
                  <a:pt x="911427" y="84190"/>
                </a:cubicBezTo>
                <a:cubicBezTo>
                  <a:pt x="909130" y="83229"/>
                  <a:pt x="907445" y="81987"/>
                  <a:pt x="906372" y="80462"/>
                </a:cubicBezTo>
                <a:cubicBezTo>
                  <a:pt x="905299" y="78937"/>
                  <a:pt x="904555" y="76875"/>
                  <a:pt x="904141" y="74277"/>
                </a:cubicBezTo>
                <a:cubicBezTo>
                  <a:pt x="903802" y="72432"/>
                  <a:pt x="903633" y="68704"/>
                  <a:pt x="903633" y="63093"/>
                </a:cubicBezTo>
                <a:lnTo>
                  <a:pt x="903633" y="36941"/>
                </a:lnTo>
                <a:lnTo>
                  <a:pt x="896346" y="36941"/>
                </a:lnTo>
                <a:lnTo>
                  <a:pt x="896346" y="24288"/>
                </a:lnTo>
                <a:lnTo>
                  <a:pt x="903633" y="24288"/>
                </a:lnTo>
                <a:lnTo>
                  <a:pt x="903633" y="12314"/>
                </a:lnTo>
                <a:lnTo>
                  <a:pt x="919561" y="2937"/>
                </a:lnTo>
                <a:lnTo>
                  <a:pt x="919561" y="24288"/>
                </a:lnTo>
                <a:lnTo>
                  <a:pt x="930406" y="24288"/>
                </a:lnTo>
                <a:close/>
                <a:moveTo>
                  <a:pt x="941408" y="16154"/>
                </a:moveTo>
                <a:lnTo>
                  <a:pt x="941408" y="1469"/>
                </a:lnTo>
                <a:lnTo>
                  <a:pt x="957280" y="1469"/>
                </a:lnTo>
                <a:lnTo>
                  <a:pt x="957280" y="16154"/>
                </a:lnTo>
                <a:lnTo>
                  <a:pt x="941408" y="16154"/>
                </a:lnTo>
                <a:moveTo>
                  <a:pt x="941408" y="84274"/>
                </a:moveTo>
                <a:lnTo>
                  <a:pt x="941408" y="24288"/>
                </a:lnTo>
                <a:lnTo>
                  <a:pt x="957280" y="24288"/>
                </a:lnTo>
                <a:lnTo>
                  <a:pt x="957280" y="84274"/>
                </a:lnTo>
                <a:lnTo>
                  <a:pt x="941408" y="84274"/>
                </a:lnTo>
                <a:close/>
                <a:moveTo>
                  <a:pt x="969884" y="53434"/>
                </a:moveTo>
                <a:cubicBezTo>
                  <a:pt x="969884" y="48162"/>
                  <a:pt x="971183" y="43060"/>
                  <a:pt x="973781" y="38127"/>
                </a:cubicBezTo>
                <a:cubicBezTo>
                  <a:pt x="976380" y="33194"/>
                  <a:pt x="980061" y="29428"/>
                  <a:pt x="984824" y="26830"/>
                </a:cubicBezTo>
                <a:cubicBezTo>
                  <a:pt x="989588" y="24232"/>
                  <a:pt x="994906" y="22933"/>
                  <a:pt x="1000781" y="22933"/>
                </a:cubicBezTo>
                <a:cubicBezTo>
                  <a:pt x="1009856" y="22933"/>
                  <a:pt x="1017293" y="25879"/>
                  <a:pt x="1023092" y="31772"/>
                </a:cubicBezTo>
                <a:cubicBezTo>
                  <a:pt x="1028891" y="37666"/>
                  <a:pt x="1031791" y="45112"/>
                  <a:pt x="1031791" y="54112"/>
                </a:cubicBezTo>
                <a:cubicBezTo>
                  <a:pt x="1031791" y="63187"/>
                  <a:pt x="1028863" y="70709"/>
                  <a:pt x="1023007" y="76677"/>
                </a:cubicBezTo>
                <a:cubicBezTo>
                  <a:pt x="1017152" y="82646"/>
                  <a:pt x="1009781" y="85630"/>
                  <a:pt x="1000894" y="85630"/>
                </a:cubicBezTo>
                <a:cubicBezTo>
                  <a:pt x="995396" y="85630"/>
                  <a:pt x="990152" y="84387"/>
                  <a:pt x="985163" y="81902"/>
                </a:cubicBezTo>
                <a:cubicBezTo>
                  <a:pt x="980174" y="79417"/>
                  <a:pt x="976380" y="75774"/>
                  <a:pt x="973781" y="70972"/>
                </a:cubicBezTo>
                <a:cubicBezTo>
                  <a:pt x="971183" y="66171"/>
                  <a:pt x="969884" y="60325"/>
                  <a:pt x="969884" y="53434"/>
                </a:cubicBezTo>
                <a:moveTo>
                  <a:pt x="986151" y="54281"/>
                </a:moveTo>
                <a:cubicBezTo>
                  <a:pt x="986151" y="60212"/>
                  <a:pt x="987564" y="64754"/>
                  <a:pt x="990388" y="67908"/>
                </a:cubicBezTo>
                <a:cubicBezTo>
                  <a:pt x="993212" y="71062"/>
                  <a:pt x="996695" y="72639"/>
                  <a:pt x="1000837" y="72639"/>
                </a:cubicBezTo>
                <a:cubicBezTo>
                  <a:pt x="1004979" y="72639"/>
                  <a:pt x="1008453" y="71062"/>
                  <a:pt x="1011259" y="67908"/>
                </a:cubicBezTo>
                <a:cubicBezTo>
                  <a:pt x="1014064" y="64754"/>
                  <a:pt x="1015467" y="60174"/>
                  <a:pt x="1015467" y="54168"/>
                </a:cubicBezTo>
                <a:cubicBezTo>
                  <a:pt x="1015467" y="48313"/>
                  <a:pt x="1014064" y="43808"/>
                  <a:pt x="1011259" y="40654"/>
                </a:cubicBezTo>
                <a:cubicBezTo>
                  <a:pt x="1008453" y="37501"/>
                  <a:pt x="1004979" y="35924"/>
                  <a:pt x="1000837" y="35924"/>
                </a:cubicBezTo>
                <a:cubicBezTo>
                  <a:pt x="996695" y="35924"/>
                  <a:pt x="993212" y="37501"/>
                  <a:pt x="990388" y="40654"/>
                </a:cubicBezTo>
                <a:cubicBezTo>
                  <a:pt x="987564" y="43808"/>
                  <a:pt x="986151" y="48350"/>
                  <a:pt x="986151" y="54281"/>
                </a:cubicBezTo>
                <a:close/>
                <a:moveTo>
                  <a:pt x="1098788" y="84274"/>
                </a:moveTo>
                <a:lnTo>
                  <a:pt x="1082916" y="84274"/>
                </a:lnTo>
                <a:lnTo>
                  <a:pt x="1082916" y="53695"/>
                </a:lnTo>
                <a:cubicBezTo>
                  <a:pt x="1082916" y="47225"/>
                  <a:pt x="1082577" y="43041"/>
                  <a:pt x="1081899" y="41142"/>
                </a:cubicBezTo>
                <a:cubicBezTo>
                  <a:pt x="1081221" y="39242"/>
                  <a:pt x="1080120" y="37766"/>
                  <a:pt x="1078595" y="36713"/>
                </a:cubicBezTo>
                <a:cubicBezTo>
                  <a:pt x="1077070" y="35660"/>
                  <a:pt x="1075234" y="35133"/>
                  <a:pt x="1073088" y="35133"/>
                </a:cubicBezTo>
                <a:cubicBezTo>
                  <a:pt x="1070339" y="35133"/>
                  <a:pt x="1067872" y="35886"/>
                  <a:pt x="1065688" y="37391"/>
                </a:cubicBezTo>
                <a:cubicBezTo>
                  <a:pt x="1063504" y="38895"/>
                  <a:pt x="1062007" y="40888"/>
                  <a:pt x="1061198" y="43371"/>
                </a:cubicBezTo>
                <a:cubicBezTo>
                  <a:pt x="1060388" y="45853"/>
                  <a:pt x="1059983" y="50442"/>
                  <a:pt x="1059983" y="57137"/>
                </a:cubicBezTo>
                <a:lnTo>
                  <a:pt x="1059983" y="84274"/>
                </a:lnTo>
                <a:lnTo>
                  <a:pt x="1044111" y="84274"/>
                </a:lnTo>
                <a:lnTo>
                  <a:pt x="1044111" y="24288"/>
                </a:lnTo>
                <a:lnTo>
                  <a:pt x="1058854" y="24288"/>
                </a:lnTo>
                <a:lnTo>
                  <a:pt x="1058854" y="33100"/>
                </a:lnTo>
                <a:cubicBezTo>
                  <a:pt x="1064088" y="26322"/>
                  <a:pt x="1070678" y="22933"/>
                  <a:pt x="1078623" y="22933"/>
                </a:cubicBezTo>
                <a:cubicBezTo>
                  <a:pt x="1082125" y="22933"/>
                  <a:pt x="1085326" y="23563"/>
                  <a:pt x="1088225" y="24825"/>
                </a:cubicBezTo>
                <a:cubicBezTo>
                  <a:pt x="1091125" y="26086"/>
                  <a:pt x="1093318" y="27696"/>
                  <a:pt x="1094806" y="29654"/>
                </a:cubicBezTo>
                <a:cubicBezTo>
                  <a:pt x="1096293" y="31612"/>
                  <a:pt x="1097329" y="33834"/>
                  <a:pt x="1097912" y="36319"/>
                </a:cubicBezTo>
                <a:cubicBezTo>
                  <a:pt x="1098496" y="38805"/>
                  <a:pt x="1098788" y="42363"/>
                  <a:pt x="1098788" y="46995"/>
                </a:cubicBezTo>
                <a:lnTo>
                  <a:pt x="1098788" y="84274"/>
                </a:lnTo>
                <a:close/>
                <a:moveTo>
                  <a:pt x="1141910" y="57388"/>
                </a:moveTo>
                <a:lnTo>
                  <a:pt x="1158178" y="55806"/>
                </a:lnTo>
                <a:cubicBezTo>
                  <a:pt x="1159157" y="61287"/>
                  <a:pt x="1161143" y="65312"/>
                  <a:pt x="1164137" y="67882"/>
                </a:cubicBezTo>
                <a:cubicBezTo>
                  <a:pt x="1167130" y="70450"/>
                  <a:pt x="1171169" y="71735"/>
                  <a:pt x="1176253" y="71735"/>
                </a:cubicBezTo>
                <a:cubicBezTo>
                  <a:pt x="1181637" y="71735"/>
                  <a:pt x="1185695" y="70592"/>
                  <a:pt x="1188425" y="68307"/>
                </a:cubicBezTo>
                <a:cubicBezTo>
                  <a:pt x="1191155" y="66022"/>
                  <a:pt x="1192520" y="63349"/>
                  <a:pt x="1192520" y="60288"/>
                </a:cubicBezTo>
                <a:cubicBezTo>
                  <a:pt x="1192520" y="58324"/>
                  <a:pt x="1191946" y="56653"/>
                  <a:pt x="1190797" y="55275"/>
                </a:cubicBezTo>
                <a:cubicBezTo>
                  <a:pt x="1189649" y="53896"/>
                  <a:pt x="1187644" y="52696"/>
                  <a:pt x="1184782" y="51676"/>
                </a:cubicBezTo>
                <a:cubicBezTo>
                  <a:pt x="1182824" y="50997"/>
                  <a:pt x="1178361" y="49790"/>
                  <a:pt x="1171395" y="48054"/>
                </a:cubicBezTo>
                <a:cubicBezTo>
                  <a:pt x="1162433" y="45828"/>
                  <a:pt x="1156144" y="43092"/>
                  <a:pt x="1152529" y="39846"/>
                </a:cubicBezTo>
                <a:cubicBezTo>
                  <a:pt x="1147446" y="35280"/>
                  <a:pt x="1144904" y="29715"/>
                  <a:pt x="1144904" y="23150"/>
                </a:cubicBezTo>
                <a:cubicBezTo>
                  <a:pt x="1144904" y="18924"/>
                  <a:pt x="1146099" y="14972"/>
                  <a:pt x="1148491" y="11293"/>
                </a:cubicBezTo>
                <a:cubicBezTo>
                  <a:pt x="1150882" y="7614"/>
                  <a:pt x="1154327" y="4812"/>
                  <a:pt x="1158827" y="2888"/>
                </a:cubicBezTo>
                <a:cubicBezTo>
                  <a:pt x="1163327" y="963"/>
                  <a:pt x="1168759" y="0"/>
                  <a:pt x="1175123" y="0"/>
                </a:cubicBezTo>
                <a:cubicBezTo>
                  <a:pt x="1185516" y="0"/>
                  <a:pt x="1193339" y="2289"/>
                  <a:pt x="1198592" y="6866"/>
                </a:cubicBezTo>
                <a:cubicBezTo>
                  <a:pt x="1203845" y="11443"/>
                  <a:pt x="1206603" y="17551"/>
                  <a:pt x="1206867" y="25192"/>
                </a:cubicBezTo>
                <a:lnTo>
                  <a:pt x="1190148" y="25870"/>
                </a:lnTo>
                <a:cubicBezTo>
                  <a:pt x="1189432" y="21615"/>
                  <a:pt x="1187898" y="18555"/>
                  <a:pt x="1185544" y="16691"/>
                </a:cubicBezTo>
                <a:cubicBezTo>
                  <a:pt x="1183191" y="14827"/>
                  <a:pt x="1179660" y="13895"/>
                  <a:pt x="1174953" y="13895"/>
                </a:cubicBezTo>
                <a:cubicBezTo>
                  <a:pt x="1170096" y="13895"/>
                  <a:pt x="1166293" y="14894"/>
                  <a:pt x="1163544" y="16891"/>
                </a:cubicBezTo>
                <a:cubicBezTo>
                  <a:pt x="1161774" y="18171"/>
                  <a:pt x="1160889" y="19885"/>
                  <a:pt x="1160889" y="22032"/>
                </a:cubicBezTo>
                <a:cubicBezTo>
                  <a:pt x="1160889" y="23992"/>
                  <a:pt x="1161717" y="25668"/>
                  <a:pt x="1163374" y="27061"/>
                </a:cubicBezTo>
                <a:cubicBezTo>
                  <a:pt x="1165483" y="28832"/>
                  <a:pt x="1170604" y="30680"/>
                  <a:pt x="1178738" y="32604"/>
                </a:cubicBezTo>
                <a:cubicBezTo>
                  <a:pt x="1186872" y="34528"/>
                  <a:pt x="1192887" y="36518"/>
                  <a:pt x="1196785" y="38575"/>
                </a:cubicBezTo>
                <a:cubicBezTo>
                  <a:pt x="1200682" y="40631"/>
                  <a:pt x="1203732" y="43442"/>
                  <a:pt x="1205935" y="47007"/>
                </a:cubicBezTo>
                <a:cubicBezTo>
                  <a:pt x="1208138" y="50572"/>
                  <a:pt x="1209239" y="54976"/>
                  <a:pt x="1209239" y="60221"/>
                </a:cubicBezTo>
                <a:cubicBezTo>
                  <a:pt x="1209239" y="64974"/>
                  <a:pt x="1207921" y="69426"/>
                  <a:pt x="1205285" y="73576"/>
                </a:cubicBezTo>
                <a:cubicBezTo>
                  <a:pt x="1202650" y="77726"/>
                  <a:pt x="1198922" y="80811"/>
                  <a:pt x="1194102" y="82829"/>
                </a:cubicBezTo>
                <a:cubicBezTo>
                  <a:pt x="1189282" y="84847"/>
                  <a:pt x="1183275" y="85856"/>
                  <a:pt x="1176083" y="85856"/>
                </a:cubicBezTo>
                <a:cubicBezTo>
                  <a:pt x="1165615" y="85856"/>
                  <a:pt x="1157575" y="83432"/>
                  <a:pt x="1151964" y="78584"/>
                </a:cubicBezTo>
                <a:cubicBezTo>
                  <a:pt x="1146354" y="73735"/>
                  <a:pt x="1143002" y="66670"/>
                  <a:pt x="1141910" y="57388"/>
                </a:cubicBezTo>
                <a:close/>
                <a:moveTo>
                  <a:pt x="1257918" y="65183"/>
                </a:moveTo>
                <a:lnTo>
                  <a:pt x="1273734" y="67894"/>
                </a:lnTo>
                <a:cubicBezTo>
                  <a:pt x="1271701" y="73674"/>
                  <a:pt x="1268490" y="78075"/>
                  <a:pt x="1264103" y="81097"/>
                </a:cubicBezTo>
                <a:cubicBezTo>
                  <a:pt x="1259716" y="84119"/>
                  <a:pt x="1254228" y="85630"/>
                  <a:pt x="1247638" y="85630"/>
                </a:cubicBezTo>
                <a:cubicBezTo>
                  <a:pt x="1237208" y="85630"/>
                  <a:pt x="1229488" y="82222"/>
                  <a:pt x="1224480" y="75406"/>
                </a:cubicBezTo>
                <a:cubicBezTo>
                  <a:pt x="1220526" y="69946"/>
                  <a:pt x="1218549" y="63055"/>
                  <a:pt x="1218549" y="54733"/>
                </a:cubicBezTo>
                <a:cubicBezTo>
                  <a:pt x="1218549" y="44792"/>
                  <a:pt x="1221147" y="37007"/>
                  <a:pt x="1226344" y="31377"/>
                </a:cubicBezTo>
                <a:cubicBezTo>
                  <a:pt x="1231540" y="25747"/>
                  <a:pt x="1238111" y="22933"/>
                  <a:pt x="1246057" y="22933"/>
                </a:cubicBezTo>
                <a:cubicBezTo>
                  <a:pt x="1254981" y="22933"/>
                  <a:pt x="1262023" y="25879"/>
                  <a:pt x="1267182" y="31772"/>
                </a:cubicBezTo>
                <a:cubicBezTo>
                  <a:pt x="1272341" y="37666"/>
                  <a:pt x="1274807" y="46694"/>
                  <a:pt x="1274581" y="58857"/>
                </a:cubicBezTo>
                <a:lnTo>
                  <a:pt x="1234816" y="58857"/>
                </a:lnTo>
                <a:cubicBezTo>
                  <a:pt x="1234929" y="63564"/>
                  <a:pt x="1236210" y="67226"/>
                  <a:pt x="1238657" y="69843"/>
                </a:cubicBezTo>
                <a:cubicBezTo>
                  <a:pt x="1241105" y="72460"/>
                  <a:pt x="1244155" y="73768"/>
                  <a:pt x="1247808" y="73768"/>
                </a:cubicBezTo>
                <a:cubicBezTo>
                  <a:pt x="1250293" y="73768"/>
                  <a:pt x="1252383" y="73091"/>
                  <a:pt x="1254077" y="71735"/>
                </a:cubicBezTo>
                <a:cubicBezTo>
                  <a:pt x="1255772" y="70379"/>
                  <a:pt x="1257052" y="68195"/>
                  <a:pt x="1257918" y="65183"/>
                </a:cubicBezTo>
                <a:moveTo>
                  <a:pt x="1258822" y="49141"/>
                </a:moveTo>
                <a:cubicBezTo>
                  <a:pt x="1258709" y="44566"/>
                  <a:pt x="1257523" y="41088"/>
                  <a:pt x="1255264" y="38706"/>
                </a:cubicBezTo>
                <a:cubicBezTo>
                  <a:pt x="1253004" y="36324"/>
                  <a:pt x="1250255" y="35133"/>
                  <a:pt x="1247017" y="35133"/>
                </a:cubicBezTo>
                <a:cubicBezTo>
                  <a:pt x="1243553" y="35133"/>
                  <a:pt x="1240691" y="36389"/>
                  <a:pt x="1238431" y="38902"/>
                </a:cubicBezTo>
                <a:cubicBezTo>
                  <a:pt x="1236172" y="41415"/>
                  <a:pt x="1235061" y="44828"/>
                  <a:pt x="1235099" y="49141"/>
                </a:cubicBezTo>
                <a:lnTo>
                  <a:pt x="1258822" y="49141"/>
                </a:lnTo>
                <a:close/>
                <a:moveTo>
                  <a:pt x="1286301" y="24288"/>
                </a:moveTo>
                <a:lnTo>
                  <a:pt x="1300930" y="24288"/>
                </a:lnTo>
                <a:lnTo>
                  <a:pt x="1300930" y="32478"/>
                </a:lnTo>
                <a:cubicBezTo>
                  <a:pt x="1306164" y="26115"/>
                  <a:pt x="1312396" y="22933"/>
                  <a:pt x="1319626" y="22933"/>
                </a:cubicBezTo>
                <a:cubicBezTo>
                  <a:pt x="1323467" y="22933"/>
                  <a:pt x="1326800" y="23727"/>
                  <a:pt x="1329624" y="25316"/>
                </a:cubicBezTo>
                <a:cubicBezTo>
                  <a:pt x="1332448" y="26904"/>
                  <a:pt x="1334764" y="29306"/>
                  <a:pt x="1336571" y="32523"/>
                </a:cubicBezTo>
                <a:cubicBezTo>
                  <a:pt x="1339207" y="29306"/>
                  <a:pt x="1342050" y="26904"/>
                  <a:pt x="1345101" y="25316"/>
                </a:cubicBezTo>
                <a:cubicBezTo>
                  <a:pt x="1348151" y="23727"/>
                  <a:pt x="1351408" y="22933"/>
                  <a:pt x="1354872" y="22933"/>
                </a:cubicBezTo>
                <a:cubicBezTo>
                  <a:pt x="1359278" y="22933"/>
                  <a:pt x="1363006" y="23827"/>
                  <a:pt x="1366056" y="25616"/>
                </a:cubicBezTo>
                <a:cubicBezTo>
                  <a:pt x="1369106" y="27404"/>
                  <a:pt x="1371385" y="30031"/>
                  <a:pt x="1372891" y="33495"/>
                </a:cubicBezTo>
                <a:cubicBezTo>
                  <a:pt x="1373983" y="36056"/>
                  <a:pt x="1374529" y="40198"/>
                  <a:pt x="1374529" y="45922"/>
                </a:cubicBezTo>
                <a:lnTo>
                  <a:pt x="1374529" y="84274"/>
                </a:lnTo>
                <a:lnTo>
                  <a:pt x="1358657" y="84274"/>
                </a:lnTo>
                <a:lnTo>
                  <a:pt x="1358657" y="50027"/>
                </a:lnTo>
                <a:cubicBezTo>
                  <a:pt x="1358657" y="44085"/>
                  <a:pt x="1358111" y="40249"/>
                  <a:pt x="1357019" y="38519"/>
                </a:cubicBezTo>
                <a:cubicBezTo>
                  <a:pt x="1355550" y="36262"/>
                  <a:pt x="1353291" y="35133"/>
                  <a:pt x="1350241" y="35133"/>
                </a:cubicBezTo>
                <a:cubicBezTo>
                  <a:pt x="1348019" y="35133"/>
                  <a:pt x="1345929" y="35810"/>
                  <a:pt x="1343971" y="37165"/>
                </a:cubicBezTo>
                <a:cubicBezTo>
                  <a:pt x="1342013" y="38518"/>
                  <a:pt x="1340601" y="40502"/>
                  <a:pt x="1339735" y="43117"/>
                </a:cubicBezTo>
                <a:cubicBezTo>
                  <a:pt x="1338868" y="45730"/>
                  <a:pt x="1338435" y="49858"/>
                  <a:pt x="1338435" y="55501"/>
                </a:cubicBezTo>
                <a:lnTo>
                  <a:pt x="1338435" y="84274"/>
                </a:lnTo>
                <a:lnTo>
                  <a:pt x="1322563" y="84274"/>
                </a:lnTo>
                <a:lnTo>
                  <a:pt x="1322563" y="51438"/>
                </a:lnTo>
                <a:cubicBezTo>
                  <a:pt x="1322563" y="45608"/>
                  <a:pt x="1322281" y="41847"/>
                  <a:pt x="1321716" y="40155"/>
                </a:cubicBezTo>
                <a:cubicBezTo>
                  <a:pt x="1321151" y="38462"/>
                  <a:pt x="1320276" y="37201"/>
                  <a:pt x="1319090" y="36374"/>
                </a:cubicBezTo>
                <a:cubicBezTo>
                  <a:pt x="1317903" y="35547"/>
                  <a:pt x="1316294" y="35133"/>
                  <a:pt x="1314260" y="35133"/>
                </a:cubicBezTo>
                <a:cubicBezTo>
                  <a:pt x="1311813" y="35133"/>
                  <a:pt x="1309610" y="35792"/>
                  <a:pt x="1307652" y="37108"/>
                </a:cubicBezTo>
                <a:cubicBezTo>
                  <a:pt x="1305693" y="38424"/>
                  <a:pt x="1304291" y="40323"/>
                  <a:pt x="1303443" y="42806"/>
                </a:cubicBezTo>
                <a:cubicBezTo>
                  <a:pt x="1302596" y="45289"/>
                  <a:pt x="1302173" y="49408"/>
                  <a:pt x="1302173" y="55162"/>
                </a:cubicBezTo>
                <a:lnTo>
                  <a:pt x="1302173" y="84274"/>
                </a:lnTo>
                <a:lnTo>
                  <a:pt x="1286301" y="84274"/>
                </a:lnTo>
                <a:lnTo>
                  <a:pt x="1286301" y="24288"/>
                </a:lnTo>
                <a:close/>
                <a:moveTo>
                  <a:pt x="1402176" y="42815"/>
                </a:moveTo>
                <a:lnTo>
                  <a:pt x="1387773" y="40217"/>
                </a:lnTo>
                <a:cubicBezTo>
                  <a:pt x="1389392" y="34341"/>
                  <a:pt x="1392179" y="29992"/>
                  <a:pt x="1396133" y="27169"/>
                </a:cubicBezTo>
                <a:cubicBezTo>
                  <a:pt x="1400086" y="24345"/>
                  <a:pt x="1405961" y="22933"/>
                  <a:pt x="1413756" y="22933"/>
                </a:cubicBezTo>
                <a:cubicBezTo>
                  <a:pt x="1420835" y="22933"/>
                  <a:pt x="1426107" y="23770"/>
                  <a:pt x="1429571" y="25446"/>
                </a:cubicBezTo>
                <a:cubicBezTo>
                  <a:pt x="1433036" y="27122"/>
                  <a:pt x="1435474" y="29249"/>
                  <a:pt x="1436886" y="31829"/>
                </a:cubicBezTo>
                <a:cubicBezTo>
                  <a:pt x="1438298" y="34408"/>
                  <a:pt x="1439004" y="39144"/>
                  <a:pt x="1439004" y="46035"/>
                </a:cubicBezTo>
                <a:lnTo>
                  <a:pt x="1438835" y="64561"/>
                </a:lnTo>
                <a:cubicBezTo>
                  <a:pt x="1438835" y="69833"/>
                  <a:pt x="1439089" y="73721"/>
                  <a:pt x="1439597" y="76225"/>
                </a:cubicBezTo>
                <a:cubicBezTo>
                  <a:pt x="1440105" y="78730"/>
                  <a:pt x="1441056" y="81413"/>
                  <a:pt x="1442450" y="84274"/>
                </a:cubicBezTo>
                <a:lnTo>
                  <a:pt x="1426747" y="84274"/>
                </a:lnTo>
                <a:cubicBezTo>
                  <a:pt x="1426333" y="83220"/>
                  <a:pt x="1425824" y="81657"/>
                  <a:pt x="1425222" y="79586"/>
                </a:cubicBezTo>
                <a:cubicBezTo>
                  <a:pt x="1424958" y="78645"/>
                  <a:pt x="1424770" y="78023"/>
                  <a:pt x="1424657" y="77722"/>
                </a:cubicBezTo>
                <a:cubicBezTo>
                  <a:pt x="1421946" y="80358"/>
                  <a:pt x="1419046" y="82335"/>
                  <a:pt x="1415958" y="83653"/>
                </a:cubicBezTo>
                <a:cubicBezTo>
                  <a:pt x="1412871" y="84971"/>
                  <a:pt x="1409576" y="85630"/>
                  <a:pt x="1406074" y="85630"/>
                </a:cubicBezTo>
                <a:cubicBezTo>
                  <a:pt x="1399898" y="85630"/>
                  <a:pt x="1395031" y="83961"/>
                  <a:pt x="1391473" y="80624"/>
                </a:cubicBezTo>
                <a:cubicBezTo>
                  <a:pt x="1387914" y="77287"/>
                  <a:pt x="1386135" y="73068"/>
                  <a:pt x="1386135" y="67968"/>
                </a:cubicBezTo>
                <a:cubicBezTo>
                  <a:pt x="1386135" y="64593"/>
                  <a:pt x="1386944" y="61584"/>
                  <a:pt x="1388564" y="58941"/>
                </a:cubicBezTo>
                <a:cubicBezTo>
                  <a:pt x="1390183" y="56297"/>
                  <a:pt x="1392452" y="54272"/>
                  <a:pt x="1395370" y="52866"/>
                </a:cubicBezTo>
                <a:cubicBezTo>
                  <a:pt x="1398288" y="51459"/>
                  <a:pt x="1402496" y="50232"/>
                  <a:pt x="1407994" y="49182"/>
                </a:cubicBezTo>
                <a:cubicBezTo>
                  <a:pt x="1415412" y="47794"/>
                  <a:pt x="1420553" y="46501"/>
                  <a:pt x="1423414" y="45300"/>
                </a:cubicBezTo>
                <a:lnTo>
                  <a:pt x="1423414" y="43701"/>
                </a:lnTo>
                <a:cubicBezTo>
                  <a:pt x="1423414" y="40617"/>
                  <a:pt x="1422661" y="38418"/>
                  <a:pt x="1421155" y="37105"/>
                </a:cubicBezTo>
                <a:cubicBezTo>
                  <a:pt x="1419649" y="35790"/>
                  <a:pt x="1416806" y="35133"/>
                  <a:pt x="1412626" y="35133"/>
                </a:cubicBezTo>
                <a:cubicBezTo>
                  <a:pt x="1409802" y="35133"/>
                  <a:pt x="1407599" y="35702"/>
                  <a:pt x="1406017" y="36838"/>
                </a:cubicBezTo>
                <a:cubicBezTo>
                  <a:pt x="1404436" y="37974"/>
                  <a:pt x="1403155" y="39966"/>
                  <a:pt x="1402176" y="42815"/>
                </a:cubicBezTo>
                <a:moveTo>
                  <a:pt x="1423414" y="55693"/>
                </a:moveTo>
                <a:cubicBezTo>
                  <a:pt x="1421381" y="56363"/>
                  <a:pt x="1418161" y="57163"/>
                  <a:pt x="1413756" y="58094"/>
                </a:cubicBezTo>
                <a:cubicBezTo>
                  <a:pt x="1409350" y="59024"/>
                  <a:pt x="1406469" y="59935"/>
                  <a:pt x="1405113" y="60828"/>
                </a:cubicBezTo>
                <a:cubicBezTo>
                  <a:pt x="1403042" y="62279"/>
                  <a:pt x="1402007" y="64121"/>
                  <a:pt x="1402007" y="66353"/>
                </a:cubicBezTo>
                <a:cubicBezTo>
                  <a:pt x="1402007" y="68549"/>
                  <a:pt x="1402835" y="70447"/>
                  <a:pt x="1404492" y="72047"/>
                </a:cubicBezTo>
                <a:cubicBezTo>
                  <a:pt x="1406149" y="73647"/>
                  <a:pt x="1408258" y="74446"/>
                  <a:pt x="1410818" y="74446"/>
                </a:cubicBezTo>
                <a:cubicBezTo>
                  <a:pt x="1413680" y="74446"/>
                  <a:pt x="1416410" y="73516"/>
                  <a:pt x="1419009" y="71655"/>
                </a:cubicBezTo>
                <a:cubicBezTo>
                  <a:pt x="1420929" y="70242"/>
                  <a:pt x="1422191" y="68512"/>
                  <a:pt x="1422793" y="66464"/>
                </a:cubicBezTo>
                <a:cubicBezTo>
                  <a:pt x="1423207" y="65125"/>
                  <a:pt x="1423414" y="62577"/>
                  <a:pt x="1423414" y="58819"/>
                </a:cubicBezTo>
                <a:lnTo>
                  <a:pt x="1423414" y="55693"/>
                </a:lnTo>
                <a:close/>
                <a:moveTo>
                  <a:pt x="1509184" y="84274"/>
                </a:moveTo>
                <a:lnTo>
                  <a:pt x="1493312" y="84274"/>
                </a:lnTo>
                <a:lnTo>
                  <a:pt x="1493312" y="53695"/>
                </a:lnTo>
                <a:cubicBezTo>
                  <a:pt x="1493312" y="47225"/>
                  <a:pt x="1492973" y="43041"/>
                  <a:pt x="1492295" y="41142"/>
                </a:cubicBezTo>
                <a:cubicBezTo>
                  <a:pt x="1491618" y="39242"/>
                  <a:pt x="1490516" y="37766"/>
                  <a:pt x="1488991" y="36713"/>
                </a:cubicBezTo>
                <a:cubicBezTo>
                  <a:pt x="1487466" y="35660"/>
                  <a:pt x="1485630" y="35133"/>
                  <a:pt x="1483484" y="35133"/>
                </a:cubicBezTo>
                <a:cubicBezTo>
                  <a:pt x="1480735" y="35133"/>
                  <a:pt x="1478268" y="35886"/>
                  <a:pt x="1476084" y="37391"/>
                </a:cubicBezTo>
                <a:cubicBezTo>
                  <a:pt x="1473900" y="38895"/>
                  <a:pt x="1472404" y="40888"/>
                  <a:pt x="1471594" y="43371"/>
                </a:cubicBezTo>
                <a:cubicBezTo>
                  <a:pt x="1470784" y="45853"/>
                  <a:pt x="1470380" y="50442"/>
                  <a:pt x="1470380" y="57137"/>
                </a:cubicBezTo>
                <a:lnTo>
                  <a:pt x="1470380" y="84274"/>
                </a:lnTo>
                <a:lnTo>
                  <a:pt x="1454507" y="84274"/>
                </a:lnTo>
                <a:lnTo>
                  <a:pt x="1454507" y="24288"/>
                </a:lnTo>
                <a:lnTo>
                  <a:pt x="1469250" y="24288"/>
                </a:lnTo>
                <a:lnTo>
                  <a:pt x="1469250" y="33100"/>
                </a:lnTo>
                <a:cubicBezTo>
                  <a:pt x="1474484" y="26322"/>
                  <a:pt x="1481074" y="22933"/>
                  <a:pt x="1489019" y="22933"/>
                </a:cubicBezTo>
                <a:cubicBezTo>
                  <a:pt x="1492521" y="22933"/>
                  <a:pt x="1495722" y="23563"/>
                  <a:pt x="1498622" y="24825"/>
                </a:cubicBezTo>
                <a:cubicBezTo>
                  <a:pt x="1501521" y="26086"/>
                  <a:pt x="1503715" y="27696"/>
                  <a:pt x="1505202" y="29654"/>
                </a:cubicBezTo>
                <a:cubicBezTo>
                  <a:pt x="1506689" y="31612"/>
                  <a:pt x="1507725" y="33834"/>
                  <a:pt x="1508309" y="36319"/>
                </a:cubicBezTo>
                <a:cubicBezTo>
                  <a:pt x="1508892" y="38805"/>
                  <a:pt x="1509184" y="42363"/>
                  <a:pt x="1509184" y="46995"/>
                </a:cubicBezTo>
                <a:lnTo>
                  <a:pt x="1509184" y="84274"/>
                </a:lnTo>
                <a:close/>
                <a:moveTo>
                  <a:pt x="1552797" y="24288"/>
                </a:moveTo>
                <a:lnTo>
                  <a:pt x="1552797" y="36941"/>
                </a:lnTo>
                <a:lnTo>
                  <a:pt x="1541952" y="36941"/>
                </a:lnTo>
                <a:lnTo>
                  <a:pt x="1541952" y="61077"/>
                </a:lnTo>
                <a:cubicBezTo>
                  <a:pt x="1541952" y="65965"/>
                  <a:pt x="1542056" y="68814"/>
                  <a:pt x="1542263" y="69622"/>
                </a:cubicBezTo>
                <a:cubicBezTo>
                  <a:pt x="1542470" y="70429"/>
                  <a:pt x="1542941" y="71097"/>
                  <a:pt x="1543675" y="71624"/>
                </a:cubicBezTo>
                <a:cubicBezTo>
                  <a:pt x="1544409" y="72150"/>
                  <a:pt x="1545303" y="72413"/>
                  <a:pt x="1546358" y="72413"/>
                </a:cubicBezTo>
                <a:cubicBezTo>
                  <a:pt x="1547826" y="72413"/>
                  <a:pt x="1549954" y="71904"/>
                  <a:pt x="1552741" y="70888"/>
                </a:cubicBezTo>
                <a:lnTo>
                  <a:pt x="1554096" y="83247"/>
                </a:lnTo>
                <a:cubicBezTo>
                  <a:pt x="1550406" y="84836"/>
                  <a:pt x="1546226" y="85630"/>
                  <a:pt x="1541557" y="85630"/>
                </a:cubicBezTo>
                <a:cubicBezTo>
                  <a:pt x="1538695" y="85630"/>
                  <a:pt x="1536115" y="85150"/>
                  <a:pt x="1533818" y="84190"/>
                </a:cubicBezTo>
                <a:cubicBezTo>
                  <a:pt x="1531521" y="83229"/>
                  <a:pt x="1529836" y="81987"/>
                  <a:pt x="1528763" y="80462"/>
                </a:cubicBezTo>
                <a:cubicBezTo>
                  <a:pt x="1527690" y="78937"/>
                  <a:pt x="1526946" y="76875"/>
                  <a:pt x="1526532" y="74277"/>
                </a:cubicBezTo>
                <a:cubicBezTo>
                  <a:pt x="1526193" y="72432"/>
                  <a:pt x="1526024" y="68704"/>
                  <a:pt x="1526024" y="63093"/>
                </a:cubicBezTo>
                <a:lnTo>
                  <a:pt x="1526024" y="36941"/>
                </a:lnTo>
                <a:lnTo>
                  <a:pt x="1518737" y="36941"/>
                </a:lnTo>
                <a:lnTo>
                  <a:pt x="1518737" y="24288"/>
                </a:lnTo>
                <a:lnTo>
                  <a:pt x="1526024" y="24288"/>
                </a:lnTo>
                <a:lnTo>
                  <a:pt x="1526024" y="12314"/>
                </a:lnTo>
                <a:lnTo>
                  <a:pt x="1541952" y="2937"/>
                </a:lnTo>
                <a:lnTo>
                  <a:pt x="1541952" y="24288"/>
                </a:lnTo>
                <a:lnTo>
                  <a:pt x="1552797" y="24288"/>
                </a:lnTo>
                <a:close/>
                <a:moveTo>
                  <a:pt x="1563799" y="16154"/>
                </a:moveTo>
                <a:lnTo>
                  <a:pt x="1563799" y="1469"/>
                </a:lnTo>
                <a:lnTo>
                  <a:pt x="1579671" y="1469"/>
                </a:lnTo>
                <a:lnTo>
                  <a:pt x="1579671" y="16154"/>
                </a:lnTo>
                <a:lnTo>
                  <a:pt x="1563799" y="16154"/>
                </a:lnTo>
                <a:moveTo>
                  <a:pt x="1563799" y="84274"/>
                </a:moveTo>
                <a:lnTo>
                  <a:pt x="1563799" y="24288"/>
                </a:lnTo>
                <a:lnTo>
                  <a:pt x="1579671" y="24288"/>
                </a:lnTo>
                <a:lnTo>
                  <a:pt x="1579671" y="84274"/>
                </a:lnTo>
                <a:lnTo>
                  <a:pt x="1563799" y="84274"/>
                </a:lnTo>
                <a:close/>
                <a:moveTo>
                  <a:pt x="1648251" y="42024"/>
                </a:moveTo>
                <a:lnTo>
                  <a:pt x="1632605" y="44848"/>
                </a:lnTo>
                <a:cubicBezTo>
                  <a:pt x="1632078" y="41742"/>
                  <a:pt x="1630882" y="39402"/>
                  <a:pt x="1629018" y="37830"/>
                </a:cubicBezTo>
                <a:cubicBezTo>
                  <a:pt x="1627154" y="36258"/>
                  <a:pt x="1624735" y="35472"/>
                  <a:pt x="1621760" y="35472"/>
                </a:cubicBezTo>
                <a:cubicBezTo>
                  <a:pt x="1617806" y="35472"/>
                  <a:pt x="1614652" y="36833"/>
                  <a:pt x="1612299" y="39555"/>
                </a:cubicBezTo>
                <a:cubicBezTo>
                  <a:pt x="1609945" y="42277"/>
                  <a:pt x="1608769" y="46828"/>
                  <a:pt x="1608769" y="53210"/>
                </a:cubicBezTo>
                <a:cubicBezTo>
                  <a:pt x="1608769" y="60306"/>
                  <a:pt x="1609964" y="65318"/>
                  <a:pt x="1612355" y="68247"/>
                </a:cubicBezTo>
                <a:cubicBezTo>
                  <a:pt x="1614746" y="71175"/>
                  <a:pt x="1617957" y="72639"/>
                  <a:pt x="1621986" y="72639"/>
                </a:cubicBezTo>
                <a:cubicBezTo>
                  <a:pt x="1624998" y="72639"/>
                  <a:pt x="1627465" y="71782"/>
                  <a:pt x="1629385" y="70069"/>
                </a:cubicBezTo>
                <a:cubicBezTo>
                  <a:pt x="1631306" y="68355"/>
                  <a:pt x="1632661" y="65409"/>
                  <a:pt x="1633452" y="61229"/>
                </a:cubicBezTo>
                <a:lnTo>
                  <a:pt x="1649042" y="63940"/>
                </a:lnTo>
                <a:cubicBezTo>
                  <a:pt x="1647423" y="71095"/>
                  <a:pt x="1644316" y="76498"/>
                  <a:pt x="1639722" y="80151"/>
                </a:cubicBezTo>
                <a:cubicBezTo>
                  <a:pt x="1635128" y="83804"/>
                  <a:pt x="1628971" y="85630"/>
                  <a:pt x="1621252" y="85630"/>
                </a:cubicBezTo>
                <a:cubicBezTo>
                  <a:pt x="1612478" y="85630"/>
                  <a:pt x="1605483" y="82862"/>
                  <a:pt x="1600268" y="77327"/>
                </a:cubicBezTo>
                <a:cubicBezTo>
                  <a:pt x="1595052" y="71791"/>
                  <a:pt x="1592445" y="64128"/>
                  <a:pt x="1592445" y="54338"/>
                </a:cubicBezTo>
                <a:cubicBezTo>
                  <a:pt x="1592445" y="44434"/>
                  <a:pt x="1595062" y="36724"/>
                  <a:pt x="1600296" y="31208"/>
                </a:cubicBezTo>
                <a:cubicBezTo>
                  <a:pt x="1605530" y="25691"/>
                  <a:pt x="1612609" y="22933"/>
                  <a:pt x="1621534" y="22933"/>
                </a:cubicBezTo>
                <a:cubicBezTo>
                  <a:pt x="1628839" y="22933"/>
                  <a:pt x="1634648" y="24505"/>
                  <a:pt x="1638959" y="27649"/>
                </a:cubicBezTo>
                <a:cubicBezTo>
                  <a:pt x="1643271" y="30793"/>
                  <a:pt x="1646368" y="35585"/>
                  <a:pt x="1648251" y="42024"/>
                </a:cubicBezTo>
                <a:close/>
                <a:moveTo>
                  <a:pt x="1764304" y="74277"/>
                </a:moveTo>
                <a:lnTo>
                  <a:pt x="1754702" y="86421"/>
                </a:lnTo>
                <a:cubicBezTo>
                  <a:pt x="1749995" y="84151"/>
                  <a:pt x="1745476" y="81025"/>
                  <a:pt x="1741146" y="77044"/>
                </a:cubicBezTo>
                <a:cubicBezTo>
                  <a:pt x="1737794" y="80057"/>
                  <a:pt x="1734236" y="82279"/>
                  <a:pt x="1730470" y="83710"/>
                </a:cubicBezTo>
                <a:cubicBezTo>
                  <a:pt x="1726704" y="85141"/>
                  <a:pt x="1722223" y="85856"/>
                  <a:pt x="1717027" y="85856"/>
                </a:cubicBezTo>
                <a:cubicBezTo>
                  <a:pt x="1706709" y="85856"/>
                  <a:pt x="1698952" y="82951"/>
                  <a:pt x="1693755" y="77140"/>
                </a:cubicBezTo>
                <a:cubicBezTo>
                  <a:pt x="1689726" y="72649"/>
                  <a:pt x="1687711" y="67480"/>
                  <a:pt x="1687711" y="61631"/>
                </a:cubicBezTo>
                <a:cubicBezTo>
                  <a:pt x="1687711" y="56311"/>
                  <a:pt x="1689293" y="51529"/>
                  <a:pt x="1692456" y="47284"/>
                </a:cubicBezTo>
                <a:cubicBezTo>
                  <a:pt x="1695619" y="43039"/>
                  <a:pt x="1700345" y="39350"/>
                  <a:pt x="1706634" y="36219"/>
                </a:cubicBezTo>
                <a:cubicBezTo>
                  <a:pt x="1703809" y="32861"/>
                  <a:pt x="1701682" y="29664"/>
                  <a:pt x="1700251" y="26627"/>
                </a:cubicBezTo>
                <a:cubicBezTo>
                  <a:pt x="1698820" y="23590"/>
                  <a:pt x="1698105" y="20713"/>
                  <a:pt x="1698105" y="17996"/>
                </a:cubicBezTo>
                <a:cubicBezTo>
                  <a:pt x="1698105" y="12978"/>
                  <a:pt x="1700110" y="8724"/>
                  <a:pt x="1704120" y="5235"/>
                </a:cubicBezTo>
                <a:cubicBezTo>
                  <a:pt x="1708131" y="1745"/>
                  <a:pt x="1713845" y="0"/>
                  <a:pt x="1721263" y="0"/>
                </a:cubicBezTo>
                <a:cubicBezTo>
                  <a:pt x="1728418" y="0"/>
                  <a:pt x="1734010" y="1827"/>
                  <a:pt x="1738039" y="5481"/>
                </a:cubicBezTo>
                <a:cubicBezTo>
                  <a:pt x="1742068" y="9133"/>
                  <a:pt x="1744083" y="13596"/>
                  <a:pt x="1744083" y="18867"/>
                </a:cubicBezTo>
                <a:cubicBezTo>
                  <a:pt x="1744083" y="22220"/>
                  <a:pt x="1743085" y="25403"/>
                  <a:pt x="1741089" y="28417"/>
                </a:cubicBezTo>
                <a:cubicBezTo>
                  <a:pt x="1739093" y="31429"/>
                  <a:pt x="1735064" y="34837"/>
                  <a:pt x="1729001" y="38640"/>
                </a:cubicBezTo>
                <a:lnTo>
                  <a:pt x="1740524" y="53948"/>
                </a:lnTo>
                <a:cubicBezTo>
                  <a:pt x="1741880" y="51551"/>
                  <a:pt x="1743047" y="48423"/>
                  <a:pt x="1744026" y="44564"/>
                </a:cubicBezTo>
                <a:lnTo>
                  <a:pt x="1758373" y="47773"/>
                </a:lnTo>
                <a:cubicBezTo>
                  <a:pt x="1756942" y="52871"/>
                  <a:pt x="1755700" y="56600"/>
                  <a:pt x="1754645" y="58961"/>
                </a:cubicBezTo>
                <a:cubicBezTo>
                  <a:pt x="1753591" y="61320"/>
                  <a:pt x="1752461" y="63293"/>
                  <a:pt x="1751256" y="64879"/>
                </a:cubicBezTo>
                <a:cubicBezTo>
                  <a:pt x="1753026" y="66540"/>
                  <a:pt x="1755314" y="68361"/>
                  <a:pt x="1758119" y="70342"/>
                </a:cubicBezTo>
                <a:cubicBezTo>
                  <a:pt x="1760924" y="72324"/>
                  <a:pt x="1762986" y="73635"/>
                  <a:pt x="1764304" y="74277"/>
                </a:cubicBezTo>
                <a:moveTo>
                  <a:pt x="1721094" y="29139"/>
                </a:moveTo>
                <a:lnTo>
                  <a:pt x="1725386" y="25854"/>
                </a:lnTo>
                <a:cubicBezTo>
                  <a:pt x="1728550" y="23399"/>
                  <a:pt x="1730131" y="20963"/>
                  <a:pt x="1730131" y="18546"/>
                </a:cubicBezTo>
                <a:cubicBezTo>
                  <a:pt x="1730131" y="16508"/>
                  <a:pt x="1729369" y="14772"/>
                  <a:pt x="1727844" y="13337"/>
                </a:cubicBezTo>
                <a:cubicBezTo>
                  <a:pt x="1726318" y="11902"/>
                  <a:pt x="1724257" y="11184"/>
                  <a:pt x="1721659" y="11184"/>
                </a:cubicBezTo>
                <a:cubicBezTo>
                  <a:pt x="1719136" y="11184"/>
                  <a:pt x="1717159" y="11816"/>
                  <a:pt x="1715728" y="13081"/>
                </a:cubicBezTo>
                <a:cubicBezTo>
                  <a:pt x="1714297" y="14346"/>
                  <a:pt x="1713581" y="15810"/>
                  <a:pt x="1713581" y="17471"/>
                </a:cubicBezTo>
                <a:cubicBezTo>
                  <a:pt x="1713581" y="19434"/>
                  <a:pt x="1714786" y="21813"/>
                  <a:pt x="1717196" y="24608"/>
                </a:cubicBezTo>
                <a:lnTo>
                  <a:pt x="1721094" y="29139"/>
                </a:lnTo>
                <a:moveTo>
                  <a:pt x="1714880" y="46416"/>
                </a:moveTo>
                <a:cubicBezTo>
                  <a:pt x="1711228" y="48266"/>
                  <a:pt x="1708498" y="50493"/>
                  <a:pt x="1706690" y="53099"/>
                </a:cubicBezTo>
                <a:cubicBezTo>
                  <a:pt x="1704883" y="55704"/>
                  <a:pt x="1703979" y="58366"/>
                  <a:pt x="1703979" y="61084"/>
                </a:cubicBezTo>
                <a:cubicBezTo>
                  <a:pt x="1703979" y="64520"/>
                  <a:pt x="1705099" y="67324"/>
                  <a:pt x="1707340" y="69495"/>
                </a:cubicBezTo>
                <a:cubicBezTo>
                  <a:pt x="1709580" y="71666"/>
                  <a:pt x="1712583" y="72752"/>
                  <a:pt x="1716349" y="72752"/>
                </a:cubicBezTo>
                <a:cubicBezTo>
                  <a:pt x="1718834" y="72752"/>
                  <a:pt x="1721225" y="72261"/>
                  <a:pt x="1723522" y="71280"/>
                </a:cubicBezTo>
                <a:cubicBezTo>
                  <a:pt x="1725820" y="70297"/>
                  <a:pt x="1728324" y="68673"/>
                  <a:pt x="1731035" y="66408"/>
                </a:cubicBezTo>
                <a:lnTo>
                  <a:pt x="1714880" y="46416"/>
                </a:lnTo>
                <a:close/>
                <a:moveTo>
                  <a:pt x="1802499" y="57388"/>
                </a:moveTo>
                <a:lnTo>
                  <a:pt x="1818767" y="55806"/>
                </a:lnTo>
                <a:cubicBezTo>
                  <a:pt x="1819746" y="61287"/>
                  <a:pt x="1821732" y="65312"/>
                  <a:pt x="1824726" y="67882"/>
                </a:cubicBezTo>
                <a:cubicBezTo>
                  <a:pt x="1827719" y="70450"/>
                  <a:pt x="1831758" y="71735"/>
                  <a:pt x="1836841" y="71735"/>
                </a:cubicBezTo>
                <a:cubicBezTo>
                  <a:pt x="1842226" y="71735"/>
                  <a:pt x="1846284" y="70592"/>
                  <a:pt x="1849014" y="68307"/>
                </a:cubicBezTo>
                <a:cubicBezTo>
                  <a:pt x="1851744" y="66022"/>
                  <a:pt x="1853109" y="63349"/>
                  <a:pt x="1853109" y="60288"/>
                </a:cubicBezTo>
                <a:cubicBezTo>
                  <a:pt x="1853109" y="58324"/>
                  <a:pt x="1852535" y="56653"/>
                  <a:pt x="1851386" y="55275"/>
                </a:cubicBezTo>
                <a:cubicBezTo>
                  <a:pt x="1850238" y="53896"/>
                  <a:pt x="1848232" y="52696"/>
                  <a:pt x="1845371" y="51676"/>
                </a:cubicBezTo>
                <a:cubicBezTo>
                  <a:pt x="1843412" y="50997"/>
                  <a:pt x="1838950" y="49790"/>
                  <a:pt x="1831984" y="48054"/>
                </a:cubicBezTo>
                <a:cubicBezTo>
                  <a:pt x="1823022" y="45828"/>
                  <a:pt x="1816733" y="43092"/>
                  <a:pt x="1813118" y="39846"/>
                </a:cubicBezTo>
                <a:cubicBezTo>
                  <a:pt x="1808035" y="35280"/>
                  <a:pt x="1805493" y="29715"/>
                  <a:pt x="1805493" y="23150"/>
                </a:cubicBezTo>
                <a:cubicBezTo>
                  <a:pt x="1805493" y="18924"/>
                  <a:pt x="1806688" y="14972"/>
                  <a:pt x="1809079" y="11293"/>
                </a:cubicBezTo>
                <a:cubicBezTo>
                  <a:pt x="1811471" y="7614"/>
                  <a:pt x="1814916" y="4812"/>
                  <a:pt x="1819416" y="2888"/>
                </a:cubicBezTo>
                <a:cubicBezTo>
                  <a:pt x="1823916" y="963"/>
                  <a:pt x="1829348" y="0"/>
                  <a:pt x="1835712" y="0"/>
                </a:cubicBezTo>
                <a:cubicBezTo>
                  <a:pt x="1846105" y="0"/>
                  <a:pt x="1853928" y="2289"/>
                  <a:pt x="1859181" y="6866"/>
                </a:cubicBezTo>
                <a:cubicBezTo>
                  <a:pt x="1864434" y="11443"/>
                  <a:pt x="1867192" y="17551"/>
                  <a:pt x="1867456" y="25192"/>
                </a:cubicBezTo>
                <a:lnTo>
                  <a:pt x="1850737" y="25870"/>
                </a:lnTo>
                <a:cubicBezTo>
                  <a:pt x="1850021" y="21615"/>
                  <a:pt x="1848487" y="18555"/>
                  <a:pt x="1846133" y="16691"/>
                </a:cubicBezTo>
                <a:cubicBezTo>
                  <a:pt x="1843780" y="14827"/>
                  <a:pt x="1840249" y="13895"/>
                  <a:pt x="1835542" y="13895"/>
                </a:cubicBezTo>
                <a:cubicBezTo>
                  <a:pt x="1830685" y="13895"/>
                  <a:pt x="1826881" y="14894"/>
                  <a:pt x="1824133" y="16891"/>
                </a:cubicBezTo>
                <a:cubicBezTo>
                  <a:pt x="1822363" y="18171"/>
                  <a:pt x="1821478" y="19885"/>
                  <a:pt x="1821478" y="22032"/>
                </a:cubicBezTo>
                <a:cubicBezTo>
                  <a:pt x="1821478" y="23992"/>
                  <a:pt x="1822306" y="25668"/>
                  <a:pt x="1823963" y="27061"/>
                </a:cubicBezTo>
                <a:cubicBezTo>
                  <a:pt x="1826072" y="28832"/>
                  <a:pt x="1831193" y="30680"/>
                  <a:pt x="1839327" y="32604"/>
                </a:cubicBezTo>
                <a:cubicBezTo>
                  <a:pt x="1847460" y="34528"/>
                  <a:pt x="1853476" y="36518"/>
                  <a:pt x="1857373" y="38575"/>
                </a:cubicBezTo>
                <a:cubicBezTo>
                  <a:pt x="1861271" y="40631"/>
                  <a:pt x="1864321" y="43442"/>
                  <a:pt x="1866524" y="47007"/>
                </a:cubicBezTo>
                <a:cubicBezTo>
                  <a:pt x="1868727" y="50572"/>
                  <a:pt x="1869828" y="54976"/>
                  <a:pt x="1869828" y="60221"/>
                </a:cubicBezTo>
                <a:cubicBezTo>
                  <a:pt x="1869828" y="64974"/>
                  <a:pt x="1868510" y="69426"/>
                  <a:pt x="1865874" y="73576"/>
                </a:cubicBezTo>
                <a:cubicBezTo>
                  <a:pt x="1863238" y="77726"/>
                  <a:pt x="1859510" y="80811"/>
                  <a:pt x="1854690" y="82829"/>
                </a:cubicBezTo>
                <a:cubicBezTo>
                  <a:pt x="1849870" y="84847"/>
                  <a:pt x="1843864" y="85856"/>
                  <a:pt x="1836672" y="85856"/>
                </a:cubicBezTo>
                <a:cubicBezTo>
                  <a:pt x="1826204" y="85856"/>
                  <a:pt x="1818164" y="83432"/>
                  <a:pt x="1812553" y="78584"/>
                </a:cubicBezTo>
                <a:cubicBezTo>
                  <a:pt x="1806942" y="73735"/>
                  <a:pt x="1803591" y="66670"/>
                  <a:pt x="1802499" y="57388"/>
                </a:cubicBezTo>
                <a:close/>
                <a:moveTo>
                  <a:pt x="1876257" y="24288"/>
                </a:moveTo>
                <a:lnTo>
                  <a:pt x="1893146" y="24288"/>
                </a:lnTo>
                <a:lnTo>
                  <a:pt x="1907493" y="66918"/>
                </a:lnTo>
                <a:lnTo>
                  <a:pt x="1921501" y="24288"/>
                </a:lnTo>
                <a:lnTo>
                  <a:pt x="1937938" y="24288"/>
                </a:lnTo>
                <a:lnTo>
                  <a:pt x="1916756" y="82034"/>
                </a:lnTo>
                <a:lnTo>
                  <a:pt x="1912972" y="92521"/>
                </a:lnTo>
                <a:cubicBezTo>
                  <a:pt x="1911578" y="96023"/>
                  <a:pt x="1910251" y="98697"/>
                  <a:pt x="1908989" y="100542"/>
                </a:cubicBezTo>
                <a:cubicBezTo>
                  <a:pt x="1907728" y="102387"/>
                  <a:pt x="1906278" y="103884"/>
                  <a:pt x="1904640" y="105032"/>
                </a:cubicBezTo>
                <a:cubicBezTo>
                  <a:pt x="1903002" y="106181"/>
                  <a:pt x="1900987" y="107075"/>
                  <a:pt x="1898596" y="107715"/>
                </a:cubicBezTo>
                <a:cubicBezTo>
                  <a:pt x="1896205" y="108356"/>
                  <a:pt x="1893503" y="108676"/>
                  <a:pt x="1890491" y="108676"/>
                </a:cubicBezTo>
                <a:cubicBezTo>
                  <a:pt x="1887441" y="108676"/>
                  <a:pt x="1884447" y="108356"/>
                  <a:pt x="1881510" y="107715"/>
                </a:cubicBezTo>
                <a:lnTo>
                  <a:pt x="1880098" y="95289"/>
                </a:lnTo>
                <a:cubicBezTo>
                  <a:pt x="1882583" y="95778"/>
                  <a:pt x="1884824" y="96023"/>
                  <a:pt x="1886819" y="96023"/>
                </a:cubicBezTo>
                <a:cubicBezTo>
                  <a:pt x="1890510" y="96023"/>
                  <a:pt x="1893240" y="94941"/>
                  <a:pt x="1895010" y="92775"/>
                </a:cubicBezTo>
                <a:cubicBezTo>
                  <a:pt x="1896779" y="90610"/>
                  <a:pt x="1898135" y="87852"/>
                  <a:pt x="1899076" y="84500"/>
                </a:cubicBezTo>
                <a:lnTo>
                  <a:pt x="1876257" y="24288"/>
                </a:lnTo>
                <a:close/>
                <a:moveTo>
                  <a:pt x="2000430" y="84274"/>
                </a:moveTo>
                <a:lnTo>
                  <a:pt x="1984558" y="84274"/>
                </a:lnTo>
                <a:lnTo>
                  <a:pt x="1984558" y="53695"/>
                </a:lnTo>
                <a:cubicBezTo>
                  <a:pt x="1984558" y="47225"/>
                  <a:pt x="1984219" y="43041"/>
                  <a:pt x="1983541" y="41142"/>
                </a:cubicBezTo>
                <a:cubicBezTo>
                  <a:pt x="1982863" y="39242"/>
                  <a:pt x="1981762" y="37766"/>
                  <a:pt x="1980237" y="36713"/>
                </a:cubicBezTo>
                <a:cubicBezTo>
                  <a:pt x="1978712" y="35660"/>
                  <a:pt x="1976876" y="35133"/>
                  <a:pt x="1974730" y="35133"/>
                </a:cubicBezTo>
                <a:cubicBezTo>
                  <a:pt x="1971981" y="35133"/>
                  <a:pt x="1969514" y="35886"/>
                  <a:pt x="1967330" y="37391"/>
                </a:cubicBezTo>
                <a:cubicBezTo>
                  <a:pt x="1965146" y="38895"/>
                  <a:pt x="1963649" y="40888"/>
                  <a:pt x="1962840" y="43371"/>
                </a:cubicBezTo>
                <a:cubicBezTo>
                  <a:pt x="1962030" y="45853"/>
                  <a:pt x="1961625" y="50442"/>
                  <a:pt x="1961625" y="57137"/>
                </a:cubicBezTo>
                <a:lnTo>
                  <a:pt x="1961625" y="84274"/>
                </a:lnTo>
                <a:lnTo>
                  <a:pt x="1945753" y="84274"/>
                </a:lnTo>
                <a:lnTo>
                  <a:pt x="1945753" y="24288"/>
                </a:lnTo>
                <a:lnTo>
                  <a:pt x="1960496" y="24288"/>
                </a:lnTo>
                <a:lnTo>
                  <a:pt x="1960496" y="33100"/>
                </a:lnTo>
                <a:cubicBezTo>
                  <a:pt x="1965730" y="26322"/>
                  <a:pt x="1972320" y="22933"/>
                  <a:pt x="1980265" y="22933"/>
                </a:cubicBezTo>
                <a:cubicBezTo>
                  <a:pt x="1983767" y="22933"/>
                  <a:pt x="1986968" y="23563"/>
                  <a:pt x="1989868" y="24825"/>
                </a:cubicBezTo>
                <a:cubicBezTo>
                  <a:pt x="1992767" y="26086"/>
                  <a:pt x="1994961" y="27696"/>
                  <a:pt x="1996448" y="29654"/>
                </a:cubicBezTo>
                <a:cubicBezTo>
                  <a:pt x="1997935" y="31612"/>
                  <a:pt x="1998971" y="33834"/>
                  <a:pt x="1999555" y="36319"/>
                </a:cubicBezTo>
                <a:cubicBezTo>
                  <a:pt x="2000138" y="38805"/>
                  <a:pt x="2000430" y="42363"/>
                  <a:pt x="2000430" y="46995"/>
                </a:cubicBezTo>
                <a:lnTo>
                  <a:pt x="2000430" y="84274"/>
                </a:lnTo>
                <a:close/>
                <a:moveTo>
                  <a:pt x="2044042" y="24288"/>
                </a:moveTo>
                <a:lnTo>
                  <a:pt x="2044042" y="36941"/>
                </a:lnTo>
                <a:lnTo>
                  <a:pt x="2033197" y="36941"/>
                </a:lnTo>
                <a:lnTo>
                  <a:pt x="2033197" y="61077"/>
                </a:lnTo>
                <a:cubicBezTo>
                  <a:pt x="2033197" y="65965"/>
                  <a:pt x="2033301" y="68814"/>
                  <a:pt x="2033508" y="69622"/>
                </a:cubicBezTo>
                <a:cubicBezTo>
                  <a:pt x="2033715" y="70429"/>
                  <a:pt x="2034186" y="71097"/>
                  <a:pt x="2034920" y="71624"/>
                </a:cubicBezTo>
                <a:cubicBezTo>
                  <a:pt x="2035655" y="72150"/>
                  <a:pt x="2036549" y="72413"/>
                  <a:pt x="2037603" y="72413"/>
                </a:cubicBezTo>
                <a:cubicBezTo>
                  <a:pt x="2039072" y="72413"/>
                  <a:pt x="2041199" y="71904"/>
                  <a:pt x="2043986" y="70888"/>
                </a:cubicBezTo>
                <a:lnTo>
                  <a:pt x="2045342" y="83247"/>
                </a:lnTo>
                <a:cubicBezTo>
                  <a:pt x="2041651" y="84836"/>
                  <a:pt x="2037471" y="85630"/>
                  <a:pt x="2032802" y="85630"/>
                </a:cubicBezTo>
                <a:cubicBezTo>
                  <a:pt x="2029940" y="85630"/>
                  <a:pt x="2027361" y="85150"/>
                  <a:pt x="2025064" y="84190"/>
                </a:cubicBezTo>
                <a:cubicBezTo>
                  <a:pt x="2022767" y="83229"/>
                  <a:pt x="2021082" y="81987"/>
                  <a:pt x="2020008" y="80462"/>
                </a:cubicBezTo>
                <a:cubicBezTo>
                  <a:pt x="2018935" y="78937"/>
                  <a:pt x="2018192" y="76875"/>
                  <a:pt x="2017777" y="74277"/>
                </a:cubicBezTo>
                <a:cubicBezTo>
                  <a:pt x="2017438" y="72432"/>
                  <a:pt x="2017269" y="68704"/>
                  <a:pt x="2017269" y="63093"/>
                </a:cubicBezTo>
                <a:lnTo>
                  <a:pt x="2017269" y="36941"/>
                </a:lnTo>
                <a:lnTo>
                  <a:pt x="2009982" y="36941"/>
                </a:lnTo>
                <a:lnTo>
                  <a:pt x="2009982" y="24288"/>
                </a:lnTo>
                <a:lnTo>
                  <a:pt x="2017269" y="24288"/>
                </a:lnTo>
                <a:lnTo>
                  <a:pt x="2017269" y="12314"/>
                </a:lnTo>
                <a:lnTo>
                  <a:pt x="2033197" y="2937"/>
                </a:lnTo>
                <a:lnTo>
                  <a:pt x="2033197" y="24288"/>
                </a:lnTo>
                <a:lnTo>
                  <a:pt x="2044042" y="24288"/>
                </a:lnTo>
                <a:close/>
                <a:moveTo>
                  <a:pt x="2066907" y="42815"/>
                </a:moveTo>
                <a:lnTo>
                  <a:pt x="2052503" y="40217"/>
                </a:lnTo>
                <a:cubicBezTo>
                  <a:pt x="2054122" y="34341"/>
                  <a:pt x="2056909" y="29992"/>
                  <a:pt x="2060863" y="27169"/>
                </a:cubicBezTo>
                <a:cubicBezTo>
                  <a:pt x="2064817" y="24345"/>
                  <a:pt x="2070691" y="22933"/>
                  <a:pt x="2078486" y="22933"/>
                </a:cubicBezTo>
                <a:cubicBezTo>
                  <a:pt x="2085565" y="22933"/>
                  <a:pt x="2090837" y="23770"/>
                  <a:pt x="2094301" y="25446"/>
                </a:cubicBezTo>
                <a:cubicBezTo>
                  <a:pt x="2097766" y="27122"/>
                  <a:pt x="2100204" y="29249"/>
                  <a:pt x="2101616" y="31829"/>
                </a:cubicBezTo>
                <a:cubicBezTo>
                  <a:pt x="2103028" y="34408"/>
                  <a:pt x="2103734" y="39144"/>
                  <a:pt x="2103734" y="46035"/>
                </a:cubicBezTo>
                <a:lnTo>
                  <a:pt x="2103565" y="64561"/>
                </a:lnTo>
                <a:cubicBezTo>
                  <a:pt x="2103565" y="69833"/>
                  <a:pt x="2103819" y="73721"/>
                  <a:pt x="2104327" y="76225"/>
                </a:cubicBezTo>
                <a:cubicBezTo>
                  <a:pt x="2104836" y="78730"/>
                  <a:pt x="2105787" y="81413"/>
                  <a:pt x="2107180" y="84274"/>
                </a:cubicBezTo>
                <a:lnTo>
                  <a:pt x="2091477" y="84274"/>
                </a:lnTo>
                <a:cubicBezTo>
                  <a:pt x="2091063" y="83220"/>
                  <a:pt x="2090555" y="81657"/>
                  <a:pt x="2089952" y="79586"/>
                </a:cubicBezTo>
                <a:cubicBezTo>
                  <a:pt x="2089689" y="78645"/>
                  <a:pt x="2089500" y="78023"/>
                  <a:pt x="2089387" y="77722"/>
                </a:cubicBezTo>
                <a:cubicBezTo>
                  <a:pt x="2086676" y="80358"/>
                  <a:pt x="2083776" y="82335"/>
                  <a:pt x="2080689" y="83653"/>
                </a:cubicBezTo>
                <a:cubicBezTo>
                  <a:pt x="2077601" y="84971"/>
                  <a:pt x="2074306" y="85630"/>
                  <a:pt x="2070804" y="85630"/>
                </a:cubicBezTo>
                <a:cubicBezTo>
                  <a:pt x="2064628" y="85630"/>
                  <a:pt x="2059761" y="83961"/>
                  <a:pt x="2056203" y="80624"/>
                </a:cubicBezTo>
                <a:cubicBezTo>
                  <a:pt x="2052644" y="77287"/>
                  <a:pt x="2050865" y="73068"/>
                  <a:pt x="2050865" y="67968"/>
                </a:cubicBezTo>
                <a:cubicBezTo>
                  <a:pt x="2050865" y="64593"/>
                  <a:pt x="2051675" y="61584"/>
                  <a:pt x="2053294" y="58941"/>
                </a:cubicBezTo>
                <a:cubicBezTo>
                  <a:pt x="2054913" y="56297"/>
                  <a:pt x="2057182" y="54272"/>
                  <a:pt x="2060100" y="52866"/>
                </a:cubicBezTo>
                <a:cubicBezTo>
                  <a:pt x="2063019" y="51459"/>
                  <a:pt x="2067227" y="50232"/>
                  <a:pt x="2072724" y="49182"/>
                </a:cubicBezTo>
                <a:cubicBezTo>
                  <a:pt x="2080143" y="47794"/>
                  <a:pt x="2085283" y="46501"/>
                  <a:pt x="2088145" y="45300"/>
                </a:cubicBezTo>
                <a:lnTo>
                  <a:pt x="2088145" y="43701"/>
                </a:lnTo>
                <a:cubicBezTo>
                  <a:pt x="2088145" y="40617"/>
                  <a:pt x="2087391" y="38418"/>
                  <a:pt x="2085885" y="37105"/>
                </a:cubicBezTo>
                <a:cubicBezTo>
                  <a:pt x="2084379" y="35790"/>
                  <a:pt x="2081536" y="35133"/>
                  <a:pt x="2077356" y="35133"/>
                </a:cubicBezTo>
                <a:cubicBezTo>
                  <a:pt x="2074532" y="35133"/>
                  <a:pt x="2072329" y="35702"/>
                  <a:pt x="2070747" y="36838"/>
                </a:cubicBezTo>
                <a:cubicBezTo>
                  <a:pt x="2069166" y="37974"/>
                  <a:pt x="2067886" y="39966"/>
                  <a:pt x="2066907" y="42815"/>
                </a:cubicBezTo>
                <a:moveTo>
                  <a:pt x="2088145" y="55693"/>
                </a:moveTo>
                <a:cubicBezTo>
                  <a:pt x="2086111" y="56363"/>
                  <a:pt x="2082892" y="57163"/>
                  <a:pt x="2078486" y="58094"/>
                </a:cubicBezTo>
                <a:cubicBezTo>
                  <a:pt x="2074080" y="59024"/>
                  <a:pt x="2071199" y="59935"/>
                  <a:pt x="2069844" y="60828"/>
                </a:cubicBezTo>
                <a:cubicBezTo>
                  <a:pt x="2067773" y="62279"/>
                  <a:pt x="2066737" y="64121"/>
                  <a:pt x="2066737" y="66353"/>
                </a:cubicBezTo>
                <a:cubicBezTo>
                  <a:pt x="2066737" y="68549"/>
                  <a:pt x="2067566" y="70447"/>
                  <a:pt x="2069222" y="72047"/>
                </a:cubicBezTo>
                <a:cubicBezTo>
                  <a:pt x="2070879" y="73647"/>
                  <a:pt x="2072988" y="74446"/>
                  <a:pt x="2075549" y="74446"/>
                </a:cubicBezTo>
                <a:cubicBezTo>
                  <a:pt x="2078410" y="74446"/>
                  <a:pt x="2081141" y="73516"/>
                  <a:pt x="2083739" y="71655"/>
                </a:cubicBezTo>
                <a:cubicBezTo>
                  <a:pt x="2085659" y="70242"/>
                  <a:pt x="2086921" y="68512"/>
                  <a:pt x="2087523" y="66464"/>
                </a:cubicBezTo>
                <a:cubicBezTo>
                  <a:pt x="2087937" y="65125"/>
                  <a:pt x="2088145" y="62577"/>
                  <a:pt x="2088145" y="58819"/>
                </a:cubicBezTo>
                <a:lnTo>
                  <a:pt x="2088145" y="55693"/>
                </a:lnTo>
                <a:close/>
                <a:moveTo>
                  <a:pt x="2171656" y="42024"/>
                </a:moveTo>
                <a:lnTo>
                  <a:pt x="2156009" y="44848"/>
                </a:lnTo>
                <a:cubicBezTo>
                  <a:pt x="2155482" y="41742"/>
                  <a:pt x="2154287" y="39402"/>
                  <a:pt x="2152423" y="37830"/>
                </a:cubicBezTo>
                <a:cubicBezTo>
                  <a:pt x="2150559" y="36258"/>
                  <a:pt x="2148139" y="35472"/>
                  <a:pt x="2145164" y="35472"/>
                </a:cubicBezTo>
                <a:cubicBezTo>
                  <a:pt x="2141211" y="35472"/>
                  <a:pt x="2138057" y="36833"/>
                  <a:pt x="2135703" y="39555"/>
                </a:cubicBezTo>
                <a:cubicBezTo>
                  <a:pt x="2133350" y="42277"/>
                  <a:pt x="2132173" y="46828"/>
                  <a:pt x="2132173" y="53210"/>
                </a:cubicBezTo>
                <a:cubicBezTo>
                  <a:pt x="2132173" y="60306"/>
                  <a:pt x="2133369" y="65318"/>
                  <a:pt x="2135760" y="68247"/>
                </a:cubicBezTo>
                <a:cubicBezTo>
                  <a:pt x="2138151" y="71175"/>
                  <a:pt x="2141361" y="72639"/>
                  <a:pt x="2145390" y="72639"/>
                </a:cubicBezTo>
                <a:cubicBezTo>
                  <a:pt x="2148403" y="72639"/>
                  <a:pt x="2150869" y="71782"/>
                  <a:pt x="2152790" y="70069"/>
                </a:cubicBezTo>
                <a:cubicBezTo>
                  <a:pt x="2154710" y="68355"/>
                  <a:pt x="2156066" y="65409"/>
                  <a:pt x="2156857" y="61229"/>
                </a:cubicBezTo>
                <a:lnTo>
                  <a:pt x="2172446" y="63940"/>
                </a:lnTo>
                <a:cubicBezTo>
                  <a:pt x="2170827" y="71095"/>
                  <a:pt x="2167721" y="76498"/>
                  <a:pt x="2163126" y="80151"/>
                </a:cubicBezTo>
                <a:cubicBezTo>
                  <a:pt x="2158532" y="83804"/>
                  <a:pt x="2152376" y="85630"/>
                  <a:pt x="2144656" y="85630"/>
                </a:cubicBezTo>
                <a:cubicBezTo>
                  <a:pt x="2135882" y="85630"/>
                  <a:pt x="2128888" y="82862"/>
                  <a:pt x="2123672" y="77327"/>
                </a:cubicBezTo>
                <a:cubicBezTo>
                  <a:pt x="2118457" y="71791"/>
                  <a:pt x="2115849" y="64128"/>
                  <a:pt x="2115849" y="54338"/>
                </a:cubicBezTo>
                <a:cubicBezTo>
                  <a:pt x="2115849" y="44434"/>
                  <a:pt x="2118466" y="36724"/>
                  <a:pt x="2123700" y="31208"/>
                </a:cubicBezTo>
                <a:cubicBezTo>
                  <a:pt x="2128935" y="25691"/>
                  <a:pt x="2136014" y="22933"/>
                  <a:pt x="2144939" y="22933"/>
                </a:cubicBezTo>
                <a:cubicBezTo>
                  <a:pt x="2152244" y="22933"/>
                  <a:pt x="2158052" y="24505"/>
                  <a:pt x="2162364" y="27649"/>
                </a:cubicBezTo>
                <a:cubicBezTo>
                  <a:pt x="2166676" y="30793"/>
                  <a:pt x="2169773" y="35585"/>
                  <a:pt x="2171656" y="42024"/>
                </a:cubicBezTo>
                <a:close/>
                <a:moveTo>
                  <a:pt x="2211165" y="24288"/>
                </a:moveTo>
                <a:lnTo>
                  <a:pt x="2211165" y="36941"/>
                </a:lnTo>
                <a:lnTo>
                  <a:pt x="2200320" y="36941"/>
                </a:lnTo>
                <a:lnTo>
                  <a:pt x="2200320" y="61077"/>
                </a:lnTo>
                <a:cubicBezTo>
                  <a:pt x="2200320" y="65965"/>
                  <a:pt x="2200424" y="68814"/>
                  <a:pt x="2200631" y="69622"/>
                </a:cubicBezTo>
                <a:cubicBezTo>
                  <a:pt x="2200838" y="70429"/>
                  <a:pt x="2201309" y="71097"/>
                  <a:pt x="2202043" y="71624"/>
                </a:cubicBezTo>
                <a:cubicBezTo>
                  <a:pt x="2202777" y="72150"/>
                  <a:pt x="2203672" y="72413"/>
                  <a:pt x="2204726" y="72413"/>
                </a:cubicBezTo>
                <a:cubicBezTo>
                  <a:pt x="2206195" y="72413"/>
                  <a:pt x="2208322" y="71904"/>
                  <a:pt x="2211109" y="70888"/>
                </a:cubicBezTo>
                <a:lnTo>
                  <a:pt x="2212464" y="83247"/>
                </a:lnTo>
                <a:cubicBezTo>
                  <a:pt x="2208774" y="84836"/>
                  <a:pt x="2204594" y="85630"/>
                  <a:pt x="2199925" y="85630"/>
                </a:cubicBezTo>
                <a:cubicBezTo>
                  <a:pt x="2197063" y="85630"/>
                  <a:pt x="2194484" y="85150"/>
                  <a:pt x="2192187" y="84190"/>
                </a:cubicBezTo>
                <a:cubicBezTo>
                  <a:pt x="2189890" y="83229"/>
                  <a:pt x="2188205" y="81987"/>
                  <a:pt x="2187131" y="80462"/>
                </a:cubicBezTo>
                <a:cubicBezTo>
                  <a:pt x="2186058" y="78937"/>
                  <a:pt x="2185314" y="76875"/>
                  <a:pt x="2184900" y="74277"/>
                </a:cubicBezTo>
                <a:cubicBezTo>
                  <a:pt x="2184561" y="72432"/>
                  <a:pt x="2184392" y="68704"/>
                  <a:pt x="2184392" y="63093"/>
                </a:cubicBezTo>
                <a:lnTo>
                  <a:pt x="2184392" y="36941"/>
                </a:lnTo>
                <a:lnTo>
                  <a:pt x="2177105" y="36941"/>
                </a:lnTo>
                <a:lnTo>
                  <a:pt x="2177105" y="24288"/>
                </a:lnTo>
                <a:lnTo>
                  <a:pt x="2184392" y="24288"/>
                </a:lnTo>
                <a:lnTo>
                  <a:pt x="2184392" y="12314"/>
                </a:lnTo>
                <a:lnTo>
                  <a:pt x="2200320" y="2937"/>
                </a:lnTo>
                <a:lnTo>
                  <a:pt x="2200320" y="24288"/>
                </a:lnTo>
                <a:lnTo>
                  <a:pt x="2211165" y="24288"/>
                </a:lnTo>
                <a:close/>
                <a:moveTo>
                  <a:pt x="2222167" y="16154"/>
                </a:moveTo>
                <a:lnTo>
                  <a:pt x="2222167" y="1469"/>
                </a:lnTo>
                <a:lnTo>
                  <a:pt x="2238039" y="1469"/>
                </a:lnTo>
                <a:lnTo>
                  <a:pt x="2238039" y="16154"/>
                </a:lnTo>
                <a:lnTo>
                  <a:pt x="2222167" y="16154"/>
                </a:lnTo>
                <a:moveTo>
                  <a:pt x="2222167" y="84274"/>
                </a:moveTo>
                <a:lnTo>
                  <a:pt x="2222167" y="24288"/>
                </a:lnTo>
                <a:lnTo>
                  <a:pt x="2238039" y="24288"/>
                </a:lnTo>
                <a:lnTo>
                  <a:pt x="2238039" y="84274"/>
                </a:lnTo>
                <a:lnTo>
                  <a:pt x="2222167" y="84274"/>
                </a:lnTo>
                <a:close/>
                <a:moveTo>
                  <a:pt x="2306619" y="42024"/>
                </a:moveTo>
                <a:lnTo>
                  <a:pt x="2290973" y="44848"/>
                </a:lnTo>
                <a:cubicBezTo>
                  <a:pt x="2290446" y="41742"/>
                  <a:pt x="2289250" y="39402"/>
                  <a:pt x="2287386" y="37830"/>
                </a:cubicBezTo>
                <a:cubicBezTo>
                  <a:pt x="2285522" y="36258"/>
                  <a:pt x="2283103" y="35472"/>
                  <a:pt x="2280128" y="35472"/>
                </a:cubicBezTo>
                <a:cubicBezTo>
                  <a:pt x="2276174" y="35472"/>
                  <a:pt x="2273020" y="36833"/>
                  <a:pt x="2270667" y="39555"/>
                </a:cubicBezTo>
                <a:cubicBezTo>
                  <a:pt x="2268313" y="42277"/>
                  <a:pt x="2267137" y="46828"/>
                  <a:pt x="2267137" y="53210"/>
                </a:cubicBezTo>
                <a:cubicBezTo>
                  <a:pt x="2267137" y="60306"/>
                  <a:pt x="2268332" y="65318"/>
                  <a:pt x="2270723" y="68247"/>
                </a:cubicBezTo>
                <a:cubicBezTo>
                  <a:pt x="2273114" y="71175"/>
                  <a:pt x="2276325" y="72639"/>
                  <a:pt x="2280354" y="72639"/>
                </a:cubicBezTo>
                <a:cubicBezTo>
                  <a:pt x="2283366" y="72639"/>
                  <a:pt x="2285833" y="71782"/>
                  <a:pt x="2287753" y="70069"/>
                </a:cubicBezTo>
                <a:cubicBezTo>
                  <a:pt x="2289674" y="68355"/>
                  <a:pt x="2291029" y="65409"/>
                  <a:pt x="2291820" y="61229"/>
                </a:cubicBezTo>
                <a:lnTo>
                  <a:pt x="2307410" y="63940"/>
                </a:lnTo>
                <a:cubicBezTo>
                  <a:pt x="2305791" y="71095"/>
                  <a:pt x="2302684" y="76498"/>
                  <a:pt x="2298090" y="80151"/>
                </a:cubicBezTo>
                <a:cubicBezTo>
                  <a:pt x="2293496" y="83804"/>
                  <a:pt x="2287339" y="85630"/>
                  <a:pt x="2279620" y="85630"/>
                </a:cubicBezTo>
                <a:cubicBezTo>
                  <a:pt x="2270846" y="85630"/>
                  <a:pt x="2263851" y="82862"/>
                  <a:pt x="2258636" y="77327"/>
                </a:cubicBezTo>
                <a:cubicBezTo>
                  <a:pt x="2253420" y="71791"/>
                  <a:pt x="2250813" y="64128"/>
                  <a:pt x="2250813" y="54338"/>
                </a:cubicBezTo>
                <a:cubicBezTo>
                  <a:pt x="2250813" y="44434"/>
                  <a:pt x="2253430" y="36724"/>
                  <a:pt x="2258664" y="31208"/>
                </a:cubicBezTo>
                <a:cubicBezTo>
                  <a:pt x="2263898" y="25691"/>
                  <a:pt x="2270977" y="22933"/>
                  <a:pt x="2279902" y="22933"/>
                </a:cubicBezTo>
                <a:cubicBezTo>
                  <a:pt x="2287207" y="22933"/>
                  <a:pt x="2293016" y="24505"/>
                  <a:pt x="2297327" y="27649"/>
                </a:cubicBezTo>
                <a:cubicBezTo>
                  <a:pt x="2301639" y="30793"/>
                  <a:pt x="2304736" y="35585"/>
                  <a:pt x="2306619" y="42024"/>
                </a:cubicBezTo>
                <a:close/>
                <a:moveTo>
                  <a:pt x="2346680" y="57388"/>
                </a:moveTo>
                <a:lnTo>
                  <a:pt x="2362947" y="55806"/>
                </a:lnTo>
                <a:cubicBezTo>
                  <a:pt x="2363926" y="61287"/>
                  <a:pt x="2365913" y="65312"/>
                  <a:pt x="2368906" y="67882"/>
                </a:cubicBezTo>
                <a:cubicBezTo>
                  <a:pt x="2371900" y="70450"/>
                  <a:pt x="2375939" y="71735"/>
                  <a:pt x="2381022" y="71735"/>
                </a:cubicBezTo>
                <a:cubicBezTo>
                  <a:pt x="2386407" y="71735"/>
                  <a:pt x="2390465" y="70592"/>
                  <a:pt x="2393195" y="68307"/>
                </a:cubicBezTo>
                <a:cubicBezTo>
                  <a:pt x="2395925" y="66022"/>
                  <a:pt x="2397290" y="63349"/>
                  <a:pt x="2397290" y="60288"/>
                </a:cubicBezTo>
                <a:cubicBezTo>
                  <a:pt x="2397290" y="58324"/>
                  <a:pt x="2396715" y="56653"/>
                  <a:pt x="2395567" y="55275"/>
                </a:cubicBezTo>
                <a:cubicBezTo>
                  <a:pt x="2394418" y="53896"/>
                  <a:pt x="2392413" y="52696"/>
                  <a:pt x="2389551" y="51676"/>
                </a:cubicBezTo>
                <a:cubicBezTo>
                  <a:pt x="2387593" y="50997"/>
                  <a:pt x="2383131" y="49790"/>
                  <a:pt x="2376165" y="48054"/>
                </a:cubicBezTo>
                <a:cubicBezTo>
                  <a:pt x="2367203" y="45828"/>
                  <a:pt x="2360914" y="43092"/>
                  <a:pt x="2357299" y="39846"/>
                </a:cubicBezTo>
                <a:cubicBezTo>
                  <a:pt x="2352215" y="35280"/>
                  <a:pt x="2349674" y="29715"/>
                  <a:pt x="2349674" y="23150"/>
                </a:cubicBezTo>
                <a:cubicBezTo>
                  <a:pt x="2349674" y="18924"/>
                  <a:pt x="2350869" y="14972"/>
                  <a:pt x="2353260" y="11293"/>
                </a:cubicBezTo>
                <a:cubicBezTo>
                  <a:pt x="2355651" y="7614"/>
                  <a:pt x="2359097" y="4812"/>
                  <a:pt x="2363597" y="2888"/>
                </a:cubicBezTo>
                <a:cubicBezTo>
                  <a:pt x="2368097" y="963"/>
                  <a:pt x="2373529" y="0"/>
                  <a:pt x="2379893" y="0"/>
                </a:cubicBezTo>
                <a:cubicBezTo>
                  <a:pt x="2390286" y="0"/>
                  <a:pt x="2398109" y="2289"/>
                  <a:pt x="2403362" y="6866"/>
                </a:cubicBezTo>
                <a:cubicBezTo>
                  <a:pt x="2408615" y="11443"/>
                  <a:pt x="2411373" y="17551"/>
                  <a:pt x="2411637" y="25192"/>
                </a:cubicBezTo>
                <a:lnTo>
                  <a:pt x="2394917" y="25870"/>
                </a:lnTo>
                <a:cubicBezTo>
                  <a:pt x="2394202" y="21615"/>
                  <a:pt x="2392667" y="18555"/>
                  <a:pt x="2390314" y="16691"/>
                </a:cubicBezTo>
                <a:cubicBezTo>
                  <a:pt x="2387960" y="14827"/>
                  <a:pt x="2384430" y="13895"/>
                  <a:pt x="2379723" y="13895"/>
                </a:cubicBezTo>
                <a:cubicBezTo>
                  <a:pt x="2374866" y="13895"/>
                  <a:pt x="2371062" y="14894"/>
                  <a:pt x="2368313" y="16891"/>
                </a:cubicBezTo>
                <a:cubicBezTo>
                  <a:pt x="2366544" y="18171"/>
                  <a:pt x="2365659" y="19885"/>
                  <a:pt x="2365659" y="22032"/>
                </a:cubicBezTo>
                <a:cubicBezTo>
                  <a:pt x="2365659" y="23992"/>
                  <a:pt x="2366487" y="25668"/>
                  <a:pt x="2368144" y="27061"/>
                </a:cubicBezTo>
                <a:cubicBezTo>
                  <a:pt x="2370253" y="28832"/>
                  <a:pt x="2375374" y="30680"/>
                  <a:pt x="2383508" y="32604"/>
                </a:cubicBezTo>
                <a:cubicBezTo>
                  <a:pt x="2391641" y="34528"/>
                  <a:pt x="2397657" y="36518"/>
                  <a:pt x="2401554" y="38575"/>
                </a:cubicBezTo>
                <a:cubicBezTo>
                  <a:pt x="2405452" y="40631"/>
                  <a:pt x="2408502" y="43442"/>
                  <a:pt x="2410705" y="47007"/>
                </a:cubicBezTo>
                <a:cubicBezTo>
                  <a:pt x="2412908" y="50572"/>
                  <a:pt x="2414009" y="54976"/>
                  <a:pt x="2414009" y="60221"/>
                </a:cubicBezTo>
                <a:cubicBezTo>
                  <a:pt x="2414009" y="64974"/>
                  <a:pt x="2412691" y="69426"/>
                  <a:pt x="2410055" y="73576"/>
                </a:cubicBezTo>
                <a:cubicBezTo>
                  <a:pt x="2407419" y="77726"/>
                  <a:pt x="2403691" y="80811"/>
                  <a:pt x="2398871" y="82829"/>
                </a:cubicBezTo>
                <a:cubicBezTo>
                  <a:pt x="2394051" y="84847"/>
                  <a:pt x="2388045" y="85856"/>
                  <a:pt x="2380853" y="85856"/>
                </a:cubicBezTo>
                <a:cubicBezTo>
                  <a:pt x="2370384" y="85856"/>
                  <a:pt x="2362345" y="83432"/>
                  <a:pt x="2356734" y="78584"/>
                </a:cubicBezTo>
                <a:cubicBezTo>
                  <a:pt x="2351123" y="73735"/>
                  <a:pt x="2347772" y="66670"/>
                  <a:pt x="2346680" y="57388"/>
                </a:cubicBezTo>
                <a:close/>
                <a:moveTo>
                  <a:pt x="2427950" y="16154"/>
                </a:moveTo>
                <a:lnTo>
                  <a:pt x="2427950" y="1469"/>
                </a:lnTo>
                <a:lnTo>
                  <a:pt x="2443822" y="1469"/>
                </a:lnTo>
                <a:lnTo>
                  <a:pt x="2443822" y="16154"/>
                </a:lnTo>
                <a:lnTo>
                  <a:pt x="2427950" y="16154"/>
                </a:lnTo>
                <a:moveTo>
                  <a:pt x="2427950" y="84274"/>
                </a:moveTo>
                <a:lnTo>
                  <a:pt x="2427950" y="24288"/>
                </a:lnTo>
                <a:lnTo>
                  <a:pt x="2443822" y="24288"/>
                </a:lnTo>
                <a:lnTo>
                  <a:pt x="2443822" y="84274"/>
                </a:lnTo>
                <a:lnTo>
                  <a:pt x="2427950" y="84274"/>
                </a:lnTo>
                <a:close/>
                <a:moveTo>
                  <a:pt x="2458629" y="88115"/>
                </a:moveTo>
                <a:lnTo>
                  <a:pt x="2476760" y="90375"/>
                </a:lnTo>
                <a:cubicBezTo>
                  <a:pt x="2477061" y="92503"/>
                  <a:pt x="2477758" y="93967"/>
                  <a:pt x="2478850" y="94765"/>
                </a:cubicBezTo>
                <a:cubicBezTo>
                  <a:pt x="2480356" y="95905"/>
                  <a:pt x="2482729" y="96475"/>
                  <a:pt x="2485967" y="96475"/>
                </a:cubicBezTo>
                <a:cubicBezTo>
                  <a:pt x="2490109" y="96475"/>
                  <a:pt x="2493216" y="95849"/>
                  <a:pt x="2495287" y="94597"/>
                </a:cubicBezTo>
                <a:cubicBezTo>
                  <a:pt x="2496680" y="93763"/>
                  <a:pt x="2497735" y="92416"/>
                  <a:pt x="2498450" y="90558"/>
                </a:cubicBezTo>
                <a:cubicBezTo>
                  <a:pt x="2498940" y="89231"/>
                  <a:pt x="2499184" y="86785"/>
                  <a:pt x="2499184" y="83221"/>
                </a:cubicBezTo>
                <a:lnTo>
                  <a:pt x="2499184" y="74402"/>
                </a:lnTo>
                <a:cubicBezTo>
                  <a:pt x="2494440" y="80984"/>
                  <a:pt x="2488452" y="84274"/>
                  <a:pt x="2481222" y="84274"/>
                </a:cubicBezTo>
                <a:cubicBezTo>
                  <a:pt x="2473164" y="84274"/>
                  <a:pt x="2466781" y="80867"/>
                  <a:pt x="2462074" y="74051"/>
                </a:cubicBezTo>
                <a:cubicBezTo>
                  <a:pt x="2458384" y="68666"/>
                  <a:pt x="2456539" y="61963"/>
                  <a:pt x="2456539" y="53942"/>
                </a:cubicBezTo>
                <a:cubicBezTo>
                  <a:pt x="2456539" y="43888"/>
                  <a:pt x="2458958" y="36206"/>
                  <a:pt x="2463797" y="30897"/>
                </a:cubicBezTo>
                <a:cubicBezTo>
                  <a:pt x="2468636" y="25587"/>
                  <a:pt x="2474651" y="22933"/>
                  <a:pt x="2481844" y="22933"/>
                </a:cubicBezTo>
                <a:cubicBezTo>
                  <a:pt x="2489262" y="22933"/>
                  <a:pt x="2495381" y="26205"/>
                  <a:pt x="2500201" y="32750"/>
                </a:cubicBezTo>
                <a:lnTo>
                  <a:pt x="2500201" y="24288"/>
                </a:lnTo>
                <a:lnTo>
                  <a:pt x="2515056" y="24288"/>
                </a:lnTo>
                <a:lnTo>
                  <a:pt x="2515056" y="78153"/>
                </a:lnTo>
                <a:cubicBezTo>
                  <a:pt x="2515056" y="85237"/>
                  <a:pt x="2514473" y="90531"/>
                  <a:pt x="2513305" y="94036"/>
                </a:cubicBezTo>
                <a:cubicBezTo>
                  <a:pt x="2512138" y="97540"/>
                  <a:pt x="2510500" y="100291"/>
                  <a:pt x="2508391" y="102288"/>
                </a:cubicBezTo>
                <a:cubicBezTo>
                  <a:pt x="2506282" y="104286"/>
                  <a:pt x="2503468" y="105850"/>
                  <a:pt x="2499947" y="106979"/>
                </a:cubicBezTo>
                <a:cubicBezTo>
                  <a:pt x="2496426" y="108110"/>
                  <a:pt x="2491973" y="108676"/>
                  <a:pt x="2486588" y="108676"/>
                </a:cubicBezTo>
                <a:cubicBezTo>
                  <a:pt x="2476421" y="108676"/>
                  <a:pt x="2469210" y="106919"/>
                  <a:pt x="2464955" y="103407"/>
                </a:cubicBezTo>
                <a:cubicBezTo>
                  <a:pt x="2460700" y="99895"/>
                  <a:pt x="2458572" y="95444"/>
                  <a:pt x="2458572" y="90052"/>
                </a:cubicBezTo>
                <a:cubicBezTo>
                  <a:pt x="2458572" y="89520"/>
                  <a:pt x="2458591" y="88874"/>
                  <a:pt x="2458629" y="88115"/>
                </a:cubicBezTo>
                <a:moveTo>
                  <a:pt x="2472806" y="53039"/>
                </a:moveTo>
                <a:cubicBezTo>
                  <a:pt x="2472806" y="59384"/>
                  <a:pt x="2474039" y="64030"/>
                  <a:pt x="2476506" y="66976"/>
                </a:cubicBezTo>
                <a:cubicBezTo>
                  <a:pt x="2478972" y="69923"/>
                  <a:pt x="2482013" y="71396"/>
                  <a:pt x="2485628" y="71396"/>
                </a:cubicBezTo>
                <a:cubicBezTo>
                  <a:pt x="2489507" y="71396"/>
                  <a:pt x="2492783" y="69885"/>
                  <a:pt x="2495456" y="66863"/>
                </a:cubicBezTo>
                <a:cubicBezTo>
                  <a:pt x="2498130" y="63841"/>
                  <a:pt x="2499467" y="59365"/>
                  <a:pt x="2499467" y="53434"/>
                </a:cubicBezTo>
                <a:cubicBezTo>
                  <a:pt x="2499467" y="47240"/>
                  <a:pt x="2498186" y="42641"/>
                  <a:pt x="2495626" y="39638"/>
                </a:cubicBezTo>
                <a:cubicBezTo>
                  <a:pt x="2493065" y="36635"/>
                  <a:pt x="2489827" y="35133"/>
                  <a:pt x="2485911" y="35133"/>
                </a:cubicBezTo>
                <a:cubicBezTo>
                  <a:pt x="2482107" y="35133"/>
                  <a:pt x="2478972" y="36606"/>
                  <a:pt x="2476506" y="39553"/>
                </a:cubicBezTo>
                <a:cubicBezTo>
                  <a:pt x="2474039" y="42500"/>
                  <a:pt x="2472806" y="46995"/>
                  <a:pt x="2472806" y="53039"/>
                </a:cubicBezTo>
                <a:close/>
                <a:moveTo>
                  <a:pt x="2585329" y="84274"/>
                </a:moveTo>
                <a:lnTo>
                  <a:pt x="2569457" y="84274"/>
                </a:lnTo>
                <a:lnTo>
                  <a:pt x="2569457" y="53695"/>
                </a:lnTo>
                <a:cubicBezTo>
                  <a:pt x="2569457" y="47225"/>
                  <a:pt x="2569118" y="43041"/>
                  <a:pt x="2568440" y="41142"/>
                </a:cubicBezTo>
                <a:cubicBezTo>
                  <a:pt x="2567763" y="39242"/>
                  <a:pt x="2566661" y="37766"/>
                  <a:pt x="2565136" y="36713"/>
                </a:cubicBezTo>
                <a:cubicBezTo>
                  <a:pt x="2563611" y="35660"/>
                  <a:pt x="2561775" y="35133"/>
                  <a:pt x="2559629" y="35133"/>
                </a:cubicBezTo>
                <a:cubicBezTo>
                  <a:pt x="2556880" y="35133"/>
                  <a:pt x="2554414" y="35886"/>
                  <a:pt x="2552229" y="37391"/>
                </a:cubicBezTo>
                <a:cubicBezTo>
                  <a:pt x="2550045" y="38895"/>
                  <a:pt x="2548549" y="40888"/>
                  <a:pt x="2547739" y="43371"/>
                </a:cubicBezTo>
                <a:cubicBezTo>
                  <a:pt x="2546929" y="45853"/>
                  <a:pt x="2546525" y="50442"/>
                  <a:pt x="2546525" y="57137"/>
                </a:cubicBezTo>
                <a:lnTo>
                  <a:pt x="2546525" y="84274"/>
                </a:lnTo>
                <a:lnTo>
                  <a:pt x="2530653" y="84274"/>
                </a:lnTo>
                <a:lnTo>
                  <a:pt x="2530653" y="24288"/>
                </a:lnTo>
                <a:lnTo>
                  <a:pt x="2545395" y="24288"/>
                </a:lnTo>
                <a:lnTo>
                  <a:pt x="2545395" y="33100"/>
                </a:lnTo>
                <a:cubicBezTo>
                  <a:pt x="2550629" y="26322"/>
                  <a:pt x="2557219" y="22933"/>
                  <a:pt x="2565164" y="22933"/>
                </a:cubicBezTo>
                <a:cubicBezTo>
                  <a:pt x="2568666" y="22933"/>
                  <a:pt x="2571867" y="23563"/>
                  <a:pt x="2574767" y="24825"/>
                </a:cubicBezTo>
                <a:cubicBezTo>
                  <a:pt x="2577666" y="26086"/>
                  <a:pt x="2579860" y="27696"/>
                  <a:pt x="2581347" y="29654"/>
                </a:cubicBezTo>
                <a:cubicBezTo>
                  <a:pt x="2582835" y="31612"/>
                  <a:pt x="2583870" y="33834"/>
                  <a:pt x="2584454" y="36319"/>
                </a:cubicBezTo>
                <a:cubicBezTo>
                  <a:pt x="2585037" y="38805"/>
                  <a:pt x="2585329" y="42363"/>
                  <a:pt x="2585329" y="46995"/>
                </a:cubicBezTo>
                <a:lnTo>
                  <a:pt x="2585329" y="84274"/>
                </a:lnTo>
                <a:close/>
                <a:moveTo>
                  <a:pt x="2613296" y="42815"/>
                </a:moveTo>
                <a:lnTo>
                  <a:pt x="2598893" y="40217"/>
                </a:lnTo>
                <a:cubicBezTo>
                  <a:pt x="2600512" y="34341"/>
                  <a:pt x="2603298" y="29992"/>
                  <a:pt x="2607252" y="27169"/>
                </a:cubicBezTo>
                <a:cubicBezTo>
                  <a:pt x="2611206" y="24345"/>
                  <a:pt x="2617080" y="22933"/>
                  <a:pt x="2624875" y="22933"/>
                </a:cubicBezTo>
                <a:cubicBezTo>
                  <a:pt x="2631955" y="22933"/>
                  <a:pt x="2637226" y="23770"/>
                  <a:pt x="2640691" y="25446"/>
                </a:cubicBezTo>
                <a:cubicBezTo>
                  <a:pt x="2644155" y="27122"/>
                  <a:pt x="2646593" y="29249"/>
                  <a:pt x="2648006" y="31829"/>
                </a:cubicBezTo>
                <a:cubicBezTo>
                  <a:pt x="2649418" y="34408"/>
                  <a:pt x="2650124" y="39144"/>
                  <a:pt x="2650124" y="46035"/>
                </a:cubicBezTo>
                <a:lnTo>
                  <a:pt x="2649954" y="64561"/>
                </a:lnTo>
                <a:cubicBezTo>
                  <a:pt x="2649954" y="69833"/>
                  <a:pt x="2650208" y="73721"/>
                  <a:pt x="2650717" y="76225"/>
                </a:cubicBezTo>
                <a:cubicBezTo>
                  <a:pt x="2651225" y="78730"/>
                  <a:pt x="2652176" y="81413"/>
                  <a:pt x="2653569" y="84274"/>
                </a:cubicBezTo>
                <a:lnTo>
                  <a:pt x="2637867" y="84274"/>
                </a:lnTo>
                <a:cubicBezTo>
                  <a:pt x="2637452" y="83220"/>
                  <a:pt x="2636944" y="81657"/>
                  <a:pt x="2636342" y="79586"/>
                </a:cubicBezTo>
                <a:cubicBezTo>
                  <a:pt x="2636078" y="78645"/>
                  <a:pt x="2635890" y="78023"/>
                  <a:pt x="2635777" y="77722"/>
                </a:cubicBezTo>
                <a:cubicBezTo>
                  <a:pt x="2633065" y="80358"/>
                  <a:pt x="2630166" y="82335"/>
                  <a:pt x="2627078" y="83653"/>
                </a:cubicBezTo>
                <a:cubicBezTo>
                  <a:pt x="2623990" y="84971"/>
                  <a:pt x="2620695" y="85630"/>
                  <a:pt x="2617193" y="85630"/>
                </a:cubicBezTo>
                <a:cubicBezTo>
                  <a:pt x="2611018" y="85630"/>
                  <a:pt x="2606151" y="83961"/>
                  <a:pt x="2602592" y="80624"/>
                </a:cubicBezTo>
                <a:cubicBezTo>
                  <a:pt x="2599034" y="77287"/>
                  <a:pt x="2597254" y="73068"/>
                  <a:pt x="2597254" y="67968"/>
                </a:cubicBezTo>
                <a:cubicBezTo>
                  <a:pt x="2597254" y="64593"/>
                  <a:pt x="2598064" y="61584"/>
                  <a:pt x="2599683" y="58941"/>
                </a:cubicBezTo>
                <a:cubicBezTo>
                  <a:pt x="2601303" y="56297"/>
                  <a:pt x="2603571" y="54272"/>
                  <a:pt x="2606490" y="52866"/>
                </a:cubicBezTo>
                <a:cubicBezTo>
                  <a:pt x="2609408" y="51459"/>
                  <a:pt x="2613616" y="50232"/>
                  <a:pt x="2619114" y="49182"/>
                </a:cubicBezTo>
                <a:cubicBezTo>
                  <a:pt x="2626532" y="47794"/>
                  <a:pt x="2631672" y="46501"/>
                  <a:pt x="2634534" y="45300"/>
                </a:cubicBezTo>
                <a:lnTo>
                  <a:pt x="2634534" y="43701"/>
                </a:lnTo>
                <a:cubicBezTo>
                  <a:pt x="2634534" y="40617"/>
                  <a:pt x="2633781" y="38418"/>
                  <a:pt x="2632275" y="37105"/>
                </a:cubicBezTo>
                <a:cubicBezTo>
                  <a:pt x="2630768" y="35790"/>
                  <a:pt x="2627925" y="35133"/>
                  <a:pt x="2623746" y="35133"/>
                </a:cubicBezTo>
                <a:cubicBezTo>
                  <a:pt x="2620921" y="35133"/>
                  <a:pt x="2618718" y="35702"/>
                  <a:pt x="2617137" y="36838"/>
                </a:cubicBezTo>
                <a:cubicBezTo>
                  <a:pt x="2615555" y="37974"/>
                  <a:pt x="2614275" y="39966"/>
                  <a:pt x="2613296" y="42815"/>
                </a:cubicBezTo>
                <a:moveTo>
                  <a:pt x="2634534" y="55693"/>
                </a:moveTo>
                <a:cubicBezTo>
                  <a:pt x="2632501" y="56363"/>
                  <a:pt x="2629281" y="57163"/>
                  <a:pt x="2624875" y="58094"/>
                </a:cubicBezTo>
                <a:cubicBezTo>
                  <a:pt x="2620469" y="59024"/>
                  <a:pt x="2617589" y="59935"/>
                  <a:pt x="2616233" y="60828"/>
                </a:cubicBezTo>
                <a:cubicBezTo>
                  <a:pt x="2614162" y="62279"/>
                  <a:pt x="2613127" y="64121"/>
                  <a:pt x="2613127" y="66353"/>
                </a:cubicBezTo>
                <a:cubicBezTo>
                  <a:pt x="2613127" y="68549"/>
                  <a:pt x="2613955" y="70447"/>
                  <a:pt x="2615612" y="72047"/>
                </a:cubicBezTo>
                <a:cubicBezTo>
                  <a:pt x="2617269" y="73647"/>
                  <a:pt x="2619377" y="74446"/>
                  <a:pt x="2621938" y="74446"/>
                </a:cubicBezTo>
                <a:cubicBezTo>
                  <a:pt x="2624800" y="74446"/>
                  <a:pt x="2627530" y="73516"/>
                  <a:pt x="2630128" y="71655"/>
                </a:cubicBezTo>
                <a:cubicBezTo>
                  <a:pt x="2632049" y="70242"/>
                  <a:pt x="2633310" y="68512"/>
                  <a:pt x="2633913" y="66464"/>
                </a:cubicBezTo>
                <a:cubicBezTo>
                  <a:pt x="2634327" y="65125"/>
                  <a:pt x="2634534" y="62577"/>
                  <a:pt x="2634534" y="58819"/>
                </a:cubicBezTo>
                <a:lnTo>
                  <a:pt x="2634534" y="55693"/>
                </a:lnTo>
                <a:close/>
                <a:moveTo>
                  <a:pt x="2693249" y="24288"/>
                </a:moveTo>
                <a:lnTo>
                  <a:pt x="2693249" y="36941"/>
                </a:lnTo>
                <a:lnTo>
                  <a:pt x="2682404" y="36941"/>
                </a:lnTo>
                <a:lnTo>
                  <a:pt x="2682404" y="61077"/>
                </a:lnTo>
                <a:cubicBezTo>
                  <a:pt x="2682404" y="65965"/>
                  <a:pt x="2682507" y="68814"/>
                  <a:pt x="2682714" y="69622"/>
                </a:cubicBezTo>
                <a:cubicBezTo>
                  <a:pt x="2682922" y="70429"/>
                  <a:pt x="2683392" y="71097"/>
                  <a:pt x="2684127" y="71624"/>
                </a:cubicBezTo>
                <a:cubicBezTo>
                  <a:pt x="2684861" y="72150"/>
                  <a:pt x="2685755" y="72413"/>
                  <a:pt x="2686810" y="72413"/>
                </a:cubicBezTo>
                <a:cubicBezTo>
                  <a:pt x="2688278" y="72413"/>
                  <a:pt x="2690406" y="71904"/>
                  <a:pt x="2693192" y="70888"/>
                </a:cubicBezTo>
                <a:lnTo>
                  <a:pt x="2694548" y="83247"/>
                </a:lnTo>
                <a:cubicBezTo>
                  <a:pt x="2690858" y="84836"/>
                  <a:pt x="2686678" y="85630"/>
                  <a:pt x="2682008" y="85630"/>
                </a:cubicBezTo>
                <a:cubicBezTo>
                  <a:pt x="2679147" y="85630"/>
                  <a:pt x="2676567" y="85150"/>
                  <a:pt x="2674270" y="84190"/>
                </a:cubicBezTo>
                <a:cubicBezTo>
                  <a:pt x="2671973" y="83229"/>
                  <a:pt x="2670288" y="81987"/>
                  <a:pt x="2669215" y="80462"/>
                </a:cubicBezTo>
                <a:cubicBezTo>
                  <a:pt x="2668142" y="78937"/>
                  <a:pt x="2667398" y="76875"/>
                  <a:pt x="2666984" y="74277"/>
                </a:cubicBezTo>
                <a:cubicBezTo>
                  <a:pt x="2666645" y="72432"/>
                  <a:pt x="2666475" y="68704"/>
                  <a:pt x="2666475" y="63093"/>
                </a:cubicBezTo>
                <a:lnTo>
                  <a:pt x="2666475" y="36941"/>
                </a:lnTo>
                <a:lnTo>
                  <a:pt x="2659189" y="36941"/>
                </a:lnTo>
                <a:lnTo>
                  <a:pt x="2659189" y="24288"/>
                </a:lnTo>
                <a:lnTo>
                  <a:pt x="2666475" y="24288"/>
                </a:lnTo>
                <a:lnTo>
                  <a:pt x="2666475" y="12314"/>
                </a:lnTo>
                <a:lnTo>
                  <a:pt x="2682404" y="2937"/>
                </a:lnTo>
                <a:lnTo>
                  <a:pt x="2682404" y="24288"/>
                </a:lnTo>
                <a:lnTo>
                  <a:pt x="2693249" y="24288"/>
                </a:lnTo>
                <a:close/>
                <a:moveTo>
                  <a:pt x="2743733" y="84274"/>
                </a:moveTo>
                <a:lnTo>
                  <a:pt x="2743733" y="75293"/>
                </a:lnTo>
                <a:cubicBezTo>
                  <a:pt x="2741549" y="78494"/>
                  <a:pt x="2738678" y="81017"/>
                  <a:pt x="2735119" y="82862"/>
                </a:cubicBezTo>
                <a:cubicBezTo>
                  <a:pt x="2731561" y="84707"/>
                  <a:pt x="2727805" y="85630"/>
                  <a:pt x="2723851" y="85630"/>
                </a:cubicBezTo>
                <a:cubicBezTo>
                  <a:pt x="2719821" y="85630"/>
                  <a:pt x="2716206" y="84745"/>
                  <a:pt x="2713006" y="82975"/>
                </a:cubicBezTo>
                <a:cubicBezTo>
                  <a:pt x="2709805" y="81205"/>
                  <a:pt x="2707489" y="78720"/>
                  <a:pt x="2706058" y="75519"/>
                </a:cubicBezTo>
                <a:cubicBezTo>
                  <a:pt x="2704627" y="72319"/>
                  <a:pt x="2703912" y="67894"/>
                  <a:pt x="2703912" y="62246"/>
                </a:cubicBezTo>
                <a:lnTo>
                  <a:pt x="2703912" y="24288"/>
                </a:lnTo>
                <a:lnTo>
                  <a:pt x="2719784" y="24288"/>
                </a:lnTo>
                <a:lnTo>
                  <a:pt x="2719784" y="51789"/>
                </a:lnTo>
                <a:cubicBezTo>
                  <a:pt x="2719784" y="60205"/>
                  <a:pt x="2720076" y="65362"/>
                  <a:pt x="2720659" y="67259"/>
                </a:cubicBezTo>
                <a:cubicBezTo>
                  <a:pt x="2721243" y="69155"/>
                  <a:pt x="2722307" y="70658"/>
                  <a:pt x="2723851" y="71767"/>
                </a:cubicBezTo>
                <a:cubicBezTo>
                  <a:pt x="2725395" y="72875"/>
                  <a:pt x="2727353" y="73429"/>
                  <a:pt x="2729725" y="73429"/>
                </a:cubicBezTo>
                <a:cubicBezTo>
                  <a:pt x="2732436" y="73429"/>
                  <a:pt x="2734865" y="72688"/>
                  <a:pt x="2737011" y="71204"/>
                </a:cubicBezTo>
                <a:cubicBezTo>
                  <a:pt x="2739158" y="69720"/>
                  <a:pt x="2740626" y="67879"/>
                  <a:pt x="2741417" y="65681"/>
                </a:cubicBezTo>
                <a:cubicBezTo>
                  <a:pt x="2742208" y="63482"/>
                  <a:pt x="2742603" y="58100"/>
                  <a:pt x="2742603" y="49535"/>
                </a:cubicBezTo>
                <a:lnTo>
                  <a:pt x="2742603" y="24288"/>
                </a:lnTo>
                <a:lnTo>
                  <a:pt x="2758475" y="24288"/>
                </a:lnTo>
                <a:lnTo>
                  <a:pt x="2758475" y="84274"/>
                </a:lnTo>
                <a:lnTo>
                  <a:pt x="2743733" y="84274"/>
                </a:lnTo>
                <a:close/>
                <a:moveTo>
                  <a:pt x="2790114" y="84274"/>
                </a:moveTo>
                <a:lnTo>
                  <a:pt x="2774242" y="84274"/>
                </a:lnTo>
                <a:lnTo>
                  <a:pt x="2774242" y="24288"/>
                </a:lnTo>
                <a:lnTo>
                  <a:pt x="2788984" y="24288"/>
                </a:lnTo>
                <a:lnTo>
                  <a:pt x="2788984" y="32817"/>
                </a:lnTo>
                <a:cubicBezTo>
                  <a:pt x="2791507" y="28788"/>
                  <a:pt x="2793776" y="26133"/>
                  <a:pt x="2795790" y="24853"/>
                </a:cubicBezTo>
                <a:cubicBezTo>
                  <a:pt x="2797805" y="23573"/>
                  <a:pt x="2800093" y="22933"/>
                  <a:pt x="2802653" y="22933"/>
                </a:cubicBezTo>
                <a:cubicBezTo>
                  <a:pt x="2806268" y="22933"/>
                  <a:pt x="2809751" y="23930"/>
                  <a:pt x="2813103" y="25926"/>
                </a:cubicBezTo>
                <a:lnTo>
                  <a:pt x="2808189" y="39765"/>
                </a:lnTo>
                <a:cubicBezTo>
                  <a:pt x="2805515" y="38033"/>
                  <a:pt x="2803030" y="37167"/>
                  <a:pt x="2800733" y="37167"/>
                </a:cubicBezTo>
                <a:cubicBezTo>
                  <a:pt x="2798511" y="37167"/>
                  <a:pt x="2796628" y="37779"/>
                  <a:pt x="2795084" y="39002"/>
                </a:cubicBezTo>
                <a:cubicBezTo>
                  <a:pt x="2793540" y="40226"/>
                  <a:pt x="2792326" y="42438"/>
                  <a:pt x="2791441" y="45639"/>
                </a:cubicBezTo>
                <a:cubicBezTo>
                  <a:pt x="2790556" y="48840"/>
                  <a:pt x="2790114" y="55543"/>
                  <a:pt x="2790114" y="65748"/>
                </a:cubicBezTo>
                <a:lnTo>
                  <a:pt x="2790114" y="84274"/>
                </a:lnTo>
                <a:close/>
                <a:moveTo>
                  <a:pt x="2854645" y="65183"/>
                </a:moveTo>
                <a:lnTo>
                  <a:pt x="2870461" y="67894"/>
                </a:lnTo>
                <a:cubicBezTo>
                  <a:pt x="2868427" y="73674"/>
                  <a:pt x="2865217" y="78075"/>
                  <a:pt x="2860830" y="81097"/>
                </a:cubicBezTo>
                <a:cubicBezTo>
                  <a:pt x="2856443" y="84119"/>
                  <a:pt x="2850955" y="85630"/>
                  <a:pt x="2844365" y="85630"/>
                </a:cubicBezTo>
                <a:cubicBezTo>
                  <a:pt x="2833934" y="85630"/>
                  <a:pt x="2826215" y="82222"/>
                  <a:pt x="2821206" y="75406"/>
                </a:cubicBezTo>
                <a:cubicBezTo>
                  <a:pt x="2817253" y="69946"/>
                  <a:pt x="2815276" y="63055"/>
                  <a:pt x="2815276" y="54733"/>
                </a:cubicBezTo>
                <a:cubicBezTo>
                  <a:pt x="2815276" y="44792"/>
                  <a:pt x="2817874" y="37007"/>
                  <a:pt x="2823070" y="31377"/>
                </a:cubicBezTo>
                <a:cubicBezTo>
                  <a:pt x="2828267" y="25747"/>
                  <a:pt x="2834838" y="22933"/>
                  <a:pt x="2842783" y="22933"/>
                </a:cubicBezTo>
                <a:cubicBezTo>
                  <a:pt x="2851708" y="22933"/>
                  <a:pt x="2858750" y="25879"/>
                  <a:pt x="2863909" y="31772"/>
                </a:cubicBezTo>
                <a:cubicBezTo>
                  <a:pt x="2869067" y="37666"/>
                  <a:pt x="2871534" y="46694"/>
                  <a:pt x="2871308" y="58857"/>
                </a:cubicBezTo>
                <a:lnTo>
                  <a:pt x="2831543" y="58857"/>
                </a:lnTo>
                <a:cubicBezTo>
                  <a:pt x="2831656" y="63564"/>
                  <a:pt x="2832936" y="67226"/>
                  <a:pt x="2835384" y="69843"/>
                </a:cubicBezTo>
                <a:cubicBezTo>
                  <a:pt x="2837832" y="72460"/>
                  <a:pt x="2840882" y="73768"/>
                  <a:pt x="2844534" y="73768"/>
                </a:cubicBezTo>
                <a:cubicBezTo>
                  <a:pt x="2847020" y="73768"/>
                  <a:pt x="2849110" y="73091"/>
                  <a:pt x="2850804" y="71735"/>
                </a:cubicBezTo>
                <a:cubicBezTo>
                  <a:pt x="2852499" y="70379"/>
                  <a:pt x="2853779" y="68195"/>
                  <a:pt x="2854645" y="65183"/>
                </a:cubicBezTo>
                <a:moveTo>
                  <a:pt x="2855549" y="49141"/>
                </a:moveTo>
                <a:cubicBezTo>
                  <a:pt x="2855436" y="44566"/>
                  <a:pt x="2854250" y="41088"/>
                  <a:pt x="2851990" y="38706"/>
                </a:cubicBezTo>
                <a:cubicBezTo>
                  <a:pt x="2849731" y="36324"/>
                  <a:pt x="2846982" y="35133"/>
                  <a:pt x="2843744" y="35133"/>
                </a:cubicBezTo>
                <a:cubicBezTo>
                  <a:pt x="2840279" y="35133"/>
                  <a:pt x="2837417" y="36389"/>
                  <a:pt x="2835158" y="38902"/>
                </a:cubicBezTo>
                <a:cubicBezTo>
                  <a:pt x="2832899" y="41415"/>
                  <a:pt x="2831788" y="44828"/>
                  <a:pt x="2831826" y="49141"/>
                </a:cubicBezTo>
                <a:lnTo>
                  <a:pt x="2855549" y="49141"/>
                </a:lnTo>
                <a:close/>
                <a:moveTo>
                  <a:pt x="2915699" y="84274"/>
                </a:moveTo>
                <a:lnTo>
                  <a:pt x="2915699" y="1469"/>
                </a:lnTo>
                <a:lnTo>
                  <a:pt x="2977098" y="1469"/>
                </a:lnTo>
                <a:lnTo>
                  <a:pt x="2977098" y="15477"/>
                </a:lnTo>
                <a:lnTo>
                  <a:pt x="2932419" y="15477"/>
                </a:lnTo>
                <a:lnTo>
                  <a:pt x="2932419" y="33778"/>
                </a:lnTo>
                <a:lnTo>
                  <a:pt x="2973991" y="33778"/>
                </a:lnTo>
                <a:lnTo>
                  <a:pt x="2973991" y="47786"/>
                </a:lnTo>
                <a:lnTo>
                  <a:pt x="2932419" y="47786"/>
                </a:lnTo>
                <a:lnTo>
                  <a:pt x="2932419" y="70266"/>
                </a:lnTo>
                <a:lnTo>
                  <a:pt x="2978679" y="70266"/>
                </a:lnTo>
                <a:lnTo>
                  <a:pt x="2978679" y="84274"/>
                </a:lnTo>
                <a:lnTo>
                  <a:pt x="2915699" y="84274"/>
                </a:lnTo>
                <a:close/>
                <a:moveTo>
                  <a:pt x="2985108" y="84274"/>
                </a:moveTo>
                <a:lnTo>
                  <a:pt x="3006741" y="53378"/>
                </a:lnTo>
                <a:lnTo>
                  <a:pt x="2986012" y="24288"/>
                </a:lnTo>
                <a:lnTo>
                  <a:pt x="3005386" y="24288"/>
                </a:lnTo>
                <a:lnTo>
                  <a:pt x="3016005" y="40782"/>
                </a:lnTo>
                <a:lnTo>
                  <a:pt x="3027189" y="24288"/>
                </a:lnTo>
                <a:lnTo>
                  <a:pt x="3045828" y="24288"/>
                </a:lnTo>
                <a:lnTo>
                  <a:pt x="3025494" y="52700"/>
                </a:lnTo>
                <a:lnTo>
                  <a:pt x="3047692" y="84274"/>
                </a:lnTo>
                <a:lnTo>
                  <a:pt x="3028205" y="84274"/>
                </a:lnTo>
                <a:lnTo>
                  <a:pt x="3016005" y="65691"/>
                </a:lnTo>
                <a:lnTo>
                  <a:pt x="3003691" y="84274"/>
                </a:lnTo>
                <a:lnTo>
                  <a:pt x="2985108" y="84274"/>
                </a:lnTo>
                <a:close/>
                <a:moveTo>
                  <a:pt x="3084547" y="24288"/>
                </a:moveTo>
                <a:lnTo>
                  <a:pt x="3084547" y="36941"/>
                </a:lnTo>
                <a:lnTo>
                  <a:pt x="3073702" y="36941"/>
                </a:lnTo>
                <a:lnTo>
                  <a:pt x="3073702" y="61077"/>
                </a:lnTo>
                <a:cubicBezTo>
                  <a:pt x="3073702" y="65965"/>
                  <a:pt x="3073806" y="68814"/>
                  <a:pt x="3074013" y="69622"/>
                </a:cubicBezTo>
                <a:cubicBezTo>
                  <a:pt x="3074220" y="70429"/>
                  <a:pt x="3074691" y="71097"/>
                  <a:pt x="3075425" y="71624"/>
                </a:cubicBezTo>
                <a:cubicBezTo>
                  <a:pt x="3076159" y="72150"/>
                  <a:pt x="3077054" y="72413"/>
                  <a:pt x="3078108" y="72413"/>
                </a:cubicBezTo>
                <a:cubicBezTo>
                  <a:pt x="3079577" y="72413"/>
                  <a:pt x="3081704" y="71904"/>
                  <a:pt x="3084491" y="70888"/>
                </a:cubicBezTo>
                <a:lnTo>
                  <a:pt x="3085846" y="83247"/>
                </a:lnTo>
                <a:cubicBezTo>
                  <a:pt x="3082156" y="84836"/>
                  <a:pt x="3077976" y="85630"/>
                  <a:pt x="3073307" y="85630"/>
                </a:cubicBezTo>
                <a:cubicBezTo>
                  <a:pt x="3070445" y="85630"/>
                  <a:pt x="3067866" y="85150"/>
                  <a:pt x="3065569" y="84190"/>
                </a:cubicBezTo>
                <a:cubicBezTo>
                  <a:pt x="3063272" y="83229"/>
                  <a:pt x="3061587" y="81987"/>
                  <a:pt x="3060513" y="80462"/>
                </a:cubicBezTo>
                <a:cubicBezTo>
                  <a:pt x="3059440" y="78937"/>
                  <a:pt x="3058696" y="76875"/>
                  <a:pt x="3058282" y="74277"/>
                </a:cubicBezTo>
                <a:cubicBezTo>
                  <a:pt x="3057943" y="72432"/>
                  <a:pt x="3057774" y="68704"/>
                  <a:pt x="3057774" y="63093"/>
                </a:cubicBezTo>
                <a:lnTo>
                  <a:pt x="3057774" y="36941"/>
                </a:lnTo>
                <a:lnTo>
                  <a:pt x="3050487" y="36941"/>
                </a:lnTo>
                <a:lnTo>
                  <a:pt x="3050487" y="24288"/>
                </a:lnTo>
                <a:lnTo>
                  <a:pt x="3057774" y="24288"/>
                </a:lnTo>
                <a:lnTo>
                  <a:pt x="3057774" y="12314"/>
                </a:lnTo>
                <a:lnTo>
                  <a:pt x="3073702" y="2937"/>
                </a:lnTo>
                <a:lnTo>
                  <a:pt x="3073702" y="24288"/>
                </a:lnTo>
                <a:lnTo>
                  <a:pt x="3084547" y="24288"/>
                </a:lnTo>
                <a:close/>
                <a:moveTo>
                  <a:pt x="3110743" y="84274"/>
                </a:moveTo>
                <a:lnTo>
                  <a:pt x="3094871" y="84274"/>
                </a:lnTo>
                <a:lnTo>
                  <a:pt x="3094871" y="24288"/>
                </a:lnTo>
                <a:lnTo>
                  <a:pt x="3109614" y="24288"/>
                </a:lnTo>
                <a:lnTo>
                  <a:pt x="3109614" y="32817"/>
                </a:lnTo>
                <a:cubicBezTo>
                  <a:pt x="3112137" y="28788"/>
                  <a:pt x="3114406" y="26133"/>
                  <a:pt x="3116420" y="24853"/>
                </a:cubicBezTo>
                <a:cubicBezTo>
                  <a:pt x="3118435" y="23573"/>
                  <a:pt x="3120722" y="22933"/>
                  <a:pt x="3123283" y="22933"/>
                </a:cubicBezTo>
                <a:cubicBezTo>
                  <a:pt x="3126898" y="22933"/>
                  <a:pt x="3130381" y="23930"/>
                  <a:pt x="3133733" y="25926"/>
                </a:cubicBezTo>
                <a:lnTo>
                  <a:pt x="3128818" y="39765"/>
                </a:lnTo>
                <a:cubicBezTo>
                  <a:pt x="3126145" y="38033"/>
                  <a:pt x="3123660" y="37167"/>
                  <a:pt x="3121363" y="37167"/>
                </a:cubicBezTo>
                <a:cubicBezTo>
                  <a:pt x="3119141" y="37167"/>
                  <a:pt x="3117258" y="37779"/>
                  <a:pt x="3115714" y="39002"/>
                </a:cubicBezTo>
                <a:cubicBezTo>
                  <a:pt x="3114170" y="40226"/>
                  <a:pt x="3112956" y="42438"/>
                  <a:pt x="3112071" y="45639"/>
                </a:cubicBezTo>
                <a:cubicBezTo>
                  <a:pt x="3111186" y="48840"/>
                  <a:pt x="3110743" y="55543"/>
                  <a:pt x="3110743" y="65748"/>
                </a:cubicBezTo>
                <a:lnTo>
                  <a:pt x="3110743" y="84274"/>
                </a:lnTo>
                <a:close/>
                <a:moveTo>
                  <a:pt x="3152399" y="42815"/>
                </a:moveTo>
                <a:lnTo>
                  <a:pt x="3137996" y="40217"/>
                </a:lnTo>
                <a:cubicBezTo>
                  <a:pt x="3139615" y="34341"/>
                  <a:pt x="3142401" y="29992"/>
                  <a:pt x="3146355" y="27169"/>
                </a:cubicBezTo>
                <a:cubicBezTo>
                  <a:pt x="3150309" y="24345"/>
                  <a:pt x="3156184" y="22933"/>
                  <a:pt x="3163978" y="22933"/>
                </a:cubicBezTo>
                <a:cubicBezTo>
                  <a:pt x="3171058" y="22933"/>
                  <a:pt x="3176330" y="23770"/>
                  <a:pt x="3179794" y="25446"/>
                </a:cubicBezTo>
                <a:cubicBezTo>
                  <a:pt x="3183258" y="27122"/>
                  <a:pt x="3185697" y="29249"/>
                  <a:pt x="3187109" y="31829"/>
                </a:cubicBezTo>
                <a:cubicBezTo>
                  <a:pt x="3188521" y="34408"/>
                  <a:pt x="3189227" y="39144"/>
                  <a:pt x="3189227" y="46035"/>
                </a:cubicBezTo>
                <a:lnTo>
                  <a:pt x="3189057" y="64561"/>
                </a:lnTo>
                <a:cubicBezTo>
                  <a:pt x="3189057" y="69833"/>
                  <a:pt x="3189312" y="73721"/>
                  <a:pt x="3189820" y="76225"/>
                </a:cubicBezTo>
                <a:cubicBezTo>
                  <a:pt x="3190328" y="78730"/>
                  <a:pt x="3191279" y="81413"/>
                  <a:pt x="3192672" y="84274"/>
                </a:cubicBezTo>
                <a:lnTo>
                  <a:pt x="3176970" y="84274"/>
                </a:lnTo>
                <a:cubicBezTo>
                  <a:pt x="3176556" y="83220"/>
                  <a:pt x="3176047" y="81657"/>
                  <a:pt x="3175445" y="79586"/>
                </a:cubicBezTo>
                <a:cubicBezTo>
                  <a:pt x="3175181" y="78645"/>
                  <a:pt x="3174993" y="78023"/>
                  <a:pt x="3174880" y="77722"/>
                </a:cubicBezTo>
                <a:cubicBezTo>
                  <a:pt x="3172169" y="80358"/>
                  <a:pt x="3169269" y="82335"/>
                  <a:pt x="3166181" y="83653"/>
                </a:cubicBezTo>
                <a:cubicBezTo>
                  <a:pt x="3163093" y="84971"/>
                  <a:pt x="3159799" y="85630"/>
                  <a:pt x="3156297" y="85630"/>
                </a:cubicBezTo>
                <a:cubicBezTo>
                  <a:pt x="3150121" y="85630"/>
                  <a:pt x="3145254" y="83961"/>
                  <a:pt x="3141695" y="80624"/>
                </a:cubicBezTo>
                <a:cubicBezTo>
                  <a:pt x="3138137" y="77287"/>
                  <a:pt x="3136358" y="73068"/>
                  <a:pt x="3136358" y="67968"/>
                </a:cubicBezTo>
                <a:cubicBezTo>
                  <a:pt x="3136358" y="64593"/>
                  <a:pt x="3137167" y="61584"/>
                  <a:pt x="3138786" y="58941"/>
                </a:cubicBezTo>
                <a:cubicBezTo>
                  <a:pt x="3140406" y="56297"/>
                  <a:pt x="3142674" y="54272"/>
                  <a:pt x="3145593" y="52866"/>
                </a:cubicBezTo>
                <a:cubicBezTo>
                  <a:pt x="3148511" y="51459"/>
                  <a:pt x="3152719" y="50232"/>
                  <a:pt x="3158217" y="49182"/>
                </a:cubicBezTo>
                <a:cubicBezTo>
                  <a:pt x="3165635" y="47794"/>
                  <a:pt x="3170775" y="46501"/>
                  <a:pt x="3173637" y="45300"/>
                </a:cubicBezTo>
                <a:lnTo>
                  <a:pt x="3173637" y="43701"/>
                </a:lnTo>
                <a:cubicBezTo>
                  <a:pt x="3173637" y="40617"/>
                  <a:pt x="3172884" y="38418"/>
                  <a:pt x="3171378" y="37105"/>
                </a:cubicBezTo>
                <a:cubicBezTo>
                  <a:pt x="3169872" y="35790"/>
                  <a:pt x="3167029" y="35133"/>
                  <a:pt x="3162849" y="35133"/>
                </a:cubicBezTo>
                <a:cubicBezTo>
                  <a:pt x="3160024" y="35133"/>
                  <a:pt x="3157822" y="35702"/>
                  <a:pt x="3156240" y="36838"/>
                </a:cubicBezTo>
                <a:cubicBezTo>
                  <a:pt x="3154658" y="37974"/>
                  <a:pt x="3153378" y="39966"/>
                  <a:pt x="3152399" y="42815"/>
                </a:cubicBezTo>
                <a:moveTo>
                  <a:pt x="3173637" y="55693"/>
                </a:moveTo>
                <a:cubicBezTo>
                  <a:pt x="3171604" y="56363"/>
                  <a:pt x="3168384" y="57163"/>
                  <a:pt x="3163978" y="58094"/>
                </a:cubicBezTo>
                <a:cubicBezTo>
                  <a:pt x="3159573" y="59024"/>
                  <a:pt x="3156692" y="59935"/>
                  <a:pt x="3155336" y="60828"/>
                </a:cubicBezTo>
                <a:cubicBezTo>
                  <a:pt x="3153265" y="62279"/>
                  <a:pt x="3152230" y="64121"/>
                  <a:pt x="3152230" y="66353"/>
                </a:cubicBezTo>
                <a:cubicBezTo>
                  <a:pt x="3152230" y="68549"/>
                  <a:pt x="3153058" y="70447"/>
                  <a:pt x="3154715" y="72047"/>
                </a:cubicBezTo>
                <a:cubicBezTo>
                  <a:pt x="3156372" y="73647"/>
                  <a:pt x="3158481" y="74446"/>
                  <a:pt x="3161041" y="74446"/>
                </a:cubicBezTo>
                <a:cubicBezTo>
                  <a:pt x="3163903" y="74446"/>
                  <a:pt x="3166633" y="73516"/>
                  <a:pt x="3169231" y="71655"/>
                </a:cubicBezTo>
                <a:cubicBezTo>
                  <a:pt x="3171152" y="70242"/>
                  <a:pt x="3172413" y="68512"/>
                  <a:pt x="3173016" y="66464"/>
                </a:cubicBezTo>
                <a:cubicBezTo>
                  <a:pt x="3173430" y="65125"/>
                  <a:pt x="3173637" y="62577"/>
                  <a:pt x="3173637" y="58819"/>
                </a:cubicBezTo>
                <a:lnTo>
                  <a:pt x="3173637" y="55693"/>
                </a:lnTo>
                <a:close/>
                <a:moveTo>
                  <a:pt x="3257148" y="42024"/>
                </a:moveTo>
                <a:lnTo>
                  <a:pt x="3241502" y="44848"/>
                </a:lnTo>
                <a:cubicBezTo>
                  <a:pt x="3240975" y="41742"/>
                  <a:pt x="3239779" y="39402"/>
                  <a:pt x="3237915" y="37830"/>
                </a:cubicBezTo>
                <a:cubicBezTo>
                  <a:pt x="3236051" y="36258"/>
                  <a:pt x="3233632" y="35472"/>
                  <a:pt x="3230657" y="35472"/>
                </a:cubicBezTo>
                <a:cubicBezTo>
                  <a:pt x="3226703" y="35472"/>
                  <a:pt x="3223549" y="36833"/>
                  <a:pt x="3221196" y="39555"/>
                </a:cubicBezTo>
                <a:cubicBezTo>
                  <a:pt x="3218842" y="42277"/>
                  <a:pt x="3217666" y="46828"/>
                  <a:pt x="3217666" y="53210"/>
                </a:cubicBezTo>
                <a:cubicBezTo>
                  <a:pt x="3217666" y="60306"/>
                  <a:pt x="3218861" y="65318"/>
                  <a:pt x="3221252" y="68247"/>
                </a:cubicBezTo>
                <a:cubicBezTo>
                  <a:pt x="3223644" y="71175"/>
                  <a:pt x="3226854" y="72639"/>
                  <a:pt x="3230883" y="72639"/>
                </a:cubicBezTo>
                <a:cubicBezTo>
                  <a:pt x="3233895" y="72639"/>
                  <a:pt x="3236362" y="71782"/>
                  <a:pt x="3238282" y="70069"/>
                </a:cubicBezTo>
                <a:cubicBezTo>
                  <a:pt x="3240203" y="68355"/>
                  <a:pt x="3241558" y="65409"/>
                  <a:pt x="3242349" y="61229"/>
                </a:cubicBezTo>
                <a:lnTo>
                  <a:pt x="3257939" y="63940"/>
                </a:lnTo>
                <a:cubicBezTo>
                  <a:pt x="3256320" y="71095"/>
                  <a:pt x="3253213" y="76498"/>
                  <a:pt x="3248619" y="80151"/>
                </a:cubicBezTo>
                <a:cubicBezTo>
                  <a:pt x="3244025" y="83804"/>
                  <a:pt x="3237868" y="85630"/>
                  <a:pt x="3230149" y="85630"/>
                </a:cubicBezTo>
                <a:cubicBezTo>
                  <a:pt x="3221375" y="85630"/>
                  <a:pt x="3214380" y="82862"/>
                  <a:pt x="3209165" y="77327"/>
                </a:cubicBezTo>
                <a:cubicBezTo>
                  <a:pt x="3203949" y="71791"/>
                  <a:pt x="3201342" y="64128"/>
                  <a:pt x="3201342" y="54338"/>
                </a:cubicBezTo>
                <a:cubicBezTo>
                  <a:pt x="3201342" y="44434"/>
                  <a:pt x="3203959" y="36724"/>
                  <a:pt x="3209193" y="31208"/>
                </a:cubicBezTo>
                <a:cubicBezTo>
                  <a:pt x="3214427" y="25691"/>
                  <a:pt x="3221507" y="22933"/>
                  <a:pt x="3230431" y="22933"/>
                </a:cubicBezTo>
                <a:cubicBezTo>
                  <a:pt x="3237736" y="22933"/>
                  <a:pt x="3243545" y="24505"/>
                  <a:pt x="3247856" y="27649"/>
                </a:cubicBezTo>
                <a:cubicBezTo>
                  <a:pt x="3252168" y="30793"/>
                  <a:pt x="3255265" y="35585"/>
                  <a:pt x="3257148" y="42024"/>
                </a:cubicBezTo>
                <a:close/>
                <a:moveTo>
                  <a:pt x="3296658" y="24288"/>
                </a:moveTo>
                <a:lnTo>
                  <a:pt x="3296658" y="36941"/>
                </a:lnTo>
                <a:lnTo>
                  <a:pt x="3285813" y="36941"/>
                </a:lnTo>
                <a:lnTo>
                  <a:pt x="3285813" y="61077"/>
                </a:lnTo>
                <a:cubicBezTo>
                  <a:pt x="3285813" y="65965"/>
                  <a:pt x="3285916" y="68814"/>
                  <a:pt x="3286124" y="69622"/>
                </a:cubicBezTo>
                <a:cubicBezTo>
                  <a:pt x="3286331" y="70429"/>
                  <a:pt x="3286801" y="71097"/>
                  <a:pt x="3287536" y="71624"/>
                </a:cubicBezTo>
                <a:cubicBezTo>
                  <a:pt x="3288270" y="72150"/>
                  <a:pt x="3289164" y="72413"/>
                  <a:pt x="3290219" y="72413"/>
                </a:cubicBezTo>
                <a:cubicBezTo>
                  <a:pt x="3291687" y="72413"/>
                  <a:pt x="3293815" y="71904"/>
                  <a:pt x="3296601" y="70888"/>
                </a:cubicBezTo>
                <a:lnTo>
                  <a:pt x="3297957" y="83247"/>
                </a:lnTo>
                <a:cubicBezTo>
                  <a:pt x="3294267" y="84836"/>
                  <a:pt x="3290087" y="85630"/>
                  <a:pt x="3285418" y="85630"/>
                </a:cubicBezTo>
                <a:cubicBezTo>
                  <a:pt x="3282556" y="85630"/>
                  <a:pt x="3279976" y="85150"/>
                  <a:pt x="3277679" y="84190"/>
                </a:cubicBezTo>
                <a:cubicBezTo>
                  <a:pt x="3275382" y="83229"/>
                  <a:pt x="3273697" y="81987"/>
                  <a:pt x="3272624" y="80462"/>
                </a:cubicBezTo>
                <a:cubicBezTo>
                  <a:pt x="3271551" y="78937"/>
                  <a:pt x="3270807" y="76875"/>
                  <a:pt x="3270393" y="74277"/>
                </a:cubicBezTo>
                <a:cubicBezTo>
                  <a:pt x="3270054" y="72432"/>
                  <a:pt x="3269884" y="68704"/>
                  <a:pt x="3269884" y="63093"/>
                </a:cubicBezTo>
                <a:lnTo>
                  <a:pt x="3269884" y="36941"/>
                </a:lnTo>
                <a:lnTo>
                  <a:pt x="3262598" y="36941"/>
                </a:lnTo>
                <a:lnTo>
                  <a:pt x="3262598" y="24288"/>
                </a:lnTo>
                <a:lnTo>
                  <a:pt x="3269884" y="24288"/>
                </a:lnTo>
                <a:lnTo>
                  <a:pt x="3269884" y="12314"/>
                </a:lnTo>
                <a:lnTo>
                  <a:pt x="3285813" y="2937"/>
                </a:lnTo>
                <a:lnTo>
                  <a:pt x="3285813" y="24288"/>
                </a:lnTo>
                <a:lnTo>
                  <a:pt x="3296658" y="24288"/>
                </a:lnTo>
                <a:close/>
                <a:moveTo>
                  <a:pt x="3307660" y="16154"/>
                </a:moveTo>
                <a:lnTo>
                  <a:pt x="3307660" y="1469"/>
                </a:lnTo>
                <a:lnTo>
                  <a:pt x="3323532" y="1469"/>
                </a:lnTo>
                <a:lnTo>
                  <a:pt x="3323532" y="16154"/>
                </a:lnTo>
                <a:lnTo>
                  <a:pt x="3307660" y="16154"/>
                </a:lnTo>
                <a:moveTo>
                  <a:pt x="3307660" y="84274"/>
                </a:moveTo>
                <a:lnTo>
                  <a:pt x="3307660" y="24288"/>
                </a:lnTo>
                <a:lnTo>
                  <a:pt x="3323532" y="24288"/>
                </a:lnTo>
                <a:lnTo>
                  <a:pt x="3323532" y="84274"/>
                </a:lnTo>
                <a:lnTo>
                  <a:pt x="3307660" y="84274"/>
                </a:lnTo>
                <a:close/>
                <a:moveTo>
                  <a:pt x="3336136" y="53434"/>
                </a:moveTo>
                <a:cubicBezTo>
                  <a:pt x="3336136" y="48162"/>
                  <a:pt x="3337435" y="43060"/>
                  <a:pt x="3340033" y="38127"/>
                </a:cubicBezTo>
                <a:cubicBezTo>
                  <a:pt x="3342631" y="33194"/>
                  <a:pt x="3346312" y="29428"/>
                  <a:pt x="3351076" y="26830"/>
                </a:cubicBezTo>
                <a:cubicBezTo>
                  <a:pt x="3355839" y="24232"/>
                  <a:pt x="3361158" y="22933"/>
                  <a:pt x="3367033" y="22933"/>
                </a:cubicBezTo>
                <a:cubicBezTo>
                  <a:pt x="3376108" y="22933"/>
                  <a:pt x="3383545" y="25879"/>
                  <a:pt x="3389344" y="31772"/>
                </a:cubicBezTo>
                <a:cubicBezTo>
                  <a:pt x="3395143" y="37666"/>
                  <a:pt x="3398042" y="45112"/>
                  <a:pt x="3398042" y="54112"/>
                </a:cubicBezTo>
                <a:cubicBezTo>
                  <a:pt x="3398042" y="63187"/>
                  <a:pt x="3395115" y="70709"/>
                  <a:pt x="3389259" y="76677"/>
                </a:cubicBezTo>
                <a:cubicBezTo>
                  <a:pt x="3383404" y="82646"/>
                  <a:pt x="3376032" y="85630"/>
                  <a:pt x="3367146" y="85630"/>
                </a:cubicBezTo>
                <a:cubicBezTo>
                  <a:pt x="3361648" y="85630"/>
                  <a:pt x="3356404" y="84387"/>
                  <a:pt x="3351415" y="81902"/>
                </a:cubicBezTo>
                <a:cubicBezTo>
                  <a:pt x="3346425" y="79417"/>
                  <a:pt x="3342631" y="75774"/>
                  <a:pt x="3340033" y="70972"/>
                </a:cubicBezTo>
                <a:cubicBezTo>
                  <a:pt x="3337435" y="66171"/>
                  <a:pt x="3336136" y="60325"/>
                  <a:pt x="3336136" y="53434"/>
                </a:cubicBezTo>
                <a:moveTo>
                  <a:pt x="3352403" y="54281"/>
                </a:moveTo>
                <a:cubicBezTo>
                  <a:pt x="3352403" y="60212"/>
                  <a:pt x="3353815" y="64754"/>
                  <a:pt x="3356639" y="67908"/>
                </a:cubicBezTo>
                <a:cubicBezTo>
                  <a:pt x="3359464" y="71062"/>
                  <a:pt x="3362947" y="72639"/>
                  <a:pt x="3367089" y="72639"/>
                </a:cubicBezTo>
                <a:cubicBezTo>
                  <a:pt x="3371231" y="72639"/>
                  <a:pt x="3374705" y="71062"/>
                  <a:pt x="3377510" y="67908"/>
                </a:cubicBezTo>
                <a:cubicBezTo>
                  <a:pt x="3380316" y="64754"/>
                  <a:pt x="3381718" y="60174"/>
                  <a:pt x="3381718" y="54168"/>
                </a:cubicBezTo>
                <a:cubicBezTo>
                  <a:pt x="3381718" y="48313"/>
                  <a:pt x="3380316" y="43808"/>
                  <a:pt x="3377510" y="40654"/>
                </a:cubicBezTo>
                <a:cubicBezTo>
                  <a:pt x="3374705" y="37501"/>
                  <a:pt x="3371231" y="35924"/>
                  <a:pt x="3367089" y="35924"/>
                </a:cubicBezTo>
                <a:cubicBezTo>
                  <a:pt x="3362947" y="35924"/>
                  <a:pt x="3359464" y="37501"/>
                  <a:pt x="3356639" y="40654"/>
                </a:cubicBezTo>
                <a:cubicBezTo>
                  <a:pt x="3353815" y="43808"/>
                  <a:pt x="3352403" y="48350"/>
                  <a:pt x="3352403" y="54281"/>
                </a:cubicBezTo>
                <a:close/>
                <a:moveTo>
                  <a:pt x="3465040" y="84274"/>
                </a:moveTo>
                <a:lnTo>
                  <a:pt x="3449168" y="84274"/>
                </a:lnTo>
                <a:lnTo>
                  <a:pt x="3449168" y="53695"/>
                </a:lnTo>
                <a:cubicBezTo>
                  <a:pt x="3449168" y="47225"/>
                  <a:pt x="3448829" y="43041"/>
                  <a:pt x="3448151" y="41142"/>
                </a:cubicBezTo>
                <a:cubicBezTo>
                  <a:pt x="3447473" y="39242"/>
                  <a:pt x="3446372" y="37766"/>
                  <a:pt x="3444847" y="36713"/>
                </a:cubicBezTo>
                <a:cubicBezTo>
                  <a:pt x="3443322" y="35660"/>
                  <a:pt x="3441486" y="35133"/>
                  <a:pt x="3439339" y="35133"/>
                </a:cubicBezTo>
                <a:cubicBezTo>
                  <a:pt x="3436591" y="35133"/>
                  <a:pt x="3434124" y="35886"/>
                  <a:pt x="3431940" y="37391"/>
                </a:cubicBezTo>
                <a:cubicBezTo>
                  <a:pt x="3429756" y="38895"/>
                  <a:pt x="3428259" y="40888"/>
                  <a:pt x="3427450" y="43371"/>
                </a:cubicBezTo>
                <a:cubicBezTo>
                  <a:pt x="3426640" y="45853"/>
                  <a:pt x="3426235" y="50442"/>
                  <a:pt x="3426235" y="57137"/>
                </a:cubicBezTo>
                <a:lnTo>
                  <a:pt x="3426235" y="84274"/>
                </a:lnTo>
                <a:lnTo>
                  <a:pt x="3410363" y="84274"/>
                </a:lnTo>
                <a:lnTo>
                  <a:pt x="3410363" y="24288"/>
                </a:lnTo>
                <a:lnTo>
                  <a:pt x="3425105" y="24288"/>
                </a:lnTo>
                <a:lnTo>
                  <a:pt x="3425105" y="33100"/>
                </a:lnTo>
                <a:cubicBezTo>
                  <a:pt x="3430340" y="26322"/>
                  <a:pt x="3436929" y="22933"/>
                  <a:pt x="3444875" y="22933"/>
                </a:cubicBezTo>
                <a:cubicBezTo>
                  <a:pt x="3448377" y="22933"/>
                  <a:pt x="3451578" y="23563"/>
                  <a:pt x="3454477" y="24825"/>
                </a:cubicBezTo>
                <a:cubicBezTo>
                  <a:pt x="3457377" y="26086"/>
                  <a:pt x="3459570" y="27696"/>
                  <a:pt x="3461058" y="29654"/>
                </a:cubicBezTo>
                <a:cubicBezTo>
                  <a:pt x="3462545" y="31612"/>
                  <a:pt x="3463581" y="33834"/>
                  <a:pt x="3464164" y="36319"/>
                </a:cubicBezTo>
                <a:cubicBezTo>
                  <a:pt x="3464748" y="38805"/>
                  <a:pt x="3465040" y="42363"/>
                  <a:pt x="3465040" y="46995"/>
                </a:cubicBezTo>
                <a:lnTo>
                  <a:pt x="3465040" y="8427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D7812-6CB3-45FA-86E6-2DC2F603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274" y="1726246"/>
            <a:ext cx="644262" cy="172307"/>
          </a:xfrm>
          <a:custGeom xmlns:a="http://schemas.openxmlformats.org/drawingml/2006/main">
            <a:pathLst>
              <a:path w="644262" h="172307">
                <a:moveTo>
                  <a:pt x="609685" y="38848"/>
                </a:moveTo>
                <a:lnTo>
                  <a:pt x="609521" y="39097"/>
                </a:lnTo>
                <a:lnTo>
                  <a:pt x="609377" y="39352"/>
                </a:lnTo>
                <a:lnTo>
                  <a:pt x="609251" y="39613"/>
                </a:lnTo>
                <a:lnTo>
                  <a:pt x="609144" y="39878"/>
                </a:lnTo>
                <a:lnTo>
                  <a:pt x="609056" y="40148"/>
                </a:lnTo>
                <a:lnTo>
                  <a:pt x="608987" y="40420"/>
                </a:lnTo>
                <a:lnTo>
                  <a:pt x="608935" y="40694"/>
                </a:lnTo>
                <a:lnTo>
                  <a:pt x="608902" y="40969"/>
                </a:lnTo>
                <a:lnTo>
                  <a:pt x="608887" y="41245"/>
                </a:lnTo>
                <a:lnTo>
                  <a:pt x="608890" y="41521"/>
                </a:lnTo>
                <a:lnTo>
                  <a:pt x="608911" y="41795"/>
                </a:lnTo>
                <a:lnTo>
                  <a:pt x="608949" y="42067"/>
                </a:lnTo>
                <a:lnTo>
                  <a:pt x="609004" y="42336"/>
                </a:lnTo>
                <a:lnTo>
                  <a:pt x="609077" y="42601"/>
                </a:lnTo>
                <a:lnTo>
                  <a:pt x="609167" y="42861"/>
                </a:lnTo>
                <a:lnTo>
                  <a:pt x="609274" y="43116"/>
                </a:lnTo>
                <a:lnTo>
                  <a:pt x="609398" y="43364"/>
                </a:lnTo>
                <a:lnTo>
                  <a:pt x="609539" y="43605"/>
                </a:lnTo>
                <a:lnTo>
                  <a:pt x="609696" y="43838"/>
                </a:lnTo>
                <a:lnTo>
                  <a:pt x="609869" y="44062"/>
                </a:lnTo>
                <a:lnTo>
                  <a:pt x="610059" y="44277"/>
                </a:lnTo>
                <a:lnTo>
                  <a:pt x="610265" y="44480"/>
                </a:lnTo>
                <a:lnTo>
                  <a:pt x="610486" y="44672"/>
                </a:lnTo>
                <a:lnTo>
                  <a:pt x="610724" y="44852"/>
                </a:lnTo>
                <a:lnTo>
                  <a:pt x="610973" y="45015"/>
                </a:lnTo>
                <a:lnTo>
                  <a:pt x="611229" y="45160"/>
                </a:lnTo>
                <a:lnTo>
                  <a:pt x="611491" y="45286"/>
                </a:lnTo>
                <a:lnTo>
                  <a:pt x="611758" y="45392"/>
                </a:lnTo>
                <a:lnTo>
                  <a:pt x="612029" y="45481"/>
                </a:lnTo>
                <a:lnTo>
                  <a:pt x="612304" y="45551"/>
                </a:lnTo>
                <a:lnTo>
                  <a:pt x="612581" y="45603"/>
                </a:lnTo>
                <a:lnTo>
                  <a:pt x="612860" y="45636"/>
                </a:lnTo>
                <a:lnTo>
                  <a:pt x="613139" y="45652"/>
                </a:lnTo>
                <a:lnTo>
                  <a:pt x="613418" y="45651"/>
                </a:lnTo>
                <a:lnTo>
                  <a:pt x="613695" y="45632"/>
                </a:lnTo>
                <a:lnTo>
                  <a:pt x="613971" y="45595"/>
                </a:lnTo>
                <a:lnTo>
                  <a:pt x="614243" y="45541"/>
                </a:lnTo>
                <a:lnTo>
                  <a:pt x="614512" y="45471"/>
                </a:lnTo>
                <a:lnTo>
                  <a:pt x="614776" y="45383"/>
                </a:lnTo>
                <a:lnTo>
                  <a:pt x="615034" y="45279"/>
                </a:lnTo>
                <a:lnTo>
                  <a:pt x="615285" y="45159"/>
                </a:lnTo>
                <a:lnTo>
                  <a:pt x="615529" y="45022"/>
                </a:lnTo>
                <a:lnTo>
                  <a:pt x="615765" y="44870"/>
                </a:lnTo>
                <a:lnTo>
                  <a:pt x="615991" y="44701"/>
                </a:lnTo>
                <a:lnTo>
                  <a:pt x="616207" y="44516"/>
                </a:lnTo>
                <a:lnTo>
                  <a:pt x="616412" y="44316"/>
                </a:lnTo>
                <a:lnTo>
                  <a:pt x="616605" y="44101"/>
                </a:lnTo>
                <a:lnTo>
                  <a:pt x="616785" y="43871"/>
                </a:lnTo>
                <a:lnTo>
                  <a:pt x="644262" y="5080"/>
                </a:lnTo>
                <a:lnTo>
                  <a:pt x="596985" y="231"/>
                </a:lnTo>
                <a:lnTo>
                  <a:pt x="596691" y="212"/>
                </a:lnTo>
                <a:lnTo>
                  <a:pt x="596399" y="213"/>
                </a:lnTo>
                <a:lnTo>
                  <a:pt x="596112" y="234"/>
                </a:lnTo>
                <a:lnTo>
                  <a:pt x="595829" y="273"/>
                </a:lnTo>
                <a:lnTo>
                  <a:pt x="595551" y="330"/>
                </a:lnTo>
                <a:lnTo>
                  <a:pt x="595280" y="405"/>
                </a:lnTo>
                <a:lnTo>
                  <a:pt x="595015" y="497"/>
                </a:lnTo>
                <a:lnTo>
                  <a:pt x="594758" y="605"/>
                </a:lnTo>
                <a:lnTo>
                  <a:pt x="594508" y="729"/>
                </a:lnTo>
                <a:lnTo>
                  <a:pt x="594268" y="868"/>
                </a:lnTo>
                <a:lnTo>
                  <a:pt x="594038" y="1022"/>
                </a:lnTo>
                <a:lnTo>
                  <a:pt x="593818" y="1191"/>
                </a:lnTo>
                <a:lnTo>
                  <a:pt x="593609" y="1372"/>
                </a:lnTo>
                <a:lnTo>
                  <a:pt x="593412" y="1567"/>
                </a:lnTo>
                <a:lnTo>
                  <a:pt x="593227" y="1774"/>
                </a:lnTo>
                <a:lnTo>
                  <a:pt x="593056" y="1993"/>
                </a:lnTo>
                <a:lnTo>
                  <a:pt x="592899" y="2223"/>
                </a:lnTo>
                <a:lnTo>
                  <a:pt x="592756" y="2463"/>
                </a:lnTo>
                <a:lnTo>
                  <a:pt x="592629" y="2714"/>
                </a:lnTo>
                <a:lnTo>
                  <a:pt x="592518" y="2974"/>
                </a:lnTo>
                <a:lnTo>
                  <a:pt x="592425" y="3243"/>
                </a:lnTo>
                <a:lnTo>
                  <a:pt x="592348" y="3521"/>
                </a:lnTo>
                <a:lnTo>
                  <a:pt x="592291" y="3806"/>
                </a:lnTo>
                <a:lnTo>
                  <a:pt x="592252" y="4098"/>
                </a:lnTo>
                <a:lnTo>
                  <a:pt x="592226" y="4393"/>
                </a:lnTo>
                <a:lnTo>
                  <a:pt x="592221" y="4684"/>
                </a:lnTo>
                <a:lnTo>
                  <a:pt x="592236" y="4972"/>
                </a:lnTo>
                <a:lnTo>
                  <a:pt x="592270" y="5255"/>
                </a:lnTo>
                <a:lnTo>
                  <a:pt x="592323" y="5532"/>
                </a:lnTo>
                <a:lnTo>
                  <a:pt x="592394" y="5804"/>
                </a:lnTo>
                <a:lnTo>
                  <a:pt x="592482" y="6069"/>
                </a:lnTo>
                <a:lnTo>
                  <a:pt x="592588" y="6326"/>
                </a:lnTo>
                <a:lnTo>
                  <a:pt x="592710" y="6575"/>
                </a:lnTo>
                <a:lnTo>
                  <a:pt x="592847" y="6815"/>
                </a:lnTo>
                <a:lnTo>
                  <a:pt x="593000" y="7046"/>
                </a:lnTo>
                <a:lnTo>
                  <a:pt x="593168" y="7266"/>
                </a:lnTo>
                <a:lnTo>
                  <a:pt x="593350" y="7475"/>
                </a:lnTo>
                <a:lnTo>
                  <a:pt x="593546" y="7672"/>
                </a:lnTo>
                <a:lnTo>
                  <a:pt x="593754" y="7857"/>
                </a:lnTo>
                <a:lnTo>
                  <a:pt x="593975" y="8028"/>
                </a:lnTo>
                <a:lnTo>
                  <a:pt x="594208" y="8185"/>
                </a:lnTo>
                <a:lnTo>
                  <a:pt x="594452" y="8328"/>
                </a:lnTo>
                <a:lnTo>
                  <a:pt x="594706" y="8455"/>
                </a:lnTo>
                <a:lnTo>
                  <a:pt x="594971" y="8565"/>
                </a:lnTo>
                <a:lnTo>
                  <a:pt x="595245" y="8659"/>
                </a:lnTo>
                <a:lnTo>
                  <a:pt x="595529" y="8735"/>
                </a:lnTo>
                <a:lnTo>
                  <a:pt x="595820" y="8793"/>
                </a:lnTo>
                <a:lnTo>
                  <a:pt x="596119" y="8832"/>
                </a:lnTo>
                <a:lnTo>
                  <a:pt x="620065" y="11292"/>
                </a:lnTo>
                <a:lnTo>
                  <a:pt x="577474" y="30652"/>
                </a:lnTo>
                <a:lnTo>
                  <a:pt x="545264" y="45083"/>
                </a:lnTo>
                <a:lnTo>
                  <a:pt x="513343" y="59167"/>
                </a:lnTo>
                <a:lnTo>
                  <a:pt x="481825" y="72906"/>
                </a:lnTo>
                <a:lnTo>
                  <a:pt x="450770" y="86067"/>
                </a:lnTo>
                <a:lnTo>
                  <a:pt x="450827" y="86009"/>
                </a:lnTo>
                <a:lnTo>
                  <a:pt x="420349" y="98478"/>
                </a:lnTo>
                <a:lnTo>
                  <a:pt x="390563" y="110254"/>
                </a:lnTo>
                <a:lnTo>
                  <a:pt x="390678" y="110254"/>
                </a:lnTo>
                <a:lnTo>
                  <a:pt x="361643" y="121106"/>
                </a:lnTo>
                <a:lnTo>
                  <a:pt x="361701" y="121048"/>
                </a:lnTo>
                <a:lnTo>
                  <a:pt x="347501" y="126128"/>
                </a:lnTo>
                <a:lnTo>
                  <a:pt x="347558" y="126128"/>
                </a:lnTo>
                <a:lnTo>
                  <a:pt x="333647" y="130919"/>
                </a:lnTo>
                <a:lnTo>
                  <a:pt x="319966" y="135479"/>
                </a:lnTo>
                <a:lnTo>
                  <a:pt x="320024" y="135421"/>
                </a:lnTo>
                <a:lnTo>
                  <a:pt x="306574" y="139751"/>
                </a:lnTo>
                <a:lnTo>
                  <a:pt x="306632" y="139693"/>
                </a:lnTo>
                <a:lnTo>
                  <a:pt x="293471" y="143618"/>
                </a:lnTo>
                <a:lnTo>
                  <a:pt x="293528" y="143618"/>
                </a:lnTo>
                <a:lnTo>
                  <a:pt x="280656" y="147255"/>
                </a:lnTo>
                <a:lnTo>
                  <a:pt x="280714" y="147255"/>
                </a:lnTo>
                <a:lnTo>
                  <a:pt x="268130" y="150603"/>
                </a:lnTo>
                <a:lnTo>
                  <a:pt x="268187" y="150545"/>
                </a:lnTo>
                <a:lnTo>
                  <a:pt x="255892" y="153547"/>
                </a:lnTo>
                <a:lnTo>
                  <a:pt x="256008" y="153547"/>
                </a:lnTo>
                <a:lnTo>
                  <a:pt x="244001" y="156144"/>
                </a:lnTo>
                <a:lnTo>
                  <a:pt x="244116" y="156144"/>
                </a:lnTo>
                <a:lnTo>
                  <a:pt x="232456" y="158396"/>
                </a:lnTo>
                <a:lnTo>
                  <a:pt x="232571" y="158396"/>
                </a:lnTo>
                <a:lnTo>
                  <a:pt x="221257" y="160301"/>
                </a:lnTo>
                <a:lnTo>
                  <a:pt x="221431" y="160243"/>
                </a:lnTo>
                <a:lnTo>
                  <a:pt x="210463" y="161744"/>
                </a:lnTo>
                <a:lnTo>
                  <a:pt x="210578" y="161686"/>
                </a:lnTo>
                <a:lnTo>
                  <a:pt x="200015" y="162783"/>
                </a:lnTo>
                <a:lnTo>
                  <a:pt x="200188" y="162783"/>
                </a:lnTo>
                <a:lnTo>
                  <a:pt x="189971" y="163418"/>
                </a:lnTo>
                <a:lnTo>
                  <a:pt x="190144" y="163418"/>
                </a:lnTo>
                <a:lnTo>
                  <a:pt x="180407" y="163647"/>
                </a:lnTo>
                <a:lnTo>
                  <a:pt x="171095" y="163475"/>
                </a:lnTo>
                <a:lnTo>
                  <a:pt x="171326" y="163475"/>
                </a:lnTo>
                <a:lnTo>
                  <a:pt x="162205" y="162840"/>
                </a:lnTo>
                <a:lnTo>
                  <a:pt x="162436" y="162898"/>
                </a:lnTo>
                <a:lnTo>
                  <a:pt x="153720" y="161859"/>
                </a:lnTo>
                <a:lnTo>
                  <a:pt x="153951" y="161917"/>
                </a:lnTo>
                <a:lnTo>
                  <a:pt x="145581" y="160531"/>
                </a:lnTo>
                <a:lnTo>
                  <a:pt x="145812" y="160589"/>
                </a:lnTo>
                <a:lnTo>
                  <a:pt x="137832" y="158879"/>
                </a:lnTo>
                <a:lnTo>
                  <a:pt x="130284" y="156779"/>
                </a:lnTo>
                <a:lnTo>
                  <a:pt x="130457" y="156837"/>
                </a:lnTo>
                <a:lnTo>
                  <a:pt x="123068" y="154413"/>
                </a:lnTo>
                <a:lnTo>
                  <a:pt x="123299" y="154470"/>
                </a:lnTo>
                <a:lnTo>
                  <a:pt x="116141" y="151700"/>
                </a:lnTo>
                <a:lnTo>
                  <a:pt x="116372" y="151815"/>
                </a:lnTo>
                <a:lnTo>
                  <a:pt x="109503" y="148756"/>
                </a:lnTo>
                <a:lnTo>
                  <a:pt x="109734" y="148813"/>
                </a:lnTo>
                <a:lnTo>
                  <a:pt x="103211" y="145465"/>
                </a:lnTo>
                <a:lnTo>
                  <a:pt x="103384" y="145581"/>
                </a:lnTo>
                <a:lnTo>
                  <a:pt x="97035" y="141944"/>
                </a:lnTo>
                <a:lnTo>
                  <a:pt x="97266" y="142060"/>
                </a:lnTo>
                <a:lnTo>
                  <a:pt x="91204" y="138077"/>
                </a:lnTo>
                <a:lnTo>
                  <a:pt x="91320" y="138192"/>
                </a:lnTo>
                <a:lnTo>
                  <a:pt x="85646" y="134147"/>
                </a:lnTo>
                <a:lnTo>
                  <a:pt x="74695" y="125089"/>
                </a:lnTo>
                <a:lnTo>
                  <a:pt x="74984" y="125320"/>
                </a:lnTo>
                <a:lnTo>
                  <a:pt x="64767" y="115391"/>
                </a:lnTo>
                <a:lnTo>
                  <a:pt x="64940" y="115622"/>
                </a:lnTo>
                <a:lnTo>
                  <a:pt x="55358" y="104885"/>
                </a:lnTo>
                <a:lnTo>
                  <a:pt x="55531" y="105058"/>
                </a:lnTo>
                <a:lnTo>
                  <a:pt x="46584" y="93687"/>
                </a:lnTo>
                <a:lnTo>
                  <a:pt x="46699" y="93860"/>
                </a:lnTo>
                <a:lnTo>
                  <a:pt x="38248" y="81960"/>
                </a:lnTo>
                <a:lnTo>
                  <a:pt x="30305" y="69731"/>
                </a:lnTo>
                <a:lnTo>
                  <a:pt x="30363" y="69789"/>
                </a:lnTo>
                <a:lnTo>
                  <a:pt x="22570" y="57147"/>
                </a:lnTo>
                <a:lnTo>
                  <a:pt x="22628" y="57263"/>
                </a:lnTo>
                <a:lnTo>
                  <a:pt x="7504" y="31287"/>
                </a:lnTo>
                <a:lnTo>
                  <a:pt x="0" y="35674"/>
                </a:lnTo>
                <a:lnTo>
                  <a:pt x="15124" y="61650"/>
                </a:lnTo>
                <a:lnTo>
                  <a:pt x="22974" y="74407"/>
                </a:lnTo>
                <a:lnTo>
                  <a:pt x="27844" y="82027"/>
                </a:lnTo>
                <a:lnTo>
                  <a:pt x="32784" y="89369"/>
                </a:lnTo>
                <a:lnTo>
                  <a:pt x="37804" y="96429"/>
                </a:lnTo>
                <a:lnTo>
                  <a:pt x="42915" y="103203"/>
                </a:lnTo>
                <a:lnTo>
                  <a:pt x="48127" y="109688"/>
                </a:lnTo>
                <a:lnTo>
                  <a:pt x="53451" y="115878"/>
                </a:lnTo>
                <a:lnTo>
                  <a:pt x="58897" y="121769"/>
                </a:lnTo>
                <a:lnTo>
                  <a:pt x="64476" y="127359"/>
                </a:lnTo>
                <a:lnTo>
                  <a:pt x="70199" y="132642"/>
                </a:lnTo>
                <a:lnTo>
                  <a:pt x="76076" y="137614"/>
                </a:lnTo>
                <a:lnTo>
                  <a:pt x="82118" y="142271"/>
                </a:lnTo>
                <a:lnTo>
                  <a:pt x="88335" y="146610"/>
                </a:lnTo>
                <a:lnTo>
                  <a:pt x="94738" y="150625"/>
                </a:lnTo>
                <a:lnTo>
                  <a:pt x="101336" y="154314"/>
                </a:lnTo>
                <a:lnTo>
                  <a:pt x="108142" y="157671"/>
                </a:lnTo>
                <a:lnTo>
                  <a:pt x="115166" y="160693"/>
                </a:lnTo>
                <a:lnTo>
                  <a:pt x="122417" y="163376"/>
                </a:lnTo>
                <a:lnTo>
                  <a:pt x="129907" y="165715"/>
                </a:lnTo>
                <a:lnTo>
                  <a:pt x="137646" y="167707"/>
                </a:lnTo>
                <a:lnTo>
                  <a:pt x="145644" y="169347"/>
                </a:lnTo>
                <a:lnTo>
                  <a:pt x="153913" y="170631"/>
                </a:lnTo>
                <a:lnTo>
                  <a:pt x="162463" y="171555"/>
                </a:lnTo>
                <a:lnTo>
                  <a:pt x="171304" y="172115"/>
                </a:lnTo>
                <a:lnTo>
                  <a:pt x="180446" y="172307"/>
                </a:lnTo>
                <a:lnTo>
                  <a:pt x="190433" y="172076"/>
                </a:lnTo>
                <a:lnTo>
                  <a:pt x="200823" y="171441"/>
                </a:lnTo>
                <a:lnTo>
                  <a:pt x="215219" y="169637"/>
                </a:lnTo>
                <a:lnTo>
                  <a:pt x="229755" y="167349"/>
                </a:lnTo>
                <a:lnTo>
                  <a:pt x="244412" y="164605"/>
                </a:lnTo>
                <a:lnTo>
                  <a:pt x="259173" y="161434"/>
                </a:lnTo>
                <a:lnTo>
                  <a:pt x="274019" y="157866"/>
                </a:lnTo>
                <a:lnTo>
                  <a:pt x="288934" y="153929"/>
                </a:lnTo>
                <a:lnTo>
                  <a:pt x="303899" y="149652"/>
                </a:lnTo>
                <a:lnTo>
                  <a:pt x="318897" y="145064"/>
                </a:lnTo>
                <a:lnTo>
                  <a:pt x="333910" y="140194"/>
                </a:lnTo>
                <a:lnTo>
                  <a:pt x="348919" y="135071"/>
                </a:lnTo>
                <a:lnTo>
                  <a:pt x="363908" y="129724"/>
                </a:lnTo>
                <a:lnTo>
                  <a:pt x="378859" y="124182"/>
                </a:lnTo>
                <a:lnTo>
                  <a:pt x="393753" y="118474"/>
                </a:lnTo>
                <a:lnTo>
                  <a:pt x="408573" y="112629"/>
                </a:lnTo>
                <a:lnTo>
                  <a:pt x="423301" y="106675"/>
                </a:lnTo>
                <a:lnTo>
                  <a:pt x="437919" y="100642"/>
                </a:lnTo>
                <a:lnTo>
                  <a:pt x="452410" y="94558"/>
                </a:lnTo>
                <a:lnTo>
                  <a:pt x="466756" y="88453"/>
                </a:lnTo>
                <a:lnTo>
                  <a:pt x="480939" y="82355"/>
                </a:lnTo>
                <a:lnTo>
                  <a:pt x="494941" y="76294"/>
                </a:lnTo>
                <a:lnTo>
                  <a:pt x="508744" y="70298"/>
                </a:lnTo>
                <a:lnTo>
                  <a:pt x="522331" y="64396"/>
                </a:lnTo>
                <a:lnTo>
                  <a:pt x="535684" y="58617"/>
                </a:lnTo>
                <a:lnTo>
                  <a:pt x="548785" y="52991"/>
                </a:lnTo>
                <a:lnTo>
                  <a:pt x="581053" y="38502"/>
                </a:lnTo>
                <a:lnTo>
                  <a:pt x="623617" y="19198"/>
                </a:lnTo>
                <a:lnTo>
                  <a:pt x="609685" y="38848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B575D-51BF-40B4-889A-CA616AF3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3122" y="1167705"/>
            <a:ext cx="642357" cy="171095"/>
          </a:xfrm>
          <a:custGeom xmlns:a="http://schemas.openxmlformats.org/drawingml/2006/main">
            <a:pathLst>
              <a:path w="642357" h="171095">
                <a:moveTo>
                  <a:pt x="196551" y="9525"/>
                </a:moveTo>
                <a:lnTo>
                  <a:pt x="196378" y="9525"/>
                </a:lnTo>
                <a:lnTo>
                  <a:pt x="206942" y="10564"/>
                </a:lnTo>
                <a:lnTo>
                  <a:pt x="206826" y="10564"/>
                </a:lnTo>
                <a:lnTo>
                  <a:pt x="217736" y="12064"/>
                </a:lnTo>
                <a:lnTo>
                  <a:pt x="217621" y="12007"/>
                </a:lnTo>
                <a:lnTo>
                  <a:pt x="228935" y="13912"/>
                </a:lnTo>
                <a:lnTo>
                  <a:pt x="228819" y="13912"/>
                </a:lnTo>
                <a:lnTo>
                  <a:pt x="240480" y="16163"/>
                </a:lnTo>
                <a:lnTo>
                  <a:pt x="240364" y="16105"/>
                </a:lnTo>
                <a:lnTo>
                  <a:pt x="252313" y="18760"/>
                </a:lnTo>
                <a:lnTo>
                  <a:pt x="252255" y="18760"/>
                </a:lnTo>
                <a:lnTo>
                  <a:pt x="264551" y="21762"/>
                </a:lnTo>
                <a:lnTo>
                  <a:pt x="264435" y="21704"/>
                </a:lnTo>
                <a:lnTo>
                  <a:pt x="277077" y="25052"/>
                </a:lnTo>
                <a:lnTo>
                  <a:pt x="276961" y="25052"/>
                </a:lnTo>
                <a:lnTo>
                  <a:pt x="289892" y="28689"/>
                </a:lnTo>
                <a:lnTo>
                  <a:pt x="289834" y="28631"/>
                </a:lnTo>
                <a:lnTo>
                  <a:pt x="302995" y="32614"/>
                </a:lnTo>
                <a:lnTo>
                  <a:pt x="302880" y="32557"/>
                </a:lnTo>
                <a:lnTo>
                  <a:pt x="316387" y="36828"/>
                </a:lnTo>
                <a:lnTo>
                  <a:pt x="316329" y="36828"/>
                </a:lnTo>
                <a:lnTo>
                  <a:pt x="330010" y="41388"/>
                </a:lnTo>
                <a:lnTo>
                  <a:pt x="329952" y="41388"/>
                </a:lnTo>
                <a:lnTo>
                  <a:pt x="343922" y="46179"/>
                </a:lnTo>
                <a:lnTo>
                  <a:pt x="343864" y="46179"/>
                </a:lnTo>
                <a:lnTo>
                  <a:pt x="358064" y="51202"/>
                </a:lnTo>
                <a:lnTo>
                  <a:pt x="358006" y="51202"/>
                </a:lnTo>
                <a:lnTo>
                  <a:pt x="386984" y="62054"/>
                </a:lnTo>
                <a:lnTo>
                  <a:pt x="386926" y="62054"/>
                </a:lnTo>
                <a:lnTo>
                  <a:pt x="416712" y="73772"/>
                </a:lnTo>
                <a:lnTo>
                  <a:pt x="416654" y="73772"/>
                </a:lnTo>
                <a:lnTo>
                  <a:pt x="447133" y="86240"/>
                </a:lnTo>
                <a:lnTo>
                  <a:pt x="447075" y="86240"/>
                </a:lnTo>
                <a:lnTo>
                  <a:pt x="478189" y="99401"/>
                </a:lnTo>
                <a:lnTo>
                  <a:pt x="478131" y="99401"/>
                </a:lnTo>
                <a:lnTo>
                  <a:pt x="509706" y="113082"/>
                </a:lnTo>
                <a:lnTo>
                  <a:pt x="509648" y="113082"/>
                </a:lnTo>
                <a:lnTo>
                  <a:pt x="541628" y="127224"/>
                </a:lnTo>
                <a:lnTo>
                  <a:pt x="573838" y="141656"/>
                </a:lnTo>
                <a:lnTo>
                  <a:pt x="573780" y="141656"/>
                </a:lnTo>
                <a:lnTo>
                  <a:pt x="638778" y="171095"/>
                </a:lnTo>
                <a:lnTo>
                  <a:pt x="642357" y="163187"/>
                </a:lnTo>
                <a:lnTo>
                  <a:pt x="577359" y="133747"/>
                </a:lnTo>
                <a:lnTo>
                  <a:pt x="545149" y="119316"/>
                </a:lnTo>
                <a:lnTo>
                  <a:pt x="532062" y="113693"/>
                </a:lnTo>
                <a:lnTo>
                  <a:pt x="518720" y="107916"/>
                </a:lnTo>
                <a:lnTo>
                  <a:pt x="505141" y="102016"/>
                </a:lnTo>
                <a:lnTo>
                  <a:pt x="491342" y="96020"/>
                </a:lnTo>
                <a:lnTo>
                  <a:pt x="477342" y="89959"/>
                </a:lnTo>
                <a:lnTo>
                  <a:pt x="463159" y="83861"/>
                </a:lnTo>
                <a:lnTo>
                  <a:pt x="448811" y="77754"/>
                </a:lnTo>
                <a:lnTo>
                  <a:pt x="434316" y="71669"/>
                </a:lnTo>
                <a:lnTo>
                  <a:pt x="419692" y="65634"/>
                </a:lnTo>
                <a:lnTo>
                  <a:pt x="404957" y="59678"/>
                </a:lnTo>
                <a:lnTo>
                  <a:pt x="390130" y="53831"/>
                </a:lnTo>
                <a:lnTo>
                  <a:pt x="375229" y="48120"/>
                </a:lnTo>
                <a:lnTo>
                  <a:pt x="360270" y="42576"/>
                </a:lnTo>
                <a:lnTo>
                  <a:pt x="345274" y="37228"/>
                </a:lnTo>
                <a:lnTo>
                  <a:pt x="330257" y="32103"/>
                </a:lnTo>
                <a:lnTo>
                  <a:pt x="315239" y="27232"/>
                </a:lnTo>
                <a:lnTo>
                  <a:pt x="300236" y="22643"/>
                </a:lnTo>
                <a:lnTo>
                  <a:pt x="285267" y="18366"/>
                </a:lnTo>
                <a:lnTo>
                  <a:pt x="270351" y="14429"/>
                </a:lnTo>
                <a:lnTo>
                  <a:pt x="255505" y="10861"/>
                </a:lnTo>
                <a:lnTo>
                  <a:pt x="240748" y="7692"/>
                </a:lnTo>
                <a:lnTo>
                  <a:pt x="226096" y="4950"/>
                </a:lnTo>
                <a:lnTo>
                  <a:pt x="211570" y="2665"/>
                </a:lnTo>
                <a:lnTo>
                  <a:pt x="197186" y="866"/>
                </a:lnTo>
                <a:lnTo>
                  <a:pt x="186796" y="231"/>
                </a:lnTo>
                <a:lnTo>
                  <a:pt x="176752" y="0"/>
                </a:lnTo>
                <a:lnTo>
                  <a:pt x="167592" y="190"/>
                </a:lnTo>
                <a:lnTo>
                  <a:pt x="158739" y="747"/>
                </a:lnTo>
                <a:lnTo>
                  <a:pt x="150181" y="1668"/>
                </a:lnTo>
                <a:lnTo>
                  <a:pt x="141908" y="2948"/>
                </a:lnTo>
                <a:lnTo>
                  <a:pt x="133908" y="4583"/>
                </a:lnTo>
                <a:lnTo>
                  <a:pt x="126171" y="6570"/>
                </a:lnTo>
                <a:lnTo>
                  <a:pt x="118685" y="8904"/>
                </a:lnTo>
                <a:lnTo>
                  <a:pt x="111441" y="11581"/>
                </a:lnTo>
                <a:lnTo>
                  <a:pt x="104425" y="14597"/>
                </a:lnTo>
                <a:lnTo>
                  <a:pt x="97628" y="17949"/>
                </a:lnTo>
                <a:lnTo>
                  <a:pt x="91039" y="21632"/>
                </a:lnTo>
                <a:lnTo>
                  <a:pt x="84647" y="25643"/>
                </a:lnTo>
                <a:lnTo>
                  <a:pt x="78440" y="29976"/>
                </a:lnTo>
                <a:lnTo>
                  <a:pt x="72408" y="34629"/>
                </a:lnTo>
                <a:lnTo>
                  <a:pt x="66540" y="39598"/>
                </a:lnTo>
                <a:lnTo>
                  <a:pt x="60824" y="44877"/>
                </a:lnTo>
                <a:lnTo>
                  <a:pt x="55251" y="50465"/>
                </a:lnTo>
                <a:lnTo>
                  <a:pt x="49807" y="56355"/>
                </a:lnTo>
                <a:lnTo>
                  <a:pt x="44484" y="62545"/>
                </a:lnTo>
                <a:lnTo>
                  <a:pt x="39270" y="69030"/>
                </a:lnTo>
                <a:lnTo>
                  <a:pt x="34153" y="75806"/>
                </a:lnTo>
                <a:lnTo>
                  <a:pt x="29123" y="82869"/>
                </a:lnTo>
                <a:lnTo>
                  <a:pt x="24169" y="90216"/>
                </a:lnTo>
                <a:lnTo>
                  <a:pt x="19280" y="97843"/>
                </a:lnTo>
                <a:lnTo>
                  <a:pt x="11429" y="110600"/>
                </a:lnTo>
                <a:lnTo>
                  <a:pt x="8693" y="115311"/>
                </a:lnTo>
                <a:lnTo>
                  <a:pt x="8659" y="91262"/>
                </a:lnTo>
                <a:lnTo>
                  <a:pt x="8649" y="90962"/>
                </a:lnTo>
                <a:lnTo>
                  <a:pt x="8619" y="90668"/>
                </a:lnTo>
                <a:lnTo>
                  <a:pt x="8570" y="90380"/>
                </a:lnTo>
                <a:lnTo>
                  <a:pt x="8502" y="90100"/>
                </a:lnTo>
                <a:lnTo>
                  <a:pt x="8417" y="89827"/>
                </a:lnTo>
                <a:lnTo>
                  <a:pt x="8315" y="89563"/>
                </a:lnTo>
                <a:lnTo>
                  <a:pt x="8196" y="89308"/>
                </a:lnTo>
                <a:lnTo>
                  <a:pt x="8062" y="89062"/>
                </a:lnTo>
                <a:lnTo>
                  <a:pt x="7913" y="88827"/>
                </a:lnTo>
                <a:lnTo>
                  <a:pt x="7749" y="88602"/>
                </a:lnTo>
                <a:lnTo>
                  <a:pt x="7572" y="88389"/>
                </a:lnTo>
                <a:lnTo>
                  <a:pt x="7382" y="88188"/>
                </a:lnTo>
                <a:lnTo>
                  <a:pt x="7179" y="88000"/>
                </a:lnTo>
                <a:lnTo>
                  <a:pt x="6965" y="87825"/>
                </a:lnTo>
                <a:lnTo>
                  <a:pt x="6739" y="87663"/>
                </a:lnTo>
                <a:lnTo>
                  <a:pt x="6504" y="87517"/>
                </a:lnTo>
                <a:lnTo>
                  <a:pt x="6258" y="87385"/>
                </a:lnTo>
                <a:lnTo>
                  <a:pt x="6004" y="87268"/>
                </a:lnTo>
                <a:lnTo>
                  <a:pt x="5742" y="87168"/>
                </a:lnTo>
                <a:lnTo>
                  <a:pt x="5472" y="87085"/>
                </a:lnTo>
                <a:lnTo>
                  <a:pt x="5195" y="87019"/>
                </a:lnTo>
                <a:lnTo>
                  <a:pt x="4912" y="86972"/>
                </a:lnTo>
                <a:lnTo>
                  <a:pt x="4623" y="86943"/>
                </a:lnTo>
                <a:lnTo>
                  <a:pt x="4329" y="86933"/>
                </a:lnTo>
                <a:lnTo>
                  <a:pt x="4029" y="86943"/>
                </a:lnTo>
                <a:lnTo>
                  <a:pt x="3735" y="86972"/>
                </a:lnTo>
                <a:lnTo>
                  <a:pt x="3447" y="87019"/>
                </a:lnTo>
                <a:lnTo>
                  <a:pt x="3167" y="87085"/>
                </a:lnTo>
                <a:lnTo>
                  <a:pt x="2894" y="87168"/>
                </a:lnTo>
                <a:lnTo>
                  <a:pt x="2630" y="87268"/>
                </a:lnTo>
                <a:lnTo>
                  <a:pt x="2375" y="87385"/>
                </a:lnTo>
                <a:lnTo>
                  <a:pt x="2129" y="87517"/>
                </a:lnTo>
                <a:lnTo>
                  <a:pt x="1894" y="87663"/>
                </a:lnTo>
                <a:lnTo>
                  <a:pt x="1670" y="87825"/>
                </a:lnTo>
                <a:lnTo>
                  <a:pt x="1457" y="88000"/>
                </a:lnTo>
                <a:lnTo>
                  <a:pt x="1256" y="88188"/>
                </a:lnTo>
                <a:lnTo>
                  <a:pt x="1067" y="88389"/>
                </a:lnTo>
                <a:lnTo>
                  <a:pt x="892" y="88602"/>
                </a:lnTo>
                <a:lnTo>
                  <a:pt x="731" y="88827"/>
                </a:lnTo>
                <a:lnTo>
                  <a:pt x="584" y="89062"/>
                </a:lnTo>
                <a:lnTo>
                  <a:pt x="452" y="89308"/>
                </a:lnTo>
                <a:lnTo>
                  <a:pt x="336" y="89563"/>
                </a:lnTo>
                <a:lnTo>
                  <a:pt x="236" y="89827"/>
                </a:lnTo>
                <a:lnTo>
                  <a:pt x="152" y="90100"/>
                </a:lnTo>
                <a:lnTo>
                  <a:pt x="87" y="90380"/>
                </a:lnTo>
                <a:lnTo>
                  <a:pt x="39" y="90668"/>
                </a:lnTo>
                <a:lnTo>
                  <a:pt x="10" y="90962"/>
                </a:lnTo>
                <a:lnTo>
                  <a:pt x="0" y="91262"/>
                </a:lnTo>
                <a:lnTo>
                  <a:pt x="58" y="138769"/>
                </a:lnTo>
                <a:lnTo>
                  <a:pt x="41388" y="115333"/>
                </a:lnTo>
                <a:lnTo>
                  <a:pt x="41641" y="115174"/>
                </a:lnTo>
                <a:lnTo>
                  <a:pt x="41880" y="115001"/>
                </a:lnTo>
                <a:lnTo>
                  <a:pt x="42104" y="114815"/>
                </a:lnTo>
                <a:lnTo>
                  <a:pt x="42314" y="114616"/>
                </a:lnTo>
                <a:lnTo>
                  <a:pt x="42509" y="114406"/>
                </a:lnTo>
                <a:lnTo>
                  <a:pt x="42688" y="114185"/>
                </a:lnTo>
                <a:lnTo>
                  <a:pt x="42852" y="113954"/>
                </a:lnTo>
                <a:lnTo>
                  <a:pt x="43000" y="113715"/>
                </a:lnTo>
                <a:lnTo>
                  <a:pt x="43133" y="113467"/>
                </a:lnTo>
                <a:lnTo>
                  <a:pt x="43249" y="113213"/>
                </a:lnTo>
                <a:lnTo>
                  <a:pt x="43348" y="112952"/>
                </a:lnTo>
                <a:lnTo>
                  <a:pt x="43430" y="112685"/>
                </a:lnTo>
                <a:lnTo>
                  <a:pt x="43496" y="112414"/>
                </a:lnTo>
                <a:lnTo>
                  <a:pt x="43544" y="112140"/>
                </a:lnTo>
                <a:lnTo>
                  <a:pt x="43574" y="111862"/>
                </a:lnTo>
                <a:lnTo>
                  <a:pt x="43586" y="111583"/>
                </a:lnTo>
                <a:lnTo>
                  <a:pt x="43580" y="111303"/>
                </a:lnTo>
                <a:lnTo>
                  <a:pt x="43556" y="111023"/>
                </a:lnTo>
                <a:lnTo>
                  <a:pt x="43512" y="110743"/>
                </a:lnTo>
                <a:lnTo>
                  <a:pt x="43450" y="110465"/>
                </a:lnTo>
                <a:lnTo>
                  <a:pt x="43368" y="110190"/>
                </a:lnTo>
                <a:lnTo>
                  <a:pt x="43267" y="109918"/>
                </a:lnTo>
                <a:lnTo>
                  <a:pt x="43146" y="109650"/>
                </a:lnTo>
                <a:lnTo>
                  <a:pt x="43005" y="109388"/>
                </a:lnTo>
                <a:lnTo>
                  <a:pt x="42853" y="109135"/>
                </a:lnTo>
                <a:lnTo>
                  <a:pt x="42686" y="108897"/>
                </a:lnTo>
                <a:lnTo>
                  <a:pt x="42505" y="108674"/>
                </a:lnTo>
                <a:lnTo>
                  <a:pt x="42312" y="108466"/>
                </a:lnTo>
                <a:lnTo>
                  <a:pt x="42106" y="108273"/>
                </a:lnTo>
                <a:lnTo>
                  <a:pt x="41890" y="108096"/>
                </a:lnTo>
                <a:lnTo>
                  <a:pt x="41663" y="107934"/>
                </a:lnTo>
                <a:lnTo>
                  <a:pt x="41427" y="107788"/>
                </a:lnTo>
                <a:lnTo>
                  <a:pt x="41182" y="107659"/>
                </a:lnTo>
                <a:lnTo>
                  <a:pt x="40930" y="107545"/>
                </a:lnTo>
                <a:lnTo>
                  <a:pt x="40671" y="107448"/>
                </a:lnTo>
                <a:lnTo>
                  <a:pt x="40407" y="107367"/>
                </a:lnTo>
                <a:lnTo>
                  <a:pt x="40138" y="107304"/>
                </a:lnTo>
                <a:lnTo>
                  <a:pt x="39865" y="107257"/>
                </a:lnTo>
                <a:lnTo>
                  <a:pt x="39589" y="107228"/>
                </a:lnTo>
                <a:lnTo>
                  <a:pt x="39310" y="107216"/>
                </a:lnTo>
                <a:lnTo>
                  <a:pt x="39031" y="107221"/>
                </a:lnTo>
                <a:lnTo>
                  <a:pt x="38751" y="107245"/>
                </a:lnTo>
                <a:lnTo>
                  <a:pt x="38472" y="107286"/>
                </a:lnTo>
                <a:lnTo>
                  <a:pt x="38194" y="107346"/>
                </a:lnTo>
                <a:lnTo>
                  <a:pt x="37919" y="107424"/>
                </a:lnTo>
                <a:lnTo>
                  <a:pt x="37647" y="107521"/>
                </a:lnTo>
                <a:lnTo>
                  <a:pt x="37379" y="107637"/>
                </a:lnTo>
                <a:lnTo>
                  <a:pt x="37117" y="107771"/>
                </a:lnTo>
                <a:lnTo>
                  <a:pt x="16161" y="119672"/>
                </a:lnTo>
                <a:lnTo>
                  <a:pt x="18876" y="114987"/>
                </a:lnTo>
                <a:lnTo>
                  <a:pt x="18818" y="115102"/>
                </a:lnTo>
                <a:lnTo>
                  <a:pt x="26611" y="102403"/>
                </a:lnTo>
                <a:lnTo>
                  <a:pt x="26553" y="102518"/>
                </a:lnTo>
                <a:lnTo>
                  <a:pt x="34635" y="90165"/>
                </a:lnTo>
                <a:lnTo>
                  <a:pt x="34577" y="90339"/>
                </a:lnTo>
                <a:lnTo>
                  <a:pt x="43062" y="78390"/>
                </a:lnTo>
                <a:lnTo>
                  <a:pt x="42947" y="78563"/>
                </a:lnTo>
                <a:lnTo>
                  <a:pt x="51894" y="67191"/>
                </a:lnTo>
                <a:lnTo>
                  <a:pt x="51721" y="67364"/>
                </a:lnTo>
                <a:lnTo>
                  <a:pt x="61259" y="56677"/>
                </a:lnTo>
                <a:lnTo>
                  <a:pt x="71290" y="46930"/>
                </a:lnTo>
                <a:lnTo>
                  <a:pt x="71001" y="47161"/>
                </a:lnTo>
                <a:lnTo>
                  <a:pt x="82034" y="38081"/>
                </a:lnTo>
                <a:lnTo>
                  <a:pt x="87626" y="34000"/>
                </a:lnTo>
                <a:lnTo>
                  <a:pt x="87452" y="34173"/>
                </a:lnTo>
                <a:lnTo>
                  <a:pt x="93571" y="30248"/>
                </a:lnTo>
                <a:lnTo>
                  <a:pt x="93398" y="30305"/>
                </a:lnTo>
                <a:lnTo>
                  <a:pt x="99690" y="26669"/>
                </a:lnTo>
                <a:lnTo>
                  <a:pt x="99459" y="26784"/>
                </a:lnTo>
                <a:lnTo>
                  <a:pt x="106040" y="23436"/>
                </a:lnTo>
                <a:lnTo>
                  <a:pt x="105866" y="23494"/>
                </a:lnTo>
                <a:lnTo>
                  <a:pt x="112678" y="20434"/>
                </a:lnTo>
                <a:lnTo>
                  <a:pt x="112505" y="20550"/>
                </a:lnTo>
                <a:lnTo>
                  <a:pt x="119605" y="17779"/>
                </a:lnTo>
                <a:lnTo>
                  <a:pt x="119374" y="17837"/>
                </a:lnTo>
                <a:lnTo>
                  <a:pt x="126820" y="15412"/>
                </a:lnTo>
                <a:lnTo>
                  <a:pt x="126590" y="15470"/>
                </a:lnTo>
                <a:lnTo>
                  <a:pt x="134175" y="13432"/>
                </a:lnTo>
                <a:lnTo>
                  <a:pt x="142117" y="11718"/>
                </a:lnTo>
                <a:lnTo>
                  <a:pt x="141944" y="11776"/>
                </a:lnTo>
                <a:lnTo>
                  <a:pt x="150314" y="10390"/>
                </a:lnTo>
                <a:lnTo>
                  <a:pt x="150083" y="10390"/>
                </a:lnTo>
                <a:lnTo>
                  <a:pt x="158800" y="9409"/>
                </a:lnTo>
                <a:lnTo>
                  <a:pt x="158569" y="9409"/>
                </a:lnTo>
                <a:lnTo>
                  <a:pt x="167632" y="8832"/>
                </a:lnTo>
                <a:lnTo>
                  <a:pt x="167458" y="8832"/>
                </a:lnTo>
                <a:lnTo>
                  <a:pt x="176770" y="8660"/>
                </a:lnTo>
                <a:lnTo>
                  <a:pt x="186507" y="8890"/>
                </a:lnTo>
                <a:lnTo>
                  <a:pt x="186334" y="8890"/>
                </a:lnTo>
                <a:lnTo>
                  <a:pt x="196551" y="9525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C5EF9-B3F6-4890-9E6C-E683DE94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6732" y="1715047"/>
            <a:ext cx="644204" cy="172307"/>
          </a:xfrm>
          <a:custGeom xmlns:a="http://schemas.openxmlformats.org/drawingml/2006/main">
            <a:pathLst>
              <a:path w="644204" h="172307">
                <a:moveTo>
                  <a:pt x="48435" y="8793"/>
                </a:moveTo>
                <a:lnTo>
                  <a:pt x="48720" y="8735"/>
                </a:lnTo>
                <a:lnTo>
                  <a:pt x="48997" y="8659"/>
                </a:lnTo>
                <a:lnTo>
                  <a:pt x="49266" y="8565"/>
                </a:lnTo>
                <a:lnTo>
                  <a:pt x="49527" y="8455"/>
                </a:lnTo>
                <a:lnTo>
                  <a:pt x="49777" y="8328"/>
                </a:lnTo>
                <a:lnTo>
                  <a:pt x="50018" y="8185"/>
                </a:lnTo>
                <a:lnTo>
                  <a:pt x="50248" y="8028"/>
                </a:lnTo>
                <a:lnTo>
                  <a:pt x="50467" y="7857"/>
                </a:lnTo>
                <a:lnTo>
                  <a:pt x="50674" y="7672"/>
                </a:lnTo>
                <a:lnTo>
                  <a:pt x="50868" y="7475"/>
                </a:lnTo>
                <a:lnTo>
                  <a:pt x="51050" y="7266"/>
                </a:lnTo>
                <a:lnTo>
                  <a:pt x="51218" y="7046"/>
                </a:lnTo>
                <a:lnTo>
                  <a:pt x="51372" y="6815"/>
                </a:lnTo>
                <a:lnTo>
                  <a:pt x="51511" y="6575"/>
                </a:lnTo>
                <a:lnTo>
                  <a:pt x="51636" y="6326"/>
                </a:lnTo>
                <a:lnTo>
                  <a:pt x="51744" y="6069"/>
                </a:lnTo>
                <a:lnTo>
                  <a:pt x="51836" y="5804"/>
                </a:lnTo>
                <a:lnTo>
                  <a:pt x="51910" y="5532"/>
                </a:lnTo>
                <a:lnTo>
                  <a:pt x="51968" y="5255"/>
                </a:lnTo>
                <a:lnTo>
                  <a:pt x="52007" y="4972"/>
                </a:lnTo>
                <a:lnTo>
                  <a:pt x="52027" y="4684"/>
                </a:lnTo>
                <a:lnTo>
                  <a:pt x="52028" y="4393"/>
                </a:lnTo>
                <a:lnTo>
                  <a:pt x="52010" y="4098"/>
                </a:lnTo>
                <a:lnTo>
                  <a:pt x="51971" y="3806"/>
                </a:lnTo>
                <a:lnTo>
                  <a:pt x="51913" y="3521"/>
                </a:lnTo>
                <a:lnTo>
                  <a:pt x="51837" y="3243"/>
                </a:lnTo>
                <a:lnTo>
                  <a:pt x="51743" y="2974"/>
                </a:lnTo>
                <a:lnTo>
                  <a:pt x="51632" y="2714"/>
                </a:lnTo>
                <a:lnTo>
                  <a:pt x="51505" y="2463"/>
                </a:lnTo>
                <a:lnTo>
                  <a:pt x="51363" y="2223"/>
                </a:lnTo>
                <a:lnTo>
                  <a:pt x="51206" y="1993"/>
                </a:lnTo>
                <a:lnTo>
                  <a:pt x="51035" y="1774"/>
                </a:lnTo>
                <a:lnTo>
                  <a:pt x="50850" y="1567"/>
                </a:lnTo>
                <a:lnTo>
                  <a:pt x="50653" y="1372"/>
                </a:lnTo>
                <a:lnTo>
                  <a:pt x="50444" y="1191"/>
                </a:lnTo>
                <a:lnTo>
                  <a:pt x="50224" y="1022"/>
                </a:lnTo>
                <a:lnTo>
                  <a:pt x="49993" y="868"/>
                </a:lnTo>
                <a:lnTo>
                  <a:pt x="49753" y="729"/>
                </a:lnTo>
                <a:lnTo>
                  <a:pt x="49504" y="605"/>
                </a:lnTo>
                <a:lnTo>
                  <a:pt x="49247" y="497"/>
                </a:lnTo>
                <a:lnTo>
                  <a:pt x="48982" y="405"/>
                </a:lnTo>
                <a:lnTo>
                  <a:pt x="48710" y="330"/>
                </a:lnTo>
                <a:lnTo>
                  <a:pt x="48433" y="273"/>
                </a:lnTo>
                <a:lnTo>
                  <a:pt x="48150" y="234"/>
                </a:lnTo>
                <a:lnTo>
                  <a:pt x="47862" y="213"/>
                </a:lnTo>
                <a:lnTo>
                  <a:pt x="47571" y="212"/>
                </a:lnTo>
                <a:lnTo>
                  <a:pt x="47276" y="231"/>
                </a:lnTo>
                <a:lnTo>
                  <a:pt x="0" y="5080"/>
                </a:lnTo>
                <a:lnTo>
                  <a:pt x="27477" y="43813"/>
                </a:lnTo>
                <a:lnTo>
                  <a:pt x="27657" y="44050"/>
                </a:lnTo>
                <a:lnTo>
                  <a:pt x="27850" y="44272"/>
                </a:lnTo>
                <a:lnTo>
                  <a:pt x="28054" y="44478"/>
                </a:lnTo>
                <a:lnTo>
                  <a:pt x="28271" y="44667"/>
                </a:lnTo>
                <a:lnTo>
                  <a:pt x="28497" y="44841"/>
                </a:lnTo>
                <a:lnTo>
                  <a:pt x="28732" y="44998"/>
                </a:lnTo>
                <a:lnTo>
                  <a:pt x="28976" y="45138"/>
                </a:lnTo>
                <a:lnTo>
                  <a:pt x="29228" y="45262"/>
                </a:lnTo>
                <a:lnTo>
                  <a:pt x="29486" y="45369"/>
                </a:lnTo>
                <a:lnTo>
                  <a:pt x="29750" y="45459"/>
                </a:lnTo>
                <a:lnTo>
                  <a:pt x="30018" y="45532"/>
                </a:lnTo>
                <a:lnTo>
                  <a:pt x="30291" y="45588"/>
                </a:lnTo>
                <a:lnTo>
                  <a:pt x="30566" y="45626"/>
                </a:lnTo>
                <a:lnTo>
                  <a:pt x="30844" y="45647"/>
                </a:lnTo>
                <a:lnTo>
                  <a:pt x="31123" y="45649"/>
                </a:lnTo>
                <a:lnTo>
                  <a:pt x="31402" y="45634"/>
                </a:lnTo>
                <a:lnTo>
                  <a:pt x="31681" y="45601"/>
                </a:lnTo>
                <a:lnTo>
                  <a:pt x="31958" y="45550"/>
                </a:lnTo>
                <a:lnTo>
                  <a:pt x="32232" y="45480"/>
                </a:lnTo>
                <a:lnTo>
                  <a:pt x="32504" y="45392"/>
                </a:lnTo>
                <a:lnTo>
                  <a:pt x="32771" y="45285"/>
                </a:lnTo>
                <a:lnTo>
                  <a:pt x="33033" y="45160"/>
                </a:lnTo>
                <a:lnTo>
                  <a:pt x="33289" y="45015"/>
                </a:lnTo>
                <a:lnTo>
                  <a:pt x="33538" y="44852"/>
                </a:lnTo>
                <a:lnTo>
                  <a:pt x="33768" y="44672"/>
                </a:lnTo>
                <a:lnTo>
                  <a:pt x="33984" y="44479"/>
                </a:lnTo>
                <a:lnTo>
                  <a:pt x="34184" y="44274"/>
                </a:lnTo>
                <a:lnTo>
                  <a:pt x="34368" y="44058"/>
                </a:lnTo>
                <a:lnTo>
                  <a:pt x="34537" y="43832"/>
                </a:lnTo>
                <a:lnTo>
                  <a:pt x="34690" y="43597"/>
                </a:lnTo>
                <a:lnTo>
                  <a:pt x="34826" y="43354"/>
                </a:lnTo>
                <a:lnTo>
                  <a:pt x="34947" y="43103"/>
                </a:lnTo>
                <a:lnTo>
                  <a:pt x="35051" y="42846"/>
                </a:lnTo>
                <a:lnTo>
                  <a:pt x="35138" y="42583"/>
                </a:lnTo>
                <a:lnTo>
                  <a:pt x="35209" y="42316"/>
                </a:lnTo>
                <a:lnTo>
                  <a:pt x="35262" y="42045"/>
                </a:lnTo>
                <a:lnTo>
                  <a:pt x="35299" y="41771"/>
                </a:lnTo>
                <a:lnTo>
                  <a:pt x="35318" y="41496"/>
                </a:lnTo>
                <a:lnTo>
                  <a:pt x="35320" y="41220"/>
                </a:lnTo>
                <a:lnTo>
                  <a:pt x="35304" y="40944"/>
                </a:lnTo>
                <a:lnTo>
                  <a:pt x="35270" y="40669"/>
                </a:lnTo>
                <a:lnTo>
                  <a:pt x="35218" y="40395"/>
                </a:lnTo>
                <a:lnTo>
                  <a:pt x="35148" y="40125"/>
                </a:lnTo>
                <a:lnTo>
                  <a:pt x="35060" y="39858"/>
                </a:lnTo>
                <a:lnTo>
                  <a:pt x="34953" y="39597"/>
                </a:lnTo>
                <a:lnTo>
                  <a:pt x="34827" y="39340"/>
                </a:lnTo>
                <a:lnTo>
                  <a:pt x="34683" y="39091"/>
                </a:lnTo>
                <a:lnTo>
                  <a:pt x="34519" y="38848"/>
                </a:lnTo>
                <a:lnTo>
                  <a:pt x="20611" y="19183"/>
                </a:lnTo>
                <a:lnTo>
                  <a:pt x="63208" y="38502"/>
                </a:lnTo>
                <a:lnTo>
                  <a:pt x="95476" y="52991"/>
                </a:lnTo>
                <a:lnTo>
                  <a:pt x="108562" y="58597"/>
                </a:lnTo>
                <a:lnTo>
                  <a:pt x="121903" y="64359"/>
                </a:lnTo>
                <a:lnTo>
                  <a:pt x="135481" y="70249"/>
                </a:lnTo>
                <a:lnTo>
                  <a:pt x="149279" y="76237"/>
                </a:lnTo>
                <a:lnTo>
                  <a:pt x="163277" y="82293"/>
                </a:lnTo>
                <a:lnTo>
                  <a:pt x="177459" y="88389"/>
                </a:lnTo>
                <a:lnTo>
                  <a:pt x="191806" y="94494"/>
                </a:lnTo>
                <a:lnTo>
                  <a:pt x="206299" y="100581"/>
                </a:lnTo>
                <a:lnTo>
                  <a:pt x="220921" y="106618"/>
                </a:lnTo>
                <a:lnTo>
                  <a:pt x="235654" y="112578"/>
                </a:lnTo>
                <a:lnTo>
                  <a:pt x="250479" y="118430"/>
                </a:lnTo>
                <a:lnTo>
                  <a:pt x="265378" y="124145"/>
                </a:lnTo>
                <a:lnTo>
                  <a:pt x="280334" y="129694"/>
                </a:lnTo>
                <a:lnTo>
                  <a:pt x="295328" y="135048"/>
                </a:lnTo>
                <a:lnTo>
                  <a:pt x="310342" y="140177"/>
                </a:lnTo>
                <a:lnTo>
                  <a:pt x="325358" y="145052"/>
                </a:lnTo>
                <a:lnTo>
                  <a:pt x="340357" y="149643"/>
                </a:lnTo>
                <a:lnTo>
                  <a:pt x="355323" y="153922"/>
                </a:lnTo>
                <a:lnTo>
                  <a:pt x="370236" y="157859"/>
                </a:lnTo>
                <a:lnTo>
                  <a:pt x="385078" y="161424"/>
                </a:lnTo>
                <a:lnTo>
                  <a:pt x="399832" y="164588"/>
                </a:lnTo>
                <a:lnTo>
                  <a:pt x="414479" y="167323"/>
                </a:lnTo>
                <a:lnTo>
                  <a:pt x="429001" y="169598"/>
                </a:lnTo>
                <a:lnTo>
                  <a:pt x="443381" y="171384"/>
                </a:lnTo>
                <a:lnTo>
                  <a:pt x="453771" y="172076"/>
                </a:lnTo>
                <a:lnTo>
                  <a:pt x="463757" y="172307"/>
                </a:lnTo>
                <a:lnTo>
                  <a:pt x="472900" y="172110"/>
                </a:lnTo>
                <a:lnTo>
                  <a:pt x="481742" y="171546"/>
                </a:lnTo>
                <a:lnTo>
                  <a:pt x="490292" y="170618"/>
                </a:lnTo>
                <a:lnTo>
                  <a:pt x="498562" y="169331"/>
                </a:lnTo>
                <a:lnTo>
                  <a:pt x="506562" y="167689"/>
                </a:lnTo>
                <a:lnTo>
                  <a:pt x="514302" y="165696"/>
                </a:lnTo>
                <a:lnTo>
                  <a:pt x="521793" y="163356"/>
                </a:lnTo>
                <a:lnTo>
                  <a:pt x="529046" y="160672"/>
                </a:lnTo>
                <a:lnTo>
                  <a:pt x="536071" y="157650"/>
                </a:lnTo>
                <a:lnTo>
                  <a:pt x="542878" y="154292"/>
                </a:lnTo>
                <a:lnTo>
                  <a:pt x="549478" y="150603"/>
                </a:lnTo>
                <a:lnTo>
                  <a:pt x="555882" y="146587"/>
                </a:lnTo>
                <a:lnTo>
                  <a:pt x="562100" y="142249"/>
                </a:lnTo>
                <a:lnTo>
                  <a:pt x="568142" y="137591"/>
                </a:lnTo>
                <a:lnTo>
                  <a:pt x="574020" y="132618"/>
                </a:lnTo>
                <a:lnTo>
                  <a:pt x="579743" y="127334"/>
                </a:lnTo>
                <a:lnTo>
                  <a:pt x="585322" y="121743"/>
                </a:lnTo>
                <a:lnTo>
                  <a:pt x="590768" y="115849"/>
                </a:lnTo>
                <a:lnTo>
                  <a:pt x="596091" y="109656"/>
                </a:lnTo>
                <a:lnTo>
                  <a:pt x="601301" y="103169"/>
                </a:lnTo>
                <a:lnTo>
                  <a:pt x="606410" y="96390"/>
                </a:lnTo>
                <a:lnTo>
                  <a:pt x="611427" y="89325"/>
                </a:lnTo>
                <a:lnTo>
                  <a:pt x="616363" y="81976"/>
                </a:lnTo>
                <a:lnTo>
                  <a:pt x="621230" y="74349"/>
                </a:lnTo>
                <a:lnTo>
                  <a:pt x="629080" y="61650"/>
                </a:lnTo>
                <a:lnTo>
                  <a:pt x="644204" y="35674"/>
                </a:lnTo>
                <a:lnTo>
                  <a:pt x="636700" y="31287"/>
                </a:lnTo>
                <a:lnTo>
                  <a:pt x="621634" y="57263"/>
                </a:lnTo>
                <a:lnTo>
                  <a:pt x="621691" y="57147"/>
                </a:lnTo>
                <a:lnTo>
                  <a:pt x="613899" y="69789"/>
                </a:lnTo>
                <a:lnTo>
                  <a:pt x="613956" y="69673"/>
                </a:lnTo>
                <a:lnTo>
                  <a:pt x="605960" y="81954"/>
                </a:lnTo>
                <a:lnTo>
                  <a:pt x="597505" y="93802"/>
                </a:lnTo>
                <a:lnTo>
                  <a:pt x="597620" y="93687"/>
                </a:lnTo>
                <a:lnTo>
                  <a:pt x="588673" y="105058"/>
                </a:lnTo>
                <a:lnTo>
                  <a:pt x="588846" y="104827"/>
                </a:lnTo>
                <a:lnTo>
                  <a:pt x="579297" y="115527"/>
                </a:lnTo>
                <a:lnTo>
                  <a:pt x="569220" y="125320"/>
                </a:lnTo>
                <a:lnTo>
                  <a:pt x="569509" y="125089"/>
                </a:lnTo>
                <a:lnTo>
                  <a:pt x="558547" y="134099"/>
                </a:lnTo>
                <a:lnTo>
                  <a:pt x="552928" y="138160"/>
                </a:lnTo>
                <a:lnTo>
                  <a:pt x="546996" y="142002"/>
                </a:lnTo>
                <a:lnTo>
                  <a:pt x="547169" y="141886"/>
                </a:lnTo>
                <a:lnTo>
                  <a:pt x="540877" y="145523"/>
                </a:lnTo>
                <a:lnTo>
                  <a:pt x="541050" y="145465"/>
                </a:lnTo>
                <a:lnTo>
                  <a:pt x="534664" y="148715"/>
                </a:lnTo>
                <a:lnTo>
                  <a:pt x="527832" y="151815"/>
                </a:lnTo>
                <a:lnTo>
                  <a:pt x="528062" y="151700"/>
                </a:lnTo>
                <a:lnTo>
                  <a:pt x="520962" y="154470"/>
                </a:lnTo>
                <a:lnTo>
                  <a:pt x="521193" y="154413"/>
                </a:lnTo>
                <a:lnTo>
                  <a:pt x="513747" y="156837"/>
                </a:lnTo>
                <a:lnTo>
                  <a:pt x="513920" y="156779"/>
                </a:lnTo>
                <a:lnTo>
                  <a:pt x="506389" y="158818"/>
                </a:lnTo>
                <a:lnTo>
                  <a:pt x="498392" y="160531"/>
                </a:lnTo>
                <a:lnTo>
                  <a:pt x="498623" y="160531"/>
                </a:lnTo>
                <a:lnTo>
                  <a:pt x="490253" y="161917"/>
                </a:lnTo>
                <a:lnTo>
                  <a:pt x="490484" y="161859"/>
                </a:lnTo>
                <a:lnTo>
                  <a:pt x="481767" y="162840"/>
                </a:lnTo>
                <a:lnTo>
                  <a:pt x="481998" y="162840"/>
                </a:lnTo>
                <a:lnTo>
                  <a:pt x="472878" y="163475"/>
                </a:lnTo>
                <a:lnTo>
                  <a:pt x="473109" y="163475"/>
                </a:lnTo>
                <a:lnTo>
                  <a:pt x="463797" y="163647"/>
                </a:lnTo>
                <a:lnTo>
                  <a:pt x="454060" y="163418"/>
                </a:lnTo>
                <a:lnTo>
                  <a:pt x="454233" y="163418"/>
                </a:lnTo>
                <a:lnTo>
                  <a:pt x="444016" y="162783"/>
                </a:lnTo>
                <a:lnTo>
                  <a:pt x="444189" y="162783"/>
                </a:lnTo>
                <a:lnTo>
                  <a:pt x="433625" y="161686"/>
                </a:lnTo>
                <a:lnTo>
                  <a:pt x="433741" y="161686"/>
                </a:lnTo>
                <a:lnTo>
                  <a:pt x="422831" y="160185"/>
                </a:lnTo>
                <a:lnTo>
                  <a:pt x="422889" y="160185"/>
                </a:lnTo>
                <a:lnTo>
                  <a:pt x="411632" y="158338"/>
                </a:lnTo>
                <a:lnTo>
                  <a:pt x="411748" y="158396"/>
                </a:lnTo>
                <a:lnTo>
                  <a:pt x="400088" y="156144"/>
                </a:lnTo>
                <a:lnTo>
                  <a:pt x="400203" y="156144"/>
                </a:lnTo>
                <a:lnTo>
                  <a:pt x="388196" y="153489"/>
                </a:lnTo>
                <a:lnTo>
                  <a:pt x="388312" y="153547"/>
                </a:lnTo>
                <a:lnTo>
                  <a:pt x="376016" y="150545"/>
                </a:lnTo>
                <a:lnTo>
                  <a:pt x="376074" y="150545"/>
                </a:lnTo>
                <a:lnTo>
                  <a:pt x="363490" y="147197"/>
                </a:lnTo>
                <a:lnTo>
                  <a:pt x="363548" y="147255"/>
                </a:lnTo>
                <a:lnTo>
                  <a:pt x="350675" y="143618"/>
                </a:lnTo>
                <a:lnTo>
                  <a:pt x="350733" y="143618"/>
                </a:lnTo>
                <a:lnTo>
                  <a:pt x="337572" y="139635"/>
                </a:lnTo>
                <a:lnTo>
                  <a:pt x="337630" y="139635"/>
                </a:lnTo>
                <a:lnTo>
                  <a:pt x="324180" y="135421"/>
                </a:lnTo>
                <a:lnTo>
                  <a:pt x="324238" y="135421"/>
                </a:lnTo>
                <a:lnTo>
                  <a:pt x="310557" y="130919"/>
                </a:lnTo>
                <a:lnTo>
                  <a:pt x="296645" y="126128"/>
                </a:lnTo>
                <a:lnTo>
                  <a:pt x="296703" y="126128"/>
                </a:lnTo>
                <a:lnTo>
                  <a:pt x="282503" y="120990"/>
                </a:lnTo>
                <a:lnTo>
                  <a:pt x="282561" y="121048"/>
                </a:lnTo>
                <a:lnTo>
                  <a:pt x="253583" y="110196"/>
                </a:lnTo>
                <a:lnTo>
                  <a:pt x="253641" y="110196"/>
                </a:lnTo>
                <a:lnTo>
                  <a:pt x="223797" y="98478"/>
                </a:lnTo>
                <a:lnTo>
                  <a:pt x="223913" y="98478"/>
                </a:lnTo>
                <a:lnTo>
                  <a:pt x="193434" y="85952"/>
                </a:lnTo>
                <a:lnTo>
                  <a:pt x="193492" y="86009"/>
                </a:lnTo>
                <a:lnTo>
                  <a:pt x="162436" y="72848"/>
                </a:lnTo>
                <a:lnTo>
                  <a:pt x="130861" y="59167"/>
                </a:lnTo>
                <a:lnTo>
                  <a:pt x="130919" y="59167"/>
                </a:lnTo>
                <a:lnTo>
                  <a:pt x="98940" y="45083"/>
                </a:lnTo>
                <a:lnTo>
                  <a:pt x="98997" y="45083"/>
                </a:lnTo>
                <a:lnTo>
                  <a:pt x="66787" y="30594"/>
                </a:lnTo>
                <a:lnTo>
                  <a:pt x="24188" y="11293"/>
                </a:lnTo>
                <a:lnTo>
                  <a:pt x="48142" y="8832"/>
                </a:lnTo>
                <a:lnTo>
                  <a:pt x="48435" y="8793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8DC59-A319-4066-8BB0-8FD5E21D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480" y="1182846"/>
            <a:ext cx="642299" cy="171193"/>
          </a:xfrm>
          <a:custGeom xmlns:a="http://schemas.openxmlformats.org/drawingml/2006/main">
            <a:pathLst>
              <a:path w="642299" h="171193">
                <a:moveTo>
                  <a:pt x="132651" y="113180"/>
                </a:moveTo>
                <a:lnTo>
                  <a:pt x="164168" y="99499"/>
                </a:lnTo>
                <a:lnTo>
                  <a:pt x="195224" y="86338"/>
                </a:lnTo>
                <a:lnTo>
                  <a:pt x="225702" y="73870"/>
                </a:lnTo>
                <a:lnTo>
                  <a:pt x="225645" y="73870"/>
                </a:lnTo>
                <a:lnTo>
                  <a:pt x="255430" y="62152"/>
                </a:lnTo>
                <a:lnTo>
                  <a:pt x="255315" y="62152"/>
                </a:lnTo>
                <a:lnTo>
                  <a:pt x="284350" y="51300"/>
                </a:lnTo>
                <a:lnTo>
                  <a:pt x="284292" y="51300"/>
                </a:lnTo>
                <a:lnTo>
                  <a:pt x="298435" y="46220"/>
                </a:lnTo>
                <a:lnTo>
                  <a:pt x="298377" y="46220"/>
                </a:lnTo>
                <a:lnTo>
                  <a:pt x="312346" y="41429"/>
                </a:lnTo>
                <a:lnTo>
                  <a:pt x="326027" y="36869"/>
                </a:lnTo>
                <a:lnTo>
                  <a:pt x="325969" y="36926"/>
                </a:lnTo>
                <a:lnTo>
                  <a:pt x="339419" y="32655"/>
                </a:lnTo>
                <a:lnTo>
                  <a:pt x="339361" y="32712"/>
                </a:lnTo>
                <a:lnTo>
                  <a:pt x="352523" y="28729"/>
                </a:lnTo>
                <a:lnTo>
                  <a:pt x="352465" y="28729"/>
                </a:lnTo>
                <a:lnTo>
                  <a:pt x="365337" y="25093"/>
                </a:lnTo>
                <a:lnTo>
                  <a:pt x="365280" y="25093"/>
                </a:lnTo>
                <a:lnTo>
                  <a:pt x="377864" y="21745"/>
                </a:lnTo>
                <a:lnTo>
                  <a:pt x="377806" y="21802"/>
                </a:lnTo>
                <a:lnTo>
                  <a:pt x="390101" y="18801"/>
                </a:lnTo>
                <a:lnTo>
                  <a:pt x="389986" y="18801"/>
                </a:lnTo>
                <a:lnTo>
                  <a:pt x="401935" y="16203"/>
                </a:lnTo>
                <a:lnTo>
                  <a:pt x="401819" y="16203"/>
                </a:lnTo>
                <a:lnTo>
                  <a:pt x="413480" y="13952"/>
                </a:lnTo>
                <a:lnTo>
                  <a:pt x="413364" y="13952"/>
                </a:lnTo>
                <a:lnTo>
                  <a:pt x="424678" y="12105"/>
                </a:lnTo>
                <a:lnTo>
                  <a:pt x="424563" y="12163"/>
                </a:lnTo>
                <a:lnTo>
                  <a:pt x="435530" y="10604"/>
                </a:lnTo>
                <a:lnTo>
                  <a:pt x="435357" y="10662"/>
                </a:lnTo>
                <a:lnTo>
                  <a:pt x="445921" y="9565"/>
                </a:lnTo>
                <a:lnTo>
                  <a:pt x="445747" y="9565"/>
                </a:lnTo>
                <a:lnTo>
                  <a:pt x="455965" y="8930"/>
                </a:lnTo>
                <a:lnTo>
                  <a:pt x="455792" y="8930"/>
                </a:lnTo>
                <a:lnTo>
                  <a:pt x="465529" y="8701"/>
                </a:lnTo>
                <a:lnTo>
                  <a:pt x="474898" y="8872"/>
                </a:lnTo>
                <a:lnTo>
                  <a:pt x="474667" y="8872"/>
                </a:lnTo>
                <a:lnTo>
                  <a:pt x="483730" y="9507"/>
                </a:lnTo>
                <a:lnTo>
                  <a:pt x="483499" y="9449"/>
                </a:lnTo>
                <a:lnTo>
                  <a:pt x="492216" y="10489"/>
                </a:lnTo>
                <a:lnTo>
                  <a:pt x="491985" y="10431"/>
                </a:lnTo>
                <a:lnTo>
                  <a:pt x="500412" y="11816"/>
                </a:lnTo>
                <a:lnTo>
                  <a:pt x="500182" y="11758"/>
                </a:lnTo>
                <a:lnTo>
                  <a:pt x="508105" y="13469"/>
                </a:lnTo>
                <a:lnTo>
                  <a:pt x="515709" y="15568"/>
                </a:lnTo>
                <a:lnTo>
                  <a:pt x="515536" y="15511"/>
                </a:lnTo>
                <a:lnTo>
                  <a:pt x="522925" y="17935"/>
                </a:lnTo>
                <a:lnTo>
                  <a:pt x="522694" y="17877"/>
                </a:lnTo>
                <a:lnTo>
                  <a:pt x="529794" y="20648"/>
                </a:lnTo>
                <a:lnTo>
                  <a:pt x="529621" y="20533"/>
                </a:lnTo>
                <a:lnTo>
                  <a:pt x="536432" y="23592"/>
                </a:lnTo>
                <a:lnTo>
                  <a:pt x="536259" y="23534"/>
                </a:lnTo>
                <a:lnTo>
                  <a:pt x="542840" y="26882"/>
                </a:lnTo>
                <a:lnTo>
                  <a:pt x="542609" y="26767"/>
                </a:lnTo>
                <a:lnTo>
                  <a:pt x="548959" y="30403"/>
                </a:lnTo>
                <a:lnTo>
                  <a:pt x="548728" y="30288"/>
                </a:lnTo>
                <a:lnTo>
                  <a:pt x="554789" y="34271"/>
                </a:lnTo>
                <a:lnTo>
                  <a:pt x="554673" y="34156"/>
                </a:lnTo>
                <a:lnTo>
                  <a:pt x="560345" y="38199"/>
                </a:lnTo>
                <a:lnTo>
                  <a:pt x="571240" y="47259"/>
                </a:lnTo>
                <a:lnTo>
                  <a:pt x="571009" y="47028"/>
                </a:lnTo>
                <a:lnTo>
                  <a:pt x="581104" y="56782"/>
                </a:lnTo>
                <a:lnTo>
                  <a:pt x="590636" y="67462"/>
                </a:lnTo>
                <a:lnTo>
                  <a:pt x="590462" y="67289"/>
                </a:lnTo>
                <a:lnTo>
                  <a:pt x="599410" y="78661"/>
                </a:lnTo>
                <a:lnTo>
                  <a:pt x="599294" y="78488"/>
                </a:lnTo>
                <a:lnTo>
                  <a:pt x="607745" y="90388"/>
                </a:lnTo>
                <a:lnTo>
                  <a:pt x="615688" y="102617"/>
                </a:lnTo>
                <a:lnTo>
                  <a:pt x="615630" y="102501"/>
                </a:lnTo>
                <a:lnTo>
                  <a:pt x="623423" y="115201"/>
                </a:lnTo>
                <a:lnTo>
                  <a:pt x="623365" y="115085"/>
                </a:lnTo>
                <a:lnTo>
                  <a:pt x="626093" y="119768"/>
                </a:lnTo>
                <a:lnTo>
                  <a:pt x="605182" y="107927"/>
                </a:lnTo>
                <a:lnTo>
                  <a:pt x="604920" y="107793"/>
                </a:lnTo>
                <a:lnTo>
                  <a:pt x="604652" y="107677"/>
                </a:lnTo>
                <a:lnTo>
                  <a:pt x="604380" y="107580"/>
                </a:lnTo>
                <a:lnTo>
                  <a:pt x="604105" y="107502"/>
                </a:lnTo>
                <a:lnTo>
                  <a:pt x="603827" y="107442"/>
                </a:lnTo>
                <a:lnTo>
                  <a:pt x="603548" y="107400"/>
                </a:lnTo>
                <a:lnTo>
                  <a:pt x="603268" y="107377"/>
                </a:lnTo>
                <a:lnTo>
                  <a:pt x="602989" y="107371"/>
                </a:lnTo>
                <a:lnTo>
                  <a:pt x="602710" y="107383"/>
                </a:lnTo>
                <a:lnTo>
                  <a:pt x="602434" y="107413"/>
                </a:lnTo>
                <a:lnTo>
                  <a:pt x="602161" y="107459"/>
                </a:lnTo>
                <a:lnTo>
                  <a:pt x="601892" y="107523"/>
                </a:lnTo>
                <a:lnTo>
                  <a:pt x="601627" y="107604"/>
                </a:lnTo>
                <a:lnTo>
                  <a:pt x="601369" y="107701"/>
                </a:lnTo>
                <a:lnTo>
                  <a:pt x="601117" y="107814"/>
                </a:lnTo>
                <a:lnTo>
                  <a:pt x="600872" y="107944"/>
                </a:lnTo>
                <a:lnTo>
                  <a:pt x="600636" y="108090"/>
                </a:lnTo>
                <a:lnTo>
                  <a:pt x="600409" y="108252"/>
                </a:lnTo>
                <a:lnTo>
                  <a:pt x="600192" y="108429"/>
                </a:lnTo>
                <a:lnTo>
                  <a:pt x="599987" y="108622"/>
                </a:lnTo>
                <a:lnTo>
                  <a:pt x="599794" y="108830"/>
                </a:lnTo>
                <a:lnTo>
                  <a:pt x="599613" y="109053"/>
                </a:lnTo>
                <a:lnTo>
                  <a:pt x="599446" y="109291"/>
                </a:lnTo>
                <a:lnTo>
                  <a:pt x="599294" y="109544"/>
                </a:lnTo>
                <a:lnTo>
                  <a:pt x="599153" y="109806"/>
                </a:lnTo>
                <a:lnTo>
                  <a:pt x="599032" y="110074"/>
                </a:lnTo>
                <a:lnTo>
                  <a:pt x="598930" y="110346"/>
                </a:lnTo>
                <a:lnTo>
                  <a:pt x="598849" y="110621"/>
                </a:lnTo>
                <a:lnTo>
                  <a:pt x="598786" y="110899"/>
                </a:lnTo>
                <a:lnTo>
                  <a:pt x="598743" y="111178"/>
                </a:lnTo>
                <a:lnTo>
                  <a:pt x="598719" y="111458"/>
                </a:lnTo>
                <a:lnTo>
                  <a:pt x="598713" y="111737"/>
                </a:lnTo>
                <a:lnTo>
                  <a:pt x="598725" y="112015"/>
                </a:lnTo>
                <a:lnTo>
                  <a:pt x="598755" y="112291"/>
                </a:lnTo>
                <a:lnTo>
                  <a:pt x="598803" y="112565"/>
                </a:lnTo>
                <a:lnTo>
                  <a:pt x="598869" y="112834"/>
                </a:lnTo>
                <a:lnTo>
                  <a:pt x="598951" y="113098"/>
                </a:lnTo>
                <a:lnTo>
                  <a:pt x="599050" y="113357"/>
                </a:lnTo>
                <a:lnTo>
                  <a:pt x="599166" y="113609"/>
                </a:lnTo>
                <a:lnTo>
                  <a:pt x="599299" y="113854"/>
                </a:lnTo>
                <a:lnTo>
                  <a:pt x="599447" y="114090"/>
                </a:lnTo>
                <a:lnTo>
                  <a:pt x="599611" y="114317"/>
                </a:lnTo>
                <a:lnTo>
                  <a:pt x="599790" y="114533"/>
                </a:lnTo>
                <a:lnTo>
                  <a:pt x="599985" y="114739"/>
                </a:lnTo>
                <a:lnTo>
                  <a:pt x="600195" y="114932"/>
                </a:lnTo>
                <a:lnTo>
                  <a:pt x="600419" y="115113"/>
                </a:lnTo>
                <a:lnTo>
                  <a:pt x="600658" y="115279"/>
                </a:lnTo>
                <a:lnTo>
                  <a:pt x="600911" y="115431"/>
                </a:lnTo>
                <a:lnTo>
                  <a:pt x="642241" y="138867"/>
                </a:lnTo>
                <a:lnTo>
                  <a:pt x="642299" y="91360"/>
                </a:lnTo>
                <a:lnTo>
                  <a:pt x="642289" y="91060"/>
                </a:lnTo>
                <a:lnTo>
                  <a:pt x="642259" y="90766"/>
                </a:lnTo>
                <a:lnTo>
                  <a:pt x="642210" y="90478"/>
                </a:lnTo>
                <a:lnTo>
                  <a:pt x="642143" y="90198"/>
                </a:lnTo>
                <a:lnTo>
                  <a:pt x="642057" y="89925"/>
                </a:lnTo>
                <a:lnTo>
                  <a:pt x="641955" y="89661"/>
                </a:lnTo>
                <a:lnTo>
                  <a:pt x="641837" y="89406"/>
                </a:lnTo>
                <a:lnTo>
                  <a:pt x="641702" y="89160"/>
                </a:lnTo>
                <a:lnTo>
                  <a:pt x="641553" y="88925"/>
                </a:lnTo>
                <a:lnTo>
                  <a:pt x="641389" y="88701"/>
                </a:lnTo>
                <a:lnTo>
                  <a:pt x="641212" y="88488"/>
                </a:lnTo>
                <a:lnTo>
                  <a:pt x="641022" y="88287"/>
                </a:lnTo>
                <a:lnTo>
                  <a:pt x="640819" y="88098"/>
                </a:lnTo>
                <a:lnTo>
                  <a:pt x="640605" y="87923"/>
                </a:lnTo>
                <a:lnTo>
                  <a:pt x="640379" y="87762"/>
                </a:lnTo>
                <a:lnTo>
                  <a:pt x="640144" y="87615"/>
                </a:lnTo>
                <a:lnTo>
                  <a:pt x="639899" y="87483"/>
                </a:lnTo>
                <a:lnTo>
                  <a:pt x="639645" y="87367"/>
                </a:lnTo>
                <a:lnTo>
                  <a:pt x="639382" y="87267"/>
                </a:lnTo>
                <a:lnTo>
                  <a:pt x="639112" y="87183"/>
                </a:lnTo>
                <a:lnTo>
                  <a:pt x="638835" y="87118"/>
                </a:lnTo>
                <a:lnTo>
                  <a:pt x="638552" y="87070"/>
                </a:lnTo>
                <a:lnTo>
                  <a:pt x="638263" y="87041"/>
                </a:lnTo>
                <a:lnTo>
                  <a:pt x="637970" y="87031"/>
                </a:lnTo>
                <a:lnTo>
                  <a:pt x="637669" y="87041"/>
                </a:lnTo>
                <a:lnTo>
                  <a:pt x="637375" y="87070"/>
                </a:lnTo>
                <a:lnTo>
                  <a:pt x="637087" y="87118"/>
                </a:lnTo>
                <a:lnTo>
                  <a:pt x="636807" y="87183"/>
                </a:lnTo>
                <a:lnTo>
                  <a:pt x="636535" y="87267"/>
                </a:lnTo>
                <a:lnTo>
                  <a:pt x="636270" y="87367"/>
                </a:lnTo>
                <a:lnTo>
                  <a:pt x="636015" y="87483"/>
                </a:lnTo>
                <a:lnTo>
                  <a:pt x="635770" y="87615"/>
                </a:lnTo>
                <a:lnTo>
                  <a:pt x="635534" y="87762"/>
                </a:lnTo>
                <a:lnTo>
                  <a:pt x="635310" y="87923"/>
                </a:lnTo>
                <a:lnTo>
                  <a:pt x="635097" y="88098"/>
                </a:lnTo>
                <a:lnTo>
                  <a:pt x="634896" y="88287"/>
                </a:lnTo>
                <a:lnTo>
                  <a:pt x="634707" y="88488"/>
                </a:lnTo>
                <a:lnTo>
                  <a:pt x="634532" y="88701"/>
                </a:lnTo>
                <a:lnTo>
                  <a:pt x="634371" y="88925"/>
                </a:lnTo>
                <a:lnTo>
                  <a:pt x="634224" y="89160"/>
                </a:lnTo>
                <a:lnTo>
                  <a:pt x="634092" y="89406"/>
                </a:lnTo>
                <a:lnTo>
                  <a:pt x="633976" y="89661"/>
                </a:lnTo>
                <a:lnTo>
                  <a:pt x="633876" y="89925"/>
                </a:lnTo>
                <a:lnTo>
                  <a:pt x="633793" y="90198"/>
                </a:lnTo>
                <a:lnTo>
                  <a:pt x="633727" y="90478"/>
                </a:lnTo>
                <a:lnTo>
                  <a:pt x="633679" y="90766"/>
                </a:lnTo>
                <a:lnTo>
                  <a:pt x="633650" y="91060"/>
                </a:lnTo>
                <a:lnTo>
                  <a:pt x="633640" y="91360"/>
                </a:lnTo>
                <a:lnTo>
                  <a:pt x="633606" y="115409"/>
                </a:lnTo>
                <a:lnTo>
                  <a:pt x="630870" y="110698"/>
                </a:lnTo>
                <a:lnTo>
                  <a:pt x="623019" y="97941"/>
                </a:lnTo>
                <a:lnTo>
                  <a:pt x="618164" y="90332"/>
                </a:lnTo>
                <a:lnTo>
                  <a:pt x="613234" y="82998"/>
                </a:lnTo>
                <a:lnTo>
                  <a:pt x="608221" y="75943"/>
                </a:lnTo>
                <a:lnTo>
                  <a:pt x="603112" y="69172"/>
                </a:lnTo>
                <a:lnTo>
                  <a:pt x="597899" y="62689"/>
                </a:lnTo>
                <a:lnTo>
                  <a:pt x="592572" y="56498"/>
                </a:lnTo>
                <a:lnTo>
                  <a:pt x="587119" y="50605"/>
                </a:lnTo>
                <a:lnTo>
                  <a:pt x="581531" y="45012"/>
                </a:lnTo>
                <a:lnTo>
                  <a:pt x="575799" y="39725"/>
                </a:lnTo>
                <a:lnTo>
                  <a:pt x="569910" y="34748"/>
                </a:lnTo>
                <a:lnTo>
                  <a:pt x="563857" y="30085"/>
                </a:lnTo>
                <a:lnTo>
                  <a:pt x="557627" y="25740"/>
                </a:lnTo>
                <a:lnTo>
                  <a:pt x="551212" y="21718"/>
                </a:lnTo>
                <a:lnTo>
                  <a:pt x="544601" y="18024"/>
                </a:lnTo>
                <a:lnTo>
                  <a:pt x="537785" y="14662"/>
                </a:lnTo>
                <a:lnTo>
                  <a:pt x="530752" y="11635"/>
                </a:lnTo>
                <a:lnTo>
                  <a:pt x="523492" y="8949"/>
                </a:lnTo>
                <a:lnTo>
                  <a:pt x="515996" y="6607"/>
                </a:lnTo>
                <a:lnTo>
                  <a:pt x="508254" y="4614"/>
                </a:lnTo>
                <a:lnTo>
                  <a:pt x="500255" y="2975"/>
                </a:lnTo>
                <a:lnTo>
                  <a:pt x="491989" y="1694"/>
                </a:lnTo>
                <a:lnTo>
                  <a:pt x="483446" y="775"/>
                </a:lnTo>
                <a:lnTo>
                  <a:pt x="474616" y="222"/>
                </a:lnTo>
                <a:lnTo>
                  <a:pt x="465489" y="40"/>
                </a:lnTo>
                <a:lnTo>
                  <a:pt x="455503" y="271"/>
                </a:lnTo>
                <a:lnTo>
                  <a:pt x="445113" y="906"/>
                </a:lnTo>
                <a:lnTo>
                  <a:pt x="430696" y="2719"/>
                </a:lnTo>
                <a:lnTo>
                  <a:pt x="416147" y="5014"/>
                </a:lnTo>
                <a:lnTo>
                  <a:pt x="401482" y="7764"/>
                </a:lnTo>
                <a:lnTo>
                  <a:pt x="386719" y="10939"/>
                </a:lnTo>
                <a:lnTo>
                  <a:pt x="371874" y="14510"/>
                </a:lnTo>
                <a:lnTo>
                  <a:pt x="356966" y="18449"/>
                </a:lnTo>
                <a:lnTo>
                  <a:pt x="342010" y="22727"/>
                </a:lnTo>
                <a:lnTo>
                  <a:pt x="327025" y="27315"/>
                </a:lnTo>
                <a:lnTo>
                  <a:pt x="312027" y="32183"/>
                </a:lnTo>
                <a:lnTo>
                  <a:pt x="297034" y="37305"/>
                </a:lnTo>
                <a:lnTo>
                  <a:pt x="282062" y="42650"/>
                </a:lnTo>
                <a:lnTo>
                  <a:pt x="267130" y="48189"/>
                </a:lnTo>
                <a:lnTo>
                  <a:pt x="252253" y="53894"/>
                </a:lnTo>
                <a:lnTo>
                  <a:pt x="237449" y="59737"/>
                </a:lnTo>
                <a:lnTo>
                  <a:pt x="222736" y="65687"/>
                </a:lnTo>
                <a:lnTo>
                  <a:pt x="208130" y="71717"/>
                </a:lnTo>
                <a:lnTo>
                  <a:pt x="193648" y="77798"/>
                </a:lnTo>
                <a:lnTo>
                  <a:pt x="179309" y="83900"/>
                </a:lnTo>
                <a:lnTo>
                  <a:pt x="165128" y="89996"/>
                </a:lnTo>
                <a:lnTo>
                  <a:pt x="151123" y="96055"/>
                </a:lnTo>
                <a:lnTo>
                  <a:pt x="137312" y="102049"/>
                </a:lnTo>
                <a:lnTo>
                  <a:pt x="123710" y="107951"/>
                </a:lnTo>
                <a:lnTo>
                  <a:pt x="110337" y="113729"/>
                </a:lnTo>
                <a:lnTo>
                  <a:pt x="97208" y="119357"/>
                </a:lnTo>
                <a:lnTo>
                  <a:pt x="64940" y="133845"/>
                </a:lnTo>
                <a:lnTo>
                  <a:pt x="0" y="163285"/>
                </a:lnTo>
                <a:lnTo>
                  <a:pt x="3579" y="171193"/>
                </a:lnTo>
                <a:lnTo>
                  <a:pt x="68519" y="141696"/>
                </a:lnTo>
                <a:lnTo>
                  <a:pt x="100729" y="127265"/>
                </a:lnTo>
                <a:lnTo>
                  <a:pt x="132651" y="113180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75D01-4A06-4159-B9D0-45BA67A8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425" y="1052776"/>
            <a:ext cx="135652" cy="220565"/>
          </a:xfrm>
          <a:custGeom xmlns:a="http://schemas.openxmlformats.org/drawingml/2006/main">
            <a:pathLst>
              <a:path w="135652" h="220565">
                <a:moveTo>
                  <a:pt x="0" y="67826"/>
                </a:moveTo>
                <a:cubicBezTo>
                  <a:pt x="0" y="30363"/>
                  <a:pt x="30363" y="0"/>
                  <a:pt x="67826" y="0"/>
                </a:cubicBezTo>
                <a:cubicBezTo>
                  <a:pt x="105289" y="0"/>
                  <a:pt x="135652" y="30363"/>
                  <a:pt x="135652" y="67826"/>
                </a:cubicBezTo>
                <a:lnTo>
                  <a:pt x="135652" y="152739"/>
                </a:lnTo>
                <a:cubicBezTo>
                  <a:pt x="135652" y="190144"/>
                  <a:pt x="105289" y="220565"/>
                  <a:pt x="67826" y="220565"/>
                </a:cubicBezTo>
                <a:cubicBezTo>
                  <a:pt x="30363" y="220565"/>
                  <a:pt x="0" y="190144"/>
                  <a:pt x="0" y="15273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�">
            <a:extLst xmlns:a="http://schemas.openxmlformats.org/drawingml/2006/main">
              <a:ext uri="{FF2B5EF4-FFF2-40B4-BE49-F238E27FC236}">
                <a16:creationId xmlns:a16="http://schemas.microsoft.com/office/drawing/2014/main" id="{E1B00E9D-9DCF-4D3F-9A57-98C7B727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951" y="1109537"/>
            <a:ext cx="113759" cy="113533"/>
          </a:xfrm>
          <a:custGeom xmlns:a="http://schemas.openxmlformats.org/drawingml/2006/main">
            <a:pathLst>
              <a:path w="113759" h="113533">
                <a:moveTo>
                  <a:pt x="56936" y="0"/>
                </a:moveTo>
                <a:cubicBezTo>
                  <a:pt x="91580" y="3240"/>
                  <a:pt x="110521" y="22209"/>
                  <a:pt x="113759" y="56908"/>
                </a:cubicBezTo>
                <a:cubicBezTo>
                  <a:pt x="110521" y="91418"/>
                  <a:pt x="91580" y="110294"/>
                  <a:pt x="56936" y="113533"/>
                </a:cubicBezTo>
                <a:cubicBezTo>
                  <a:pt x="22217" y="110294"/>
                  <a:pt x="3238" y="91418"/>
                  <a:pt x="0" y="56908"/>
                </a:cubicBezTo>
                <a:cubicBezTo>
                  <a:pt x="3238" y="22209"/>
                  <a:pt x="22217" y="3240"/>
                  <a:pt x="56936" y="0"/>
                </a:cubicBezTo>
                <a:moveTo>
                  <a:pt x="56936" y="2316"/>
                </a:moveTo>
                <a:cubicBezTo>
                  <a:pt x="23610" y="5405"/>
                  <a:pt x="5404" y="23602"/>
                  <a:pt x="2316" y="56908"/>
                </a:cubicBezTo>
                <a:cubicBezTo>
                  <a:pt x="5404" y="90101"/>
                  <a:pt x="23610" y="108241"/>
                  <a:pt x="56936" y="111330"/>
                </a:cubicBezTo>
                <a:cubicBezTo>
                  <a:pt x="90262" y="108241"/>
                  <a:pt x="108468" y="90101"/>
                  <a:pt x="111556" y="56908"/>
                </a:cubicBezTo>
                <a:cubicBezTo>
                  <a:pt x="108468" y="23602"/>
                  <a:pt x="90262" y="5405"/>
                  <a:pt x="56936" y="2316"/>
                </a:cubicBezTo>
                <a:moveTo>
                  <a:pt x="40160" y="42815"/>
                </a:moveTo>
                <a:lnTo>
                  <a:pt x="32309" y="42815"/>
                </a:lnTo>
                <a:cubicBezTo>
                  <a:pt x="33137" y="25870"/>
                  <a:pt x="41968" y="16964"/>
                  <a:pt x="58800" y="16098"/>
                </a:cubicBezTo>
                <a:cubicBezTo>
                  <a:pt x="74691" y="16738"/>
                  <a:pt x="83051" y="24263"/>
                  <a:pt x="83879" y="38674"/>
                </a:cubicBezTo>
                <a:cubicBezTo>
                  <a:pt x="84444" y="50226"/>
                  <a:pt x="76272" y="60085"/>
                  <a:pt x="59365" y="68251"/>
                </a:cubicBezTo>
                <a:cubicBezTo>
                  <a:pt x="54131" y="71185"/>
                  <a:pt x="50459" y="73424"/>
                  <a:pt x="48350" y="74967"/>
                </a:cubicBezTo>
                <a:cubicBezTo>
                  <a:pt x="41346" y="79972"/>
                  <a:pt x="37807" y="85446"/>
                  <a:pt x="37731" y="91391"/>
                </a:cubicBezTo>
                <a:lnTo>
                  <a:pt x="83201" y="91391"/>
                </a:lnTo>
                <a:lnTo>
                  <a:pt x="83201" y="97605"/>
                </a:lnTo>
                <a:lnTo>
                  <a:pt x="29880" y="97605"/>
                </a:lnTo>
                <a:cubicBezTo>
                  <a:pt x="29805" y="89063"/>
                  <a:pt x="31914" y="82440"/>
                  <a:pt x="36206" y="77736"/>
                </a:cubicBezTo>
                <a:cubicBezTo>
                  <a:pt x="40913" y="72356"/>
                  <a:pt x="48256" y="66694"/>
                  <a:pt x="58235" y="60749"/>
                </a:cubicBezTo>
                <a:cubicBezTo>
                  <a:pt x="70624" y="54427"/>
                  <a:pt x="76480" y="47221"/>
                  <a:pt x="75802" y="39131"/>
                </a:cubicBezTo>
                <a:cubicBezTo>
                  <a:pt x="75237" y="28558"/>
                  <a:pt x="69250" y="22970"/>
                  <a:pt x="57840" y="22368"/>
                </a:cubicBezTo>
                <a:cubicBezTo>
                  <a:pt x="46581" y="23460"/>
                  <a:pt x="40687" y="30276"/>
                  <a:pt x="40160" y="42815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95D9A-1D47-4E65-B446-95B5821E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539" y="1065764"/>
            <a:ext cx="186796" cy="236381"/>
          </a:xfrm>
          <a:custGeom xmlns:a="http://schemas.openxmlformats.org/drawingml/2006/main">
            <a:pathLst>
              <a:path w="186796" h="236381">
                <a:moveTo>
                  <a:pt x="0" y="93398"/>
                </a:moveTo>
                <a:cubicBezTo>
                  <a:pt x="0" y="41792"/>
                  <a:pt x="41792" y="0"/>
                  <a:pt x="93398" y="0"/>
                </a:cubicBezTo>
                <a:cubicBezTo>
                  <a:pt x="144946" y="0"/>
                  <a:pt x="186796" y="41792"/>
                  <a:pt x="186796" y="93398"/>
                </a:cubicBezTo>
                <a:lnTo>
                  <a:pt x="186796" y="142983"/>
                </a:lnTo>
                <a:cubicBezTo>
                  <a:pt x="186796" y="194589"/>
                  <a:pt x="144946" y="236381"/>
                  <a:pt x="93398" y="236381"/>
                </a:cubicBezTo>
                <a:cubicBezTo>
                  <a:pt x="41792" y="236381"/>
                  <a:pt x="0" y="194589"/>
                  <a:pt x="0" y="14298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�">
            <a:extLst xmlns:a="http://schemas.openxmlformats.org/drawingml/2006/main">
              <a:ext uri="{FF2B5EF4-FFF2-40B4-BE49-F238E27FC236}">
                <a16:creationId xmlns:a16="http://schemas.microsoft.com/office/drawing/2014/main" id="{54591B3F-CBBE-4FDF-B3CE-F65A807B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636" y="1130029"/>
            <a:ext cx="113759" cy="113533"/>
          </a:xfrm>
          <a:custGeom xmlns:a="http://schemas.openxmlformats.org/drawingml/2006/main">
            <a:pathLst>
              <a:path w="113759" h="113533">
                <a:moveTo>
                  <a:pt x="56936" y="0"/>
                </a:moveTo>
                <a:cubicBezTo>
                  <a:pt x="91580" y="3240"/>
                  <a:pt x="110521" y="22209"/>
                  <a:pt x="113759" y="56908"/>
                </a:cubicBezTo>
                <a:cubicBezTo>
                  <a:pt x="110521" y="91418"/>
                  <a:pt x="91580" y="110294"/>
                  <a:pt x="56936" y="113533"/>
                </a:cubicBezTo>
                <a:cubicBezTo>
                  <a:pt x="22217" y="110294"/>
                  <a:pt x="3238" y="91418"/>
                  <a:pt x="0" y="56908"/>
                </a:cubicBezTo>
                <a:cubicBezTo>
                  <a:pt x="3238" y="22209"/>
                  <a:pt x="22217" y="3240"/>
                  <a:pt x="56936" y="0"/>
                </a:cubicBezTo>
                <a:moveTo>
                  <a:pt x="56936" y="2316"/>
                </a:moveTo>
                <a:cubicBezTo>
                  <a:pt x="23610" y="5405"/>
                  <a:pt x="5404" y="23602"/>
                  <a:pt x="2316" y="56908"/>
                </a:cubicBezTo>
                <a:cubicBezTo>
                  <a:pt x="5404" y="90101"/>
                  <a:pt x="23610" y="108241"/>
                  <a:pt x="56936" y="111330"/>
                </a:cubicBezTo>
                <a:cubicBezTo>
                  <a:pt x="90262" y="108241"/>
                  <a:pt x="108468" y="90101"/>
                  <a:pt x="111556" y="56908"/>
                </a:cubicBezTo>
                <a:cubicBezTo>
                  <a:pt x="108468" y="23602"/>
                  <a:pt x="90262" y="5405"/>
                  <a:pt x="56936" y="2316"/>
                </a:cubicBezTo>
                <a:moveTo>
                  <a:pt x="50949" y="57557"/>
                </a:moveTo>
                <a:lnTo>
                  <a:pt x="50949" y="51514"/>
                </a:lnTo>
                <a:cubicBezTo>
                  <a:pt x="66727" y="51890"/>
                  <a:pt x="74503" y="46694"/>
                  <a:pt x="74277" y="35924"/>
                </a:cubicBezTo>
                <a:cubicBezTo>
                  <a:pt x="73975" y="26736"/>
                  <a:pt x="68195" y="21954"/>
                  <a:pt x="56936" y="21577"/>
                </a:cubicBezTo>
                <a:cubicBezTo>
                  <a:pt x="45978" y="22255"/>
                  <a:pt x="40160" y="28073"/>
                  <a:pt x="39482" y="39031"/>
                </a:cubicBezTo>
                <a:lnTo>
                  <a:pt x="32083" y="39031"/>
                </a:lnTo>
                <a:cubicBezTo>
                  <a:pt x="32008" y="31688"/>
                  <a:pt x="34625" y="25587"/>
                  <a:pt x="39934" y="20730"/>
                </a:cubicBezTo>
                <a:cubicBezTo>
                  <a:pt x="43926" y="16964"/>
                  <a:pt x="50101" y="15157"/>
                  <a:pt x="58461" y="15307"/>
                </a:cubicBezTo>
                <a:cubicBezTo>
                  <a:pt x="73486" y="15834"/>
                  <a:pt x="81224" y="22537"/>
                  <a:pt x="81676" y="35416"/>
                </a:cubicBezTo>
                <a:cubicBezTo>
                  <a:pt x="81601" y="44227"/>
                  <a:pt x="77741" y="50290"/>
                  <a:pt x="70097" y="53604"/>
                </a:cubicBezTo>
                <a:cubicBezTo>
                  <a:pt x="79662" y="56691"/>
                  <a:pt x="84482" y="63394"/>
                  <a:pt x="84557" y="73712"/>
                </a:cubicBezTo>
                <a:cubicBezTo>
                  <a:pt x="83578" y="89076"/>
                  <a:pt x="74842" y="97341"/>
                  <a:pt x="58348" y="98508"/>
                </a:cubicBezTo>
                <a:cubicBezTo>
                  <a:pt x="39821" y="99262"/>
                  <a:pt x="30144" y="90845"/>
                  <a:pt x="29315" y="73260"/>
                </a:cubicBezTo>
                <a:lnTo>
                  <a:pt x="36715" y="73260"/>
                </a:lnTo>
                <a:cubicBezTo>
                  <a:pt x="37091" y="85461"/>
                  <a:pt x="43832" y="91787"/>
                  <a:pt x="56936" y="92239"/>
                </a:cubicBezTo>
                <a:cubicBezTo>
                  <a:pt x="69589" y="91147"/>
                  <a:pt x="76329" y="85009"/>
                  <a:pt x="77157" y="73825"/>
                </a:cubicBezTo>
                <a:cubicBezTo>
                  <a:pt x="76593" y="62905"/>
                  <a:pt x="69137" y="57444"/>
                  <a:pt x="54790" y="57444"/>
                </a:cubicBezTo>
                <a:cubicBezTo>
                  <a:pt x="53472" y="57444"/>
                  <a:pt x="52191" y="57482"/>
                  <a:pt x="50949" y="57557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DC068E-8ADB-486F-B5FD-05823CED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124" y="1123372"/>
            <a:ext cx="396335" cy="51952"/>
          </a:xfrm>
          <a:custGeom xmlns:a="http://schemas.openxmlformats.org/drawingml/2006/main">
            <a:pathLst>
              <a:path w="396335" h="51952">
                <a:moveTo>
                  <a:pt x="344557" y="51952"/>
                </a:moveTo>
                <a:lnTo>
                  <a:pt x="396335" y="25630"/>
                </a:lnTo>
                <a:lnTo>
                  <a:pt x="344210" y="0"/>
                </a:lnTo>
                <a:lnTo>
                  <a:pt x="344326" y="17315"/>
                </a:lnTo>
                <a:lnTo>
                  <a:pt x="0" y="19511"/>
                </a:lnTo>
                <a:lnTo>
                  <a:pt x="115" y="36828"/>
                </a:lnTo>
                <a:lnTo>
                  <a:pt x="344441" y="34632"/>
                </a:lnTo>
                <a:lnTo>
                  <a:pt x="344557" y="51952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73482-193E-49C0-A5AA-74ECCF5C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10" y="367010"/>
            <a:ext cx="200650" cy="51952"/>
          </a:xfrm>
          <a:custGeom xmlns:a="http://schemas.openxmlformats.org/drawingml/2006/main">
            <a:pathLst>
              <a:path w="200650" h="51952">
                <a:moveTo>
                  <a:pt x="58" y="17202"/>
                </a:moveTo>
                <a:lnTo>
                  <a:pt x="0" y="34519"/>
                </a:lnTo>
                <a:lnTo>
                  <a:pt x="148659" y="34628"/>
                </a:lnTo>
                <a:lnTo>
                  <a:pt x="148640" y="51952"/>
                </a:lnTo>
                <a:lnTo>
                  <a:pt x="200650" y="26034"/>
                </a:lnTo>
                <a:lnTo>
                  <a:pt x="148698" y="0"/>
                </a:lnTo>
                <a:lnTo>
                  <a:pt x="148679" y="17311"/>
                </a:lnTo>
                <a:lnTo>
                  <a:pt x="58" y="17202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87ED4-581E-420A-AEEA-33F97CD3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779" y="1123026"/>
            <a:ext cx="129360" cy="51952"/>
          </a:xfrm>
          <a:custGeom xmlns:a="http://schemas.openxmlformats.org/drawingml/2006/main">
            <a:pathLst>
              <a:path w="129360" h="51952">
                <a:moveTo>
                  <a:pt x="0" y="17317"/>
                </a:moveTo>
                <a:lnTo>
                  <a:pt x="0" y="34635"/>
                </a:lnTo>
                <a:lnTo>
                  <a:pt x="77408" y="34635"/>
                </a:lnTo>
                <a:lnTo>
                  <a:pt x="77408" y="51952"/>
                </a:lnTo>
                <a:lnTo>
                  <a:pt x="129360" y="25976"/>
                </a:lnTo>
                <a:lnTo>
                  <a:pt x="77408" y="0"/>
                </a:lnTo>
                <a:lnTo>
                  <a:pt x="77408" y="17317"/>
                </a:lnTo>
                <a:lnTo>
                  <a:pt x="0" y="17317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B251E9-C065-4CA6-8851-7C13824F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54" y="986970"/>
            <a:ext cx="34635" cy="315175"/>
          </a:xfrm>
          <a:custGeom xmlns:a="http://schemas.openxmlformats.org/drawingml/2006/main">
            <a:pathLst>
              <a:path w="34635" h="315175">
                <a:moveTo>
                  <a:pt x="18587" y="0"/>
                </a:moveTo>
                <a:lnTo>
                  <a:pt x="12815" y="0"/>
                </a:lnTo>
                <a:lnTo>
                  <a:pt x="14399" y="280560"/>
                </a:lnTo>
                <a:lnTo>
                  <a:pt x="0" y="280656"/>
                </a:lnTo>
                <a:lnTo>
                  <a:pt x="17490" y="315175"/>
                </a:lnTo>
                <a:lnTo>
                  <a:pt x="34635" y="280425"/>
                </a:lnTo>
                <a:lnTo>
                  <a:pt x="20171" y="280521"/>
                </a:lnTo>
                <a:lnTo>
                  <a:pt x="18587" y="0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C6AFCE-3000-429D-BAD9-A9F377BA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910" y="1211402"/>
            <a:ext cx="290354" cy="51952"/>
          </a:xfrm>
          <a:custGeom xmlns:a="http://schemas.openxmlformats.org/drawingml/2006/main">
            <a:pathLst>
              <a:path w="290354" h="51952">
                <a:moveTo>
                  <a:pt x="58" y="17144"/>
                </a:moveTo>
                <a:lnTo>
                  <a:pt x="0" y="34461"/>
                </a:lnTo>
                <a:lnTo>
                  <a:pt x="238421" y="34684"/>
                </a:lnTo>
                <a:lnTo>
                  <a:pt x="238402" y="51952"/>
                </a:lnTo>
                <a:lnTo>
                  <a:pt x="290354" y="26034"/>
                </a:lnTo>
                <a:lnTo>
                  <a:pt x="238459" y="0"/>
                </a:lnTo>
                <a:lnTo>
                  <a:pt x="238440" y="17367"/>
                </a:lnTo>
                <a:lnTo>
                  <a:pt x="58" y="17144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94E574-3DB7-4E34-A971-365301A3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0" y="237096"/>
            <a:ext cx="312133" cy="312139"/>
          </a:xfrm>
          <a:custGeom xmlns:a="http://schemas.openxmlformats.org/drawingml/2006/main">
            <a:pathLst>
              <a:path w="312133" h="312139">
                <a:moveTo>
                  <a:pt x="277446" y="312139"/>
                </a:moveTo>
                <a:lnTo>
                  <a:pt x="34681" y="312139"/>
                </a:lnTo>
                <a:cubicBezTo>
                  <a:pt x="15528" y="312139"/>
                  <a:pt x="0" y="296611"/>
                  <a:pt x="0" y="277458"/>
                </a:cubicBezTo>
                <a:lnTo>
                  <a:pt x="0" y="34669"/>
                </a:lnTo>
                <a:cubicBezTo>
                  <a:pt x="0" y="15528"/>
                  <a:pt x="15528" y="0"/>
                  <a:pt x="34681" y="0"/>
                </a:cubicBezTo>
                <a:lnTo>
                  <a:pt x="277446" y="0"/>
                </a:lnTo>
                <a:cubicBezTo>
                  <a:pt x="296605" y="0"/>
                  <a:pt x="312133" y="15528"/>
                  <a:pt x="312133" y="34669"/>
                </a:cubicBezTo>
                <a:lnTo>
                  <a:pt x="312133" y="277458"/>
                </a:lnTo>
                <a:cubicBezTo>
                  <a:pt x="312133" y="296611"/>
                  <a:pt x="296605" y="312139"/>
                  <a:pt x="277446" y="312139"/>
                </a:cubicBezTo>
                <a:close/>
                <a:moveTo>
                  <a:pt x="138729" y="138717"/>
                </a:moveTo>
                <a:lnTo>
                  <a:pt x="104042" y="138717"/>
                </a:lnTo>
                <a:lnTo>
                  <a:pt x="104042" y="104048"/>
                </a:lnTo>
                <a:lnTo>
                  <a:pt x="138729" y="104048"/>
                </a:lnTo>
                <a:lnTo>
                  <a:pt x="138729" y="69356"/>
                </a:lnTo>
                <a:lnTo>
                  <a:pt x="86702" y="69356"/>
                </a:lnTo>
                <a:lnTo>
                  <a:pt x="86702" y="86696"/>
                </a:lnTo>
                <a:lnTo>
                  <a:pt x="69362" y="86696"/>
                </a:lnTo>
                <a:lnTo>
                  <a:pt x="69362" y="242771"/>
                </a:lnTo>
                <a:lnTo>
                  <a:pt x="104042" y="242771"/>
                </a:lnTo>
                <a:lnTo>
                  <a:pt x="104042" y="173404"/>
                </a:lnTo>
                <a:lnTo>
                  <a:pt x="138729" y="173404"/>
                </a:lnTo>
                <a:lnTo>
                  <a:pt x="138729" y="138717"/>
                </a:lnTo>
                <a:close/>
                <a:moveTo>
                  <a:pt x="260112" y="156069"/>
                </a:moveTo>
                <a:lnTo>
                  <a:pt x="260112" y="121383"/>
                </a:lnTo>
                <a:lnTo>
                  <a:pt x="156064" y="121383"/>
                </a:lnTo>
                <a:lnTo>
                  <a:pt x="156064" y="242771"/>
                </a:lnTo>
                <a:lnTo>
                  <a:pt x="190750" y="242771"/>
                </a:lnTo>
                <a:lnTo>
                  <a:pt x="190750" y="156069"/>
                </a:lnTo>
                <a:lnTo>
                  <a:pt x="225425" y="156069"/>
                </a:lnTo>
                <a:lnTo>
                  <a:pt x="225425" y="242771"/>
                </a:lnTo>
                <a:lnTo>
                  <a:pt x="260112" y="242771"/>
                </a:lnTo>
                <a:lnTo>
                  <a:pt x="260112" y="156069"/>
                </a:lnTo>
              </a:path>
            </a:pathLst>
          </a:custGeom>
          <a:solidFill xmlns:a="http://schemas.openxmlformats.org/drawingml/2006/main">
            <a:srgbClr val="D51F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7008B5-6D8B-4B41-ABD1-A13C891F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28" y="237096"/>
            <a:ext cx="312133" cy="312139"/>
          </a:xfrm>
          <a:custGeom xmlns:a="http://schemas.openxmlformats.org/drawingml/2006/main">
            <a:pathLst>
              <a:path w="312133" h="312139">
                <a:moveTo>
                  <a:pt x="277446" y="312139"/>
                </a:moveTo>
                <a:lnTo>
                  <a:pt x="34681" y="312139"/>
                </a:lnTo>
                <a:cubicBezTo>
                  <a:pt x="15528" y="312139"/>
                  <a:pt x="0" y="296611"/>
                  <a:pt x="0" y="277458"/>
                </a:cubicBezTo>
                <a:lnTo>
                  <a:pt x="0" y="34669"/>
                </a:lnTo>
                <a:cubicBezTo>
                  <a:pt x="0" y="15528"/>
                  <a:pt x="15528" y="0"/>
                  <a:pt x="34681" y="0"/>
                </a:cubicBezTo>
                <a:lnTo>
                  <a:pt x="277446" y="0"/>
                </a:lnTo>
                <a:cubicBezTo>
                  <a:pt x="296605" y="0"/>
                  <a:pt x="312133" y="15528"/>
                  <a:pt x="312133" y="34669"/>
                </a:cubicBezTo>
                <a:lnTo>
                  <a:pt x="312133" y="277458"/>
                </a:lnTo>
                <a:cubicBezTo>
                  <a:pt x="312133" y="296611"/>
                  <a:pt x="296605" y="312139"/>
                  <a:pt x="277446" y="312139"/>
                </a:cubicBezTo>
                <a:close/>
                <a:moveTo>
                  <a:pt x="138729" y="138717"/>
                </a:moveTo>
                <a:lnTo>
                  <a:pt x="104042" y="138717"/>
                </a:lnTo>
                <a:lnTo>
                  <a:pt x="104042" y="104048"/>
                </a:lnTo>
                <a:lnTo>
                  <a:pt x="138729" y="104048"/>
                </a:lnTo>
                <a:lnTo>
                  <a:pt x="138729" y="69356"/>
                </a:lnTo>
                <a:lnTo>
                  <a:pt x="86702" y="69356"/>
                </a:lnTo>
                <a:lnTo>
                  <a:pt x="86702" y="86696"/>
                </a:lnTo>
                <a:lnTo>
                  <a:pt x="69362" y="86696"/>
                </a:lnTo>
                <a:lnTo>
                  <a:pt x="69362" y="242771"/>
                </a:lnTo>
                <a:lnTo>
                  <a:pt x="104042" y="242771"/>
                </a:lnTo>
                <a:lnTo>
                  <a:pt x="104042" y="173404"/>
                </a:lnTo>
                <a:lnTo>
                  <a:pt x="138729" y="173404"/>
                </a:lnTo>
                <a:lnTo>
                  <a:pt x="138729" y="138717"/>
                </a:lnTo>
                <a:close/>
                <a:moveTo>
                  <a:pt x="260112" y="156069"/>
                </a:moveTo>
                <a:lnTo>
                  <a:pt x="260112" y="121383"/>
                </a:lnTo>
                <a:lnTo>
                  <a:pt x="156064" y="121383"/>
                </a:lnTo>
                <a:lnTo>
                  <a:pt x="156064" y="242771"/>
                </a:lnTo>
                <a:lnTo>
                  <a:pt x="190750" y="242771"/>
                </a:lnTo>
                <a:lnTo>
                  <a:pt x="190750" y="156069"/>
                </a:lnTo>
                <a:lnTo>
                  <a:pt x="225425" y="156069"/>
                </a:lnTo>
                <a:lnTo>
                  <a:pt x="225425" y="242771"/>
                </a:lnTo>
                <a:lnTo>
                  <a:pt x="260112" y="242771"/>
                </a:lnTo>
                <a:lnTo>
                  <a:pt x="260112" y="156069"/>
                </a:lnTo>
              </a:path>
            </a:pathLst>
          </a:custGeom>
          <a:solidFill xmlns:a="http://schemas.openxmlformats.org/drawingml/2006/main">
            <a:srgbClr val="0090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f">
            <a:extLst xmlns:a="http://schemas.openxmlformats.org/drawingml/2006/main">
              <a:ext uri="{FF2B5EF4-FFF2-40B4-BE49-F238E27FC236}">
                <a16:creationId xmlns:a16="http://schemas.microsoft.com/office/drawing/2014/main" id="{D9461A00-BA51-4D30-A8F0-5AB0E2F3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2874" y="1467500"/>
            <a:ext cx="48570" cy="100927"/>
          </a:xfrm>
          <a:custGeom xmlns:a="http://schemas.openxmlformats.org/drawingml/2006/main">
            <a:pathLst>
              <a:path w="48570" h="100927">
                <a:moveTo>
                  <a:pt x="0" y="29088"/>
                </a:moveTo>
                <a:lnTo>
                  <a:pt x="10553" y="29088"/>
                </a:lnTo>
                <a:lnTo>
                  <a:pt x="10553" y="23663"/>
                </a:lnTo>
                <a:cubicBezTo>
                  <a:pt x="10553" y="17606"/>
                  <a:pt x="11195" y="13086"/>
                  <a:pt x="12481" y="10102"/>
                </a:cubicBezTo>
                <a:cubicBezTo>
                  <a:pt x="13766" y="7119"/>
                  <a:pt x="16134" y="4689"/>
                  <a:pt x="19583" y="2814"/>
                </a:cubicBezTo>
                <a:cubicBezTo>
                  <a:pt x="23033" y="938"/>
                  <a:pt x="27397" y="0"/>
                  <a:pt x="32673" y="0"/>
                </a:cubicBezTo>
                <a:cubicBezTo>
                  <a:pt x="38085" y="0"/>
                  <a:pt x="43383" y="812"/>
                  <a:pt x="48570" y="2435"/>
                </a:cubicBezTo>
                <a:lnTo>
                  <a:pt x="45999" y="15694"/>
                </a:lnTo>
                <a:cubicBezTo>
                  <a:pt x="42978" y="14972"/>
                  <a:pt x="40069" y="14611"/>
                  <a:pt x="37273" y="14611"/>
                </a:cubicBezTo>
                <a:cubicBezTo>
                  <a:pt x="34522" y="14611"/>
                  <a:pt x="32549" y="15258"/>
                  <a:pt x="31354" y="16550"/>
                </a:cubicBezTo>
                <a:cubicBezTo>
                  <a:pt x="30159" y="17841"/>
                  <a:pt x="29561" y="20321"/>
                  <a:pt x="29561" y="23991"/>
                </a:cubicBezTo>
                <a:lnTo>
                  <a:pt x="29561" y="29088"/>
                </a:lnTo>
                <a:lnTo>
                  <a:pt x="43767" y="29088"/>
                </a:lnTo>
                <a:lnTo>
                  <a:pt x="43767" y="44105"/>
                </a:lnTo>
                <a:lnTo>
                  <a:pt x="29561" y="44105"/>
                </a:lnTo>
                <a:lnTo>
                  <a:pt x="29561" y="100927"/>
                </a:lnTo>
                <a:lnTo>
                  <a:pt x="10553" y="100927"/>
                </a:lnTo>
                <a:lnTo>
                  <a:pt x="10553" y="44105"/>
                </a:lnTo>
                <a:lnTo>
                  <a:pt x="0" y="44105"/>
                </a:lnTo>
                <a:lnTo>
                  <a:pt x="0" y="2908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fix">
            <a:extLst xmlns:a="http://schemas.openxmlformats.org/drawingml/2006/main">
              <a:ext uri="{FF2B5EF4-FFF2-40B4-BE49-F238E27FC236}">
                <a16:creationId xmlns:a16="http://schemas.microsoft.com/office/drawing/2014/main" id="{D43CDCCE-F828-4361-9A7E-82EF8DDA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40" y="1535253"/>
            <a:ext cx="105611" cy="67117"/>
          </a:xfrm>
          <a:custGeom xmlns:a="http://schemas.openxmlformats.org/drawingml/2006/main">
            <a:pathLst>
              <a:path w="105611" h="67117">
                <a:moveTo>
                  <a:pt x="0" y="19343"/>
                </a:moveTo>
                <a:lnTo>
                  <a:pt x="7018" y="19343"/>
                </a:lnTo>
                <a:lnTo>
                  <a:pt x="7018" y="15736"/>
                </a:lnTo>
                <a:cubicBezTo>
                  <a:pt x="7018" y="11708"/>
                  <a:pt x="7445" y="8702"/>
                  <a:pt x="8300" y="6718"/>
                </a:cubicBezTo>
                <a:cubicBezTo>
                  <a:pt x="9154" y="4734"/>
                  <a:pt x="10729" y="3118"/>
                  <a:pt x="13023" y="1871"/>
                </a:cubicBezTo>
                <a:cubicBezTo>
                  <a:pt x="15317" y="624"/>
                  <a:pt x="18219" y="0"/>
                  <a:pt x="21727" y="0"/>
                </a:cubicBezTo>
                <a:cubicBezTo>
                  <a:pt x="25326" y="0"/>
                  <a:pt x="28850" y="540"/>
                  <a:pt x="32299" y="1619"/>
                </a:cubicBezTo>
                <a:lnTo>
                  <a:pt x="30589" y="10436"/>
                </a:lnTo>
                <a:cubicBezTo>
                  <a:pt x="28580" y="9957"/>
                  <a:pt x="26646" y="9717"/>
                  <a:pt x="24786" y="9717"/>
                </a:cubicBezTo>
                <a:cubicBezTo>
                  <a:pt x="22957" y="9717"/>
                  <a:pt x="21645" y="10146"/>
                  <a:pt x="20850" y="11006"/>
                </a:cubicBezTo>
                <a:cubicBezTo>
                  <a:pt x="20056" y="11864"/>
                  <a:pt x="19658" y="13514"/>
                  <a:pt x="19658" y="15954"/>
                </a:cubicBezTo>
                <a:lnTo>
                  <a:pt x="19658" y="19343"/>
                </a:lnTo>
                <a:lnTo>
                  <a:pt x="29105" y="19343"/>
                </a:lnTo>
                <a:lnTo>
                  <a:pt x="29105" y="29330"/>
                </a:lnTo>
                <a:lnTo>
                  <a:pt x="19658" y="29330"/>
                </a:lnTo>
                <a:lnTo>
                  <a:pt x="19658" y="67117"/>
                </a:lnTo>
                <a:lnTo>
                  <a:pt x="7018" y="67117"/>
                </a:lnTo>
                <a:lnTo>
                  <a:pt x="7018" y="29330"/>
                </a:lnTo>
                <a:lnTo>
                  <a:pt x="0" y="29330"/>
                </a:lnTo>
                <a:lnTo>
                  <a:pt x="0" y="19343"/>
                </a:lnTo>
                <a:close/>
                <a:moveTo>
                  <a:pt x="36221" y="12866"/>
                </a:moveTo>
                <a:lnTo>
                  <a:pt x="36221" y="1170"/>
                </a:lnTo>
                <a:lnTo>
                  <a:pt x="48862" y="1170"/>
                </a:lnTo>
                <a:lnTo>
                  <a:pt x="48862" y="12866"/>
                </a:lnTo>
                <a:lnTo>
                  <a:pt x="36221" y="12866"/>
                </a:lnTo>
                <a:moveTo>
                  <a:pt x="36221" y="67117"/>
                </a:moveTo>
                <a:lnTo>
                  <a:pt x="36221" y="19343"/>
                </a:lnTo>
                <a:lnTo>
                  <a:pt x="48862" y="19343"/>
                </a:lnTo>
                <a:lnTo>
                  <a:pt x="48862" y="67117"/>
                </a:lnTo>
                <a:lnTo>
                  <a:pt x="36221" y="67117"/>
                </a:lnTo>
                <a:close/>
                <a:moveTo>
                  <a:pt x="55769" y="67117"/>
                </a:moveTo>
                <a:lnTo>
                  <a:pt x="72998" y="42510"/>
                </a:lnTo>
                <a:lnTo>
                  <a:pt x="56488" y="19343"/>
                </a:lnTo>
                <a:lnTo>
                  <a:pt x="71918" y="19343"/>
                </a:lnTo>
                <a:lnTo>
                  <a:pt x="80375" y="32479"/>
                </a:lnTo>
                <a:lnTo>
                  <a:pt x="89282" y="19343"/>
                </a:lnTo>
                <a:lnTo>
                  <a:pt x="104127" y="19343"/>
                </a:lnTo>
                <a:lnTo>
                  <a:pt x="87933" y="41970"/>
                </a:lnTo>
                <a:lnTo>
                  <a:pt x="105611" y="67117"/>
                </a:lnTo>
                <a:lnTo>
                  <a:pt x="90092" y="67117"/>
                </a:lnTo>
                <a:lnTo>
                  <a:pt x="80375" y="52317"/>
                </a:lnTo>
                <a:lnTo>
                  <a:pt x="70569" y="67117"/>
                </a:lnTo>
                <a:lnTo>
                  <a:pt x="55769" y="6711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DD45BB-AEFF-417A-9B28-DCD17934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360" y="1081447"/>
            <a:ext cx="312462" cy="312468"/>
          </a:xfrm>
          <a:custGeom xmlns:a="http://schemas.openxmlformats.org/drawingml/2006/main">
            <a:pathLst>
              <a:path w="312462" h="312468">
                <a:moveTo>
                  <a:pt x="277770" y="312468"/>
                </a:moveTo>
                <a:lnTo>
                  <a:pt x="34750" y="312468"/>
                </a:lnTo>
                <a:cubicBezTo>
                  <a:pt x="15528" y="312468"/>
                  <a:pt x="0" y="296923"/>
                  <a:pt x="0" y="277747"/>
                </a:cubicBezTo>
                <a:lnTo>
                  <a:pt x="0" y="34710"/>
                </a:lnTo>
                <a:cubicBezTo>
                  <a:pt x="0" y="15545"/>
                  <a:pt x="15528" y="0"/>
                  <a:pt x="34750" y="0"/>
                </a:cubicBezTo>
                <a:lnTo>
                  <a:pt x="277770" y="0"/>
                </a:lnTo>
                <a:cubicBezTo>
                  <a:pt x="296934" y="0"/>
                  <a:pt x="312462" y="15545"/>
                  <a:pt x="312462" y="34710"/>
                </a:cubicBezTo>
                <a:lnTo>
                  <a:pt x="312462" y="277747"/>
                </a:lnTo>
                <a:cubicBezTo>
                  <a:pt x="312462" y="296923"/>
                  <a:pt x="296934" y="312468"/>
                  <a:pt x="277770" y="312468"/>
                </a:cubicBezTo>
                <a:close/>
                <a:moveTo>
                  <a:pt x="138885" y="138867"/>
                </a:moveTo>
                <a:lnTo>
                  <a:pt x="104135" y="138867"/>
                </a:lnTo>
                <a:lnTo>
                  <a:pt x="104135" y="104158"/>
                </a:lnTo>
                <a:lnTo>
                  <a:pt x="138885" y="104158"/>
                </a:lnTo>
                <a:lnTo>
                  <a:pt x="138885" y="69431"/>
                </a:lnTo>
                <a:lnTo>
                  <a:pt x="86817" y="69431"/>
                </a:lnTo>
                <a:lnTo>
                  <a:pt x="86817" y="86789"/>
                </a:lnTo>
                <a:lnTo>
                  <a:pt x="69442" y="86789"/>
                </a:lnTo>
                <a:lnTo>
                  <a:pt x="69442" y="243031"/>
                </a:lnTo>
                <a:lnTo>
                  <a:pt x="104135" y="243031"/>
                </a:lnTo>
                <a:lnTo>
                  <a:pt x="104135" y="173589"/>
                </a:lnTo>
                <a:lnTo>
                  <a:pt x="138885" y="173589"/>
                </a:lnTo>
                <a:lnTo>
                  <a:pt x="138885" y="138867"/>
                </a:lnTo>
                <a:close/>
                <a:moveTo>
                  <a:pt x="260395" y="156237"/>
                </a:moveTo>
                <a:lnTo>
                  <a:pt x="260395" y="121510"/>
                </a:lnTo>
                <a:lnTo>
                  <a:pt x="156260" y="121510"/>
                </a:lnTo>
                <a:lnTo>
                  <a:pt x="156260" y="243031"/>
                </a:lnTo>
                <a:lnTo>
                  <a:pt x="190952" y="243031"/>
                </a:lnTo>
                <a:lnTo>
                  <a:pt x="190952" y="156237"/>
                </a:lnTo>
                <a:lnTo>
                  <a:pt x="225645" y="156237"/>
                </a:lnTo>
                <a:lnTo>
                  <a:pt x="225645" y="243031"/>
                </a:lnTo>
                <a:lnTo>
                  <a:pt x="260395" y="243031"/>
                </a:lnTo>
                <a:lnTo>
                  <a:pt x="260395" y="156237"/>
                </a:lnTo>
              </a:path>
            </a:pathLst>
          </a:custGeom>
          <a:solidFill xmlns:a="http://schemas.openxmlformats.org/drawingml/2006/main">
            <a:srgbClr val="00904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DB637-3A02-44AA-A598-615A10B9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606" y="365683"/>
            <a:ext cx="129533" cy="51894"/>
          </a:xfrm>
          <a:custGeom xmlns:a="http://schemas.openxmlformats.org/drawingml/2006/main">
            <a:pathLst>
              <a:path w="129533" h="51894">
                <a:moveTo>
                  <a:pt x="78043" y="51894"/>
                </a:moveTo>
                <a:lnTo>
                  <a:pt x="129533" y="24995"/>
                </a:lnTo>
                <a:lnTo>
                  <a:pt x="77120" y="0"/>
                </a:lnTo>
                <a:lnTo>
                  <a:pt x="77428" y="17301"/>
                </a:lnTo>
                <a:lnTo>
                  <a:pt x="0" y="18703"/>
                </a:lnTo>
                <a:lnTo>
                  <a:pt x="289" y="36020"/>
                </a:lnTo>
                <a:lnTo>
                  <a:pt x="77736" y="34618"/>
                </a:lnTo>
                <a:lnTo>
                  <a:pt x="78043" y="51894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Checking">
            <a:extLst xmlns:a="http://schemas.openxmlformats.org/drawingml/2006/main">
              <a:ext uri="{FF2B5EF4-FFF2-40B4-BE49-F238E27FC236}">
                <a16:creationId xmlns:a16="http://schemas.microsoft.com/office/drawing/2014/main" id="{F820571D-7408-4849-A75F-525833FA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438" y="1515994"/>
            <a:ext cx="419944" cy="97613"/>
          </a:xfrm>
          <a:custGeom xmlns:a="http://schemas.openxmlformats.org/drawingml/2006/main">
            <a:pathLst>
              <a:path w="419944" h="97613">
                <a:moveTo>
                  <a:pt x="55909" y="49517"/>
                </a:moveTo>
                <a:lnTo>
                  <a:pt x="65752" y="52003"/>
                </a:lnTo>
                <a:cubicBezTo>
                  <a:pt x="63688" y="60103"/>
                  <a:pt x="59976" y="66280"/>
                  <a:pt x="54615" y="70533"/>
                </a:cubicBezTo>
                <a:cubicBezTo>
                  <a:pt x="49255" y="74787"/>
                  <a:pt x="42701" y="76913"/>
                  <a:pt x="34956" y="76913"/>
                </a:cubicBezTo>
                <a:cubicBezTo>
                  <a:pt x="26940" y="76913"/>
                  <a:pt x="20421" y="75281"/>
                  <a:pt x="15398" y="72017"/>
                </a:cubicBezTo>
                <a:cubicBezTo>
                  <a:pt x="10375" y="68753"/>
                  <a:pt x="6553" y="64027"/>
                  <a:pt x="3932" y="57837"/>
                </a:cubicBezTo>
                <a:cubicBezTo>
                  <a:pt x="1311" y="51648"/>
                  <a:pt x="0" y="45001"/>
                  <a:pt x="0" y="37899"/>
                </a:cubicBezTo>
                <a:cubicBezTo>
                  <a:pt x="0" y="30153"/>
                  <a:pt x="1480" y="23397"/>
                  <a:pt x="4439" y="17630"/>
                </a:cubicBezTo>
                <a:cubicBezTo>
                  <a:pt x="7399" y="11863"/>
                  <a:pt x="11610" y="7483"/>
                  <a:pt x="17072" y="4490"/>
                </a:cubicBezTo>
                <a:cubicBezTo>
                  <a:pt x="22534" y="1497"/>
                  <a:pt x="28547" y="0"/>
                  <a:pt x="35108" y="0"/>
                </a:cubicBezTo>
                <a:cubicBezTo>
                  <a:pt x="42549" y="0"/>
                  <a:pt x="48806" y="1894"/>
                  <a:pt x="53880" y="5682"/>
                </a:cubicBezTo>
                <a:cubicBezTo>
                  <a:pt x="58953" y="9470"/>
                  <a:pt x="62488" y="14797"/>
                  <a:pt x="64483" y="21664"/>
                </a:cubicBezTo>
                <a:lnTo>
                  <a:pt x="54793" y="23947"/>
                </a:lnTo>
                <a:cubicBezTo>
                  <a:pt x="53068" y="18517"/>
                  <a:pt x="50565" y="14564"/>
                  <a:pt x="47284" y="12087"/>
                </a:cubicBezTo>
                <a:cubicBezTo>
                  <a:pt x="44004" y="9610"/>
                  <a:pt x="39877" y="8371"/>
                  <a:pt x="34905" y="8371"/>
                </a:cubicBezTo>
                <a:cubicBezTo>
                  <a:pt x="29189" y="8371"/>
                  <a:pt x="24412" y="9744"/>
                  <a:pt x="20573" y="12489"/>
                </a:cubicBezTo>
                <a:cubicBezTo>
                  <a:pt x="16734" y="15232"/>
                  <a:pt x="14036" y="18917"/>
                  <a:pt x="12481" y="23542"/>
                </a:cubicBezTo>
                <a:cubicBezTo>
                  <a:pt x="10925" y="28167"/>
                  <a:pt x="10147" y="32934"/>
                  <a:pt x="10147" y="37846"/>
                </a:cubicBezTo>
                <a:cubicBezTo>
                  <a:pt x="10147" y="44182"/>
                  <a:pt x="11069" y="49713"/>
                  <a:pt x="12912" y="54439"/>
                </a:cubicBezTo>
                <a:cubicBezTo>
                  <a:pt x="14755" y="59166"/>
                  <a:pt x="17622" y="62699"/>
                  <a:pt x="21511" y="65037"/>
                </a:cubicBezTo>
                <a:cubicBezTo>
                  <a:pt x="25401" y="67374"/>
                  <a:pt x="29612" y="68542"/>
                  <a:pt x="34144" y="68542"/>
                </a:cubicBezTo>
                <a:cubicBezTo>
                  <a:pt x="39657" y="68542"/>
                  <a:pt x="44325" y="66944"/>
                  <a:pt x="48147" y="63748"/>
                </a:cubicBezTo>
                <a:cubicBezTo>
                  <a:pt x="51969" y="60551"/>
                  <a:pt x="54556" y="55808"/>
                  <a:pt x="55909" y="49517"/>
                </a:cubicBezTo>
                <a:close/>
                <a:moveTo>
                  <a:pt x="76548" y="75696"/>
                </a:moveTo>
                <a:lnTo>
                  <a:pt x="76548" y="1319"/>
                </a:lnTo>
                <a:lnTo>
                  <a:pt x="85680" y="1319"/>
                </a:lnTo>
                <a:lnTo>
                  <a:pt x="85680" y="28005"/>
                </a:lnTo>
                <a:cubicBezTo>
                  <a:pt x="89941" y="23067"/>
                  <a:pt x="95319" y="20598"/>
                  <a:pt x="101813" y="20598"/>
                </a:cubicBezTo>
                <a:cubicBezTo>
                  <a:pt x="105804" y="20598"/>
                  <a:pt x="109271" y="21385"/>
                  <a:pt x="112214" y="22957"/>
                </a:cubicBezTo>
                <a:cubicBezTo>
                  <a:pt x="115156" y="24530"/>
                  <a:pt x="117262" y="26703"/>
                  <a:pt x="118530" y="29477"/>
                </a:cubicBezTo>
                <a:cubicBezTo>
                  <a:pt x="119799" y="32250"/>
                  <a:pt x="120433" y="36275"/>
                  <a:pt x="120433" y="41551"/>
                </a:cubicBezTo>
                <a:lnTo>
                  <a:pt x="120433" y="75696"/>
                </a:lnTo>
                <a:lnTo>
                  <a:pt x="111301" y="75696"/>
                </a:lnTo>
                <a:lnTo>
                  <a:pt x="111301" y="41551"/>
                </a:lnTo>
                <a:cubicBezTo>
                  <a:pt x="111301" y="36985"/>
                  <a:pt x="110311" y="33662"/>
                  <a:pt x="108333" y="31582"/>
                </a:cubicBezTo>
                <a:cubicBezTo>
                  <a:pt x="106354" y="29502"/>
                  <a:pt x="103555" y="28462"/>
                  <a:pt x="99936" y="28462"/>
                </a:cubicBezTo>
                <a:cubicBezTo>
                  <a:pt x="97230" y="28462"/>
                  <a:pt x="94685" y="29164"/>
                  <a:pt x="92301" y="30567"/>
                </a:cubicBezTo>
                <a:cubicBezTo>
                  <a:pt x="89916" y="31971"/>
                  <a:pt x="88216" y="33874"/>
                  <a:pt x="87202" y="36275"/>
                </a:cubicBezTo>
                <a:cubicBezTo>
                  <a:pt x="86187" y="38676"/>
                  <a:pt x="85680" y="41991"/>
                  <a:pt x="85680" y="46219"/>
                </a:cubicBezTo>
                <a:lnTo>
                  <a:pt x="85680" y="75696"/>
                </a:lnTo>
                <a:lnTo>
                  <a:pt x="76548" y="75696"/>
                </a:lnTo>
                <a:close/>
                <a:moveTo>
                  <a:pt x="171057" y="58344"/>
                </a:moveTo>
                <a:lnTo>
                  <a:pt x="180493" y="59511"/>
                </a:lnTo>
                <a:cubicBezTo>
                  <a:pt x="179005" y="65024"/>
                  <a:pt x="176248" y="69303"/>
                  <a:pt x="172224" y="72347"/>
                </a:cubicBezTo>
                <a:cubicBezTo>
                  <a:pt x="168199" y="75391"/>
                  <a:pt x="163058" y="76913"/>
                  <a:pt x="156800" y="76913"/>
                </a:cubicBezTo>
                <a:cubicBezTo>
                  <a:pt x="148920" y="76913"/>
                  <a:pt x="142671" y="74486"/>
                  <a:pt x="138054" y="69633"/>
                </a:cubicBezTo>
                <a:cubicBezTo>
                  <a:pt x="133437" y="64779"/>
                  <a:pt x="131129" y="57972"/>
                  <a:pt x="131129" y="49212"/>
                </a:cubicBezTo>
                <a:cubicBezTo>
                  <a:pt x="131129" y="40148"/>
                  <a:pt x="133463" y="33113"/>
                  <a:pt x="138130" y="28107"/>
                </a:cubicBezTo>
                <a:cubicBezTo>
                  <a:pt x="142798" y="23101"/>
                  <a:pt x="148852" y="20598"/>
                  <a:pt x="156293" y="20598"/>
                </a:cubicBezTo>
                <a:cubicBezTo>
                  <a:pt x="163497" y="20598"/>
                  <a:pt x="169382" y="23047"/>
                  <a:pt x="173948" y="27943"/>
                </a:cubicBezTo>
                <a:cubicBezTo>
                  <a:pt x="178515" y="32839"/>
                  <a:pt x="180798" y="39728"/>
                  <a:pt x="180798" y="48608"/>
                </a:cubicBezTo>
                <a:cubicBezTo>
                  <a:pt x="180798" y="49148"/>
                  <a:pt x="180781" y="49958"/>
                  <a:pt x="180747" y="51039"/>
                </a:cubicBezTo>
                <a:lnTo>
                  <a:pt x="140565" y="51039"/>
                </a:lnTo>
                <a:cubicBezTo>
                  <a:pt x="140904" y="56941"/>
                  <a:pt x="142578" y="61460"/>
                  <a:pt x="145588" y="64597"/>
                </a:cubicBezTo>
                <a:cubicBezTo>
                  <a:pt x="148598" y="67735"/>
                  <a:pt x="152353" y="69303"/>
                  <a:pt x="156851" y="69303"/>
                </a:cubicBezTo>
                <a:cubicBezTo>
                  <a:pt x="160199" y="69303"/>
                  <a:pt x="163058" y="68432"/>
                  <a:pt x="165425" y="66690"/>
                </a:cubicBezTo>
                <a:cubicBezTo>
                  <a:pt x="167793" y="64947"/>
                  <a:pt x="169670" y="62165"/>
                  <a:pt x="171057" y="58344"/>
                </a:cubicBezTo>
                <a:moveTo>
                  <a:pt x="141073" y="43429"/>
                </a:moveTo>
                <a:lnTo>
                  <a:pt x="171158" y="43429"/>
                </a:lnTo>
                <a:cubicBezTo>
                  <a:pt x="170752" y="38970"/>
                  <a:pt x="169602" y="35627"/>
                  <a:pt x="167708" y="33397"/>
                </a:cubicBezTo>
                <a:cubicBezTo>
                  <a:pt x="164799" y="29938"/>
                  <a:pt x="161028" y="28208"/>
                  <a:pt x="156394" y="28208"/>
                </a:cubicBezTo>
                <a:cubicBezTo>
                  <a:pt x="152200" y="28208"/>
                  <a:pt x="148674" y="29589"/>
                  <a:pt x="145816" y="32351"/>
                </a:cubicBezTo>
                <a:cubicBezTo>
                  <a:pt x="142958" y="35112"/>
                  <a:pt x="141377" y="38804"/>
                  <a:pt x="141073" y="43429"/>
                </a:cubicBezTo>
                <a:close/>
                <a:moveTo>
                  <a:pt x="226956" y="55909"/>
                </a:moveTo>
                <a:lnTo>
                  <a:pt x="235936" y="57076"/>
                </a:lnTo>
                <a:cubicBezTo>
                  <a:pt x="234955" y="63282"/>
                  <a:pt x="232444" y="68139"/>
                  <a:pt x="228402" y="71650"/>
                </a:cubicBezTo>
                <a:cubicBezTo>
                  <a:pt x="224360" y="75159"/>
                  <a:pt x="219397" y="76913"/>
                  <a:pt x="213511" y="76913"/>
                </a:cubicBezTo>
                <a:cubicBezTo>
                  <a:pt x="206138" y="76913"/>
                  <a:pt x="200211" y="74503"/>
                  <a:pt x="195729" y="69684"/>
                </a:cubicBezTo>
                <a:cubicBezTo>
                  <a:pt x="191248" y="64864"/>
                  <a:pt x="189007" y="57955"/>
                  <a:pt x="189007" y="48959"/>
                </a:cubicBezTo>
                <a:cubicBezTo>
                  <a:pt x="189007" y="43141"/>
                  <a:pt x="189971" y="38051"/>
                  <a:pt x="191899" y="33688"/>
                </a:cubicBezTo>
                <a:cubicBezTo>
                  <a:pt x="193827" y="29324"/>
                  <a:pt x="196761" y="26052"/>
                  <a:pt x="200701" y="23870"/>
                </a:cubicBezTo>
                <a:cubicBezTo>
                  <a:pt x="204641" y="21689"/>
                  <a:pt x="208928" y="20598"/>
                  <a:pt x="213562" y="20598"/>
                </a:cubicBezTo>
                <a:cubicBezTo>
                  <a:pt x="219414" y="20598"/>
                  <a:pt x="224199" y="22083"/>
                  <a:pt x="227920" y="25052"/>
                </a:cubicBezTo>
                <a:cubicBezTo>
                  <a:pt x="231640" y="28020"/>
                  <a:pt x="234025" y="32234"/>
                  <a:pt x="235073" y="37696"/>
                </a:cubicBezTo>
                <a:lnTo>
                  <a:pt x="226195" y="39065"/>
                </a:lnTo>
                <a:cubicBezTo>
                  <a:pt x="225349" y="35463"/>
                  <a:pt x="223853" y="32753"/>
                  <a:pt x="221705" y="30935"/>
                </a:cubicBezTo>
                <a:cubicBezTo>
                  <a:pt x="219557" y="29117"/>
                  <a:pt x="216961" y="28208"/>
                  <a:pt x="213917" y="28208"/>
                </a:cubicBezTo>
                <a:cubicBezTo>
                  <a:pt x="209317" y="28208"/>
                  <a:pt x="205580" y="29849"/>
                  <a:pt x="202705" y="33131"/>
                </a:cubicBezTo>
                <a:cubicBezTo>
                  <a:pt x="199830" y="36412"/>
                  <a:pt x="198393" y="41603"/>
                  <a:pt x="198393" y="48705"/>
                </a:cubicBezTo>
                <a:cubicBezTo>
                  <a:pt x="198393" y="55908"/>
                  <a:pt x="199779" y="61142"/>
                  <a:pt x="202553" y="64407"/>
                </a:cubicBezTo>
                <a:cubicBezTo>
                  <a:pt x="205326" y="67671"/>
                  <a:pt x="208945" y="69303"/>
                  <a:pt x="213410" y="69303"/>
                </a:cubicBezTo>
                <a:cubicBezTo>
                  <a:pt x="216995" y="69303"/>
                  <a:pt x="219988" y="68208"/>
                  <a:pt x="222390" y="66018"/>
                </a:cubicBezTo>
                <a:cubicBezTo>
                  <a:pt x="224791" y="63828"/>
                  <a:pt x="226313" y="60458"/>
                  <a:pt x="226956" y="55909"/>
                </a:cubicBezTo>
                <a:close/>
                <a:moveTo>
                  <a:pt x="243654" y="75696"/>
                </a:moveTo>
                <a:lnTo>
                  <a:pt x="243654" y="1319"/>
                </a:lnTo>
                <a:lnTo>
                  <a:pt x="252787" y="1319"/>
                </a:lnTo>
                <a:lnTo>
                  <a:pt x="252787" y="43733"/>
                </a:lnTo>
                <a:lnTo>
                  <a:pt x="274399" y="21816"/>
                </a:lnTo>
                <a:lnTo>
                  <a:pt x="286220" y="21816"/>
                </a:lnTo>
                <a:lnTo>
                  <a:pt x="265622" y="41805"/>
                </a:lnTo>
                <a:lnTo>
                  <a:pt x="288301" y="75696"/>
                </a:lnTo>
                <a:lnTo>
                  <a:pt x="277038" y="75696"/>
                </a:lnTo>
                <a:lnTo>
                  <a:pt x="259230" y="48147"/>
                </a:lnTo>
                <a:lnTo>
                  <a:pt x="252787" y="54336"/>
                </a:lnTo>
                <a:lnTo>
                  <a:pt x="252787" y="75696"/>
                </a:lnTo>
                <a:lnTo>
                  <a:pt x="243654" y="75696"/>
                </a:lnTo>
                <a:close/>
                <a:moveTo>
                  <a:pt x="295462" y="11872"/>
                </a:moveTo>
                <a:lnTo>
                  <a:pt x="295462" y="1319"/>
                </a:lnTo>
                <a:lnTo>
                  <a:pt x="304594" y="1319"/>
                </a:lnTo>
                <a:lnTo>
                  <a:pt x="304594" y="11872"/>
                </a:lnTo>
                <a:lnTo>
                  <a:pt x="295462" y="11872"/>
                </a:lnTo>
                <a:moveTo>
                  <a:pt x="295462" y="75696"/>
                </a:moveTo>
                <a:lnTo>
                  <a:pt x="295462" y="21816"/>
                </a:lnTo>
                <a:lnTo>
                  <a:pt x="304594" y="21816"/>
                </a:lnTo>
                <a:lnTo>
                  <a:pt x="304594" y="75696"/>
                </a:lnTo>
                <a:lnTo>
                  <a:pt x="295462" y="75696"/>
                </a:lnTo>
                <a:close/>
                <a:moveTo>
                  <a:pt x="318333" y="75696"/>
                </a:moveTo>
                <a:lnTo>
                  <a:pt x="318333" y="21816"/>
                </a:lnTo>
                <a:lnTo>
                  <a:pt x="326552" y="21816"/>
                </a:lnTo>
                <a:lnTo>
                  <a:pt x="326552" y="29426"/>
                </a:lnTo>
                <a:cubicBezTo>
                  <a:pt x="330509" y="23541"/>
                  <a:pt x="336225" y="20598"/>
                  <a:pt x="343700" y="20598"/>
                </a:cubicBezTo>
                <a:cubicBezTo>
                  <a:pt x="346947" y="20598"/>
                  <a:pt x="349932" y="21182"/>
                  <a:pt x="352654" y="22348"/>
                </a:cubicBezTo>
                <a:cubicBezTo>
                  <a:pt x="355377" y="23515"/>
                  <a:pt x="357415" y="25046"/>
                  <a:pt x="358768" y="26940"/>
                </a:cubicBezTo>
                <a:cubicBezTo>
                  <a:pt x="360121" y="28834"/>
                  <a:pt x="361068" y="31083"/>
                  <a:pt x="361609" y="33688"/>
                </a:cubicBezTo>
                <a:cubicBezTo>
                  <a:pt x="361947" y="35379"/>
                  <a:pt x="362116" y="38338"/>
                  <a:pt x="362116" y="42566"/>
                </a:cubicBezTo>
                <a:lnTo>
                  <a:pt x="362116" y="75696"/>
                </a:lnTo>
                <a:lnTo>
                  <a:pt x="352984" y="75696"/>
                </a:lnTo>
                <a:lnTo>
                  <a:pt x="352984" y="42886"/>
                </a:lnTo>
                <a:cubicBezTo>
                  <a:pt x="352984" y="39162"/>
                  <a:pt x="352629" y="36376"/>
                  <a:pt x="351919" y="34531"/>
                </a:cubicBezTo>
                <a:cubicBezTo>
                  <a:pt x="351208" y="32686"/>
                  <a:pt x="349949" y="31213"/>
                  <a:pt x="348139" y="30112"/>
                </a:cubicBezTo>
                <a:cubicBezTo>
                  <a:pt x="346330" y="29012"/>
                  <a:pt x="344207" y="28462"/>
                  <a:pt x="341772" y="28462"/>
                </a:cubicBezTo>
                <a:cubicBezTo>
                  <a:pt x="337882" y="28462"/>
                  <a:pt x="334525" y="29698"/>
                  <a:pt x="331701" y="32170"/>
                </a:cubicBezTo>
                <a:cubicBezTo>
                  <a:pt x="328877" y="34641"/>
                  <a:pt x="327465" y="39331"/>
                  <a:pt x="327465" y="46238"/>
                </a:cubicBezTo>
                <a:lnTo>
                  <a:pt x="327465" y="75696"/>
                </a:lnTo>
                <a:lnTo>
                  <a:pt x="318333" y="75696"/>
                </a:lnTo>
                <a:close/>
                <a:moveTo>
                  <a:pt x="374283" y="80160"/>
                </a:moveTo>
                <a:lnTo>
                  <a:pt x="383162" y="81479"/>
                </a:lnTo>
                <a:cubicBezTo>
                  <a:pt x="383534" y="84219"/>
                  <a:pt x="384565" y="86214"/>
                  <a:pt x="386256" y="87466"/>
                </a:cubicBezTo>
                <a:cubicBezTo>
                  <a:pt x="388522" y="89157"/>
                  <a:pt x="391617" y="90003"/>
                  <a:pt x="395541" y="90003"/>
                </a:cubicBezTo>
                <a:cubicBezTo>
                  <a:pt x="399769" y="90003"/>
                  <a:pt x="403033" y="89155"/>
                  <a:pt x="405332" y="87460"/>
                </a:cubicBezTo>
                <a:cubicBezTo>
                  <a:pt x="407632" y="85765"/>
                  <a:pt x="409188" y="83392"/>
                  <a:pt x="410000" y="80341"/>
                </a:cubicBezTo>
                <a:cubicBezTo>
                  <a:pt x="410474" y="78478"/>
                  <a:pt x="410693" y="74563"/>
                  <a:pt x="410660" y="68596"/>
                </a:cubicBezTo>
                <a:cubicBezTo>
                  <a:pt x="406668" y="73329"/>
                  <a:pt x="401696" y="75696"/>
                  <a:pt x="395744" y="75696"/>
                </a:cubicBezTo>
                <a:cubicBezTo>
                  <a:pt x="388336" y="75696"/>
                  <a:pt x="382603" y="73024"/>
                  <a:pt x="378545" y="67680"/>
                </a:cubicBezTo>
                <a:cubicBezTo>
                  <a:pt x="374486" y="62336"/>
                  <a:pt x="372457" y="55926"/>
                  <a:pt x="372457" y="48451"/>
                </a:cubicBezTo>
                <a:cubicBezTo>
                  <a:pt x="372457" y="43310"/>
                  <a:pt x="373387" y="38567"/>
                  <a:pt x="375247" y="34220"/>
                </a:cubicBezTo>
                <a:cubicBezTo>
                  <a:pt x="377107" y="29874"/>
                  <a:pt x="379805" y="26517"/>
                  <a:pt x="383339" y="24150"/>
                </a:cubicBezTo>
                <a:cubicBezTo>
                  <a:pt x="386874" y="21782"/>
                  <a:pt x="391025" y="20598"/>
                  <a:pt x="395794" y="20598"/>
                </a:cubicBezTo>
                <a:cubicBezTo>
                  <a:pt x="402153" y="20598"/>
                  <a:pt x="407396" y="23186"/>
                  <a:pt x="411522" y="28360"/>
                </a:cubicBezTo>
                <a:lnTo>
                  <a:pt x="411522" y="21816"/>
                </a:lnTo>
                <a:lnTo>
                  <a:pt x="419944" y="21816"/>
                </a:lnTo>
                <a:lnTo>
                  <a:pt x="419944" y="68422"/>
                </a:lnTo>
                <a:cubicBezTo>
                  <a:pt x="419944" y="76815"/>
                  <a:pt x="419090" y="82763"/>
                  <a:pt x="417382" y="86266"/>
                </a:cubicBezTo>
                <a:cubicBezTo>
                  <a:pt x="415674" y="89769"/>
                  <a:pt x="412968" y="92535"/>
                  <a:pt x="409264" y="94566"/>
                </a:cubicBezTo>
                <a:cubicBezTo>
                  <a:pt x="405561" y="96597"/>
                  <a:pt x="401003" y="97613"/>
                  <a:pt x="395591" y="97613"/>
                </a:cubicBezTo>
                <a:cubicBezTo>
                  <a:pt x="389165" y="97613"/>
                  <a:pt x="383973" y="96163"/>
                  <a:pt x="380016" y="93262"/>
                </a:cubicBezTo>
                <a:cubicBezTo>
                  <a:pt x="376059" y="90362"/>
                  <a:pt x="374148" y="85995"/>
                  <a:pt x="374283" y="80160"/>
                </a:cubicBezTo>
                <a:moveTo>
                  <a:pt x="381842" y="47793"/>
                </a:moveTo>
                <a:cubicBezTo>
                  <a:pt x="381842" y="54844"/>
                  <a:pt x="383246" y="59989"/>
                  <a:pt x="386053" y="63228"/>
                </a:cubicBezTo>
                <a:cubicBezTo>
                  <a:pt x="388861" y="66466"/>
                  <a:pt x="392378" y="68085"/>
                  <a:pt x="396606" y="68085"/>
                </a:cubicBezTo>
                <a:cubicBezTo>
                  <a:pt x="400800" y="68085"/>
                  <a:pt x="404318" y="66475"/>
                  <a:pt x="407159" y="63253"/>
                </a:cubicBezTo>
                <a:cubicBezTo>
                  <a:pt x="410000" y="60031"/>
                  <a:pt x="411421" y="54979"/>
                  <a:pt x="411421" y="48096"/>
                </a:cubicBezTo>
                <a:cubicBezTo>
                  <a:pt x="411421" y="41518"/>
                  <a:pt x="409958" y="36558"/>
                  <a:pt x="407032" y="33218"/>
                </a:cubicBezTo>
                <a:cubicBezTo>
                  <a:pt x="404106" y="29878"/>
                  <a:pt x="400580" y="28208"/>
                  <a:pt x="396454" y="28208"/>
                </a:cubicBezTo>
                <a:cubicBezTo>
                  <a:pt x="392395" y="28208"/>
                  <a:pt x="388945" y="29853"/>
                  <a:pt x="386104" y="33142"/>
                </a:cubicBezTo>
                <a:cubicBezTo>
                  <a:pt x="383263" y="36431"/>
                  <a:pt x="381842" y="41315"/>
                  <a:pt x="381842" y="47793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Refining">
            <a:extLst xmlns:a="http://schemas.openxmlformats.org/drawingml/2006/main">
              <a:ext uri="{FF2B5EF4-FFF2-40B4-BE49-F238E27FC236}">
                <a16:creationId xmlns:a16="http://schemas.microsoft.com/office/drawing/2014/main" id="{A18EE883-64CB-448B-91FB-576D3F44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361" y="1516096"/>
            <a:ext cx="364998" cy="97511"/>
          </a:xfrm>
          <a:custGeom xmlns:a="http://schemas.openxmlformats.org/drawingml/2006/main">
            <a:pathLst>
              <a:path w="364998" h="97511">
                <a:moveTo>
                  <a:pt x="0" y="75594"/>
                </a:moveTo>
                <a:lnTo>
                  <a:pt x="0" y="1218"/>
                </a:lnTo>
                <a:lnTo>
                  <a:pt x="32977" y="1218"/>
                </a:lnTo>
                <a:cubicBezTo>
                  <a:pt x="39607" y="1218"/>
                  <a:pt x="44646" y="1885"/>
                  <a:pt x="48096" y="3220"/>
                </a:cubicBezTo>
                <a:cubicBezTo>
                  <a:pt x="51546" y="4554"/>
                  <a:pt x="54303" y="6910"/>
                  <a:pt x="56366" y="10288"/>
                </a:cubicBezTo>
                <a:cubicBezTo>
                  <a:pt x="58429" y="13666"/>
                  <a:pt x="59461" y="17399"/>
                  <a:pt x="59461" y="21486"/>
                </a:cubicBezTo>
                <a:cubicBezTo>
                  <a:pt x="59461" y="26756"/>
                  <a:pt x="57753" y="31198"/>
                  <a:pt x="54336" y="34813"/>
                </a:cubicBezTo>
                <a:cubicBezTo>
                  <a:pt x="50920" y="38427"/>
                  <a:pt x="45644" y="40724"/>
                  <a:pt x="38507" y="41704"/>
                </a:cubicBezTo>
                <a:cubicBezTo>
                  <a:pt x="41112" y="42957"/>
                  <a:pt x="43090" y="44194"/>
                  <a:pt x="44443" y="45414"/>
                </a:cubicBezTo>
                <a:cubicBezTo>
                  <a:pt x="47318" y="48055"/>
                  <a:pt x="50041" y="51357"/>
                  <a:pt x="52611" y="55321"/>
                </a:cubicBezTo>
                <a:lnTo>
                  <a:pt x="65549" y="75594"/>
                </a:lnTo>
                <a:lnTo>
                  <a:pt x="53170" y="75594"/>
                </a:lnTo>
                <a:lnTo>
                  <a:pt x="43327" y="60096"/>
                </a:lnTo>
                <a:cubicBezTo>
                  <a:pt x="40452" y="55625"/>
                  <a:pt x="38085" y="52205"/>
                  <a:pt x="36224" y="49834"/>
                </a:cubicBezTo>
                <a:cubicBezTo>
                  <a:pt x="34364" y="47462"/>
                  <a:pt x="32698" y="45802"/>
                  <a:pt x="31227" y="44854"/>
                </a:cubicBezTo>
                <a:cubicBezTo>
                  <a:pt x="29756" y="43905"/>
                  <a:pt x="28259" y="43244"/>
                  <a:pt x="26737" y="42870"/>
                </a:cubicBezTo>
                <a:cubicBezTo>
                  <a:pt x="25621" y="42634"/>
                  <a:pt x="23794" y="42515"/>
                  <a:pt x="21258" y="42515"/>
                </a:cubicBezTo>
                <a:lnTo>
                  <a:pt x="9842" y="42515"/>
                </a:lnTo>
                <a:lnTo>
                  <a:pt x="9842" y="75594"/>
                </a:lnTo>
                <a:lnTo>
                  <a:pt x="0" y="75594"/>
                </a:lnTo>
                <a:moveTo>
                  <a:pt x="9842" y="33992"/>
                </a:moveTo>
                <a:lnTo>
                  <a:pt x="30999" y="33992"/>
                </a:lnTo>
                <a:cubicBezTo>
                  <a:pt x="35497" y="33992"/>
                  <a:pt x="39015" y="33528"/>
                  <a:pt x="41551" y="32600"/>
                </a:cubicBezTo>
                <a:cubicBezTo>
                  <a:pt x="44088" y="31672"/>
                  <a:pt x="46016" y="30187"/>
                  <a:pt x="47335" y="28145"/>
                </a:cubicBezTo>
                <a:cubicBezTo>
                  <a:pt x="48654" y="26103"/>
                  <a:pt x="49314" y="23883"/>
                  <a:pt x="49314" y="21486"/>
                </a:cubicBezTo>
                <a:cubicBezTo>
                  <a:pt x="49314" y="17976"/>
                  <a:pt x="48037" y="15090"/>
                  <a:pt x="45483" y="12829"/>
                </a:cubicBezTo>
                <a:cubicBezTo>
                  <a:pt x="42930" y="10568"/>
                  <a:pt x="38896" y="9437"/>
                  <a:pt x="33383" y="9437"/>
                </a:cubicBezTo>
                <a:lnTo>
                  <a:pt x="9842" y="9437"/>
                </a:lnTo>
                <a:lnTo>
                  <a:pt x="9842" y="33992"/>
                </a:lnTo>
                <a:close/>
                <a:moveTo>
                  <a:pt x="110438" y="58243"/>
                </a:moveTo>
                <a:lnTo>
                  <a:pt x="119874" y="59410"/>
                </a:lnTo>
                <a:cubicBezTo>
                  <a:pt x="118386" y="64923"/>
                  <a:pt x="115629" y="69202"/>
                  <a:pt x="111604" y="72246"/>
                </a:cubicBezTo>
                <a:cubicBezTo>
                  <a:pt x="107580" y="75290"/>
                  <a:pt x="102438" y="76812"/>
                  <a:pt x="96181" y="76812"/>
                </a:cubicBezTo>
                <a:cubicBezTo>
                  <a:pt x="88300" y="76812"/>
                  <a:pt x="82052" y="74385"/>
                  <a:pt x="77435" y="69531"/>
                </a:cubicBezTo>
                <a:cubicBezTo>
                  <a:pt x="72818" y="64678"/>
                  <a:pt x="70510" y="57871"/>
                  <a:pt x="70510" y="49111"/>
                </a:cubicBezTo>
                <a:cubicBezTo>
                  <a:pt x="70510" y="40046"/>
                  <a:pt x="72843" y="33011"/>
                  <a:pt x="77511" y="28005"/>
                </a:cubicBezTo>
                <a:cubicBezTo>
                  <a:pt x="82179" y="23000"/>
                  <a:pt x="88233" y="20497"/>
                  <a:pt x="95674" y="20497"/>
                </a:cubicBezTo>
                <a:cubicBezTo>
                  <a:pt x="102878" y="20497"/>
                  <a:pt x="108763" y="22945"/>
                  <a:pt x="113329" y="27842"/>
                </a:cubicBezTo>
                <a:cubicBezTo>
                  <a:pt x="117895" y="32738"/>
                  <a:pt x="120179" y="39626"/>
                  <a:pt x="120179" y="48507"/>
                </a:cubicBezTo>
                <a:cubicBezTo>
                  <a:pt x="120179" y="49047"/>
                  <a:pt x="120162" y="49857"/>
                  <a:pt x="120128" y="50937"/>
                </a:cubicBezTo>
                <a:lnTo>
                  <a:pt x="79946" y="50937"/>
                </a:lnTo>
                <a:cubicBezTo>
                  <a:pt x="80284" y="56839"/>
                  <a:pt x="81959" y="61359"/>
                  <a:pt x="84969" y="64496"/>
                </a:cubicBezTo>
                <a:cubicBezTo>
                  <a:pt x="87979" y="67633"/>
                  <a:pt x="91733" y="69202"/>
                  <a:pt x="96232" y="69202"/>
                </a:cubicBezTo>
                <a:cubicBezTo>
                  <a:pt x="99580" y="69202"/>
                  <a:pt x="102438" y="68331"/>
                  <a:pt x="104806" y="66589"/>
                </a:cubicBezTo>
                <a:cubicBezTo>
                  <a:pt x="107174" y="64846"/>
                  <a:pt x="109051" y="62064"/>
                  <a:pt x="110438" y="58243"/>
                </a:cubicBezTo>
                <a:moveTo>
                  <a:pt x="80454" y="43327"/>
                </a:moveTo>
                <a:lnTo>
                  <a:pt x="110539" y="43327"/>
                </a:lnTo>
                <a:cubicBezTo>
                  <a:pt x="110133" y="38869"/>
                  <a:pt x="108983" y="35525"/>
                  <a:pt x="107089" y="33296"/>
                </a:cubicBezTo>
                <a:cubicBezTo>
                  <a:pt x="104180" y="29837"/>
                  <a:pt x="100409" y="28107"/>
                  <a:pt x="95775" y="28107"/>
                </a:cubicBezTo>
                <a:cubicBezTo>
                  <a:pt x="91581" y="28107"/>
                  <a:pt x="88055" y="29488"/>
                  <a:pt x="85197" y="32250"/>
                </a:cubicBezTo>
                <a:cubicBezTo>
                  <a:pt x="82339" y="35010"/>
                  <a:pt x="80758" y="38703"/>
                  <a:pt x="80454" y="43327"/>
                </a:cubicBezTo>
                <a:close/>
                <a:moveTo>
                  <a:pt x="133361" y="75594"/>
                </a:moveTo>
                <a:lnTo>
                  <a:pt x="133361" y="28817"/>
                </a:lnTo>
                <a:lnTo>
                  <a:pt x="125294" y="28817"/>
                </a:lnTo>
                <a:lnTo>
                  <a:pt x="125294" y="21714"/>
                </a:lnTo>
                <a:lnTo>
                  <a:pt x="133361" y="21714"/>
                </a:lnTo>
                <a:lnTo>
                  <a:pt x="133361" y="15994"/>
                </a:lnTo>
                <a:cubicBezTo>
                  <a:pt x="133361" y="12383"/>
                  <a:pt x="133682" y="9701"/>
                  <a:pt x="134325" y="7946"/>
                </a:cubicBezTo>
                <a:cubicBezTo>
                  <a:pt x="135204" y="5585"/>
                  <a:pt x="136752" y="3670"/>
                  <a:pt x="138967" y="2202"/>
                </a:cubicBezTo>
                <a:cubicBezTo>
                  <a:pt x="141183" y="734"/>
                  <a:pt x="144286" y="0"/>
                  <a:pt x="148277" y="0"/>
                </a:cubicBezTo>
                <a:cubicBezTo>
                  <a:pt x="150847" y="0"/>
                  <a:pt x="153689" y="304"/>
                  <a:pt x="156800" y="913"/>
                </a:cubicBezTo>
                <a:lnTo>
                  <a:pt x="155430" y="8879"/>
                </a:lnTo>
                <a:cubicBezTo>
                  <a:pt x="153536" y="8540"/>
                  <a:pt x="151744" y="8371"/>
                  <a:pt x="150053" y="8371"/>
                </a:cubicBezTo>
                <a:cubicBezTo>
                  <a:pt x="147279" y="8371"/>
                  <a:pt x="145317" y="8961"/>
                  <a:pt x="144167" y="10141"/>
                </a:cubicBezTo>
                <a:cubicBezTo>
                  <a:pt x="143017" y="11320"/>
                  <a:pt x="142442" y="13527"/>
                  <a:pt x="142442" y="16761"/>
                </a:cubicBezTo>
                <a:lnTo>
                  <a:pt x="142442" y="21714"/>
                </a:lnTo>
                <a:lnTo>
                  <a:pt x="152944" y="21714"/>
                </a:lnTo>
                <a:lnTo>
                  <a:pt x="152944" y="28817"/>
                </a:lnTo>
                <a:lnTo>
                  <a:pt x="142442" y="28817"/>
                </a:lnTo>
                <a:lnTo>
                  <a:pt x="142442" y="75594"/>
                </a:lnTo>
                <a:lnTo>
                  <a:pt x="133361" y="75594"/>
                </a:lnTo>
                <a:close/>
                <a:moveTo>
                  <a:pt x="159970" y="11770"/>
                </a:moveTo>
                <a:lnTo>
                  <a:pt x="159970" y="1218"/>
                </a:lnTo>
                <a:lnTo>
                  <a:pt x="169102" y="1218"/>
                </a:lnTo>
                <a:lnTo>
                  <a:pt x="169102" y="11770"/>
                </a:lnTo>
                <a:lnTo>
                  <a:pt x="159970" y="11770"/>
                </a:lnTo>
                <a:moveTo>
                  <a:pt x="159970" y="75594"/>
                </a:moveTo>
                <a:lnTo>
                  <a:pt x="159970" y="21714"/>
                </a:lnTo>
                <a:lnTo>
                  <a:pt x="169102" y="21714"/>
                </a:lnTo>
                <a:lnTo>
                  <a:pt x="169102" y="75594"/>
                </a:lnTo>
                <a:lnTo>
                  <a:pt x="159970" y="75594"/>
                </a:lnTo>
                <a:close/>
                <a:moveTo>
                  <a:pt x="182840" y="75594"/>
                </a:moveTo>
                <a:lnTo>
                  <a:pt x="182840" y="21714"/>
                </a:lnTo>
                <a:lnTo>
                  <a:pt x="191059" y="21714"/>
                </a:lnTo>
                <a:lnTo>
                  <a:pt x="191059" y="29324"/>
                </a:lnTo>
                <a:cubicBezTo>
                  <a:pt x="195016" y="23439"/>
                  <a:pt x="200733" y="20497"/>
                  <a:pt x="208207" y="20497"/>
                </a:cubicBezTo>
                <a:cubicBezTo>
                  <a:pt x="211454" y="20497"/>
                  <a:pt x="214439" y="21080"/>
                  <a:pt x="217162" y="22247"/>
                </a:cubicBezTo>
                <a:cubicBezTo>
                  <a:pt x="219885" y="23414"/>
                  <a:pt x="221923" y="24944"/>
                  <a:pt x="223275" y="26838"/>
                </a:cubicBezTo>
                <a:cubicBezTo>
                  <a:pt x="224628" y="28733"/>
                  <a:pt x="225575" y="30982"/>
                  <a:pt x="226117" y="33586"/>
                </a:cubicBezTo>
                <a:cubicBezTo>
                  <a:pt x="226455" y="35277"/>
                  <a:pt x="226624" y="38237"/>
                  <a:pt x="226624" y="42465"/>
                </a:cubicBezTo>
                <a:lnTo>
                  <a:pt x="226624" y="75594"/>
                </a:lnTo>
                <a:lnTo>
                  <a:pt x="217492" y="75594"/>
                </a:lnTo>
                <a:lnTo>
                  <a:pt x="217492" y="42785"/>
                </a:lnTo>
                <a:cubicBezTo>
                  <a:pt x="217492" y="39060"/>
                  <a:pt x="217137" y="36275"/>
                  <a:pt x="216426" y="34430"/>
                </a:cubicBezTo>
                <a:cubicBezTo>
                  <a:pt x="215716" y="32584"/>
                  <a:pt x="214456" y="31111"/>
                  <a:pt x="212647" y="30011"/>
                </a:cubicBezTo>
                <a:cubicBezTo>
                  <a:pt x="210837" y="28911"/>
                  <a:pt x="208715" y="28360"/>
                  <a:pt x="206279" y="28360"/>
                </a:cubicBezTo>
                <a:cubicBezTo>
                  <a:pt x="202390" y="28360"/>
                  <a:pt x="199033" y="29597"/>
                  <a:pt x="196209" y="32069"/>
                </a:cubicBezTo>
                <a:cubicBezTo>
                  <a:pt x="193384" y="34540"/>
                  <a:pt x="191972" y="39229"/>
                  <a:pt x="191972" y="46137"/>
                </a:cubicBezTo>
                <a:lnTo>
                  <a:pt x="191972" y="75594"/>
                </a:lnTo>
                <a:lnTo>
                  <a:pt x="182840" y="75594"/>
                </a:lnTo>
                <a:close/>
                <a:moveTo>
                  <a:pt x="240516" y="11770"/>
                </a:moveTo>
                <a:lnTo>
                  <a:pt x="240516" y="1218"/>
                </a:lnTo>
                <a:lnTo>
                  <a:pt x="249648" y="1218"/>
                </a:lnTo>
                <a:lnTo>
                  <a:pt x="249648" y="11770"/>
                </a:lnTo>
                <a:lnTo>
                  <a:pt x="240516" y="11770"/>
                </a:lnTo>
                <a:moveTo>
                  <a:pt x="240516" y="75594"/>
                </a:moveTo>
                <a:lnTo>
                  <a:pt x="240516" y="21714"/>
                </a:lnTo>
                <a:lnTo>
                  <a:pt x="249648" y="21714"/>
                </a:lnTo>
                <a:lnTo>
                  <a:pt x="249648" y="75594"/>
                </a:lnTo>
                <a:lnTo>
                  <a:pt x="240516" y="75594"/>
                </a:lnTo>
                <a:close/>
                <a:moveTo>
                  <a:pt x="263387" y="75594"/>
                </a:moveTo>
                <a:lnTo>
                  <a:pt x="263387" y="21714"/>
                </a:lnTo>
                <a:lnTo>
                  <a:pt x="271606" y="21714"/>
                </a:lnTo>
                <a:lnTo>
                  <a:pt x="271606" y="29324"/>
                </a:lnTo>
                <a:cubicBezTo>
                  <a:pt x="275563" y="23439"/>
                  <a:pt x="281279" y="20497"/>
                  <a:pt x="288754" y="20497"/>
                </a:cubicBezTo>
                <a:cubicBezTo>
                  <a:pt x="292001" y="20497"/>
                  <a:pt x="294986" y="21080"/>
                  <a:pt x="297709" y="22247"/>
                </a:cubicBezTo>
                <a:cubicBezTo>
                  <a:pt x="300431" y="23414"/>
                  <a:pt x="302469" y="24944"/>
                  <a:pt x="303822" y="26838"/>
                </a:cubicBezTo>
                <a:cubicBezTo>
                  <a:pt x="305175" y="28733"/>
                  <a:pt x="306122" y="30982"/>
                  <a:pt x="306663" y="33586"/>
                </a:cubicBezTo>
                <a:cubicBezTo>
                  <a:pt x="307001" y="35277"/>
                  <a:pt x="307171" y="38237"/>
                  <a:pt x="307171" y="42465"/>
                </a:cubicBezTo>
                <a:lnTo>
                  <a:pt x="307171" y="75594"/>
                </a:lnTo>
                <a:lnTo>
                  <a:pt x="298038" y="75594"/>
                </a:lnTo>
                <a:lnTo>
                  <a:pt x="298038" y="42785"/>
                </a:lnTo>
                <a:cubicBezTo>
                  <a:pt x="298038" y="39060"/>
                  <a:pt x="297683" y="36275"/>
                  <a:pt x="296973" y="34430"/>
                </a:cubicBezTo>
                <a:cubicBezTo>
                  <a:pt x="296263" y="32584"/>
                  <a:pt x="295003" y="31111"/>
                  <a:pt x="293193" y="30011"/>
                </a:cubicBezTo>
                <a:cubicBezTo>
                  <a:pt x="291384" y="28911"/>
                  <a:pt x="289261" y="28360"/>
                  <a:pt x="286826" y="28360"/>
                </a:cubicBezTo>
                <a:cubicBezTo>
                  <a:pt x="282936" y="28360"/>
                  <a:pt x="279580" y="29597"/>
                  <a:pt x="276755" y="32069"/>
                </a:cubicBezTo>
                <a:cubicBezTo>
                  <a:pt x="273931" y="34540"/>
                  <a:pt x="272519" y="39229"/>
                  <a:pt x="272519" y="46137"/>
                </a:cubicBezTo>
                <a:lnTo>
                  <a:pt x="272519" y="75594"/>
                </a:lnTo>
                <a:lnTo>
                  <a:pt x="263387" y="75594"/>
                </a:lnTo>
                <a:close/>
                <a:moveTo>
                  <a:pt x="319337" y="80059"/>
                </a:moveTo>
                <a:lnTo>
                  <a:pt x="328215" y="81378"/>
                </a:lnTo>
                <a:cubicBezTo>
                  <a:pt x="328588" y="84117"/>
                  <a:pt x="329619" y="86113"/>
                  <a:pt x="331310" y="87364"/>
                </a:cubicBezTo>
                <a:cubicBezTo>
                  <a:pt x="333576" y="89056"/>
                  <a:pt x="336671" y="89901"/>
                  <a:pt x="340595" y="89901"/>
                </a:cubicBezTo>
                <a:cubicBezTo>
                  <a:pt x="344822" y="89901"/>
                  <a:pt x="348086" y="89053"/>
                  <a:pt x="350386" y="87358"/>
                </a:cubicBezTo>
                <a:cubicBezTo>
                  <a:pt x="352686" y="85664"/>
                  <a:pt x="354242" y="83291"/>
                  <a:pt x="355054" y="80239"/>
                </a:cubicBezTo>
                <a:cubicBezTo>
                  <a:pt x="355527" y="78376"/>
                  <a:pt x="355747" y="74461"/>
                  <a:pt x="355713" y="68494"/>
                </a:cubicBezTo>
                <a:cubicBezTo>
                  <a:pt x="351722" y="73228"/>
                  <a:pt x="346750" y="75594"/>
                  <a:pt x="340798" y="75594"/>
                </a:cubicBezTo>
                <a:cubicBezTo>
                  <a:pt x="333390" y="75594"/>
                  <a:pt x="327657" y="72922"/>
                  <a:pt x="323599" y="67578"/>
                </a:cubicBezTo>
                <a:cubicBezTo>
                  <a:pt x="319540" y="62234"/>
                  <a:pt x="317511" y="55825"/>
                  <a:pt x="317511" y="48350"/>
                </a:cubicBezTo>
                <a:cubicBezTo>
                  <a:pt x="317511" y="43209"/>
                  <a:pt x="318441" y="38465"/>
                  <a:pt x="320301" y="34119"/>
                </a:cubicBezTo>
                <a:cubicBezTo>
                  <a:pt x="322161" y="29773"/>
                  <a:pt x="324859" y="26416"/>
                  <a:pt x="328393" y="24048"/>
                </a:cubicBezTo>
                <a:cubicBezTo>
                  <a:pt x="331928" y="21680"/>
                  <a:pt x="336079" y="20497"/>
                  <a:pt x="340848" y="20497"/>
                </a:cubicBezTo>
                <a:cubicBezTo>
                  <a:pt x="347207" y="20497"/>
                  <a:pt x="352450" y="23084"/>
                  <a:pt x="356576" y="28259"/>
                </a:cubicBezTo>
                <a:lnTo>
                  <a:pt x="356576" y="21714"/>
                </a:lnTo>
                <a:lnTo>
                  <a:pt x="364998" y="21714"/>
                </a:lnTo>
                <a:lnTo>
                  <a:pt x="364998" y="68320"/>
                </a:lnTo>
                <a:cubicBezTo>
                  <a:pt x="364998" y="76713"/>
                  <a:pt x="364144" y="82662"/>
                  <a:pt x="362436" y="86164"/>
                </a:cubicBezTo>
                <a:cubicBezTo>
                  <a:pt x="360728" y="89667"/>
                  <a:pt x="358022" y="92434"/>
                  <a:pt x="354318" y="94464"/>
                </a:cubicBezTo>
                <a:cubicBezTo>
                  <a:pt x="350615" y="96496"/>
                  <a:pt x="346057" y="97511"/>
                  <a:pt x="340645" y="97511"/>
                </a:cubicBezTo>
                <a:cubicBezTo>
                  <a:pt x="334219" y="97511"/>
                  <a:pt x="329027" y="96061"/>
                  <a:pt x="325070" y="93161"/>
                </a:cubicBezTo>
                <a:cubicBezTo>
                  <a:pt x="321113" y="90261"/>
                  <a:pt x="319202" y="85893"/>
                  <a:pt x="319337" y="80059"/>
                </a:cubicBezTo>
                <a:moveTo>
                  <a:pt x="326896" y="47692"/>
                </a:moveTo>
                <a:cubicBezTo>
                  <a:pt x="326896" y="54743"/>
                  <a:pt x="328300" y="59888"/>
                  <a:pt x="331107" y="63126"/>
                </a:cubicBezTo>
                <a:cubicBezTo>
                  <a:pt x="333915" y="66365"/>
                  <a:pt x="337432" y="67984"/>
                  <a:pt x="341660" y="67984"/>
                </a:cubicBezTo>
                <a:cubicBezTo>
                  <a:pt x="345854" y="67984"/>
                  <a:pt x="349372" y="66373"/>
                  <a:pt x="352213" y="63152"/>
                </a:cubicBezTo>
                <a:cubicBezTo>
                  <a:pt x="355054" y="59930"/>
                  <a:pt x="356474" y="54878"/>
                  <a:pt x="356474" y="47995"/>
                </a:cubicBezTo>
                <a:cubicBezTo>
                  <a:pt x="356474" y="41416"/>
                  <a:pt x="355012" y="36457"/>
                  <a:pt x="352086" y="33117"/>
                </a:cubicBezTo>
                <a:cubicBezTo>
                  <a:pt x="349160" y="29777"/>
                  <a:pt x="345634" y="28107"/>
                  <a:pt x="341508" y="28107"/>
                </a:cubicBezTo>
                <a:cubicBezTo>
                  <a:pt x="337449" y="28107"/>
                  <a:pt x="333999" y="29751"/>
                  <a:pt x="331158" y="33041"/>
                </a:cubicBezTo>
                <a:cubicBezTo>
                  <a:pt x="328317" y="36330"/>
                  <a:pt x="326896" y="41214"/>
                  <a:pt x="326896" y="47692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4893E-84B0-488D-B858-FEAB1278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612" y="544472"/>
            <a:ext cx="338322" cy="338328"/>
          </a:xfrm>
          <a:custGeom xmlns:a="http://schemas.openxmlformats.org/drawingml/2006/main">
            <a:pathLst>
              <a:path w="338322" h="338328">
                <a:moveTo>
                  <a:pt x="232110" y="0"/>
                </a:moveTo>
                <a:cubicBezTo>
                  <a:pt x="206480" y="32666"/>
                  <a:pt x="212195" y="79919"/>
                  <a:pt x="244867" y="105561"/>
                </a:cubicBezTo>
                <a:cubicBezTo>
                  <a:pt x="272344" y="127121"/>
                  <a:pt x="311077" y="126895"/>
                  <a:pt x="338322" y="105053"/>
                </a:cubicBezTo>
                <a:lnTo>
                  <a:pt x="338322" y="300732"/>
                </a:lnTo>
                <a:cubicBezTo>
                  <a:pt x="338322" y="321496"/>
                  <a:pt x="321467" y="338328"/>
                  <a:pt x="300686" y="338328"/>
                </a:cubicBezTo>
                <a:lnTo>
                  <a:pt x="37579" y="338328"/>
                </a:lnTo>
                <a:cubicBezTo>
                  <a:pt x="16798" y="338328"/>
                  <a:pt x="0" y="321496"/>
                  <a:pt x="0" y="300732"/>
                </a:cubicBezTo>
                <a:lnTo>
                  <a:pt x="0" y="37590"/>
                </a:lnTo>
                <a:cubicBezTo>
                  <a:pt x="0" y="16821"/>
                  <a:pt x="16798" y="0"/>
                  <a:pt x="37579" y="0"/>
                </a:cubicBezTo>
                <a:lnTo>
                  <a:pt x="232110" y="0"/>
                </a:lnTo>
                <a:close/>
                <a:moveTo>
                  <a:pt x="230205" y="238996"/>
                </a:moveTo>
                <a:lnTo>
                  <a:pt x="89242" y="238996"/>
                </a:lnTo>
                <a:cubicBezTo>
                  <a:pt x="81449" y="238996"/>
                  <a:pt x="75099" y="245311"/>
                  <a:pt x="75099" y="253098"/>
                </a:cubicBezTo>
                <a:cubicBezTo>
                  <a:pt x="75099" y="260879"/>
                  <a:pt x="81449" y="267195"/>
                  <a:pt x="89242" y="267195"/>
                </a:cubicBezTo>
                <a:lnTo>
                  <a:pt x="230205" y="267195"/>
                </a:lnTo>
                <a:cubicBezTo>
                  <a:pt x="237940" y="267195"/>
                  <a:pt x="244289" y="260879"/>
                  <a:pt x="244289" y="253098"/>
                </a:cubicBezTo>
                <a:cubicBezTo>
                  <a:pt x="244289" y="245311"/>
                  <a:pt x="237940" y="238996"/>
                  <a:pt x="230205" y="238996"/>
                </a:cubicBezTo>
                <a:close/>
                <a:moveTo>
                  <a:pt x="173808" y="173208"/>
                </a:moveTo>
                <a:lnTo>
                  <a:pt x="89242" y="173208"/>
                </a:lnTo>
                <a:cubicBezTo>
                  <a:pt x="81449" y="173208"/>
                  <a:pt x="75099" y="179523"/>
                  <a:pt x="75099" y="187304"/>
                </a:cubicBezTo>
                <a:cubicBezTo>
                  <a:pt x="75099" y="195085"/>
                  <a:pt x="81449" y="201400"/>
                  <a:pt x="89242" y="201400"/>
                </a:cubicBezTo>
                <a:lnTo>
                  <a:pt x="173808" y="201400"/>
                </a:lnTo>
                <a:cubicBezTo>
                  <a:pt x="181601" y="201400"/>
                  <a:pt x="187893" y="195085"/>
                  <a:pt x="187893" y="187304"/>
                </a:cubicBezTo>
                <a:cubicBezTo>
                  <a:pt x="187893" y="179523"/>
                  <a:pt x="181601" y="173208"/>
                  <a:pt x="173808" y="173208"/>
                </a:cubicBezTo>
              </a:path>
            </a:pathLst>
          </a:custGeom>
          <a:solidFill xmlns:a="http://schemas.openxmlformats.org/drawingml/2006/main">
            <a:srgbClr val="6364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CDD85-CABC-4A2F-8BF7-61EF07F2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02" y="535075"/>
            <a:ext cx="103384" cy="103379"/>
          </a:xfrm>
          <a:custGeom xmlns:a="http://schemas.openxmlformats.org/drawingml/2006/main">
            <a:pathLst>
              <a:path w="103384" h="103379">
                <a:moveTo>
                  <a:pt x="0" y="51686"/>
                </a:moveTo>
                <a:cubicBezTo>
                  <a:pt x="0" y="80243"/>
                  <a:pt x="23147" y="103379"/>
                  <a:pt x="51721" y="103379"/>
                </a:cubicBezTo>
                <a:cubicBezTo>
                  <a:pt x="80237" y="103379"/>
                  <a:pt x="103384" y="80243"/>
                  <a:pt x="103384" y="51686"/>
                </a:cubicBezTo>
                <a:cubicBezTo>
                  <a:pt x="103384" y="23136"/>
                  <a:pt x="80237" y="0"/>
                  <a:pt x="51721" y="0"/>
                </a:cubicBezTo>
                <a:cubicBezTo>
                  <a:pt x="23147" y="0"/>
                  <a:pt x="0" y="23136"/>
                  <a:pt x="0" y="51686"/>
                </a:cubicBezTo>
              </a:path>
            </a:pathLst>
          </a:custGeom>
          <a:solidFill xmlns:a="http://schemas.openxmlformats.org/drawingml/2006/main">
            <a:srgbClr val="6364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PortingPrompt">
            <a:extLst xmlns:a="http://schemas.openxmlformats.org/drawingml/2006/main">
              <a:ext uri="{FF2B5EF4-FFF2-40B4-BE49-F238E27FC236}">
                <a16:creationId xmlns:a16="http://schemas.microsoft.com/office/drawing/2014/main" id="{22862FCB-9681-42C3-96FB-73ACDD54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764" y="988268"/>
            <a:ext cx="760519" cy="107207"/>
          </a:xfrm>
          <a:custGeom xmlns:a="http://schemas.openxmlformats.org/drawingml/2006/main">
            <a:pathLst>
              <a:path w="760519" h="107207">
                <a:moveTo>
                  <a:pt x="0" y="82806"/>
                </a:moveTo>
                <a:lnTo>
                  <a:pt x="0" y="0"/>
                </a:lnTo>
                <a:lnTo>
                  <a:pt x="31236" y="0"/>
                </a:lnTo>
                <a:cubicBezTo>
                  <a:pt x="36734" y="0"/>
                  <a:pt x="40932" y="263"/>
                  <a:pt x="43832" y="789"/>
                </a:cubicBezTo>
                <a:cubicBezTo>
                  <a:pt x="47899" y="1467"/>
                  <a:pt x="51306" y="2755"/>
                  <a:pt x="54055" y="4655"/>
                </a:cubicBezTo>
                <a:cubicBezTo>
                  <a:pt x="56804" y="6554"/>
                  <a:pt x="59017" y="9215"/>
                  <a:pt x="60692" y="12638"/>
                </a:cubicBezTo>
                <a:cubicBezTo>
                  <a:pt x="62368" y="16060"/>
                  <a:pt x="63206" y="19821"/>
                  <a:pt x="63206" y="23921"/>
                </a:cubicBezTo>
                <a:cubicBezTo>
                  <a:pt x="63206" y="30956"/>
                  <a:pt x="60965" y="36908"/>
                  <a:pt x="56484" y="41779"/>
                </a:cubicBezTo>
                <a:cubicBezTo>
                  <a:pt x="52003" y="46649"/>
                  <a:pt x="43907" y="49085"/>
                  <a:pt x="32196" y="49085"/>
                </a:cubicBezTo>
                <a:lnTo>
                  <a:pt x="10958" y="49085"/>
                </a:lnTo>
                <a:lnTo>
                  <a:pt x="10958" y="82806"/>
                </a:lnTo>
                <a:lnTo>
                  <a:pt x="0" y="82806"/>
                </a:lnTo>
                <a:moveTo>
                  <a:pt x="10958" y="39313"/>
                </a:moveTo>
                <a:lnTo>
                  <a:pt x="32365" y="39313"/>
                </a:lnTo>
                <a:cubicBezTo>
                  <a:pt x="39445" y="39313"/>
                  <a:pt x="44472" y="37998"/>
                  <a:pt x="47447" y="35368"/>
                </a:cubicBezTo>
                <a:cubicBezTo>
                  <a:pt x="50422" y="32737"/>
                  <a:pt x="51909" y="29034"/>
                  <a:pt x="51909" y="24260"/>
                </a:cubicBezTo>
                <a:cubicBezTo>
                  <a:pt x="51909" y="20803"/>
                  <a:pt x="51033" y="17843"/>
                  <a:pt x="49282" y="15381"/>
                </a:cubicBezTo>
                <a:cubicBezTo>
                  <a:pt x="47531" y="12920"/>
                  <a:pt x="45225" y="11294"/>
                  <a:pt x="42363" y="10504"/>
                </a:cubicBezTo>
                <a:cubicBezTo>
                  <a:pt x="40518" y="10016"/>
                  <a:pt x="37110" y="9772"/>
                  <a:pt x="32140" y="9772"/>
                </a:cubicBezTo>
                <a:lnTo>
                  <a:pt x="10958" y="9772"/>
                </a:lnTo>
                <a:lnTo>
                  <a:pt x="10958" y="39313"/>
                </a:lnTo>
                <a:close/>
                <a:moveTo>
                  <a:pt x="72063" y="52813"/>
                </a:moveTo>
                <a:cubicBezTo>
                  <a:pt x="72063" y="41704"/>
                  <a:pt x="75151" y="33476"/>
                  <a:pt x="81326" y="28129"/>
                </a:cubicBezTo>
                <a:cubicBezTo>
                  <a:pt x="86485" y="23686"/>
                  <a:pt x="92774" y="21464"/>
                  <a:pt x="100192" y="21464"/>
                </a:cubicBezTo>
                <a:cubicBezTo>
                  <a:pt x="108439" y="21464"/>
                  <a:pt x="115179" y="24166"/>
                  <a:pt x="120413" y="29569"/>
                </a:cubicBezTo>
                <a:cubicBezTo>
                  <a:pt x="125648" y="34973"/>
                  <a:pt x="128265" y="42438"/>
                  <a:pt x="128265" y="51965"/>
                </a:cubicBezTo>
                <a:cubicBezTo>
                  <a:pt x="128265" y="59685"/>
                  <a:pt x="127107" y="65757"/>
                  <a:pt x="124791" y="70182"/>
                </a:cubicBezTo>
                <a:cubicBezTo>
                  <a:pt x="122475" y="74606"/>
                  <a:pt x="119105" y="78042"/>
                  <a:pt x="114680" y="80490"/>
                </a:cubicBezTo>
                <a:cubicBezTo>
                  <a:pt x="110256" y="82938"/>
                  <a:pt x="105426" y="84161"/>
                  <a:pt x="100192" y="84161"/>
                </a:cubicBezTo>
                <a:cubicBezTo>
                  <a:pt x="91795" y="84161"/>
                  <a:pt x="85007" y="81469"/>
                  <a:pt x="79829" y="76084"/>
                </a:cubicBezTo>
                <a:cubicBezTo>
                  <a:pt x="74652" y="70699"/>
                  <a:pt x="72063" y="62942"/>
                  <a:pt x="72063" y="52813"/>
                </a:cubicBezTo>
                <a:moveTo>
                  <a:pt x="82512" y="52784"/>
                </a:moveTo>
                <a:cubicBezTo>
                  <a:pt x="82512" y="60438"/>
                  <a:pt x="84188" y="66169"/>
                  <a:pt x="87540" y="69977"/>
                </a:cubicBezTo>
                <a:cubicBezTo>
                  <a:pt x="90891" y="73785"/>
                  <a:pt x="95108" y="75689"/>
                  <a:pt x="100192" y="75689"/>
                </a:cubicBezTo>
                <a:cubicBezTo>
                  <a:pt x="105238" y="75689"/>
                  <a:pt x="109437" y="73775"/>
                  <a:pt x="112788" y="69949"/>
                </a:cubicBezTo>
                <a:cubicBezTo>
                  <a:pt x="116139" y="66122"/>
                  <a:pt x="117815" y="60288"/>
                  <a:pt x="117815" y="52447"/>
                </a:cubicBezTo>
                <a:cubicBezTo>
                  <a:pt x="117815" y="45056"/>
                  <a:pt x="116130" y="39457"/>
                  <a:pt x="112760" y="35649"/>
                </a:cubicBezTo>
                <a:cubicBezTo>
                  <a:pt x="109390" y="31841"/>
                  <a:pt x="105200" y="29937"/>
                  <a:pt x="100192" y="29937"/>
                </a:cubicBezTo>
                <a:cubicBezTo>
                  <a:pt x="95108" y="29937"/>
                  <a:pt x="90891" y="31831"/>
                  <a:pt x="87540" y="35620"/>
                </a:cubicBezTo>
                <a:cubicBezTo>
                  <a:pt x="84188" y="39409"/>
                  <a:pt x="82512" y="45131"/>
                  <a:pt x="82512" y="52784"/>
                </a:cubicBezTo>
                <a:close/>
                <a:moveTo>
                  <a:pt x="140041" y="82806"/>
                </a:moveTo>
                <a:lnTo>
                  <a:pt x="140041" y="22820"/>
                </a:lnTo>
                <a:lnTo>
                  <a:pt x="149191" y="22820"/>
                </a:lnTo>
                <a:lnTo>
                  <a:pt x="149191" y="31857"/>
                </a:lnTo>
                <a:cubicBezTo>
                  <a:pt x="151526" y="27625"/>
                  <a:pt x="153682" y="24835"/>
                  <a:pt x="155659" y="23487"/>
                </a:cubicBezTo>
                <a:cubicBezTo>
                  <a:pt x="157636" y="22138"/>
                  <a:pt x="159810" y="21464"/>
                  <a:pt x="162183" y="21464"/>
                </a:cubicBezTo>
                <a:cubicBezTo>
                  <a:pt x="165609" y="21464"/>
                  <a:pt x="169092" y="22551"/>
                  <a:pt x="172632" y="24726"/>
                </a:cubicBezTo>
                <a:lnTo>
                  <a:pt x="169130" y="34116"/>
                </a:lnTo>
                <a:cubicBezTo>
                  <a:pt x="166645" y="32648"/>
                  <a:pt x="164159" y="31914"/>
                  <a:pt x="161674" y="31914"/>
                </a:cubicBezTo>
                <a:cubicBezTo>
                  <a:pt x="159452" y="31914"/>
                  <a:pt x="157457" y="32583"/>
                  <a:pt x="155687" y="33922"/>
                </a:cubicBezTo>
                <a:cubicBezTo>
                  <a:pt x="153917" y="35260"/>
                  <a:pt x="152656" y="37117"/>
                  <a:pt x="151902" y="39491"/>
                </a:cubicBezTo>
                <a:cubicBezTo>
                  <a:pt x="150773" y="43110"/>
                  <a:pt x="150208" y="47068"/>
                  <a:pt x="150208" y="51365"/>
                </a:cubicBezTo>
                <a:lnTo>
                  <a:pt x="150208" y="82806"/>
                </a:lnTo>
                <a:lnTo>
                  <a:pt x="140041" y="82806"/>
                </a:lnTo>
                <a:close/>
                <a:moveTo>
                  <a:pt x="200862" y="73825"/>
                </a:moveTo>
                <a:lnTo>
                  <a:pt x="202330" y="82806"/>
                </a:lnTo>
                <a:cubicBezTo>
                  <a:pt x="199468" y="83333"/>
                  <a:pt x="196908" y="83597"/>
                  <a:pt x="194648" y="83597"/>
                </a:cubicBezTo>
                <a:cubicBezTo>
                  <a:pt x="190958" y="83597"/>
                  <a:pt x="188096" y="83013"/>
                  <a:pt x="186063" y="81846"/>
                </a:cubicBezTo>
                <a:cubicBezTo>
                  <a:pt x="184029" y="80678"/>
                  <a:pt x="182598" y="79144"/>
                  <a:pt x="181770" y="77242"/>
                </a:cubicBezTo>
                <a:cubicBezTo>
                  <a:pt x="180942" y="75340"/>
                  <a:pt x="180527" y="71340"/>
                  <a:pt x="180527" y="65239"/>
                </a:cubicBezTo>
                <a:lnTo>
                  <a:pt x="180527" y="30727"/>
                </a:lnTo>
                <a:lnTo>
                  <a:pt x="173071" y="30727"/>
                </a:lnTo>
                <a:lnTo>
                  <a:pt x="173071" y="22820"/>
                </a:lnTo>
                <a:lnTo>
                  <a:pt x="180527" y="22820"/>
                </a:lnTo>
                <a:lnTo>
                  <a:pt x="180527" y="7924"/>
                </a:lnTo>
                <a:lnTo>
                  <a:pt x="190638" y="1807"/>
                </a:lnTo>
                <a:lnTo>
                  <a:pt x="190638" y="22820"/>
                </a:lnTo>
                <a:lnTo>
                  <a:pt x="200862" y="22820"/>
                </a:lnTo>
                <a:lnTo>
                  <a:pt x="200862" y="30727"/>
                </a:lnTo>
                <a:lnTo>
                  <a:pt x="190638" y="30727"/>
                </a:lnTo>
                <a:lnTo>
                  <a:pt x="190638" y="65804"/>
                </a:lnTo>
                <a:cubicBezTo>
                  <a:pt x="190638" y="68704"/>
                  <a:pt x="190817" y="70568"/>
                  <a:pt x="191175" y="71396"/>
                </a:cubicBezTo>
                <a:cubicBezTo>
                  <a:pt x="191532" y="72224"/>
                  <a:pt x="192116" y="72883"/>
                  <a:pt x="192926" y="73373"/>
                </a:cubicBezTo>
                <a:cubicBezTo>
                  <a:pt x="193735" y="73862"/>
                  <a:pt x="194893" y="74107"/>
                  <a:pt x="196399" y="74107"/>
                </a:cubicBezTo>
                <a:cubicBezTo>
                  <a:pt x="197529" y="74107"/>
                  <a:pt x="199016" y="74013"/>
                  <a:pt x="200862" y="73825"/>
                </a:cubicBezTo>
                <a:close/>
                <a:moveTo>
                  <a:pt x="210867" y="11749"/>
                </a:moveTo>
                <a:lnTo>
                  <a:pt x="210867" y="0"/>
                </a:lnTo>
                <a:lnTo>
                  <a:pt x="221034" y="0"/>
                </a:lnTo>
                <a:lnTo>
                  <a:pt x="221034" y="11749"/>
                </a:lnTo>
                <a:lnTo>
                  <a:pt x="210867" y="11749"/>
                </a:lnTo>
                <a:moveTo>
                  <a:pt x="210867" y="82806"/>
                </a:moveTo>
                <a:lnTo>
                  <a:pt x="210867" y="22820"/>
                </a:lnTo>
                <a:lnTo>
                  <a:pt x="221034" y="22820"/>
                </a:lnTo>
                <a:lnTo>
                  <a:pt x="221034" y="82806"/>
                </a:lnTo>
                <a:lnTo>
                  <a:pt x="210867" y="82806"/>
                </a:lnTo>
                <a:close/>
                <a:moveTo>
                  <a:pt x="236480" y="82806"/>
                </a:moveTo>
                <a:lnTo>
                  <a:pt x="236480" y="22820"/>
                </a:lnTo>
                <a:lnTo>
                  <a:pt x="245630" y="22820"/>
                </a:lnTo>
                <a:lnTo>
                  <a:pt x="245630" y="31292"/>
                </a:lnTo>
                <a:cubicBezTo>
                  <a:pt x="250036" y="24740"/>
                  <a:pt x="256400" y="21464"/>
                  <a:pt x="264722" y="21464"/>
                </a:cubicBezTo>
                <a:cubicBezTo>
                  <a:pt x="268337" y="21464"/>
                  <a:pt x="271660" y="22114"/>
                  <a:pt x="274692" y="23413"/>
                </a:cubicBezTo>
                <a:cubicBezTo>
                  <a:pt x="277723" y="24712"/>
                  <a:pt x="279992" y="26416"/>
                  <a:pt x="281498" y="28525"/>
                </a:cubicBezTo>
                <a:cubicBezTo>
                  <a:pt x="283004" y="30633"/>
                  <a:pt x="284059" y="33137"/>
                  <a:pt x="284661" y="36037"/>
                </a:cubicBezTo>
                <a:cubicBezTo>
                  <a:pt x="285038" y="37920"/>
                  <a:pt x="285226" y="41215"/>
                  <a:pt x="285226" y="45922"/>
                </a:cubicBezTo>
                <a:lnTo>
                  <a:pt x="285226" y="82806"/>
                </a:lnTo>
                <a:lnTo>
                  <a:pt x="275059" y="82806"/>
                </a:lnTo>
                <a:lnTo>
                  <a:pt x="275059" y="46278"/>
                </a:lnTo>
                <a:cubicBezTo>
                  <a:pt x="275059" y="42131"/>
                  <a:pt x="274663" y="39031"/>
                  <a:pt x="273873" y="36976"/>
                </a:cubicBezTo>
                <a:cubicBezTo>
                  <a:pt x="273082" y="34921"/>
                  <a:pt x="271679" y="33282"/>
                  <a:pt x="269664" y="32057"/>
                </a:cubicBezTo>
                <a:cubicBezTo>
                  <a:pt x="267650" y="30832"/>
                  <a:pt x="265287" y="30219"/>
                  <a:pt x="262576" y="30219"/>
                </a:cubicBezTo>
                <a:cubicBezTo>
                  <a:pt x="258245" y="30219"/>
                  <a:pt x="254508" y="31595"/>
                  <a:pt x="251364" y="34348"/>
                </a:cubicBezTo>
                <a:cubicBezTo>
                  <a:pt x="248219" y="37099"/>
                  <a:pt x="246647" y="42320"/>
                  <a:pt x="246647" y="50010"/>
                </a:cubicBezTo>
                <a:lnTo>
                  <a:pt x="246647" y="82806"/>
                </a:lnTo>
                <a:lnTo>
                  <a:pt x="236480" y="82806"/>
                </a:lnTo>
                <a:close/>
                <a:moveTo>
                  <a:pt x="298922" y="87776"/>
                </a:moveTo>
                <a:lnTo>
                  <a:pt x="308807" y="89245"/>
                </a:lnTo>
                <a:cubicBezTo>
                  <a:pt x="309221" y="92295"/>
                  <a:pt x="310370" y="94517"/>
                  <a:pt x="312253" y="95910"/>
                </a:cubicBezTo>
                <a:cubicBezTo>
                  <a:pt x="314776" y="97793"/>
                  <a:pt x="318221" y="98734"/>
                  <a:pt x="322589" y="98734"/>
                </a:cubicBezTo>
                <a:cubicBezTo>
                  <a:pt x="327296" y="98734"/>
                  <a:pt x="330930" y="97791"/>
                  <a:pt x="333491" y="95903"/>
                </a:cubicBezTo>
                <a:cubicBezTo>
                  <a:pt x="336051" y="94017"/>
                  <a:pt x="337783" y="91375"/>
                  <a:pt x="338687" y="87978"/>
                </a:cubicBezTo>
                <a:cubicBezTo>
                  <a:pt x="339214" y="85903"/>
                  <a:pt x="339459" y="81544"/>
                  <a:pt x="339422" y="74902"/>
                </a:cubicBezTo>
                <a:cubicBezTo>
                  <a:pt x="334978" y="80171"/>
                  <a:pt x="329443" y="82806"/>
                  <a:pt x="322815" y="82806"/>
                </a:cubicBezTo>
                <a:cubicBezTo>
                  <a:pt x="314568" y="82806"/>
                  <a:pt x="308186" y="79831"/>
                  <a:pt x="303667" y="73881"/>
                </a:cubicBezTo>
                <a:cubicBezTo>
                  <a:pt x="299148" y="67932"/>
                  <a:pt x="296889" y="60796"/>
                  <a:pt x="296889" y="52474"/>
                </a:cubicBezTo>
                <a:cubicBezTo>
                  <a:pt x="296889" y="46750"/>
                  <a:pt x="297924" y="41469"/>
                  <a:pt x="299996" y="36630"/>
                </a:cubicBezTo>
                <a:cubicBezTo>
                  <a:pt x="302067" y="31791"/>
                  <a:pt x="305070" y="28054"/>
                  <a:pt x="309005" y="25418"/>
                </a:cubicBezTo>
                <a:cubicBezTo>
                  <a:pt x="312940" y="22782"/>
                  <a:pt x="317562" y="21464"/>
                  <a:pt x="322872" y="21464"/>
                </a:cubicBezTo>
                <a:cubicBezTo>
                  <a:pt x="329951" y="21464"/>
                  <a:pt x="335788" y="24345"/>
                  <a:pt x="340382" y="30106"/>
                </a:cubicBezTo>
                <a:lnTo>
                  <a:pt x="340382" y="22820"/>
                </a:lnTo>
                <a:lnTo>
                  <a:pt x="349758" y="22820"/>
                </a:lnTo>
                <a:lnTo>
                  <a:pt x="349758" y="74707"/>
                </a:lnTo>
                <a:cubicBezTo>
                  <a:pt x="349758" y="84052"/>
                  <a:pt x="348807" y="90674"/>
                  <a:pt x="346906" y="94574"/>
                </a:cubicBezTo>
                <a:cubicBezTo>
                  <a:pt x="345004" y="98474"/>
                  <a:pt x="341992" y="101554"/>
                  <a:pt x="337868" y="103814"/>
                </a:cubicBezTo>
                <a:cubicBezTo>
                  <a:pt x="333745" y="106076"/>
                  <a:pt x="328671" y="107207"/>
                  <a:pt x="322646" y="107207"/>
                </a:cubicBezTo>
                <a:cubicBezTo>
                  <a:pt x="315491" y="107207"/>
                  <a:pt x="309711" y="105592"/>
                  <a:pt x="305305" y="102363"/>
                </a:cubicBezTo>
                <a:cubicBezTo>
                  <a:pt x="300899" y="99134"/>
                  <a:pt x="298772" y="94272"/>
                  <a:pt x="298922" y="87776"/>
                </a:cubicBezTo>
                <a:moveTo>
                  <a:pt x="307339" y="51741"/>
                </a:moveTo>
                <a:cubicBezTo>
                  <a:pt x="307339" y="59591"/>
                  <a:pt x="308901" y="65319"/>
                  <a:pt x="312027" y="68925"/>
                </a:cubicBezTo>
                <a:cubicBezTo>
                  <a:pt x="315152" y="72530"/>
                  <a:pt x="319068" y="74333"/>
                  <a:pt x="323775" y="74333"/>
                </a:cubicBezTo>
                <a:cubicBezTo>
                  <a:pt x="328445" y="74333"/>
                  <a:pt x="332361" y="72540"/>
                  <a:pt x="335524" y="68953"/>
                </a:cubicBezTo>
                <a:cubicBezTo>
                  <a:pt x="338687" y="65366"/>
                  <a:pt x="340269" y="59741"/>
                  <a:pt x="340269" y="52078"/>
                </a:cubicBezTo>
                <a:cubicBezTo>
                  <a:pt x="340269" y="44754"/>
                  <a:pt x="338640" y="39233"/>
                  <a:pt x="335383" y="35514"/>
                </a:cubicBezTo>
                <a:cubicBezTo>
                  <a:pt x="332126" y="31796"/>
                  <a:pt x="328200" y="29937"/>
                  <a:pt x="323606" y="29937"/>
                </a:cubicBezTo>
                <a:cubicBezTo>
                  <a:pt x="319087" y="29937"/>
                  <a:pt x="315246" y="31768"/>
                  <a:pt x="312083" y="35430"/>
                </a:cubicBezTo>
                <a:cubicBezTo>
                  <a:pt x="308920" y="39092"/>
                  <a:pt x="307339" y="44529"/>
                  <a:pt x="307339" y="51741"/>
                </a:cubicBezTo>
                <a:close/>
                <a:moveTo>
                  <a:pt x="397533" y="82806"/>
                </a:moveTo>
                <a:lnTo>
                  <a:pt x="397533" y="0"/>
                </a:lnTo>
                <a:lnTo>
                  <a:pt x="428769" y="0"/>
                </a:lnTo>
                <a:cubicBezTo>
                  <a:pt x="434266" y="0"/>
                  <a:pt x="438465" y="263"/>
                  <a:pt x="441365" y="789"/>
                </a:cubicBezTo>
                <a:cubicBezTo>
                  <a:pt x="445431" y="1467"/>
                  <a:pt x="448839" y="2755"/>
                  <a:pt x="451588" y="4655"/>
                </a:cubicBezTo>
                <a:cubicBezTo>
                  <a:pt x="454337" y="6554"/>
                  <a:pt x="456549" y="9215"/>
                  <a:pt x="458225" y="12638"/>
                </a:cubicBezTo>
                <a:cubicBezTo>
                  <a:pt x="459901" y="16060"/>
                  <a:pt x="460739" y="19821"/>
                  <a:pt x="460739" y="23921"/>
                </a:cubicBezTo>
                <a:cubicBezTo>
                  <a:pt x="460739" y="30956"/>
                  <a:pt x="458498" y="36908"/>
                  <a:pt x="454017" y="41779"/>
                </a:cubicBezTo>
                <a:cubicBezTo>
                  <a:pt x="449536" y="46649"/>
                  <a:pt x="441440" y="49085"/>
                  <a:pt x="429729" y="49085"/>
                </a:cubicBezTo>
                <a:lnTo>
                  <a:pt x="408491" y="49085"/>
                </a:lnTo>
                <a:lnTo>
                  <a:pt x="408491" y="82806"/>
                </a:lnTo>
                <a:lnTo>
                  <a:pt x="397533" y="82806"/>
                </a:lnTo>
                <a:moveTo>
                  <a:pt x="408491" y="39313"/>
                </a:moveTo>
                <a:lnTo>
                  <a:pt x="429898" y="39313"/>
                </a:lnTo>
                <a:cubicBezTo>
                  <a:pt x="436978" y="39313"/>
                  <a:pt x="442005" y="37998"/>
                  <a:pt x="444980" y="35368"/>
                </a:cubicBezTo>
                <a:cubicBezTo>
                  <a:pt x="447954" y="32737"/>
                  <a:pt x="449442" y="29034"/>
                  <a:pt x="449442" y="24260"/>
                </a:cubicBezTo>
                <a:cubicBezTo>
                  <a:pt x="449442" y="20803"/>
                  <a:pt x="448566" y="17843"/>
                  <a:pt x="446815" y="15381"/>
                </a:cubicBezTo>
                <a:cubicBezTo>
                  <a:pt x="445064" y="12920"/>
                  <a:pt x="442758" y="11294"/>
                  <a:pt x="439896" y="10504"/>
                </a:cubicBezTo>
                <a:cubicBezTo>
                  <a:pt x="438051" y="10016"/>
                  <a:pt x="434643" y="9772"/>
                  <a:pt x="429672" y="9772"/>
                </a:cubicBezTo>
                <a:lnTo>
                  <a:pt x="408491" y="9772"/>
                </a:lnTo>
                <a:lnTo>
                  <a:pt x="408491" y="39313"/>
                </a:lnTo>
                <a:close/>
                <a:moveTo>
                  <a:pt x="473267" y="82806"/>
                </a:moveTo>
                <a:lnTo>
                  <a:pt x="473267" y="22820"/>
                </a:lnTo>
                <a:lnTo>
                  <a:pt x="482418" y="22820"/>
                </a:lnTo>
                <a:lnTo>
                  <a:pt x="482418" y="31857"/>
                </a:lnTo>
                <a:cubicBezTo>
                  <a:pt x="484752" y="27625"/>
                  <a:pt x="486908" y="24835"/>
                  <a:pt x="488885" y="23487"/>
                </a:cubicBezTo>
                <a:cubicBezTo>
                  <a:pt x="490862" y="22138"/>
                  <a:pt x="493037" y="21464"/>
                  <a:pt x="495409" y="21464"/>
                </a:cubicBezTo>
                <a:cubicBezTo>
                  <a:pt x="498836" y="21464"/>
                  <a:pt x="502319" y="22551"/>
                  <a:pt x="505859" y="24726"/>
                </a:cubicBezTo>
                <a:lnTo>
                  <a:pt x="502357" y="34116"/>
                </a:lnTo>
                <a:cubicBezTo>
                  <a:pt x="499871" y="32648"/>
                  <a:pt x="497386" y="31914"/>
                  <a:pt x="494901" y="31914"/>
                </a:cubicBezTo>
                <a:cubicBezTo>
                  <a:pt x="492679" y="31914"/>
                  <a:pt x="490683" y="32583"/>
                  <a:pt x="488913" y="33922"/>
                </a:cubicBezTo>
                <a:cubicBezTo>
                  <a:pt x="487144" y="35260"/>
                  <a:pt x="485882" y="37117"/>
                  <a:pt x="485129" y="39491"/>
                </a:cubicBezTo>
                <a:cubicBezTo>
                  <a:pt x="483999" y="43110"/>
                  <a:pt x="483434" y="47068"/>
                  <a:pt x="483434" y="51365"/>
                </a:cubicBezTo>
                <a:lnTo>
                  <a:pt x="483434" y="82806"/>
                </a:lnTo>
                <a:lnTo>
                  <a:pt x="473267" y="82806"/>
                </a:lnTo>
                <a:close/>
                <a:moveTo>
                  <a:pt x="508105" y="52813"/>
                </a:moveTo>
                <a:cubicBezTo>
                  <a:pt x="508105" y="41704"/>
                  <a:pt x="511193" y="33476"/>
                  <a:pt x="517368" y="28129"/>
                </a:cubicBezTo>
                <a:cubicBezTo>
                  <a:pt x="522527" y="23686"/>
                  <a:pt x="528816" y="21464"/>
                  <a:pt x="536234" y="21464"/>
                </a:cubicBezTo>
                <a:cubicBezTo>
                  <a:pt x="544481" y="21464"/>
                  <a:pt x="551221" y="24166"/>
                  <a:pt x="556455" y="29569"/>
                </a:cubicBezTo>
                <a:cubicBezTo>
                  <a:pt x="561690" y="34973"/>
                  <a:pt x="564307" y="42438"/>
                  <a:pt x="564307" y="51965"/>
                </a:cubicBezTo>
                <a:cubicBezTo>
                  <a:pt x="564307" y="59685"/>
                  <a:pt x="563149" y="65757"/>
                  <a:pt x="560833" y="70182"/>
                </a:cubicBezTo>
                <a:cubicBezTo>
                  <a:pt x="558517" y="74606"/>
                  <a:pt x="555147" y="78042"/>
                  <a:pt x="550722" y="80490"/>
                </a:cubicBezTo>
                <a:cubicBezTo>
                  <a:pt x="546298" y="82938"/>
                  <a:pt x="541468" y="84161"/>
                  <a:pt x="536234" y="84161"/>
                </a:cubicBezTo>
                <a:cubicBezTo>
                  <a:pt x="527837" y="84161"/>
                  <a:pt x="521049" y="81469"/>
                  <a:pt x="515871" y="76084"/>
                </a:cubicBezTo>
                <a:cubicBezTo>
                  <a:pt x="510694" y="70699"/>
                  <a:pt x="508105" y="62942"/>
                  <a:pt x="508105" y="52813"/>
                </a:cubicBezTo>
                <a:moveTo>
                  <a:pt x="518554" y="52784"/>
                </a:moveTo>
                <a:cubicBezTo>
                  <a:pt x="518554" y="60438"/>
                  <a:pt x="520230" y="66169"/>
                  <a:pt x="523582" y="69977"/>
                </a:cubicBezTo>
                <a:cubicBezTo>
                  <a:pt x="526933" y="73785"/>
                  <a:pt x="531150" y="75689"/>
                  <a:pt x="536234" y="75689"/>
                </a:cubicBezTo>
                <a:cubicBezTo>
                  <a:pt x="541280" y="75689"/>
                  <a:pt x="545479" y="73775"/>
                  <a:pt x="548830" y="69949"/>
                </a:cubicBezTo>
                <a:cubicBezTo>
                  <a:pt x="552181" y="66122"/>
                  <a:pt x="553857" y="60288"/>
                  <a:pt x="553857" y="52447"/>
                </a:cubicBezTo>
                <a:cubicBezTo>
                  <a:pt x="553857" y="45056"/>
                  <a:pt x="552172" y="39457"/>
                  <a:pt x="548802" y="35649"/>
                </a:cubicBezTo>
                <a:cubicBezTo>
                  <a:pt x="545431" y="31841"/>
                  <a:pt x="541242" y="29937"/>
                  <a:pt x="536234" y="29937"/>
                </a:cubicBezTo>
                <a:cubicBezTo>
                  <a:pt x="531150" y="29937"/>
                  <a:pt x="526933" y="31831"/>
                  <a:pt x="523582" y="35620"/>
                </a:cubicBezTo>
                <a:cubicBezTo>
                  <a:pt x="520230" y="39409"/>
                  <a:pt x="518554" y="45131"/>
                  <a:pt x="518554" y="52784"/>
                </a:cubicBezTo>
                <a:close/>
                <a:moveTo>
                  <a:pt x="576196" y="82806"/>
                </a:moveTo>
                <a:lnTo>
                  <a:pt x="576196" y="22820"/>
                </a:lnTo>
                <a:lnTo>
                  <a:pt x="585290" y="22820"/>
                </a:lnTo>
                <a:lnTo>
                  <a:pt x="585290" y="31179"/>
                </a:lnTo>
                <a:cubicBezTo>
                  <a:pt x="587173" y="28259"/>
                  <a:pt x="589677" y="25909"/>
                  <a:pt x="592803" y="24131"/>
                </a:cubicBezTo>
                <a:cubicBezTo>
                  <a:pt x="595928" y="22353"/>
                  <a:pt x="599486" y="21464"/>
                  <a:pt x="603478" y="21464"/>
                </a:cubicBezTo>
                <a:cubicBezTo>
                  <a:pt x="607921" y="21464"/>
                  <a:pt x="611565" y="22382"/>
                  <a:pt x="614408" y="24218"/>
                </a:cubicBezTo>
                <a:cubicBezTo>
                  <a:pt x="617251" y="26052"/>
                  <a:pt x="619256" y="28617"/>
                  <a:pt x="620423" y="31914"/>
                </a:cubicBezTo>
                <a:cubicBezTo>
                  <a:pt x="625168" y="24947"/>
                  <a:pt x="631344" y="21464"/>
                  <a:pt x="638950" y="21464"/>
                </a:cubicBezTo>
                <a:cubicBezTo>
                  <a:pt x="644900" y="21464"/>
                  <a:pt x="649475" y="23111"/>
                  <a:pt x="652676" y="26406"/>
                </a:cubicBezTo>
                <a:cubicBezTo>
                  <a:pt x="655877" y="29701"/>
                  <a:pt x="657477" y="34775"/>
                  <a:pt x="657477" y="41629"/>
                </a:cubicBezTo>
                <a:lnTo>
                  <a:pt x="657477" y="82806"/>
                </a:lnTo>
                <a:lnTo>
                  <a:pt x="647366" y="82806"/>
                </a:lnTo>
                <a:lnTo>
                  <a:pt x="647366" y="44977"/>
                </a:lnTo>
                <a:cubicBezTo>
                  <a:pt x="647366" y="40906"/>
                  <a:pt x="647037" y="37975"/>
                  <a:pt x="646378" y="36185"/>
                </a:cubicBezTo>
                <a:cubicBezTo>
                  <a:pt x="645719" y="34394"/>
                  <a:pt x="644523" y="32952"/>
                  <a:pt x="642791" y="31859"/>
                </a:cubicBezTo>
                <a:cubicBezTo>
                  <a:pt x="641059" y="30766"/>
                  <a:pt x="639025" y="30219"/>
                  <a:pt x="636691" y="30219"/>
                </a:cubicBezTo>
                <a:cubicBezTo>
                  <a:pt x="632473" y="30219"/>
                  <a:pt x="628971" y="31623"/>
                  <a:pt x="626185" y="34432"/>
                </a:cubicBezTo>
                <a:cubicBezTo>
                  <a:pt x="623398" y="37240"/>
                  <a:pt x="622005" y="41735"/>
                  <a:pt x="622005" y="47918"/>
                </a:cubicBezTo>
                <a:lnTo>
                  <a:pt x="622005" y="82806"/>
                </a:lnTo>
                <a:lnTo>
                  <a:pt x="611838" y="82806"/>
                </a:lnTo>
                <a:lnTo>
                  <a:pt x="611838" y="43789"/>
                </a:lnTo>
                <a:cubicBezTo>
                  <a:pt x="611838" y="39266"/>
                  <a:pt x="611009" y="35873"/>
                  <a:pt x="609352" y="33612"/>
                </a:cubicBezTo>
                <a:cubicBezTo>
                  <a:pt x="607696" y="31350"/>
                  <a:pt x="604984" y="30219"/>
                  <a:pt x="601219" y="30219"/>
                </a:cubicBezTo>
                <a:cubicBezTo>
                  <a:pt x="598357" y="30219"/>
                  <a:pt x="595711" y="30973"/>
                  <a:pt x="593283" y="32482"/>
                </a:cubicBezTo>
                <a:cubicBezTo>
                  <a:pt x="590854" y="33989"/>
                  <a:pt x="589093" y="36195"/>
                  <a:pt x="588001" y="39098"/>
                </a:cubicBezTo>
                <a:cubicBezTo>
                  <a:pt x="586909" y="42000"/>
                  <a:pt x="586363" y="46183"/>
                  <a:pt x="586363" y="51649"/>
                </a:cubicBezTo>
                <a:lnTo>
                  <a:pt x="586363" y="82806"/>
                </a:lnTo>
                <a:lnTo>
                  <a:pt x="576196" y="82806"/>
                </a:lnTo>
                <a:close/>
                <a:moveTo>
                  <a:pt x="672545" y="105851"/>
                </a:moveTo>
                <a:lnTo>
                  <a:pt x="672545" y="22820"/>
                </a:lnTo>
                <a:lnTo>
                  <a:pt x="681809" y="22820"/>
                </a:lnTo>
                <a:lnTo>
                  <a:pt x="681809" y="30558"/>
                </a:lnTo>
                <a:cubicBezTo>
                  <a:pt x="683993" y="27527"/>
                  <a:pt x="686459" y="25253"/>
                  <a:pt x="689208" y="23737"/>
                </a:cubicBezTo>
                <a:cubicBezTo>
                  <a:pt x="691957" y="22222"/>
                  <a:pt x="695290" y="21464"/>
                  <a:pt x="699206" y="21464"/>
                </a:cubicBezTo>
                <a:cubicBezTo>
                  <a:pt x="704327" y="21464"/>
                  <a:pt x="708846" y="22782"/>
                  <a:pt x="712762" y="25418"/>
                </a:cubicBezTo>
                <a:cubicBezTo>
                  <a:pt x="716678" y="28054"/>
                  <a:pt x="719634" y="31772"/>
                  <a:pt x="721630" y="36574"/>
                </a:cubicBezTo>
                <a:cubicBezTo>
                  <a:pt x="723626" y="41375"/>
                  <a:pt x="724624" y="46637"/>
                  <a:pt x="724624" y="52361"/>
                </a:cubicBezTo>
                <a:cubicBezTo>
                  <a:pt x="724624" y="58499"/>
                  <a:pt x="723522" y="64025"/>
                  <a:pt x="721319" y="68939"/>
                </a:cubicBezTo>
                <a:cubicBezTo>
                  <a:pt x="719117" y="73853"/>
                  <a:pt x="715916" y="77619"/>
                  <a:pt x="711717" y="80236"/>
                </a:cubicBezTo>
                <a:cubicBezTo>
                  <a:pt x="707519" y="82853"/>
                  <a:pt x="703103" y="84161"/>
                  <a:pt x="698472" y="84161"/>
                </a:cubicBezTo>
                <a:cubicBezTo>
                  <a:pt x="695083" y="84161"/>
                  <a:pt x="692042" y="83437"/>
                  <a:pt x="689349" y="81987"/>
                </a:cubicBezTo>
                <a:cubicBezTo>
                  <a:pt x="686657" y="80536"/>
                  <a:pt x="684445" y="78704"/>
                  <a:pt x="682713" y="76490"/>
                </a:cubicBezTo>
                <a:lnTo>
                  <a:pt x="682713" y="105851"/>
                </a:lnTo>
                <a:lnTo>
                  <a:pt x="672545" y="105851"/>
                </a:lnTo>
                <a:moveTo>
                  <a:pt x="681752" y="53067"/>
                </a:moveTo>
                <a:cubicBezTo>
                  <a:pt x="681752" y="60777"/>
                  <a:pt x="683315" y="66475"/>
                  <a:pt x="686440" y="70160"/>
                </a:cubicBezTo>
                <a:cubicBezTo>
                  <a:pt x="689566" y="73846"/>
                  <a:pt x="693350" y="75689"/>
                  <a:pt x="697794" y="75689"/>
                </a:cubicBezTo>
                <a:cubicBezTo>
                  <a:pt x="702313" y="75689"/>
                  <a:pt x="706182" y="73780"/>
                  <a:pt x="709401" y="69963"/>
                </a:cubicBezTo>
                <a:cubicBezTo>
                  <a:pt x="712621" y="66145"/>
                  <a:pt x="714231" y="60231"/>
                  <a:pt x="714231" y="52220"/>
                </a:cubicBezTo>
                <a:cubicBezTo>
                  <a:pt x="714231" y="44585"/>
                  <a:pt x="712659" y="38868"/>
                  <a:pt x="709514" y="35070"/>
                </a:cubicBezTo>
                <a:cubicBezTo>
                  <a:pt x="706370" y="31271"/>
                  <a:pt x="702614" y="29372"/>
                  <a:pt x="698246" y="29372"/>
                </a:cubicBezTo>
                <a:cubicBezTo>
                  <a:pt x="693915" y="29372"/>
                  <a:pt x="690084" y="31393"/>
                  <a:pt x="686751" y="35437"/>
                </a:cubicBezTo>
                <a:cubicBezTo>
                  <a:pt x="683419" y="39480"/>
                  <a:pt x="681752" y="45357"/>
                  <a:pt x="681752" y="53067"/>
                </a:cubicBezTo>
                <a:close/>
                <a:moveTo>
                  <a:pt x="759050" y="73825"/>
                </a:moveTo>
                <a:lnTo>
                  <a:pt x="760519" y="82806"/>
                </a:lnTo>
                <a:cubicBezTo>
                  <a:pt x="757657" y="83333"/>
                  <a:pt x="755096" y="83597"/>
                  <a:pt x="752837" y="83597"/>
                </a:cubicBezTo>
                <a:cubicBezTo>
                  <a:pt x="749147" y="83597"/>
                  <a:pt x="746285" y="83013"/>
                  <a:pt x="744251" y="81846"/>
                </a:cubicBezTo>
                <a:cubicBezTo>
                  <a:pt x="742218" y="80678"/>
                  <a:pt x="740787" y="79144"/>
                  <a:pt x="739959" y="77242"/>
                </a:cubicBezTo>
                <a:cubicBezTo>
                  <a:pt x="739130" y="75340"/>
                  <a:pt x="738716" y="71340"/>
                  <a:pt x="738716" y="65239"/>
                </a:cubicBezTo>
                <a:lnTo>
                  <a:pt x="738716" y="30727"/>
                </a:lnTo>
                <a:lnTo>
                  <a:pt x="731260" y="30727"/>
                </a:lnTo>
                <a:lnTo>
                  <a:pt x="731260" y="22820"/>
                </a:lnTo>
                <a:lnTo>
                  <a:pt x="738716" y="22820"/>
                </a:lnTo>
                <a:lnTo>
                  <a:pt x="738716" y="7924"/>
                </a:lnTo>
                <a:lnTo>
                  <a:pt x="748827" y="1807"/>
                </a:lnTo>
                <a:lnTo>
                  <a:pt x="748827" y="22820"/>
                </a:lnTo>
                <a:lnTo>
                  <a:pt x="759050" y="22820"/>
                </a:lnTo>
                <a:lnTo>
                  <a:pt x="759050" y="30727"/>
                </a:lnTo>
                <a:lnTo>
                  <a:pt x="748827" y="30727"/>
                </a:lnTo>
                <a:lnTo>
                  <a:pt x="748827" y="65804"/>
                </a:lnTo>
                <a:cubicBezTo>
                  <a:pt x="748827" y="68704"/>
                  <a:pt x="749005" y="70568"/>
                  <a:pt x="749363" y="71396"/>
                </a:cubicBezTo>
                <a:cubicBezTo>
                  <a:pt x="749721" y="72224"/>
                  <a:pt x="750305" y="72883"/>
                  <a:pt x="751114" y="73373"/>
                </a:cubicBezTo>
                <a:cubicBezTo>
                  <a:pt x="751924" y="73862"/>
                  <a:pt x="753082" y="74107"/>
                  <a:pt x="754588" y="74107"/>
                </a:cubicBezTo>
                <a:cubicBezTo>
                  <a:pt x="755718" y="74107"/>
                  <a:pt x="757205" y="74013"/>
                  <a:pt x="759050" y="73825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315A2-CB99-4727-91FD-B3038EC4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614" y="703947"/>
            <a:ext cx="51952" cy="134151"/>
          </a:xfrm>
          <a:custGeom xmlns:a="http://schemas.openxmlformats.org/drawingml/2006/main">
            <a:pathLst>
              <a:path w="51952" h="134151">
                <a:moveTo>
                  <a:pt x="17317" y="82199"/>
                </a:moveTo>
                <a:lnTo>
                  <a:pt x="0" y="82199"/>
                </a:lnTo>
                <a:lnTo>
                  <a:pt x="25976" y="134151"/>
                </a:lnTo>
                <a:lnTo>
                  <a:pt x="51952" y="82199"/>
                </a:lnTo>
                <a:lnTo>
                  <a:pt x="34635" y="82199"/>
                </a:lnTo>
                <a:lnTo>
                  <a:pt x="34635" y="0"/>
                </a:lnTo>
                <a:lnTo>
                  <a:pt x="17317" y="0"/>
                </a:lnTo>
                <a:lnTo>
                  <a:pt x="17317" y="82199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db10d95744cb6"/>
          <a:stretch xmlns:a="http://schemas.openxmlformats.org/drawingml/2006/main"/>
        </p:blipFill>
        <p:spPr>
          <a:xfrm xmlns:a="http://schemas.openxmlformats.org/drawingml/2006/main">
            <a:off x="2876790" y="1733981"/>
            <a:ext cx="1443021" cy="401069"/>
          </a:xfrm>
          <a:prstGeom xmlns:a="http://schemas.openxmlformats.org/drawingml/2006/main" prst="rect">
            <a:avLst/>
          </a:prstGeom>
        </p:spPr>
      </p:pic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0b0c6cd274bb8"/>
          <a:stretch xmlns:a="http://schemas.openxmlformats.org/drawingml/2006/main"/>
        </p:blipFill>
        <p:spPr>
          <a:xfrm xmlns:a="http://schemas.openxmlformats.org/drawingml/2006/main">
            <a:off x="2996697" y="2135759"/>
            <a:ext cx="1232992" cy="29060"/>
          </a:xfrm>
          <a:prstGeom xmlns:a="http://schemas.openxmlformats.org/drawingml/2006/main" prst="rect">
            <a:avLst/>
          </a:prstGeom>
        </p:spPr>
      </p:pic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932c3d8c34134"/>
          <a:stretch xmlns:a="http://schemas.openxmlformats.org/drawingml/2006/main"/>
        </p:blipFill>
        <p:spPr>
          <a:xfrm xmlns:a="http://schemas.openxmlformats.org/drawingml/2006/main">
            <a:off x="3002469" y="2092564"/>
            <a:ext cx="1221447" cy="42485"/>
          </a:xfrm>
          <a:prstGeom xmlns:a="http://schemas.openxmlformats.org/drawingml/2006/main" prst="rect">
            <a:avLst/>
          </a:prstGeom>
        </p:spPr>
      </p:pic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c9e100f5b463f"/>
          <a:stretch xmlns:a="http://schemas.openxmlformats.org/drawingml/2006/main"/>
        </p:blipFill>
        <p:spPr>
          <a:xfrm xmlns:a="http://schemas.openxmlformats.org/drawingml/2006/main">
            <a:off x="2996697" y="1738403"/>
            <a:ext cx="1232992" cy="5361"/>
          </a:xfrm>
          <a:prstGeom xmlns:a="http://schemas.openxmlformats.org/drawingml/2006/main" prst="rect">
            <a:avLst/>
          </a:prstGeom>
        </p:spPr>
      </p:pic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89764-9401-43B8-934D-6992B609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433" y="1744036"/>
            <a:ext cx="1393408" cy="348528"/>
          </a:xfrm>
          <a:custGeom xmlns:a="http://schemas.openxmlformats.org/drawingml/2006/main">
            <a:pathLst>
              <a:path w="1393408" h="348528">
                <a:moveTo>
                  <a:pt x="0" y="0"/>
                </a:moveTo>
                <a:lnTo>
                  <a:pt x="0" y="348528"/>
                </a:lnTo>
                <a:lnTo>
                  <a:pt x="1393408" y="348528"/>
                </a:lnTo>
                <a:lnTo>
                  <a:pt x="139340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59253-8232-48C8-AF14-AC6E2CD0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433" y="1744036"/>
            <a:ext cx="1393408" cy="348528"/>
          </a:xfrm>
          <a:custGeom xmlns:a="http://schemas.openxmlformats.org/drawingml/2006/main">
            <a:pathLst>
              <a:path w="1393408" h="348528" fill="none">
                <a:moveTo>
                  <a:pt x="0" y="0"/>
                </a:moveTo>
                <a:lnTo>
                  <a:pt x="0" y="348528"/>
                </a:lnTo>
                <a:lnTo>
                  <a:pt x="1393408" y="348528"/>
                </a:lnTo>
                <a:lnTo>
                  <a:pt x="1393408" y="0"/>
                </a:lnTo>
                <a:lnTo>
                  <a:pt x="0" y="0"/>
                </a:lnTo>
                <a:close/>
                <a:moveTo>
                  <a:pt x="0" y="348528"/>
                </a:moveTo>
                <a:close/>
              </a:path>
            </a:pathLst>
          </a:custGeom>
          <a:noFill xmlns:a="http://schemas.openxmlformats.org/drawingml/2006/main"/>
          <a:ln xmlns:a="http://schemas.openxmlformats.org/drawingml/2006/main" w="5772" cap="flat">
            <a:solidFill>
              <a:srgbClr val="231F20"/>
            </a:solidFill>
            <a:miter/>
          </a:ln>
        </p:spPr>
      </p:sp>
      <p:sp>
        <p:nvSpPr>
          <p:cNvPr id="93" name="Text Fine-TuningPrompt">
            <a:extLst xmlns:a="http://schemas.openxmlformats.org/drawingml/2006/main">
              <a:ext uri="{FF2B5EF4-FFF2-40B4-BE49-F238E27FC236}">
                <a16:creationId xmlns:a16="http://schemas.microsoft.com/office/drawing/2014/main" id="{A7787A4A-084B-4FD7-A391-B3154722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277" y="1809512"/>
            <a:ext cx="1006630" cy="107207"/>
          </a:xfrm>
          <a:custGeom xmlns:a="http://schemas.openxmlformats.org/drawingml/2006/main">
            <a:pathLst>
              <a:path w="1006630" h="107207">
                <a:moveTo>
                  <a:pt x="0" y="82806"/>
                </a:moveTo>
                <a:lnTo>
                  <a:pt x="0" y="0"/>
                </a:lnTo>
                <a:lnTo>
                  <a:pt x="55863" y="0"/>
                </a:lnTo>
                <a:lnTo>
                  <a:pt x="55863" y="9772"/>
                </a:lnTo>
                <a:lnTo>
                  <a:pt x="10958" y="9772"/>
                </a:lnTo>
                <a:lnTo>
                  <a:pt x="10958" y="35359"/>
                </a:lnTo>
                <a:lnTo>
                  <a:pt x="49819" y="35359"/>
                </a:lnTo>
                <a:lnTo>
                  <a:pt x="49819" y="45131"/>
                </a:lnTo>
                <a:lnTo>
                  <a:pt x="10958" y="45131"/>
                </a:lnTo>
                <a:lnTo>
                  <a:pt x="10958" y="82806"/>
                </a:lnTo>
                <a:lnTo>
                  <a:pt x="0" y="82806"/>
                </a:lnTo>
                <a:close/>
                <a:moveTo>
                  <a:pt x="68919" y="11749"/>
                </a:moveTo>
                <a:lnTo>
                  <a:pt x="68919" y="0"/>
                </a:lnTo>
                <a:lnTo>
                  <a:pt x="79086" y="0"/>
                </a:lnTo>
                <a:lnTo>
                  <a:pt x="79086" y="11749"/>
                </a:lnTo>
                <a:lnTo>
                  <a:pt x="68919" y="11749"/>
                </a:lnTo>
                <a:moveTo>
                  <a:pt x="68919" y="82806"/>
                </a:moveTo>
                <a:lnTo>
                  <a:pt x="68919" y="22820"/>
                </a:lnTo>
                <a:lnTo>
                  <a:pt x="79086" y="22820"/>
                </a:lnTo>
                <a:lnTo>
                  <a:pt x="79086" y="82806"/>
                </a:lnTo>
                <a:lnTo>
                  <a:pt x="68919" y="82806"/>
                </a:lnTo>
                <a:close/>
                <a:moveTo>
                  <a:pt x="94590" y="82806"/>
                </a:moveTo>
                <a:lnTo>
                  <a:pt x="94590" y="22820"/>
                </a:lnTo>
                <a:lnTo>
                  <a:pt x="103740" y="22820"/>
                </a:lnTo>
                <a:lnTo>
                  <a:pt x="103740" y="31292"/>
                </a:lnTo>
                <a:cubicBezTo>
                  <a:pt x="108146" y="24740"/>
                  <a:pt x="114510" y="21464"/>
                  <a:pt x="122832" y="21464"/>
                </a:cubicBezTo>
                <a:cubicBezTo>
                  <a:pt x="126447" y="21464"/>
                  <a:pt x="129770" y="22114"/>
                  <a:pt x="132801" y="23413"/>
                </a:cubicBezTo>
                <a:cubicBezTo>
                  <a:pt x="135833" y="24712"/>
                  <a:pt x="138101" y="26416"/>
                  <a:pt x="139608" y="28525"/>
                </a:cubicBezTo>
                <a:cubicBezTo>
                  <a:pt x="141114" y="30633"/>
                  <a:pt x="142168" y="33137"/>
                  <a:pt x="142771" y="36037"/>
                </a:cubicBezTo>
                <a:cubicBezTo>
                  <a:pt x="143147" y="37920"/>
                  <a:pt x="143336" y="41215"/>
                  <a:pt x="143336" y="45922"/>
                </a:cubicBezTo>
                <a:lnTo>
                  <a:pt x="143336" y="82806"/>
                </a:lnTo>
                <a:lnTo>
                  <a:pt x="133168" y="82806"/>
                </a:lnTo>
                <a:lnTo>
                  <a:pt x="133168" y="46278"/>
                </a:lnTo>
                <a:cubicBezTo>
                  <a:pt x="133168" y="42131"/>
                  <a:pt x="132773" y="39031"/>
                  <a:pt x="131982" y="36976"/>
                </a:cubicBezTo>
                <a:cubicBezTo>
                  <a:pt x="131191" y="34921"/>
                  <a:pt x="129789" y="33282"/>
                  <a:pt x="127774" y="32057"/>
                </a:cubicBezTo>
                <a:cubicBezTo>
                  <a:pt x="125760" y="30832"/>
                  <a:pt x="123397" y="30219"/>
                  <a:pt x="120685" y="30219"/>
                </a:cubicBezTo>
                <a:cubicBezTo>
                  <a:pt x="116355" y="30219"/>
                  <a:pt x="112618" y="31595"/>
                  <a:pt x="109473" y="34348"/>
                </a:cubicBezTo>
                <a:cubicBezTo>
                  <a:pt x="106329" y="37099"/>
                  <a:pt x="104757" y="42320"/>
                  <a:pt x="104757" y="50010"/>
                </a:cubicBezTo>
                <a:lnTo>
                  <a:pt x="104757" y="82806"/>
                </a:lnTo>
                <a:lnTo>
                  <a:pt x="94590" y="82806"/>
                </a:lnTo>
                <a:close/>
                <a:moveTo>
                  <a:pt x="200018" y="63488"/>
                </a:moveTo>
                <a:lnTo>
                  <a:pt x="210524" y="64787"/>
                </a:lnTo>
                <a:cubicBezTo>
                  <a:pt x="208867" y="70925"/>
                  <a:pt x="205798" y="75689"/>
                  <a:pt x="201317" y="79078"/>
                </a:cubicBezTo>
                <a:cubicBezTo>
                  <a:pt x="196836" y="82467"/>
                  <a:pt x="191112" y="84161"/>
                  <a:pt x="184145" y="84161"/>
                </a:cubicBezTo>
                <a:cubicBezTo>
                  <a:pt x="175372" y="84161"/>
                  <a:pt x="168415" y="81460"/>
                  <a:pt x="163275" y="76056"/>
                </a:cubicBezTo>
                <a:cubicBezTo>
                  <a:pt x="158135" y="70652"/>
                  <a:pt x="155564" y="63074"/>
                  <a:pt x="155564" y="53321"/>
                </a:cubicBezTo>
                <a:cubicBezTo>
                  <a:pt x="155564" y="43229"/>
                  <a:pt x="158163" y="35397"/>
                  <a:pt x="163359" y="29824"/>
                </a:cubicBezTo>
                <a:cubicBezTo>
                  <a:pt x="168556" y="24251"/>
                  <a:pt x="175296" y="21464"/>
                  <a:pt x="183581" y="21464"/>
                </a:cubicBezTo>
                <a:cubicBezTo>
                  <a:pt x="191601" y="21464"/>
                  <a:pt x="198154" y="24190"/>
                  <a:pt x="203237" y="29642"/>
                </a:cubicBezTo>
                <a:cubicBezTo>
                  <a:pt x="208321" y="35093"/>
                  <a:pt x="210863" y="42761"/>
                  <a:pt x="210863" y="52649"/>
                </a:cubicBezTo>
                <a:cubicBezTo>
                  <a:pt x="210863" y="53250"/>
                  <a:pt x="210844" y="54152"/>
                  <a:pt x="210806" y="55355"/>
                </a:cubicBezTo>
                <a:lnTo>
                  <a:pt x="166071" y="55355"/>
                </a:lnTo>
                <a:cubicBezTo>
                  <a:pt x="166447" y="61926"/>
                  <a:pt x="168311" y="66957"/>
                  <a:pt x="171662" y="70450"/>
                </a:cubicBezTo>
                <a:cubicBezTo>
                  <a:pt x="175014" y="73943"/>
                  <a:pt x="179194" y="75689"/>
                  <a:pt x="184202" y="75689"/>
                </a:cubicBezTo>
                <a:cubicBezTo>
                  <a:pt x="187930" y="75689"/>
                  <a:pt x="191112" y="74719"/>
                  <a:pt x="193748" y="72780"/>
                </a:cubicBezTo>
                <a:cubicBezTo>
                  <a:pt x="196384" y="70839"/>
                  <a:pt x="198474" y="67742"/>
                  <a:pt x="200018" y="63488"/>
                </a:cubicBezTo>
                <a:moveTo>
                  <a:pt x="166635" y="46882"/>
                </a:moveTo>
                <a:lnTo>
                  <a:pt x="200131" y="46882"/>
                </a:lnTo>
                <a:cubicBezTo>
                  <a:pt x="199679" y="41918"/>
                  <a:pt x="198398" y="38196"/>
                  <a:pt x="196290" y="35714"/>
                </a:cubicBezTo>
                <a:cubicBezTo>
                  <a:pt x="193051" y="31862"/>
                  <a:pt x="188853" y="29937"/>
                  <a:pt x="183694" y="29937"/>
                </a:cubicBezTo>
                <a:cubicBezTo>
                  <a:pt x="179024" y="29937"/>
                  <a:pt x="175099" y="31474"/>
                  <a:pt x="171917" y="34549"/>
                </a:cubicBezTo>
                <a:cubicBezTo>
                  <a:pt x="168735" y="37623"/>
                  <a:pt x="166974" y="41734"/>
                  <a:pt x="166635" y="46882"/>
                </a:cubicBezTo>
                <a:close/>
                <a:moveTo>
                  <a:pt x="219364" y="57953"/>
                </a:moveTo>
                <a:lnTo>
                  <a:pt x="219364" y="47673"/>
                </a:lnTo>
                <a:lnTo>
                  <a:pt x="250600" y="47673"/>
                </a:lnTo>
                <a:lnTo>
                  <a:pt x="250600" y="57953"/>
                </a:lnTo>
                <a:lnTo>
                  <a:pt x="219364" y="57953"/>
                </a:lnTo>
                <a:close/>
                <a:moveTo>
                  <a:pt x="284254" y="82806"/>
                </a:moveTo>
                <a:lnTo>
                  <a:pt x="284254" y="9772"/>
                </a:lnTo>
                <a:lnTo>
                  <a:pt x="256972" y="9772"/>
                </a:lnTo>
                <a:lnTo>
                  <a:pt x="256972" y="0"/>
                </a:lnTo>
                <a:lnTo>
                  <a:pt x="322606" y="0"/>
                </a:lnTo>
                <a:lnTo>
                  <a:pt x="322606" y="9772"/>
                </a:lnTo>
                <a:lnTo>
                  <a:pt x="295211" y="9772"/>
                </a:lnTo>
                <a:lnTo>
                  <a:pt x="295211" y="82806"/>
                </a:lnTo>
                <a:lnTo>
                  <a:pt x="284254" y="82806"/>
                </a:lnTo>
                <a:close/>
                <a:moveTo>
                  <a:pt x="367737" y="82806"/>
                </a:moveTo>
                <a:lnTo>
                  <a:pt x="367737" y="73994"/>
                </a:lnTo>
                <a:cubicBezTo>
                  <a:pt x="363068" y="80772"/>
                  <a:pt x="356723" y="84161"/>
                  <a:pt x="348702" y="84161"/>
                </a:cubicBezTo>
                <a:cubicBezTo>
                  <a:pt x="345162" y="84161"/>
                  <a:pt x="341858" y="83484"/>
                  <a:pt x="338789" y="82128"/>
                </a:cubicBezTo>
                <a:cubicBezTo>
                  <a:pt x="335720" y="80772"/>
                  <a:pt x="333442" y="79068"/>
                  <a:pt x="331954" y="77016"/>
                </a:cubicBezTo>
                <a:cubicBezTo>
                  <a:pt x="330467" y="74964"/>
                  <a:pt x="329422" y="72450"/>
                  <a:pt x="328820" y="69476"/>
                </a:cubicBezTo>
                <a:cubicBezTo>
                  <a:pt x="328405" y="67480"/>
                  <a:pt x="328198" y="64317"/>
                  <a:pt x="328198" y="59986"/>
                </a:cubicBezTo>
                <a:lnTo>
                  <a:pt x="328198" y="22820"/>
                </a:lnTo>
                <a:lnTo>
                  <a:pt x="338365" y="22820"/>
                </a:lnTo>
                <a:lnTo>
                  <a:pt x="338365" y="56089"/>
                </a:lnTo>
                <a:cubicBezTo>
                  <a:pt x="338365" y="61398"/>
                  <a:pt x="338572" y="64976"/>
                  <a:pt x="338987" y="66821"/>
                </a:cubicBezTo>
                <a:cubicBezTo>
                  <a:pt x="339627" y="69494"/>
                  <a:pt x="340982" y="71594"/>
                  <a:pt x="343054" y="73119"/>
                </a:cubicBezTo>
                <a:cubicBezTo>
                  <a:pt x="345125" y="74644"/>
                  <a:pt x="347685" y="75406"/>
                  <a:pt x="350735" y="75406"/>
                </a:cubicBezTo>
                <a:cubicBezTo>
                  <a:pt x="353786" y="75406"/>
                  <a:pt x="356647" y="74625"/>
                  <a:pt x="359321" y="73062"/>
                </a:cubicBezTo>
                <a:cubicBezTo>
                  <a:pt x="361995" y="71500"/>
                  <a:pt x="363887" y="69372"/>
                  <a:pt x="364998" y="66680"/>
                </a:cubicBezTo>
                <a:cubicBezTo>
                  <a:pt x="366109" y="63987"/>
                  <a:pt x="366664" y="60080"/>
                  <a:pt x="366664" y="54959"/>
                </a:cubicBezTo>
                <a:lnTo>
                  <a:pt x="366664" y="22820"/>
                </a:lnTo>
                <a:lnTo>
                  <a:pt x="376831" y="22820"/>
                </a:lnTo>
                <a:lnTo>
                  <a:pt x="376831" y="82806"/>
                </a:lnTo>
                <a:lnTo>
                  <a:pt x="367737" y="82806"/>
                </a:lnTo>
                <a:close/>
                <a:moveTo>
                  <a:pt x="392788" y="82806"/>
                </a:moveTo>
                <a:lnTo>
                  <a:pt x="392788" y="22820"/>
                </a:lnTo>
                <a:lnTo>
                  <a:pt x="401939" y="22820"/>
                </a:lnTo>
                <a:lnTo>
                  <a:pt x="401939" y="31292"/>
                </a:lnTo>
                <a:cubicBezTo>
                  <a:pt x="406345" y="24740"/>
                  <a:pt x="412709" y="21464"/>
                  <a:pt x="421031" y="21464"/>
                </a:cubicBezTo>
                <a:cubicBezTo>
                  <a:pt x="424646" y="21464"/>
                  <a:pt x="427969" y="22114"/>
                  <a:pt x="431000" y="23413"/>
                </a:cubicBezTo>
                <a:cubicBezTo>
                  <a:pt x="434031" y="24712"/>
                  <a:pt x="436300" y="26416"/>
                  <a:pt x="437806" y="28525"/>
                </a:cubicBezTo>
                <a:cubicBezTo>
                  <a:pt x="439313" y="30633"/>
                  <a:pt x="440367" y="33137"/>
                  <a:pt x="440970" y="36037"/>
                </a:cubicBezTo>
                <a:cubicBezTo>
                  <a:pt x="441346" y="37920"/>
                  <a:pt x="441534" y="41215"/>
                  <a:pt x="441534" y="45922"/>
                </a:cubicBezTo>
                <a:lnTo>
                  <a:pt x="441534" y="82806"/>
                </a:lnTo>
                <a:lnTo>
                  <a:pt x="431367" y="82806"/>
                </a:lnTo>
                <a:lnTo>
                  <a:pt x="431367" y="46278"/>
                </a:lnTo>
                <a:cubicBezTo>
                  <a:pt x="431367" y="42131"/>
                  <a:pt x="430972" y="39031"/>
                  <a:pt x="430181" y="36976"/>
                </a:cubicBezTo>
                <a:cubicBezTo>
                  <a:pt x="429390" y="34921"/>
                  <a:pt x="427988" y="33282"/>
                  <a:pt x="425973" y="32057"/>
                </a:cubicBezTo>
                <a:cubicBezTo>
                  <a:pt x="423958" y="30832"/>
                  <a:pt x="421595" y="30219"/>
                  <a:pt x="418884" y="30219"/>
                </a:cubicBezTo>
                <a:cubicBezTo>
                  <a:pt x="414554" y="30219"/>
                  <a:pt x="410816" y="31595"/>
                  <a:pt x="407672" y="34348"/>
                </a:cubicBezTo>
                <a:cubicBezTo>
                  <a:pt x="404528" y="37099"/>
                  <a:pt x="402956" y="42320"/>
                  <a:pt x="402956" y="50010"/>
                </a:cubicBezTo>
                <a:lnTo>
                  <a:pt x="402956" y="82806"/>
                </a:lnTo>
                <a:lnTo>
                  <a:pt x="392788" y="82806"/>
                </a:lnTo>
                <a:close/>
                <a:moveTo>
                  <a:pt x="457209" y="11749"/>
                </a:moveTo>
                <a:lnTo>
                  <a:pt x="457209" y="0"/>
                </a:lnTo>
                <a:lnTo>
                  <a:pt x="467376" y="0"/>
                </a:lnTo>
                <a:lnTo>
                  <a:pt x="467376" y="11749"/>
                </a:lnTo>
                <a:lnTo>
                  <a:pt x="457209" y="11749"/>
                </a:lnTo>
                <a:moveTo>
                  <a:pt x="457209" y="82806"/>
                </a:moveTo>
                <a:lnTo>
                  <a:pt x="457209" y="22820"/>
                </a:lnTo>
                <a:lnTo>
                  <a:pt x="467376" y="22820"/>
                </a:lnTo>
                <a:lnTo>
                  <a:pt x="467376" y="82806"/>
                </a:lnTo>
                <a:lnTo>
                  <a:pt x="457209" y="82806"/>
                </a:lnTo>
                <a:close/>
                <a:moveTo>
                  <a:pt x="482880" y="82806"/>
                </a:moveTo>
                <a:lnTo>
                  <a:pt x="482880" y="22820"/>
                </a:lnTo>
                <a:lnTo>
                  <a:pt x="492031" y="22820"/>
                </a:lnTo>
                <a:lnTo>
                  <a:pt x="492031" y="31292"/>
                </a:lnTo>
                <a:cubicBezTo>
                  <a:pt x="496436" y="24740"/>
                  <a:pt x="502800" y="21464"/>
                  <a:pt x="511122" y="21464"/>
                </a:cubicBezTo>
                <a:cubicBezTo>
                  <a:pt x="514737" y="21464"/>
                  <a:pt x="518061" y="22114"/>
                  <a:pt x="521092" y="23413"/>
                </a:cubicBezTo>
                <a:cubicBezTo>
                  <a:pt x="524123" y="24712"/>
                  <a:pt x="526392" y="26416"/>
                  <a:pt x="527898" y="28525"/>
                </a:cubicBezTo>
                <a:cubicBezTo>
                  <a:pt x="529404" y="30633"/>
                  <a:pt x="530459" y="33137"/>
                  <a:pt x="531061" y="36037"/>
                </a:cubicBezTo>
                <a:cubicBezTo>
                  <a:pt x="531438" y="37920"/>
                  <a:pt x="531626" y="41215"/>
                  <a:pt x="531626" y="45922"/>
                </a:cubicBezTo>
                <a:lnTo>
                  <a:pt x="531626" y="82806"/>
                </a:lnTo>
                <a:lnTo>
                  <a:pt x="521459" y="82806"/>
                </a:lnTo>
                <a:lnTo>
                  <a:pt x="521459" y="46278"/>
                </a:lnTo>
                <a:cubicBezTo>
                  <a:pt x="521459" y="42131"/>
                  <a:pt x="521064" y="39031"/>
                  <a:pt x="520273" y="36976"/>
                </a:cubicBezTo>
                <a:cubicBezTo>
                  <a:pt x="519482" y="34921"/>
                  <a:pt x="518079" y="33282"/>
                  <a:pt x="516065" y="32057"/>
                </a:cubicBezTo>
                <a:cubicBezTo>
                  <a:pt x="514050" y="30832"/>
                  <a:pt x="511687" y="30219"/>
                  <a:pt x="508976" y="30219"/>
                </a:cubicBezTo>
                <a:cubicBezTo>
                  <a:pt x="504646" y="30219"/>
                  <a:pt x="500908" y="31595"/>
                  <a:pt x="497764" y="34348"/>
                </a:cubicBezTo>
                <a:cubicBezTo>
                  <a:pt x="494620" y="37099"/>
                  <a:pt x="493047" y="42320"/>
                  <a:pt x="493047" y="50010"/>
                </a:cubicBezTo>
                <a:lnTo>
                  <a:pt x="493047" y="82806"/>
                </a:lnTo>
                <a:lnTo>
                  <a:pt x="482880" y="82806"/>
                </a:lnTo>
                <a:close/>
                <a:moveTo>
                  <a:pt x="545380" y="87776"/>
                </a:moveTo>
                <a:lnTo>
                  <a:pt x="555265" y="89245"/>
                </a:lnTo>
                <a:cubicBezTo>
                  <a:pt x="555679" y="92295"/>
                  <a:pt x="556828" y="94517"/>
                  <a:pt x="558710" y="95910"/>
                </a:cubicBezTo>
                <a:cubicBezTo>
                  <a:pt x="561233" y="97793"/>
                  <a:pt x="564679" y="98734"/>
                  <a:pt x="569047" y="98734"/>
                </a:cubicBezTo>
                <a:cubicBezTo>
                  <a:pt x="573754" y="98734"/>
                  <a:pt x="577388" y="97791"/>
                  <a:pt x="579948" y="95903"/>
                </a:cubicBezTo>
                <a:cubicBezTo>
                  <a:pt x="582509" y="94017"/>
                  <a:pt x="584241" y="91375"/>
                  <a:pt x="585145" y="87978"/>
                </a:cubicBezTo>
                <a:cubicBezTo>
                  <a:pt x="585672" y="85903"/>
                  <a:pt x="585917" y="81544"/>
                  <a:pt x="585879" y="74902"/>
                </a:cubicBezTo>
                <a:cubicBezTo>
                  <a:pt x="581436" y="80171"/>
                  <a:pt x="575900" y="82806"/>
                  <a:pt x="569273" y="82806"/>
                </a:cubicBezTo>
                <a:cubicBezTo>
                  <a:pt x="561026" y="82806"/>
                  <a:pt x="554644" y="79831"/>
                  <a:pt x="550125" y="73881"/>
                </a:cubicBezTo>
                <a:cubicBezTo>
                  <a:pt x="545606" y="67932"/>
                  <a:pt x="543347" y="60796"/>
                  <a:pt x="543347" y="52474"/>
                </a:cubicBezTo>
                <a:cubicBezTo>
                  <a:pt x="543347" y="46750"/>
                  <a:pt x="544382" y="41469"/>
                  <a:pt x="546453" y="36630"/>
                </a:cubicBezTo>
                <a:cubicBezTo>
                  <a:pt x="548524" y="31791"/>
                  <a:pt x="551527" y="28054"/>
                  <a:pt x="555463" y="25418"/>
                </a:cubicBezTo>
                <a:cubicBezTo>
                  <a:pt x="559398" y="22782"/>
                  <a:pt x="564020" y="21464"/>
                  <a:pt x="569329" y="21464"/>
                </a:cubicBezTo>
                <a:cubicBezTo>
                  <a:pt x="576409" y="21464"/>
                  <a:pt x="582245" y="24345"/>
                  <a:pt x="586839" y="30106"/>
                </a:cubicBezTo>
                <a:lnTo>
                  <a:pt x="586839" y="22820"/>
                </a:lnTo>
                <a:lnTo>
                  <a:pt x="596216" y="22820"/>
                </a:lnTo>
                <a:lnTo>
                  <a:pt x="596216" y="74707"/>
                </a:lnTo>
                <a:cubicBezTo>
                  <a:pt x="596216" y="84052"/>
                  <a:pt x="595265" y="90674"/>
                  <a:pt x="593363" y="94574"/>
                </a:cubicBezTo>
                <a:cubicBezTo>
                  <a:pt x="591462" y="98474"/>
                  <a:pt x="588449" y="101554"/>
                  <a:pt x="584326" y="103814"/>
                </a:cubicBezTo>
                <a:cubicBezTo>
                  <a:pt x="580203" y="106076"/>
                  <a:pt x="575128" y="107207"/>
                  <a:pt x="569103" y="107207"/>
                </a:cubicBezTo>
                <a:cubicBezTo>
                  <a:pt x="561949" y="107207"/>
                  <a:pt x="556169" y="105592"/>
                  <a:pt x="551763" y="102363"/>
                </a:cubicBezTo>
                <a:cubicBezTo>
                  <a:pt x="547357" y="99134"/>
                  <a:pt x="545229" y="94272"/>
                  <a:pt x="545380" y="87776"/>
                </a:cubicBezTo>
                <a:moveTo>
                  <a:pt x="553796" y="51741"/>
                </a:moveTo>
                <a:cubicBezTo>
                  <a:pt x="553796" y="59591"/>
                  <a:pt x="555359" y="65319"/>
                  <a:pt x="558484" y="68925"/>
                </a:cubicBezTo>
                <a:cubicBezTo>
                  <a:pt x="561610" y="72530"/>
                  <a:pt x="565526" y="74333"/>
                  <a:pt x="570233" y="74333"/>
                </a:cubicBezTo>
                <a:cubicBezTo>
                  <a:pt x="574903" y="74333"/>
                  <a:pt x="578819" y="72540"/>
                  <a:pt x="581982" y="68953"/>
                </a:cubicBezTo>
                <a:cubicBezTo>
                  <a:pt x="585145" y="65366"/>
                  <a:pt x="586727" y="59741"/>
                  <a:pt x="586727" y="52078"/>
                </a:cubicBezTo>
                <a:cubicBezTo>
                  <a:pt x="586727" y="44754"/>
                  <a:pt x="585098" y="39233"/>
                  <a:pt x="581841" y="35514"/>
                </a:cubicBezTo>
                <a:cubicBezTo>
                  <a:pt x="578583" y="31796"/>
                  <a:pt x="574658" y="29937"/>
                  <a:pt x="570064" y="29937"/>
                </a:cubicBezTo>
                <a:cubicBezTo>
                  <a:pt x="565545" y="29937"/>
                  <a:pt x="561704" y="31768"/>
                  <a:pt x="558541" y="35430"/>
                </a:cubicBezTo>
                <a:cubicBezTo>
                  <a:pt x="555378" y="39092"/>
                  <a:pt x="553796" y="44529"/>
                  <a:pt x="553796" y="51741"/>
                </a:cubicBezTo>
                <a:close/>
                <a:moveTo>
                  <a:pt x="643354" y="82806"/>
                </a:moveTo>
                <a:lnTo>
                  <a:pt x="643354" y="0"/>
                </a:lnTo>
                <a:lnTo>
                  <a:pt x="674590" y="0"/>
                </a:lnTo>
                <a:cubicBezTo>
                  <a:pt x="680088" y="0"/>
                  <a:pt x="684287" y="263"/>
                  <a:pt x="687186" y="789"/>
                </a:cubicBezTo>
                <a:cubicBezTo>
                  <a:pt x="691253" y="1467"/>
                  <a:pt x="694661" y="2755"/>
                  <a:pt x="697410" y="4655"/>
                </a:cubicBezTo>
                <a:cubicBezTo>
                  <a:pt x="700159" y="6554"/>
                  <a:pt x="702371" y="9215"/>
                  <a:pt x="704047" y="12638"/>
                </a:cubicBezTo>
                <a:cubicBezTo>
                  <a:pt x="705722" y="16060"/>
                  <a:pt x="706560" y="19821"/>
                  <a:pt x="706560" y="23921"/>
                </a:cubicBezTo>
                <a:cubicBezTo>
                  <a:pt x="706560" y="30956"/>
                  <a:pt x="704320" y="36908"/>
                  <a:pt x="699839" y="41779"/>
                </a:cubicBezTo>
                <a:cubicBezTo>
                  <a:pt x="695358" y="46649"/>
                  <a:pt x="687262" y="49085"/>
                  <a:pt x="675550" y="49085"/>
                </a:cubicBezTo>
                <a:lnTo>
                  <a:pt x="654312" y="49085"/>
                </a:lnTo>
                <a:lnTo>
                  <a:pt x="654312" y="82806"/>
                </a:lnTo>
                <a:lnTo>
                  <a:pt x="643354" y="82806"/>
                </a:lnTo>
                <a:moveTo>
                  <a:pt x="654312" y="39313"/>
                </a:moveTo>
                <a:lnTo>
                  <a:pt x="675720" y="39313"/>
                </a:lnTo>
                <a:cubicBezTo>
                  <a:pt x="682799" y="39313"/>
                  <a:pt x="687826" y="37998"/>
                  <a:pt x="690801" y="35368"/>
                </a:cubicBezTo>
                <a:cubicBezTo>
                  <a:pt x="693776" y="32737"/>
                  <a:pt x="695263" y="29034"/>
                  <a:pt x="695263" y="24260"/>
                </a:cubicBezTo>
                <a:cubicBezTo>
                  <a:pt x="695263" y="20803"/>
                  <a:pt x="694388" y="17843"/>
                  <a:pt x="692637" y="15381"/>
                </a:cubicBezTo>
                <a:cubicBezTo>
                  <a:pt x="690886" y="12920"/>
                  <a:pt x="688580" y="11294"/>
                  <a:pt x="685718" y="10504"/>
                </a:cubicBezTo>
                <a:cubicBezTo>
                  <a:pt x="683872" y="10016"/>
                  <a:pt x="680465" y="9772"/>
                  <a:pt x="675494" y="9772"/>
                </a:cubicBezTo>
                <a:lnTo>
                  <a:pt x="654312" y="9772"/>
                </a:lnTo>
                <a:lnTo>
                  <a:pt x="654312" y="39313"/>
                </a:lnTo>
                <a:close/>
                <a:moveTo>
                  <a:pt x="719147" y="82806"/>
                </a:moveTo>
                <a:lnTo>
                  <a:pt x="719147" y="22820"/>
                </a:lnTo>
                <a:lnTo>
                  <a:pt x="728298" y="22820"/>
                </a:lnTo>
                <a:lnTo>
                  <a:pt x="728298" y="31857"/>
                </a:lnTo>
                <a:cubicBezTo>
                  <a:pt x="730632" y="27625"/>
                  <a:pt x="732788" y="24835"/>
                  <a:pt x="734765" y="23487"/>
                </a:cubicBezTo>
                <a:cubicBezTo>
                  <a:pt x="736742" y="22138"/>
                  <a:pt x="738917" y="21464"/>
                  <a:pt x="741289" y="21464"/>
                </a:cubicBezTo>
                <a:cubicBezTo>
                  <a:pt x="744716" y="21464"/>
                  <a:pt x="748199" y="22551"/>
                  <a:pt x="751739" y="24726"/>
                </a:cubicBezTo>
                <a:lnTo>
                  <a:pt x="748237" y="34116"/>
                </a:lnTo>
                <a:cubicBezTo>
                  <a:pt x="745751" y="32648"/>
                  <a:pt x="743266" y="31914"/>
                  <a:pt x="740781" y="31914"/>
                </a:cubicBezTo>
                <a:cubicBezTo>
                  <a:pt x="738559" y="31914"/>
                  <a:pt x="736563" y="32583"/>
                  <a:pt x="734793" y="33922"/>
                </a:cubicBezTo>
                <a:cubicBezTo>
                  <a:pt x="733023" y="35260"/>
                  <a:pt x="731762" y="37117"/>
                  <a:pt x="731009" y="39491"/>
                </a:cubicBezTo>
                <a:cubicBezTo>
                  <a:pt x="729879" y="43110"/>
                  <a:pt x="729314" y="47068"/>
                  <a:pt x="729314" y="51365"/>
                </a:cubicBezTo>
                <a:lnTo>
                  <a:pt x="729314" y="82806"/>
                </a:lnTo>
                <a:lnTo>
                  <a:pt x="719147" y="82806"/>
                </a:lnTo>
                <a:close/>
                <a:moveTo>
                  <a:pt x="754043" y="52813"/>
                </a:moveTo>
                <a:cubicBezTo>
                  <a:pt x="754043" y="41704"/>
                  <a:pt x="757131" y="33476"/>
                  <a:pt x="763307" y="28129"/>
                </a:cubicBezTo>
                <a:cubicBezTo>
                  <a:pt x="768465" y="23686"/>
                  <a:pt x="774754" y="21464"/>
                  <a:pt x="782172" y="21464"/>
                </a:cubicBezTo>
                <a:cubicBezTo>
                  <a:pt x="790419" y="21464"/>
                  <a:pt x="797159" y="24166"/>
                  <a:pt x="802394" y="29569"/>
                </a:cubicBezTo>
                <a:cubicBezTo>
                  <a:pt x="807628" y="34973"/>
                  <a:pt x="810245" y="42438"/>
                  <a:pt x="810245" y="51965"/>
                </a:cubicBezTo>
                <a:cubicBezTo>
                  <a:pt x="810245" y="59685"/>
                  <a:pt x="809087" y="65757"/>
                  <a:pt x="806771" y="70182"/>
                </a:cubicBezTo>
                <a:cubicBezTo>
                  <a:pt x="804455" y="74606"/>
                  <a:pt x="801085" y="78042"/>
                  <a:pt x="796660" y="80490"/>
                </a:cubicBezTo>
                <a:cubicBezTo>
                  <a:pt x="792236" y="82938"/>
                  <a:pt x="787406" y="84161"/>
                  <a:pt x="782172" y="84161"/>
                </a:cubicBezTo>
                <a:cubicBezTo>
                  <a:pt x="773775" y="84161"/>
                  <a:pt x="766987" y="81469"/>
                  <a:pt x="761810" y="76084"/>
                </a:cubicBezTo>
                <a:cubicBezTo>
                  <a:pt x="756632" y="70699"/>
                  <a:pt x="754043" y="62942"/>
                  <a:pt x="754043" y="52813"/>
                </a:cubicBezTo>
                <a:moveTo>
                  <a:pt x="764493" y="52784"/>
                </a:moveTo>
                <a:cubicBezTo>
                  <a:pt x="764493" y="60438"/>
                  <a:pt x="766168" y="66169"/>
                  <a:pt x="769520" y="69977"/>
                </a:cubicBezTo>
                <a:cubicBezTo>
                  <a:pt x="772871" y="73785"/>
                  <a:pt x="777089" y="75689"/>
                  <a:pt x="782172" y="75689"/>
                </a:cubicBezTo>
                <a:cubicBezTo>
                  <a:pt x="787218" y="75689"/>
                  <a:pt x="791417" y="73775"/>
                  <a:pt x="794768" y="69949"/>
                </a:cubicBezTo>
                <a:cubicBezTo>
                  <a:pt x="798120" y="66122"/>
                  <a:pt x="799795" y="60288"/>
                  <a:pt x="799795" y="52447"/>
                </a:cubicBezTo>
                <a:cubicBezTo>
                  <a:pt x="799795" y="45056"/>
                  <a:pt x="798110" y="39457"/>
                  <a:pt x="794740" y="35649"/>
                </a:cubicBezTo>
                <a:cubicBezTo>
                  <a:pt x="791370" y="31841"/>
                  <a:pt x="787180" y="29937"/>
                  <a:pt x="782172" y="29937"/>
                </a:cubicBezTo>
                <a:cubicBezTo>
                  <a:pt x="777089" y="29937"/>
                  <a:pt x="772871" y="31831"/>
                  <a:pt x="769520" y="35620"/>
                </a:cubicBezTo>
                <a:cubicBezTo>
                  <a:pt x="766168" y="39409"/>
                  <a:pt x="764493" y="45131"/>
                  <a:pt x="764493" y="52784"/>
                </a:cubicBezTo>
                <a:close/>
                <a:moveTo>
                  <a:pt x="822192" y="82806"/>
                </a:moveTo>
                <a:lnTo>
                  <a:pt x="822192" y="22820"/>
                </a:lnTo>
                <a:lnTo>
                  <a:pt x="831286" y="22820"/>
                </a:lnTo>
                <a:lnTo>
                  <a:pt x="831286" y="31179"/>
                </a:lnTo>
                <a:cubicBezTo>
                  <a:pt x="833169" y="28259"/>
                  <a:pt x="835673" y="25909"/>
                  <a:pt x="838798" y="24131"/>
                </a:cubicBezTo>
                <a:cubicBezTo>
                  <a:pt x="841924" y="22353"/>
                  <a:pt x="845482" y="21464"/>
                  <a:pt x="849474" y="21464"/>
                </a:cubicBezTo>
                <a:cubicBezTo>
                  <a:pt x="853917" y="21464"/>
                  <a:pt x="857560" y="22382"/>
                  <a:pt x="860403" y="24218"/>
                </a:cubicBezTo>
                <a:cubicBezTo>
                  <a:pt x="863246" y="26052"/>
                  <a:pt x="865252" y="28617"/>
                  <a:pt x="866419" y="31914"/>
                </a:cubicBezTo>
                <a:cubicBezTo>
                  <a:pt x="871164" y="24947"/>
                  <a:pt x="877339" y="21464"/>
                  <a:pt x="884946" y="21464"/>
                </a:cubicBezTo>
                <a:cubicBezTo>
                  <a:pt x="890895" y="21464"/>
                  <a:pt x="895471" y="23111"/>
                  <a:pt x="898671" y="26406"/>
                </a:cubicBezTo>
                <a:cubicBezTo>
                  <a:pt x="901872" y="29701"/>
                  <a:pt x="903473" y="34775"/>
                  <a:pt x="903473" y="41629"/>
                </a:cubicBezTo>
                <a:lnTo>
                  <a:pt x="903473" y="82806"/>
                </a:lnTo>
                <a:lnTo>
                  <a:pt x="893362" y="82806"/>
                </a:lnTo>
                <a:lnTo>
                  <a:pt x="893362" y="44977"/>
                </a:lnTo>
                <a:cubicBezTo>
                  <a:pt x="893362" y="40906"/>
                  <a:pt x="893032" y="37975"/>
                  <a:pt x="892373" y="36185"/>
                </a:cubicBezTo>
                <a:cubicBezTo>
                  <a:pt x="891714" y="34394"/>
                  <a:pt x="890519" y="32952"/>
                  <a:pt x="888787" y="31859"/>
                </a:cubicBezTo>
                <a:cubicBezTo>
                  <a:pt x="887055" y="30766"/>
                  <a:pt x="885021" y="30219"/>
                  <a:pt x="882686" y="30219"/>
                </a:cubicBezTo>
                <a:cubicBezTo>
                  <a:pt x="878469" y="30219"/>
                  <a:pt x="874967" y="31623"/>
                  <a:pt x="872180" y="34432"/>
                </a:cubicBezTo>
                <a:cubicBezTo>
                  <a:pt x="869394" y="37240"/>
                  <a:pt x="868001" y="41735"/>
                  <a:pt x="868001" y="47918"/>
                </a:cubicBezTo>
                <a:lnTo>
                  <a:pt x="868001" y="82806"/>
                </a:lnTo>
                <a:lnTo>
                  <a:pt x="857833" y="82806"/>
                </a:lnTo>
                <a:lnTo>
                  <a:pt x="857833" y="43789"/>
                </a:lnTo>
                <a:cubicBezTo>
                  <a:pt x="857833" y="39266"/>
                  <a:pt x="857005" y="35873"/>
                  <a:pt x="855348" y="33612"/>
                </a:cubicBezTo>
                <a:cubicBezTo>
                  <a:pt x="853691" y="31350"/>
                  <a:pt x="850980" y="30219"/>
                  <a:pt x="847214" y="30219"/>
                </a:cubicBezTo>
                <a:cubicBezTo>
                  <a:pt x="844353" y="30219"/>
                  <a:pt x="841707" y="30973"/>
                  <a:pt x="839278" y="32482"/>
                </a:cubicBezTo>
                <a:cubicBezTo>
                  <a:pt x="836850" y="33989"/>
                  <a:pt x="835089" y="36195"/>
                  <a:pt x="833997" y="39098"/>
                </a:cubicBezTo>
                <a:cubicBezTo>
                  <a:pt x="832905" y="42000"/>
                  <a:pt x="832359" y="46183"/>
                  <a:pt x="832359" y="51649"/>
                </a:cubicBezTo>
                <a:lnTo>
                  <a:pt x="832359" y="82806"/>
                </a:lnTo>
                <a:lnTo>
                  <a:pt x="822192" y="82806"/>
                </a:lnTo>
                <a:close/>
                <a:moveTo>
                  <a:pt x="918599" y="105851"/>
                </a:moveTo>
                <a:lnTo>
                  <a:pt x="918599" y="22820"/>
                </a:lnTo>
                <a:lnTo>
                  <a:pt x="927863" y="22820"/>
                </a:lnTo>
                <a:lnTo>
                  <a:pt x="927863" y="30558"/>
                </a:lnTo>
                <a:cubicBezTo>
                  <a:pt x="930047" y="27527"/>
                  <a:pt x="932513" y="25253"/>
                  <a:pt x="935262" y="23737"/>
                </a:cubicBezTo>
                <a:cubicBezTo>
                  <a:pt x="938011" y="22222"/>
                  <a:pt x="941344" y="21464"/>
                  <a:pt x="945260" y="21464"/>
                </a:cubicBezTo>
                <a:cubicBezTo>
                  <a:pt x="950381" y="21464"/>
                  <a:pt x="954900" y="22782"/>
                  <a:pt x="958816" y="25418"/>
                </a:cubicBezTo>
                <a:cubicBezTo>
                  <a:pt x="962732" y="28054"/>
                  <a:pt x="965688" y="31772"/>
                  <a:pt x="967684" y="36574"/>
                </a:cubicBezTo>
                <a:cubicBezTo>
                  <a:pt x="969680" y="41375"/>
                  <a:pt x="970678" y="46637"/>
                  <a:pt x="970678" y="52361"/>
                </a:cubicBezTo>
                <a:cubicBezTo>
                  <a:pt x="970678" y="58499"/>
                  <a:pt x="969576" y="64025"/>
                  <a:pt x="967373" y="68939"/>
                </a:cubicBezTo>
                <a:cubicBezTo>
                  <a:pt x="965171" y="73853"/>
                  <a:pt x="961970" y="77619"/>
                  <a:pt x="957771" y="80236"/>
                </a:cubicBezTo>
                <a:cubicBezTo>
                  <a:pt x="953572" y="82853"/>
                  <a:pt x="949157" y="84161"/>
                  <a:pt x="944526" y="84161"/>
                </a:cubicBezTo>
                <a:cubicBezTo>
                  <a:pt x="941137" y="84161"/>
                  <a:pt x="938096" y="83437"/>
                  <a:pt x="935403" y="81987"/>
                </a:cubicBezTo>
                <a:cubicBezTo>
                  <a:pt x="932711" y="80536"/>
                  <a:pt x="930499" y="78704"/>
                  <a:pt x="928767" y="76490"/>
                </a:cubicBezTo>
                <a:lnTo>
                  <a:pt x="928767" y="105851"/>
                </a:lnTo>
                <a:lnTo>
                  <a:pt x="918599" y="105851"/>
                </a:lnTo>
                <a:moveTo>
                  <a:pt x="927806" y="53067"/>
                </a:moveTo>
                <a:cubicBezTo>
                  <a:pt x="927806" y="60777"/>
                  <a:pt x="929369" y="66475"/>
                  <a:pt x="932494" y="70160"/>
                </a:cubicBezTo>
                <a:cubicBezTo>
                  <a:pt x="935620" y="73846"/>
                  <a:pt x="939404" y="75689"/>
                  <a:pt x="943848" y="75689"/>
                </a:cubicBezTo>
                <a:cubicBezTo>
                  <a:pt x="948367" y="75689"/>
                  <a:pt x="952236" y="73780"/>
                  <a:pt x="955455" y="69963"/>
                </a:cubicBezTo>
                <a:cubicBezTo>
                  <a:pt x="958675" y="66145"/>
                  <a:pt x="960285" y="60231"/>
                  <a:pt x="960285" y="52220"/>
                </a:cubicBezTo>
                <a:cubicBezTo>
                  <a:pt x="960285" y="44585"/>
                  <a:pt x="958713" y="38868"/>
                  <a:pt x="955568" y="35070"/>
                </a:cubicBezTo>
                <a:cubicBezTo>
                  <a:pt x="952424" y="31271"/>
                  <a:pt x="948668" y="29372"/>
                  <a:pt x="944300" y="29372"/>
                </a:cubicBezTo>
                <a:cubicBezTo>
                  <a:pt x="939969" y="29372"/>
                  <a:pt x="936138" y="31393"/>
                  <a:pt x="932805" y="35437"/>
                </a:cubicBezTo>
                <a:cubicBezTo>
                  <a:pt x="929473" y="39480"/>
                  <a:pt x="927806" y="45357"/>
                  <a:pt x="927806" y="53067"/>
                </a:cubicBezTo>
                <a:close/>
                <a:moveTo>
                  <a:pt x="1005162" y="73825"/>
                </a:moveTo>
                <a:lnTo>
                  <a:pt x="1006630" y="82806"/>
                </a:lnTo>
                <a:cubicBezTo>
                  <a:pt x="1003768" y="83333"/>
                  <a:pt x="1001208" y="83597"/>
                  <a:pt x="998948" y="83597"/>
                </a:cubicBezTo>
                <a:cubicBezTo>
                  <a:pt x="995258" y="83597"/>
                  <a:pt x="992396" y="83013"/>
                  <a:pt x="990363" y="81846"/>
                </a:cubicBezTo>
                <a:cubicBezTo>
                  <a:pt x="988329" y="80678"/>
                  <a:pt x="986898" y="79144"/>
                  <a:pt x="986070" y="77242"/>
                </a:cubicBezTo>
                <a:cubicBezTo>
                  <a:pt x="985242" y="75340"/>
                  <a:pt x="984827" y="71340"/>
                  <a:pt x="984827" y="65239"/>
                </a:cubicBezTo>
                <a:lnTo>
                  <a:pt x="984827" y="30727"/>
                </a:lnTo>
                <a:lnTo>
                  <a:pt x="977371" y="30727"/>
                </a:lnTo>
                <a:lnTo>
                  <a:pt x="977371" y="22820"/>
                </a:lnTo>
                <a:lnTo>
                  <a:pt x="984827" y="22820"/>
                </a:lnTo>
                <a:lnTo>
                  <a:pt x="984827" y="7924"/>
                </a:lnTo>
                <a:lnTo>
                  <a:pt x="994938" y="1807"/>
                </a:lnTo>
                <a:lnTo>
                  <a:pt x="994938" y="22820"/>
                </a:lnTo>
                <a:lnTo>
                  <a:pt x="1005162" y="22820"/>
                </a:lnTo>
                <a:lnTo>
                  <a:pt x="1005162" y="30727"/>
                </a:lnTo>
                <a:lnTo>
                  <a:pt x="994938" y="30727"/>
                </a:lnTo>
                <a:lnTo>
                  <a:pt x="994938" y="65804"/>
                </a:lnTo>
                <a:cubicBezTo>
                  <a:pt x="994938" y="68704"/>
                  <a:pt x="995117" y="70568"/>
                  <a:pt x="995475" y="71396"/>
                </a:cubicBezTo>
                <a:cubicBezTo>
                  <a:pt x="995832" y="72224"/>
                  <a:pt x="996416" y="72883"/>
                  <a:pt x="997226" y="73373"/>
                </a:cubicBezTo>
                <a:cubicBezTo>
                  <a:pt x="998035" y="73862"/>
                  <a:pt x="999193" y="74107"/>
                  <a:pt x="1000699" y="74107"/>
                </a:cubicBezTo>
                <a:cubicBezTo>
                  <a:pt x="1001829" y="74107"/>
                  <a:pt x="1003317" y="74013"/>
                  <a:pt x="1005162" y="73825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Generation">
            <a:extLst xmlns:a="http://schemas.openxmlformats.org/drawingml/2006/main">
              <a:ext uri="{FF2B5EF4-FFF2-40B4-BE49-F238E27FC236}">
                <a16:creationId xmlns:a16="http://schemas.microsoft.com/office/drawing/2014/main" id="{AE065DC9-F8E4-4C7C-94C4-6FF780D2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304" y="1946582"/>
            <a:ext cx="558581" cy="85630"/>
          </a:xfrm>
          <a:custGeom xmlns:a="http://schemas.openxmlformats.org/drawingml/2006/main">
            <a:pathLst>
              <a:path w="558581" h="85630">
                <a:moveTo>
                  <a:pt x="41516" y="51627"/>
                </a:moveTo>
                <a:lnTo>
                  <a:pt x="41516" y="42024"/>
                </a:lnTo>
                <a:lnTo>
                  <a:pt x="76593" y="41968"/>
                </a:lnTo>
                <a:lnTo>
                  <a:pt x="76593" y="72639"/>
                </a:lnTo>
                <a:cubicBezTo>
                  <a:pt x="71208" y="76950"/>
                  <a:pt x="65653" y="80193"/>
                  <a:pt x="59930" y="82368"/>
                </a:cubicBezTo>
                <a:cubicBezTo>
                  <a:pt x="54206" y="84543"/>
                  <a:pt x="48332" y="85630"/>
                  <a:pt x="42307" y="85630"/>
                </a:cubicBezTo>
                <a:cubicBezTo>
                  <a:pt x="34173" y="85630"/>
                  <a:pt x="26783" y="83888"/>
                  <a:pt x="20137" y="80405"/>
                </a:cubicBezTo>
                <a:cubicBezTo>
                  <a:pt x="13490" y="76922"/>
                  <a:pt x="8473" y="71886"/>
                  <a:pt x="5084" y="65296"/>
                </a:cubicBezTo>
                <a:cubicBezTo>
                  <a:pt x="1695" y="58706"/>
                  <a:pt x="0" y="51344"/>
                  <a:pt x="0" y="43210"/>
                </a:cubicBezTo>
                <a:cubicBezTo>
                  <a:pt x="0" y="35152"/>
                  <a:pt x="1685" y="27630"/>
                  <a:pt x="5055" y="20645"/>
                </a:cubicBezTo>
                <a:cubicBezTo>
                  <a:pt x="8426" y="13660"/>
                  <a:pt x="13274" y="8473"/>
                  <a:pt x="19600" y="5084"/>
                </a:cubicBezTo>
                <a:cubicBezTo>
                  <a:pt x="25926" y="1695"/>
                  <a:pt x="33213" y="0"/>
                  <a:pt x="41459" y="0"/>
                </a:cubicBezTo>
                <a:cubicBezTo>
                  <a:pt x="47447" y="0"/>
                  <a:pt x="52860" y="967"/>
                  <a:pt x="57699" y="2902"/>
                </a:cubicBezTo>
                <a:cubicBezTo>
                  <a:pt x="62537" y="4836"/>
                  <a:pt x="66331" y="7532"/>
                  <a:pt x="69080" y="10990"/>
                </a:cubicBezTo>
                <a:cubicBezTo>
                  <a:pt x="71829" y="14446"/>
                  <a:pt x="73919" y="18954"/>
                  <a:pt x="75350" y="24514"/>
                </a:cubicBezTo>
                <a:lnTo>
                  <a:pt x="65465" y="27225"/>
                </a:lnTo>
                <a:cubicBezTo>
                  <a:pt x="64223" y="23008"/>
                  <a:pt x="62679" y="19694"/>
                  <a:pt x="60833" y="17284"/>
                </a:cubicBezTo>
                <a:cubicBezTo>
                  <a:pt x="58988" y="14874"/>
                  <a:pt x="56352" y="12944"/>
                  <a:pt x="52926" y="11495"/>
                </a:cubicBezTo>
                <a:cubicBezTo>
                  <a:pt x="49499" y="10045"/>
                  <a:pt x="45696" y="9320"/>
                  <a:pt x="41516" y="9320"/>
                </a:cubicBezTo>
                <a:cubicBezTo>
                  <a:pt x="36508" y="9320"/>
                  <a:pt x="32177" y="10083"/>
                  <a:pt x="28525" y="11609"/>
                </a:cubicBezTo>
                <a:cubicBezTo>
                  <a:pt x="24872" y="13136"/>
                  <a:pt x="21925" y="15142"/>
                  <a:pt x="19685" y="17630"/>
                </a:cubicBezTo>
                <a:cubicBezTo>
                  <a:pt x="17444" y="20118"/>
                  <a:pt x="15703" y="22850"/>
                  <a:pt x="14460" y="25827"/>
                </a:cubicBezTo>
                <a:cubicBezTo>
                  <a:pt x="12351" y="30953"/>
                  <a:pt x="11297" y="36512"/>
                  <a:pt x="11297" y="42504"/>
                </a:cubicBezTo>
                <a:cubicBezTo>
                  <a:pt x="11297" y="49891"/>
                  <a:pt x="12568" y="56072"/>
                  <a:pt x="15110" y="61047"/>
                </a:cubicBezTo>
                <a:cubicBezTo>
                  <a:pt x="17651" y="66022"/>
                  <a:pt x="21351" y="69716"/>
                  <a:pt x="26209" y="72129"/>
                </a:cubicBezTo>
                <a:cubicBezTo>
                  <a:pt x="31066" y="74540"/>
                  <a:pt x="36225" y="75745"/>
                  <a:pt x="41685" y="75745"/>
                </a:cubicBezTo>
                <a:cubicBezTo>
                  <a:pt x="46430" y="75745"/>
                  <a:pt x="51062" y="74826"/>
                  <a:pt x="55580" y="72988"/>
                </a:cubicBezTo>
                <a:cubicBezTo>
                  <a:pt x="60099" y="71150"/>
                  <a:pt x="63526" y="69188"/>
                  <a:pt x="65861" y="67103"/>
                </a:cubicBezTo>
                <a:lnTo>
                  <a:pt x="65861" y="51627"/>
                </a:lnTo>
                <a:lnTo>
                  <a:pt x="41516" y="51627"/>
                </a:lnTo>
                <a:close/>
                <a:moveTo>
                  <a:pt x="132577" y="64957"/>
                </a:moveTo>
                <a:lnTo>
                  <a:pt x="143083" y="66256"/>
                </a:lnTo>
                <a:cubicBezTo>
                  <a:pt x="141426" y="72394"/>
                  <a:pt x="138357" y="77157"/>
                  <a:pt x="133876" y="80546"/>
                </a:cubicBezTo>
                <a:cubicBezTo>
                  <a:pt x="129395" y="83936"/>
                  <a:pt x="123672" y="85630"/>
                  <a:pt x="116705" y="85630"/>
                </a:cubicBezTo>
                <a:cubicBezTo>
                  <a:pt x="107931" y="85630"/>
                  <a:pt x="100974" y="82928"/>
                  <a:pt x="95834" y="77525"/>
                </a:cubicBezTo>
                <a:cubicBezTo>
                  <a:pt x="90694" y="72121"/>
                  <a:pt x="88124" y="64543"/>
                  <a:pt x="88124" y="54790"/>
                </a:cubicBezTo>
                <a:cubicBezTo>
                  <a:pt x="88124" y="44698"/>
                  <a:pt x="90722" y="36865"/>
                  <a:pt x="95919" y="31292"/>
                </a:cubicBezTo>
                <a:cubicBezTo>
                  <a:pt x="101116" y="25719"/>
                  <a:pt x="107856" y="22933"/>
                  <a:pt x="116140" y="22933"/>
                </a:cubicBezTo>
                <a:cubicBezTo>
                  <a:pt x="124161" y="22933"/>
                  <a:pt x="130713" y="25659"/>
                  <a:pt x="135797" y="31110"/>
                </a:cubicBezTo>
                <a:cubicBezTo>
                  <a:pt x="140880" y="36561"/>
                  <a:pt x="143422" y="44230"/>
                  <a:pt x="143422" y="54117"/>
                </a:cubicBezTo>
                <a:cubicBezTo>
                  <a:pt x="143422" y="54718"/>
                  <a:pt x="143403" y="55620"/>
                  <a:pt x="143366" y="56823"/>
                </a:cubicBezTo>
                <a:lnTo>
                  <a:pt x="98630" y="56823"/>
                </a:lnTo>
                <a:cubicBezTo>
                  <a:pt x="99007" y="63394"/>
                  <a:pt x="100871" y="68426"/>
                  <a:pt x="104222" y="71918"/>
                </a:cubicBezTo>
                <a:cubicBezTo>
                  <a:pt x="107574" y="75411"/>
                  <a:pt x="111753" y="77157"/>
                  <a:pt x="116762" y="77157"/>
                </a:cubicBezTo>
                <a:cubicBezTo>
                  <a:pt x="120490" y="77157"/>
                  <a:pt x="123672" y="76188"/>
                  <a:pt x="126308" y="74248"/>
                </a:cubicBezTo>
                <a:cubicBezTo>
                  <a:pt x="128943" y="72308"/>
                  <a:pt x="131033" y="69211"/>
                  <a:pt x="132577" y="64957"/>
                </a:cubicBezTo>
                <a:moveTo>
                  <a:pt x="99195" y="48350"/>
                </a:moveTo>
                <a:lnTo>
                  <a:pt x="132690" y="48350"/>
                </a:lnTo>
                <a:cubicBezTo>
                  <a:pt x="132238" y="43387"/>
                  <a:pt x="130958" y="39664"/>
                  <a:pt x="128849" y="37182"/>
                </a:cubicBezTo>
                <a:cubicBezTo>
                  <a:pt x="125611" y="33331"/>
                  <a:pt x="121412" y="31405"/>
                  <a:pt x="116253" y="31405"/>
                </a:cubicBezTo>
                <a:cubicBezTo>
                  <a:pt x="111584" y="31405"/>
                  <a:pt x="107658" y="32943"/>
                  <a:pt x="104476" y="36017"/>
                </a:cubicBezTo>
                <a:cubicBezTo>
                  <a:pt x="101294" y="39091"/>
                  <a:pt x="99534" y="43202"/>
                  <a:pt x="99195" y="48350"/>
                </a:cubicBezTo>
                <a:close/>
                <a:moveTo>
                  <a:pt x="155878" y="84274"/>
                </a:moveTo>
                <a:lnTo>
                  <a:pt x="155878" y="24288"/>
                </a:lnTo>
                <a:lnTo>
                  <a:pt x="165028" y="24288"/>
                </a:lnTo>
                <a:lnTo>
                  <a:pt x="165028" y="32761"/>
                </a:lnTo>
                <a:cubicBezTo>
                  <a:pt x="169434" y="26209"/>
                  <a:pt x="175798" y="22933"/>
                  <a:pt x="184120" y="22933"/>
                </a:cubicBezTo>
                <a:cubicBezTo>
                  <a:pt x="187735" y="22933"/>
                  <a:pt x="191058" y="23582"/>
                  <a:pt x="194089" y="24881"/>
                </a:cubicBezTo>
                <a:cubicBezTo>
                  <a:pt x="197120" y="26180"/>
                  <a:pt x="199389" y="27884"/>
                  <a:pt x="200896" y="29993"/>
                </a:cubicBezTo>
                <a:cubicBezTo>
                  <a:pt x="202402" y="32102"/>
                  <a:pt x="203456" y="34606"/>
                  <a:pt x="204059" y="37506"/>
                </a:cubicBezTo>
                <a:cubicBezTo>
                  <a:pt x="204435" y="39388"/>
                  <a:pt x="204623" y="42683"/>
                  <a:pt x="204623" y="47390"/>
                </a:cubicBezTo>
                <a:lnTo>
                  <a:pt x="204623" y="84274"/>
                </a:lnTo>
                <a:lnTo>
                  <a:pt x="194456" y="84274"/>
                </a:lnTo>
                <a:lnTo>
                  <a:pt x="194456" y="47747"/>
                </a:lnTo>
                <a:cubicBezTo>
                  <a:pt x="194456" y="43600"/>
                  <a:pt x="194061" y="40499"/>
                  <a:pt x="193270" y="38445"/>
                </a:cubicBezTo>
                <a:cubicBezTo>
                  <a:pt x="192479" y="36390"/>
                  <a:pt x="191077" y="34750"/>
                  <a:pt x="189062" y="33525"/>
                </a:cubicBezTo>
                <a:cubicBezTo>
                  <a:pt x="187047" y="32300"/>
                  <a:pt x="184685" y="31688"/>
                  <a:pt x="181973" y="31688"/>
                </a:cubicBezTo>
                <a:cubicBezTo>
                  <a:pt x="177643" y="31688"/>
                  <a:pt x="173905" y="33064"/>
                  <a:pt x="170761" y="35816"/>
                </a:cubicBezTo>
                <a:cubicBezTo>
                  <a:pt x="167617" y="38568"/>
                  <a:pt x="166045" y="43788"/>
                  <a:pt x="166045" y="51478"/>
                </a:cubicBezTo>
                <a:lnTo>
                  <a:pt x="166045" y="84274"/>
                </a:lnTo>
                <a:lnTo>
                  <a:pt x="155878" y="84274"/>
                </a:lnTo>
                <a:close/>
                <a:moveTo>
                  <a:pt x="261306" y="64957"/>
                </a:moveTo>
                <a:lnTo>
                  <a:pt x="271812" y="66256"/>
                </a:lnTo>
                <a:cubicBezTo>
                  <a:pt x="270155" y="72394"/>
                  <a:pt x="267086" y="77157"/>
                  <a:pt x="262605" y="80546"/>
                </a:cubicBezTo>
                <a:cubicBezTo>
                  <a:pt x="258124" y="83936"/>
                  <a:pt x="252400" y="85630"/>
                  <a:pt x="245434" y="85630"/>
                </a:cubicBezTo>
                <a:cubicBezTo>
                  <a:pt x="236660" y="85630"/>
                  <a:pt x="229703" y="82928"/>
                  <a:pt x="224563" y="77525"/>
                </a:cubicBezTo>
                <a:cubicBezTo>
                  <a:pt x="219423" y="72121"/>
                  <a:pt x="216853" y="64543"/>
                  <a:pt x="216853" y="54790"/>
                </a:cubicBezTo>
                <a:cubicBezTo>
                  <a:pt x="216853" y="44698"/>
                  <a:pt x="219451" y="36865"/>
                  <a:pt x="224648" y="31292"/>
                </a:cubicBezTo>
                <a:cubicBezTo>
                  <a:pt x="229844" y="25719"/>
                  <a:pt x="236585" y="22933"/>
                  <a:pt x="244869" y="22933"/>
                </a:cubicBezTo>
                <a:cubicBezTo>
                  <a:pt x="252890" y="22933"/>
                  <a:pt x="259442" y="25659"/>
                  <a:pt x="264526" y="31110"/>
                </a:cubicBezTo>
                <a:cubicBezTo>
                  <a:pt x="269609" y="36561"/>
                  <a:pt x="272151" y="44230"/>
                  <a:pt x="272151" y="54117"/>
                </a:cubicBezTo>
                <a:cubicBezTo>
                  <a:pt x="272151" y="54718"/>
                  <a:pt x="272132" y="55620"/>
                  <a:pt x="272094" y="56823"/>
                </a:cubicBezTo>
                <a:lnTo>
                  <a:pt x="227359" y="56823"/>
                </a:lnTo>
                <a:cubicBezTo>
                  <a:pt x="227736" y="63394"/>
                  <a:pt x="229599" y="68426"/>
                  <a:pt x="232951" y="71918"/>
                </a:cubicBezTo>
                <a:cubicBezTo>
                  <a:pt x="236302" y="75411"/>
                  <a:pt x="240482" y="77157"/>
                  <a:pt x="245490" y="77157"/>
                </a:cubicBezTo>
                <a:cubicBezTo>
                  <a:pt x="249218" y="77157"/>
                  <a:pt x="252400" y="76188"/>
                  <a:pt x="255036" y="74248"/>
                </a:cubicBezTo>
                <a:cubicBezTo>
                  <a:pt x="257672" y="72308"/>
                  <a:pt x="259762" y="69211"/>
                  <a:pt x="261306" y="64957"/>
                </a:cubicBezTo>
                <a:moveTo>
                  <a:pt x="227924" y="48350"/>
                </a:moveTo>
                <a:lnTo>
                  <a:pt x="261419" y="48350"/>
                </a:lnTo>
                <a:cubicBezTo>
                  <a:pt x="260967" y="43387"/>
                  <a:pt x="259687" y="39664"/>
                  <a:pt x="257578" y="37182"/>
                </a:cubicBezTo>
                <a:cubicBezTo>
                  <a:pt x="254340" y="33331"/>
                  <a:pt x="250141" y="31405"/>
                  <a:pt x="244982" y="31405"/>
                </a:cubicBezTo>
                <a:cubicBezTo>
                  <a:pt x="240313" y="31405"/>
                  <a:pt x="236387" y="32943"/>
                  <a:pt x="233205" y="36017"/>
                </a:cubicBezTo>
                <a:cubicBezTo>
                  <a:pt x="230023" y="39091"/>
                  <a:pt x="228263" y="43202"/>
                  <a:pt x="227924" y="48350"/>
                </a:cubicBezTo>
                <a:close/>
                <a:moveTo>
                  <a:pt x="284493" y="84274"/>
                </a:moveTo>
                <a:lnTo>
                  <a:pt x="284493" y="24288"/>
                </a:lnTo>
                <a:lnTo>
                  <a:pt x="293643" y="24288"/>
                </a:lnTo>
                <a:lnTo>
                  <a:pt x="293643" y="33326"/>
                </a:lnTo>
                <a:cubicBezTo>
                  <a:pt x="295978" y="29094"/>
                  <a:pt x="298134" y="26304"/>
                  <a:pt x="300111" y="24955"/>
                </a:cubicBezTo>
                <a:cubicBezTo>
                  <a:pt x="302088" y="23607"/>
                  <a:pt x="304262" y="22933"/>
                  <a:pt x="306635" y="22933"/>
                </a:cubicBezTo>
                <a:cubicBezTo>
                  <a:pt x="310062" y="22933"/>
                  <a:pt x="313545" y="24020"/>
                  <a:pt x="317084" y="26195"/>
                </a:cubicBezTo>
                <a:lnTo>
                  <a:pt x="313582" y="35585"/>
                </a:lnTo>
                <a:cubicBezTo>
                  <a:pt x="311097" y="34116"/>
                  <a:pt x="308612" y="33382"/>
                  <a:pt x="306126" y="33382"/>
                </a:cubicBezTo>
                <a:cubicBezTo>
                  <a:pt x="303905" y="33382"/>
                  <a:pt x="301909" y="34052"/>
                  <a:pt x="300139" y="35391"/>
                </a:cubicBezTo>
                <a:cubicBezTo>
                  <a:pt x="298369" y="36729"/>
                  <a:pt x="297108" y="38585"/>
                  <a:pt x="296355" y="40960"/>
                </a:cubicBezTo>
                <a:cubicBezTo>
                  <a:pt x="295225" y="44578"/>
                  <a:pt x="294660" y="48536"/>
                  <a:pt x="294660" y="52834"/>
                </a:cubicBezTo>
                <a:lnTo>
                  <a:pt x="294660" y="84274"/>
                </a:lnTo>
                <a:lnTo>
                  <a:pt x="284493" y="84274"/>
                </a:lnTo>
                <a:close/>
                <a:moveTo>
                  <a:pt x="362317" y="76868"/>
                </a:moveTo>
                <a:cubicBezTo>
                  <a:pt x="358552" y="80071"/>
                  <a:pt x="354927" y="82332"/>
                  <a:pt x="351444" y="83651"/>
                </a:cubicBezTo>
                <a:cubicBezTo>
                  <a:pt x="347961" y="84970"/>
                  <a:pt x="344223" y="85630"/>
                  <a:pt x="340232" y="85630"/>
                </a:cubicBezTo>
                <a:cubicBezTo>
                  <a:pt x="333642" y="85630"/>
                  <a:pt x="328577" y="84019"/>
                  <a:pt x="325038" y="80797"/>
                </a:cubicBezTo>
                <a:cubicBezTo>
                  <a:pt x="321498" y="77575"/>
                  <a:pt x="319728" y="73458"/>
                  <a:pt x="319728" y="68446"/>
                </a:cubicBezTo>
                <a:cubicBezTo>
                  <a:pt x="319728" y="65508"/>
                  <a:pt x="320397" y="62824"/>
                  <a:pt x="321733" y="60394"/>
                </a:cubicBezTo>
                <a:cubicBezTo>
                  <a:pt x="323070" y="57963"/>
                  <a:pt x="324821" y="56012"/>
                  <a:pt x="326986" y="54543"/>
                </a:cubicBezTo>
                <a:cubicBezTo>
                  <a:pt x="329152" y="53073"/>
                  <a:pt x="331590" y="51961"/>
                  <a:pt x="334301" y="51208"/>
                </a:cubicBezTo>
                <a:cubicBezTo>
                  <a:pt x="336297" y="50680"/>
                  <a:pt x="339309" y="50171"/>
                  <a:pt x="343339" y="49681"/>
                </a:cubicBezTo>
                <a:cubicBezTo>
                  <a:pt x="351548" y="48709"/>
                  <a:pt x="357591" y="47550"/>
                  <a:pt x="361470" y="46204"/>
                </a:cubicBezTo>
                <a:cubicBezTo>
                  <a:pt x="361508" y="44817"/>
                  <a:pt x="361526" y="43935"/>
                  <a:pt x="361526" y="43560"/>
                </a:cubicBezTo>
                <a:cubicBezTo>
                  <a:pt x="361526" y="39433"/>
                  <a:pt x="360566" y="36526"/>
                  <a:pt x="358646" y="34838"/>
                </a:cubicBezTo>
                <a:cubicBezTo>
                  <a:pt x="356047" y="32550"/>
                  <a:pt x="352188" y="31405"/>
                  <a:pt x="347066" y="31405"/>
                </a:cubicBezTo>
                <a:cubicBezTo>
                  <a:pt x="342284" y="31405"/>
                  <a:pt x="338754" y="32243"/>
                  <a:pt x="336476" y="33919"/>
                </a:cubicBezTo>
                <a:cubicBezTo>
                  <a:pt x="334197" y="35594"/>
                  <a:pt x="332512" y="38560"/>
                  <a:pt x="331420" y="42815"/>
                </a:cubicBezTo>
                <a:lnTo>
                  <a:pt x="321479" y="41459"/>
                </a:lnTo>
                <a:cubicBezTo>
                  <a:pt x="322383" y="37191"/>
                  <a:pt x="323870" y="33745"/>
                  <a:pt x="325941" y="31119"/>
                </a:cubicBezTo>
                <a:cubicBezTo>
                  <a:pt x="328012" y="28494"/>
                  <a:pt x="331006" y="26473"/>
                  <a:pt x="334922" y="25058"/>
                </a:cubicBezTo>
                <a:cubicBezTo>
                  <a:pt x="338839" y="23641"/>
                  <a:pt x="343376" y="22933"/>
                  <a:pt x="348535" y="22933"/>
                </a:cubicBezTo>
                <a:cubicBezTo>
                  <a:pt x="353656" y="22933"/>
                  <a:pt x="357817" y="23535"/>
                  <a:pt x="361018" y="24740"/>
                </a:cubicBezTo>
                <a:cubicBezTo>
                  <a:pt x="364219" y="25945"/>
                  <a:pt x="366572" y="27461"/>
                  <a:pt x="368079" y="29287"/>
                </a:cubicBezTo>
                <a:cubicBezTo>
                  <a:pt x="369585" y="31113"/>
                  <a:pt x="370639" y="33420"/>
                  <a:pt x="371242" y="36206"/>
                </a:cubicBezTo>
                <a:cubicBezTo>
                  <a:pt x="371581" y="37939"/>
                  <a:pt x="371750" y="41064"/>
                  <a:pt x="371750" y="45583"/>
                </a:cubicBezTo>
                <a:lnTo>
                  <a:pt x="371750" y="59139"/>
                </a:lnTo>
                <a:cubicBezTo>
                  <a:pt x="371750" y="68591"/>
                  <a:pt x="371967" y="74569"/>
                  <a:pt x="372400" y="77073"/>
                </a:cubicBezTo>
                <a:cubicBezTo>
                  <a:pt x="372833" y="79577"/>
                  <a:pt x="373689" y="81977"/>
                  <a:pt x="374970" y="84274"/>
                </a:cubicBezTo>
                <a:lnTo>
                  <a:pt x="364351" y="84274"/>
                </a:lnTo>
                <a:cubicBezTo>
                  <a:pt x="363296" y="82163"/>
                  <a:pt x="362618" y="79694"/>
                  <a:pt x="362317" y="76868"/>
                </a:cubicBezTo>
                <a:moveTo>
                  <a:pt x="361470" y="54112"/>
                </a:moveTo>
                <a:cubicBezTo>
                  <a:pt x="357780" y="55631"/>
                  <a:pt x="352244" y="56922"/>
                  <a:pt x="344864" y="57985"/>
                </a:cubicBezTo>
                <a:cubicBezTo>
                  <a:pt x="340684" y="58589"/>
                  <a:pt x="337728" y="59270"/>
                  <a:pt x="335996" y="60027"/>
                </a:cubicBezTo>
                <a:cubicBezTo>
                  <a:pt x="334263" y="60782"/>
                  <a:pt x="332927" y="61888"/>
                  <a:pt x="331985" y="63345"/>
                </a:cubicBezTo>
                <a:cubicBezTo>
                  <a:pt x="331044" y="64801"/>
                  <a:pt x="330573" y="66417"/>
                  <a:pt x="330573" y="68194"/>
                </a:cubicBezTo>
                <a:cubicBezTo>
                  <a:pt x="330573" y="70916"/>
                  <a:pt x="331599" y="73185"/>
                  <a:pt x="333651" y="75000"/>
                </a:cubicBezTo>
                <a:cubicBezTo>
                  <a:pt x="335704" y="76815"/>
                  <a:pt x="338707" y="77722"/>
                  <a:pt x="342661" y="77722"/>
                </a:cubicBezTo>
                <a:cubicBezTo>
                  <a:pt x="346577" y="77722"/>
                  <a:pt x="350060" y="76861"/>
                  <a:pt x="353110" y="75140"/>
                </a:cubicBezTo>
                <a:cubicBezTo>
                  <a:pt x="356160" y="73418"/>
                  <a:pt x="358401" y="71063"/>
                  <a:pt x="359832" y="68074"/>
                </a:cubicBezTo>
                <a:cubicBezTo>
                  <a:pt x="360924" y="65765"/>
                  <a:pt x="361470" y="62360"/>
                  <a:pt x="361470" y="57857"/>
                </a:cubicBezTo>
                <a:lnTo>
                  <a:pt x="361470" y="54112"/>
                </a:lnTo>
                <a:close/>
                <a:moveTo>
                  <a:pt x="409736" y="75293"/>
                </a:moveTo>
                <a:lnTo>
                  <a:pt x="411205" y="84274"/>
                </a:lnTo>
                <a:cubicBezTo>
                  <a:pt x="408343" y="84802"/>
                  <a:pt x="405782" y="85065"/>
                  <a:pt x="403523" y="85065"/>
                </a:cubicBezTo>
                <a:cubicBezTo>
                  <a:pt x="399833" y="85065"/>
                  <a:pt x="396971" y="84482"/>
                  <a:pt x="394937" y="83314"/>
                </a:cubicBezTo>
                <a:cubicBezTo>
                  <a:pt x="392904" y="82147"/>
                  <a:pt x="391473" y="80612"/>
                  <a:pt x="390645" y="78711"/>
                </a:cubicBezTo>
                <a:cubicBezTo>
                  <a:pt x="389816" y="76809"/>
                  <a:pt x="389402" y="72808"/>
                  <a:pt x="389402" y="66708"/>
                </a:cubicBezTo>
                <a:lnTo>
                  <a:pt x="389402" y="32196"/>
                </a:lnTo>
                <a:lnTo>
                  <a:pt x="381946" y="32196"/>
                </a:lnTo>
                <a:lnTo>
                  <a:pt x="381946" y="24288"/>
                </a:lnTo>
                <a:lnTo>
                  <a:pt x="389402" y="24288"/>
                </a:lnTo>
                <a:lnTo>
                  <a:pt x="389402" y="9392"/>
                </a:lnTo>
                <a:lnTo>
                  <a:pt x="399513" y="3276"/>
                </a:lnTo>
                <a:lnTo>
                  <a:pt x="399513" y="24288"/>
                </a:lnTo>
                <a:lnTo>
                  <a:pt x="409736" y="24288"/>
                </a:lnTo>
                <a:lnTo>
                  <a:pt x="409736" y="32196"/>
                </a:lnTo>
                <a:lnTo>
                  <a:pt x="399513" y="32196"/>
                </a:lnTo>
                <a:lnTo>
                  <a:pt x="399513" y="67273"/>
                </a:lnTo>
                <a:cubicBezTo>
                  <a:pt x="399513" y="70172"/>
                  <a:pt x="399692" y="72036"/>
                  <a:pt x="400049" y="72865"/>
                </a:cubicBezTo>
                <a:cubicBezTo>
                  <a:pt x="400407" y="73693"/>
                  <a:pt x="400991" y="74352"/>
                  <a:pt x="401800" y="74842"/>
                </a:cubicBezTo>
                <a:cubicBezTo>
                  <a:pt x="402610" y="75331"/>
                  <a:pt x="403768" y="75576"/>
                  <a:pt x="405274" y="75576"/>
                </a:cubicBezTo>
                <a:cubicBezTo>
                  <a:pt x="406404" y="75576"/>
                  <a:pt x="407891" y="75482"/>
                  <a:pt x="409736" y="75293"/>
                </a:cubicBezTo>
                <a:close/>
                <a:moveTo>
                  <a:pt x="419800" y="13217"/>
                </a:moveTo>
                <a:lnTo>
                  <a:pt x="419800" y="1469"/>
                </a:lnTo>
                <a:lnTo>
                  <a:pt x="429967" y="1469"/>
                </a:lnTo>
                <a:lnTo>
                  <a:pt x="429967" y="13217"/>
                </a:lnTo>
                <a:lnTo>
                  <a:pt x="419800" y="13217"/>
                </a:lnTo>
                <a:moveTo>
                  <a:pt x="419800" y="84274"/>
                </a:moveTo>
                <a:lnTo>
                  <a:pt x="419800" y="24288"/>
                </a:lnTo>
                <a:lnTo>
                  <a:pt x="429967" y="24288"/>
                </a:lnTo>
                <a:lnTo>
                  <a:pt x="429967" y="84274"/>
                </a:lnTo>
                <a:lnTo>
                  <a:pt x="419800" y="84274"/>
                </a:lnTo>
                <a:close/>
                <a:moveTo>
                  <a:pt x="441686" y="54281"/>
                </a:moveTo>
                <a:cubicBezTo>
                  <a:pt x="441686" y="43173"/>
                  <a:pt x="444774" y="34945"/>
                  <a:pt x="450950" y="29598"/>
                </a:cubicBezTo>
                <a:cubicBezTo>
                  <a:pt x="456109" y="25154"/>
                  <a:pt x="462397" y="22933"/>
                  <a:pt x="469815" y="22933"/>
                </a:cubicBezTo>
                <a:cubicBezTo>
                  <a:pt x="478062" y="22933"/>
                  <a:pt x="484802" y="25634"/>
                  <a:pt x="490037" y="31038"/>
                </a:cubicBezTo>
                <a:cubicBezTo>
                  <a:pt x="495271" y="36442"/>
                  <a:pt x="497888" y="43907"/>
                  <a:pt x="497888" y="53434"/>
                </a:cubicBezTo>
                <a:cubicBezTo>
                  <a:pt x="497888" y="61154"/>
                  <a:pt x="496730" y="67226"/>
                  <a:pt x="494414" y="71650"/>
                </a:cubicBezTo>
                <a:cubicBezTo>
                  <a:pt x="492098" y="76075"/>
                  <a:pt x="488728" y="79511"/>
                  <a:pt x="484304" y="81959"/>
                </a:cubicBezTo>
                <a:cubicBezTo>
                  <a:pt x="479879" y="84406"/>
                  <a:pt x="475050" y="85630"/>
                  <a:pt x="469815" y="85630"/>
                </a:cubicBezTo>
                <a:cubicBezTo>
                  <a:pt x="461418" y="85630"/>
                  <a:pt x="454631" y="82938"/>
                  <a:pt x="449453" y="77553"/>
                </a:cubicBezTo>
                <a:cubicBezTo>
                  <a:pt x="444275" y="72168"/>
                  <a:pt x="441686" y="64411"/>
                  <a:pt x="441686" y="54281"/>
                </a:cubicBezTo>
                <a:moveTo>
                  <a:pt x="452136" y="54253"/>
                </a:moveTo>
                <a:cubicBezTo>
                  <a:pt x="452136" y="61907"/>
                  <a:pt x="453811" y="67637"/>
                  <a:pt x="457163" y="71445"/>
                </a:cubicBezTo>
                <a:cubicBezTo>
                  <a:pt x="460514" y="75253"/>
                  <a:pt x="464732" y="77157"/>
                  <a:pt x="469815" y="77157"/>
                </a:cubicBezTo>
                <a:cubicBezTo>
                  <a:pt x="474861" y="77157"/>
                  <a:pt x="479060" y="75244"/>
                  <a:pt x="482411" y="71417"/>
                </a:cubicBezTo>
                <a:cubicBezTo>
                  <a:pt x="485763" y="67590"/>
                  <a:pt x="487438" y="61757"/>
                  <a:pt x="487438" y="53916"/>
                </a:cubicBezTo>
                <a:cubicBezTo>
                  <a:pt x="487438" y="46525"/>
                  <a:pt x="485753" y="40925"/>
                  <a:pt x="482383" y="37117"/>
                </a:cubicBezTo>
                <a:cubicBezTo>
                  <a:pt x="479013" y="33309"/>
                  <a:pt x="474824" y="31405"/>
                  <a:pt x="469815" y="31405"/>
                </a:cubicBezTo>
                <a:cubicBezTo>
                  <a:pt x="464732" y="31405"/>
                  <a:pt x="460514" y="33300"/>
                  <a:pt x="457163" y="37089"/>
                </a:cubicBezTo>
                <a:cubicBezTo>
                  <a:pt x="453811" y="40878"/>
                  <a:pt x="452136" y="46599"/>
                  <a:pt x="452136" y="54253"/>
                </a:cubicBezTo>
                <a:close/>
                <a:moveTo>
                  <a:pt x="509835" y="84274"/>
                </a:moveTo>
                <a:lnTo>
                  <a:pt x="509835" y="24288"/>
                </a:lnTo>
                <a:lnTo>
                  <a:pt x="518985" y="24288"/>
                </a:lnTo>
                <a:lnTo>
                  <a:pt x="518985" y="32761"/>
                </a:lnTo>
                <a:cubicBezTo>
                  <a:pt x="523391" y="26209"/>
                  <a:pt x="529755" y="22933"/>
                  <a:pt x="538077" y="22933"/>
                </a:cubicBezTo>
                <a:cubicBezTo>
                  <a:pt x="541692" y="22933"/>
                  <a:pt x="545015" y="23582"/>
                  <a:pt x="548046" y="24881"/>
                </a:cubicBezTo>
                <a:cubicBezTo>
                  <a:pt x="551078" y="26180"/>
                  <a:pt x="553346" y="27884"/>
                  <a:pt x="554853" y="29993"/>
                </a:cubicBezTo>
                <a:cubicBezTo>
                  <a:pt x="556359" y="32102"/>
                  <a:pt x="557413" y="34606"/>
                  <a:pt x="558016" y="37506"/>
                </a:cubicBezTo>
                <a:cubicBezTo>
                  <a:pt x="558392" y="39388"/>
                  <a:pt x="558581" y="42683"/>
                  <a:pt x="558581" y="47390"/>
                </a:cubicBezTo>
                <a:lnTo>
                  <a:pt x="558581" y="84274"/>
                </a:lnTo>
                <a:lnTo>
                  <a:pt x="548413" y="84274"/>
                </a:lnTo>
                <a:lnTo>
                  <a:pt x="548413" y="47747"/>
                </a:lnTo>
                <a:cubicBezTo>
                  <a:pt x="548413" y="43600"/>
                  <a:pt x="548018" y="40499"/>
                  <a:pt x="547227" y="38445"/>
                </a:cubicBezTo>
                <a:cubicBezTo>
                  <a:pt x="546436" y="36390"/>
                  <a:pt x="545034" y="34750"/>
                  <a:pt x="543019" y="33525"/>
                </a:cubicBezTo>
                <a:cubicBezTo>
                  <a:pt x="541005" y="32300"/>
                  <a:pt x="538642" y="31688"/>
                  <a:pt x="535930" y="31688"/>
                </a:cubicBezTo>
                <a:cubicBezTo>
                  <a:pt x="531600" y="31688"/>
                  <a:pt x="527863" y="33064"/>
                  <a:pt x="524718" y="35816"/>
                </a:cubicBezTo>
                <a:cubicBezTo>
                  <a:pt x="521574" y="38568"/>
                  <a:pt x="520002" y="43788"/>
                  <a:pt x="520002" y="51478"/>
                </a:cubicBezTo>
                <a:lnTo>
                  <a:pt x="520002" y="84274"/>
                </a:lnTo>
                <a:lnTo>
                  <a:pt x="509835" y="8427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LLMFine-Tuning">
            <a:extLst xmlns:a="http://schemas.openxmlformats.org/drawingml/2006/main">
              <a:ext uri="{FF2B5EF4-FFF2-40B4-BE49-F238E27FC236}">
                <a16:creationId xmlns:a16="http://schemas.microsoft.com/office/drawing/2014/main" id="{3E70473E-9D5F-4AB5-BE12-75FDEBC5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601" y="1617345"/>
            <a:ext cx="906908" cy="107207"/>
          </a:xfrm>
          <a:custGeom xmlns:a="http://schemas.openxmlformats.org/drawingml/2006/main">
            <a:pathLst>
              <a:path w="906908" h="107207">
                <a:moveTo>
                  <a:pt x="0" y="82806"/>
                </a:moveTo>
                <a:lnTo>
                  <a:pt x="0" y="678"/>
                </a:lnTo>
                <a:lnTo>
                  <a:pt x="16719" y="678"/>
                </a:lnTo>
                <a:lnTo>
                  <a:pt x="16719" y="68798"/>
                </a:lnTo>
                <a:lnTo>
                  <a:pt x="58292" y="68798"/>
                </a:lnTo>
                <a:lnTo>
                  <a:pt x="58292" y="82806"/>
                </a:lnTo>
                <a:lnTo>
                  <a:pt x="0" y="82806"/>
                </a:lnTo>
                <a:close/>
                <a:moveTo>
                  <a:pt x="70692" y="82806"/>
                </a:moveTo>
                <a:lnTo>
                  <a:pt x="70692" y="678"/>
                </a:lnTo>
                <a:lnTo>
                  <a:pt x="87412" y="678"/>
                </a:lnTo>
                <a:lnTo>
                  <a:pt x="87412" y="68798"/>
                </a:lnTo>
                <a:lnTo>
                  <a:pt x="128984" y="68798"/>
                </a:lnTo>
                <a:lnTo>
                  <a:pt x="128984" y="82806"/>
                </a:lnTo>
                <a:lnTo>
                  <a:pt x="70692" y="82806"/>
                </a:lnTo>
                <a:close/>
                <a:moveTo>
                  <a:pt x="140706" y="82806"/>
                </a:moveTo>
                <a:lnTo>
                  <a:pt x="140706" y="0"/>
                </a:lnTo>
                <a:lnTo>
                  <a:pt x="165729" y="0"/>
                </a:lnTo>
                <a:lnTo>
                  <a:pt x="180754" y="56484"/>
                </a:lnTo>
                <a:lnTo>
                  <a:pt x="195609" y="0"/>
                </a:lnTo>
                <a:lnTo>
                  <a:pt x="220688" y="0"/>
                </a:lnTo>
                <a:lnTo>
                  <a:pt x="220688" y="82806"/>
                </a:lnTo>
                <a:lnTo>
                  <a:pt x="205155" y="82806"/>
                </a:lnTo>
                <a:lnTo>
                  <a:pt x="205155" y="17623"/>
                </a:lnTo>
                <a:lnTo>
                  <a:pt x="188718" y="82806"/>
                </a:lnTo>
                <a:lnTo>
                  <a:pt x="172620" y="82806"/>
                </a:lnTo>
                <a:lnTo>
                  <a:pt x="156240" y="17623"/>
                </a:lnTo>
                <a:lnTo>
                  <a:pt x="156240" y="82806"/>
                </a:lnTo>
                <a:lnTo>
                  <a:pt x="140706" y="82806"/>
                </a:lnTo>
                <a:close/>
                <a:moveTo>
                  <a:pt x="269137" y="82806"/>
                </a:moveTo>
                <a:lnTo>
                  <a:pt x="269137" y="0"/>
                </a:lnTo>
                <a:lnTo>
                  <a:pt x="325904" y="0"/>
                </a:lnTo>
                <a:lnTo>
                  <a:pt x="325904" y="14008"/>
                </a:lnTo>
                <a:lnTo>
                  <a:pt x="285856" y="14008"/>
                </a:lnTo>
                <a:lnTo>
                  <a:pt x="285856" y="33552"/>
                </a:lnTo>
                <a:lnTo>
                  <a:pt x="320425" y="33552"/>
                </a:lnTo>
                <a:lnTo>
                  <a:pt x="320425" y="47560"/>
                </a:lnTo>
                <a:lnTo>
                  <a:pt x="285856" y="47560"/>
                </a:lnTo>
                <a:lnTo>
                  <a:pt x="285856" y="82806"/>
                </a:lnTo>
                <a:lnTo>
                  <a:pt x="269137" y="82806"/>
                </a:lnTo>
                <a:close/>
                <a:moveTo>
                  <a:pt x="339603" y="14686"/>
                </a:moveTo>
                <a:lnTo>
                  <a:pt x="339603" y="0"/>
                </a:lnTo>
                <a:lnTo>
                  <a:pt x="355475" y="0"/>
                </a:lnTo>
                <a:lnTo>
                  <a:pt x="355475" y="14686"/>
                </a:lnTo>
                <a:lnTo>
                  <a:pt x="339603" y="14686"/>
                </a:lnTo>
                <a:moveTo>
                  <a:pt x="339603" y="82806"/>
                </a:moveTo>
                <a:lnTo>
                  <a:pt x="339603" y="22820"/>
                </a:lnTo>
                <a:lnTo>
                  <a:pt x="355475" y="22820"/>
                </a:lnTo>
                <a:lnTo>
                  <a:pt x="355475" y="82806"/>
                </a:lnTo>
                <a:lnTo>
                  <a:pt x="339603" y="82806"/>
                </a:lnTo>
                <a:close/>
                <a:moveTo>
                  <a:pt x="426337" y="82806"/>
                </a:moveTo>
                <a:lnTo>
                  <a:pt x="410465" y="82806"/>
                </a:lnTo>
                <a:lnTo>
                  <a:pt x="410465" y="52227"/>
                </a:lnTo>
                <a:cubicBezTo>
                  <a:pt x="410465" y="45757"/>
                  <a:pt x="410126" y="41572"/>
                  <a:pt x="409449" y="39673"/>
                </a:cubicBezTo>
                <a:cubicBezTo>
                  <a:pt x="408771" y="37774"/>
                  <a:pt x="407669" y="36298"/>
                  <a:pt x="406144" y="35244"/>
                </a:cubicBezTo>
                <a:cubicBezTo>
                  <a:pt x="404619" y="34191"/>
                  <a:pt x="402784" y="33665"/>
                  <a:pt x="400637" y="33665"/>
                </a:cubicBezTo>
                <a:cubicBezTo>
                  <a:pt x="397888" y="33665"/>
                  <a:pt x="395422" y="34417"/>
                  <a:pt x="393238" y="35922"/>
                </a:cubicBezTo>
                <a:cubicBezTo>
                  <a:pt x="391054" y="37426"/>
                  <a:pt x="389557" y="39419"/>
                  <a:pt x="388747" y="41902"/>
                </a:cubicBezTo>
                <a:cubicBezTo>
                  <a:pt x="387938" y="44384"/>
                  <a:pt x="387533" y="48973"/>
                  <a:pt x="387533" y="55669"/>
                </a:cubicBezTo>
                <a:lnTo>
                  <a:pt x="387533" y="82806"/>
                </a:lnTo>
                <a:lnTo>
                  <a:pt x="371661" y="82806"/>
                </a:lnTo>
                <a:lnTo>
                  <a:pt x="371661" y="22820"/>
                </a:lnTo>
                <a:lnTo>
                  <a:pt x="386403" y="22820"/>
                </a:lnTo>
                <a:lnTo>
                  <a:pt x="386403" y="31631"/>
                </a:lnTo>
                <a:cubicBezTo>
                  <a:pt x="391637" y="24853"/>
                  <a:pt x="398227" y="21464"/>
                  <a:pt x="406173" y="21464"/>
                </a:cubicBezTo>
                <a:cubicBezTo>
                  <a:pt x="409675" y="21464"/>
                  <a:pt x="412875" y="22095"/>
                  <a:pt x="415775" y="23356"/>
                </a:cubicBezTo>
                <a:cubicBezTo>
                  <a:pt x="418674" y="24618"/>
                  <a:pt x="420868" y="26227"/>
                  <a:pt x="422355" y="28186"/>
                </a:cubicBezTo>
                <a:cubicBezTo>
                  <a:pt x="423843" y="30144"/>
                  <a:pt x="424878" y="32365"/>
                  <a:pt x="425462" y="34851"/>
                </a:cubicBezTo>
                <a:cubicBezTo>
                  <a:pt x="426046" y="37336"/>
                  <a:pt x="426337" y="40895"/>
                  <a:pt x="426337" y="45526"/>
                </a:cubicBezTo>
                <a:lnTo>
                  <a:pt x="426337" y="82806"/>
                </a:lnTo>
                <a:close/>
                <a:moveTo>
                  <a:pt x="477203" y="63714"/>
                </a:moveTo>
                <a:lnTo>
                  <a:pt x="493019" y="66425"/>
                </a:lnTo>
                <a:cubicBezTo>
                  <a:pt x="490985" y="72206"/>
                  <a:pt x="487775" y="76607"/>
                  <a:pt x="483388" y="79629"/>
                </a:cubicBezTo>
                <a:cubicBezTo>
                  <a:pt x="479001" y="82650"/>
                  <a:pt x="473513" y="84161"/>
                  <a:pt x="466923" y="84161"/>
                </a:cubicBezTo>
                <a:cubicBezTo>
                  <a:pt x="456492" y="84161"/>
                  <a:pt x="448773" y="80754"/>
                  <a:pt x="443765" y="73938"/>
                </a:cubicBezTo>
                <a:cubicBezTo>
                  <a:pt x="439811" y="68478"/>
                  <a:pt x="437834" y="61587"/>
                  <a:pt x="437834" y="53265"/>
                </a:cubicBezTo>
                <a:cubicBezTo>
                  <a:pt x="437834" y="43323"/>
                  <a:pt x="440432" y="35538"/>
                  <a:pt x="445629" y="29908"/>
                </a:cubicBezTo>
                <a:cubicBezTo>
                  <a:pt x="450825" y="24279"/>
                  <a:pt x="457396" y="21464"/>
                  <a:pt x="465341" y="21464"/>
                </a:cubicBezTo>
                <a:cubicBezTo>
                  <a:pt x="474266" y="21464"/>
                  <a:pt x="481308" y="24411"/>
                  <a:pt x="486467" y="30304"/>
                </a:cubicBezTo>
                <a:cubicBezTo>
                  <a:pt x="491625" y="36197"/>
                  <a:pt x="494092" y="45225"/>
                  <a:pt x="493866" y="57388"/>
                </a:cubicBezTo>
                <a:lnTo>
                  <a:pt x="454101" y="57388"/>
                </a:lnTo>
                <a:cubicBezTo>
                  <a:pt x="454214" y="62095"/>
                  <a:pt x="455494" y="65757"/>
                  <a:pt x="457942" y="68374"/>
                </a:cubicBezTo>
                <a:cubicBezTo>
                  <a:pt x="460390" y="70991"/>
                  <a:pt x="463440" y="72300"/>
                  <a:pt x="467092" y="72300"/>
                </a:cubicBezTo>
                <a:cubicBezTo>
                  <a:pt x="469578" y="72300"/>
                  <a:pt x="471668" y="71622"/>
                  <a:pt x="473362" y="70266"/>
                </a:cubicBezTo>
                <a:cubicBezTo>
                  <a:pt x="475057" y="68911"/>
                  <a:pt x="476337" y="66727"/>
                  <a:pt x="477203" y="63714"/>
                </a:cubicBezTo>
                <a:moveTo>
                  <a:pt x="478107" y="47673"/>
                </a:moveTo>
                <a:cubicBezTo>
                  <a:pt x="477994" y="43097"/>
                  <a:pt x="476808" y="39619"/>
                  <a:pt x="474548" y="37237"/>
                </a:cubicBezTo>
                <a:cubicBezTo>
                  <a:pt x="472289" y="34855"/>
                  <a:pt x="469540" y="33665"/>
                  <a:pt x="466302" y="33665"/>
                </a:cubicBezTo>
                <a:cubicBezTo>
                  <a:pt x="462837" y="33665"/>
                  <a:pt x="459975" y="34921"/>
                  <a:pt x="457716" y="37433"/>
                </a:cubicBezTo>
                <a:cubicBezTo>
                  <a:pt x="455457" y="39947"/>
                  <a:pt x="454346" y="43360"/>
                  <a:pt x="454384" y="47673"/>
                </a:cubicBezTo>
                <a:lnTo>
                  <a:pt x="478107" y="47673"/>
                </a:lnTo>
                <a:close/>
                <a:moveTo>
                  <a:pt x="504987" y="60664"/>
                </a:moveTo>
                <a:lnTo>
                  <a:pt x="504987" y="44735"/>
                </a:lnTo>
                <a:lnTo>
                  <a:pt x="536166" y="44735"/>
                </a:lnTo>
                <a:lnTo>
                  <a:pt x="536166" y="60664"/>
                </a:lnTo>
                <a:lnTo>
                  <a:pt x="504987" y="60664"/>
                </a:lnTo>
                <a:close/>
                <a:moveTo>
                  <a:pt x="564080" y="82806"/>
                </a:moveTo>
                <a:lnTo>
                  <a:pt x="564080" y="14008"/>
                </a:lnTo>
                <a:lnTo>
                  <a:pt x="539510" y="14008"/>
                </a:lnTo>
                <a:lnTo>
                  <a:pt x="539510" y="0"/>
                </a:lnTo>
                <a:lnTo>
                  <a:pt x="605314" y="0"/>
                </a:lnTo>
                <a:lnTo>
                  <a:pt x="605314" y="14008"/>
                </a:lnTo>
                <a:lnTo>
                  <a:pt x="580800" y="14008"/>
                </a:lnTo>
                <a:lnTo>
                  <a:pt x="580800" y="82806"/>
                </a:lnTo>
                <a:lnTo>
                  <a:pt x="564080" y="82806"/>
                </a:lnTo>
                <a:close/>
                <a:moveTo>
                  <a:pt x="647185" y="82806"/>
                </a:moveTo>
                <a:lnTo>
                  <a:pt x="647185" y="73825"/>
                </a:lnTo>
                <a:cubicBezTo>
                  <a:pt x="645001" y="77026"/>
                  <a:pt x="642129" y="79549"/>
                  <a:pt x="638571" y="81394"/>
                </a:cubicBezTo>
                <a:cubicBezTo>
                  <a:pt x="635012" y="83239"/>
                  <a:pt x="631256" y="84161"/>
                  <a:pt x="627302" y="84161"/>
                </a:cubicBezTo>
                <a:cubicBezTo>
                  <a:pt x="623273" y="84161"/>
                  <a:pt x="619658" y="83277"/>
                  <a:pt x="616457" y="81507"/>
                </a:cubicBezTo>
                <a:cubicBezTo>
                  <a:pt x="613257" y="79737"/>
                  <a:pt x="610941" y="77252"/>
                  <a:pt x="609510" y="74051"/>
                </a:cubicBezTo>
                <a:cubicBezTo>
                  <a:pt x="608079" y="70850"/>
                  <a:pt x="607363" y="66425"/>
                  <a:pt x="607363" y="60777"/>
                </a:cubicBezTo>
                <a:lnTo>
                  <a:pt x="607363" y="22820"/>
                </a:lnTo>
                <a:lnTo>
                  <a:pt x="623235" y="22820"/>
                </a:lnTo>
                <a:lnTo>
                  <a:pt x="623235" y="50320"/>
                </a:lnTo>
                <a:cubicBezTo>
                  <a:pt x="623235" y="58736"/>
                  <a:pt x="623527" y="63893"/>
                  <a:pt x="624111" y="65790"/>
                </a:cubicBezTo>
                <a:cubicBezTo>
                  <a:pt x="624695" y="67687"/>
                  <a:pt x="625758" y="69190"/>
                  <a:pt x="627302" y="70298"/>
                </a:cubicBezTo>
                <a:cubicBezTo>
                  <a:pt x="628846" y="71407"/>
                  <a:pt x="630804" y="71961"/>
                  <a:pt x="633177" y="71961"/>
                </a:cubicBezTo>
                <a:cubicBezTo>
                  <a:pt x="635888" y="71961"/>
                  <a:pt x="638317" y="71219"/>
                  <a:pt x="640463" y="69735"/>
                </a:cubicBezTo>
                <a:cubicBezTo>
                  <a:pt x="642610" y="68251"/>
                  <a:pt x="644078" y="66410"/>
                  <a:pt x="644869" y="64212"/>
                </a:cubicBezTo>
                <a:cubicBezTo>
                  <a:pt x="645660" y="62014"/>
                  <a:pt x="646055" y="56632"/>
                  <a:pt x="646055" y="48066"/>
                </a:cubicBezTo>
                <a:lnTo>
                  <a:pt x="646055" y="22820"/>
                </a:lnTo>
                <a:lnTo>
                  <a:pt x="661927" y="22820"/>
                </a:lnTo>
                <a:lnTo>
                  <a:pt x="661927" y="82806"/>
                </a:lnTo>
                <a:lnTo>
                  <a:pt x="647185" y="82806"/>
                </a:lnTo>
                <a:close/>
                <a:moveTo>
                  <a:pt x="732958" y="82806"/>
                </a:moveTo>
                <a:lnTo>
                  <a:pt x="717086" y="82806"/>
                </a:lnTo>
                <a:lnTo>
                  <a:pt x="717086" y="52227"/>
                </a:lnTo>
                <a:cubicBezTo>
                  <a:pt x="717086" y="45757"/>
                  <a:pt x="716747" y="41572"/>
                  <a:pt x="716069" y="39673"/>
                </a:cubicBezTo>
                <a:cubicBezTo>
                  <a:pt x="715391" y="37774"/>
                  <a:pt x="714290" y="36298"/>
                  <a:pt x="712765" y="35244"/>
                </a:cubicBezTo>
                <a:cubicBezTo>
                  <a:pt x="711240" y="34191"/>
                  <a:pt x="709404" y="33665"/>
                  <a:pt x="707257" y="33665"/>
                </a:cubicBezTo>
                <a:cubicBezTo>
                  <a:pt x="704509" y="33665"/>
                  <a:pt x="702042" y="34417"/>
                  <a:pt x="699858" y="35922"/>
                </a:cubicBezTo>
                <a:cubicBezTo>
                  <a:pt x="697674" y="37426"/>
                  <a:pt x="696177" y="39419"/>
                  <a:pt x="695368" y="41902"/>
                </a:cubicBezTo>
                <a:cubicBezTo>
                  <a:pt x="694558" y="44384"/>
                  <a:pt x="694153" y="48973"/>
                  <a:pt x="694153" y="55669"/>
                </a:cubicBezTo>
                <a:lnTo>
                  <a:pt x="694153" y="82806"/>
                </a:lnTo>
                <a:lnTo>
                  <a:pt x="678281" y="82806"/>
                </a:lnTo>
                <a:lnTo>
                  <a:pt x="678281" y="22820"/>
                </a:lnTo>
                <a:lnTo>
                  <a:pt x="693023" y="22820"/>
                </a:lnTo>
                <a:lnTo>
                  <a:pt x="693023" y="31631"/>
                </a:lnTo>
                <a:cubicBezTo>
                  <a:pt x="698258" y="24853"/>
                  <a:pt x="704847" y="21464"/>
                  <a:pt x="712793" y="21464"/>
                </a:cubicBezTo>
                <a:cubicBezTo>
                  <a:pt x="716295" y="21464"/>
                  <a:pt x="719496" y="22095"/>
                  <a:pt x="722395" y="23356"/>
                </a:cubicBezTo>
                <a:cubicBezTo>
                  <a:pt x="725295" y="24618"/>
                  <a:pt x="727488" y="26227"/>
                  <a:pt x="728976" y="28186"/>
                </a:cubicBezTo>
                <a:cubicBezTo>
                  <a:pt x="730463" y="30144"/>
                  <a:pt x="731499" y="32365"/>
                  <a:pt x="732082" y="34851"/>
                </a:cubicBezTo>
                <a:cubicBezTo>
                  <a:pt x="732666" y="37336"/>
                  <a:pt x="732958" y="40895"/>
                  <a:pt x="732958" y="45526"/>
                </a:cubicBezTo>
                <a:lnTo>
                  <a:pt x="732958" y="82806"/>
                </a:lnTo>
                <a:close/>
                <a:moveTo>
                  <a:pt x="749086" y="14686"/>
                </a:moveTo>
                <a:lnTo>
                  <a:pt x="749086" y="0"/>
                </a:lnTo>
                <a:lnTo>
                  <a:pt x="764958" y="0"/>
                </a:lnTo>
                <a:lnTo>
                  <a:pt x="764958" y="14686"/>
                </a:lnTo>
                <a:lnTo>
                  <a:pt x="749086" y="14686"/>
                </a:lnTo>
                <a:moveTo>
                  <a:pt x="749086" y="82806"/>
                </a:moveTo>
                <a:lnTo>
                  <a:pt x="749086" y="22820"/>
                </a:lnTo>
                <a:lnTo>
                  <a:pt x="764958" y="22820"/>
                </a:lnTo>
                <a:lnTo>
                  <a:pt x="764958" y="82806"/>
                </a:lnTo>
                <a:lnTo>
                  <a:pt x="749086" y="82806"/>
                </a:lnTo>
                <a:close/>
                <a:moveTo>
                  <a:pt x="835821" y="82806"/>
                </a:moveTo>
                <a:lnTo>
                  <a:pt x="819949" y="82806"/>
                </a:lnTo>
                <a:lnTo>
                  <a:pt x="819949" y="52227"/>
                </a:lnTo>
                <a:cubicBezTo>
                  <a:pt x="819949" y="45757"/>
                  <a:pt x="819610" y="41572"/>
                  <a:pt x="818932" y="39673"/>
                </a:cubicBezTo>
                <a:cubicBezTo>
                  <a:pt x="818254" y="37774"/>
                  <a:pt x="817153" y="36298"/>
                  <a:pt x="815628" y="35244"/>
                </a:cubicBezTo>
                <a:cubicBezTo>
                  <a:pt x="814102" y="34191"/>
                  <a:pt x="812267" y="33665"/>
                  <a:pt x="810120" y="33665"/>
                </a:cubicBezTo>
                <a:cubicBezTo>
                  <a:pt x="807371" y="33665"/>
                  <a:pt x="804905" y="34417"/>
                  <a:pt x="802721" y="35922"/>
                </a:cubicBezTo>
                <a:cubicBezTo>
                  <a:pt x="800537" y="37426"/>
                  <a:pt x="799040" y="39419"/>
                  <a:pt x="798230" y="41902"/>
                </a:cubicBezTo>
                <a:cubicBezTo>
                  <a:pt x="797421" y="44384"/>
                  <a:pt x="797016" y="48973"/>
                  <a:pt x="797016" y="55669"/>
                </a:cubicBezTo>
                <a:lnTo>
                  <a:pt x="797016" y="82806"/>
                </a:lnTo>
                <a:lnTo>
                  <a:pt x="781144" y="82806"/>
                </a:lnTo>
                <a:lnTo>
                  <a:pt x="781144" y="22820"/>
                </a:lnTo>
                <a:lnTo>
                  <a:pt x="795886" y="22820"/>
                </a:lnTo>
                <a:lnTo>
                  <a:pt x="795886" y="31631"/>
                </a:lnTo>
                <a:cubicBezTo>
                  <a:pt x="801120" y="24853"/>
                  <a:pt x="807710" y="21464"/>
                  <a:pt x="815656" y="21464"/>
                </a:cubicBezTo>
                <a:cubicBezTo>
                  <a:pt x="819158" y="21464"/>
                  <a:pt x="822359" y="22095"/>
                  <a:pt x="825258" y="23356"/>
                </a:cubicBezTo>
                <a:cubicBezTo>
                  <a:pt x="828158" y="24618"/>
                  <a:pt x="830351" y="26227"/>
                  <a:pt x="831838" y="28186"/>
                </a:cubicBezTo>
                <a:cubicBezTo>
                  <a:pt x="833326" y="30144"/>
                  <a:pt x="834361" y="32365"/>
                  <a:pt x="834945" y="34851"/>
                </a:cubicBezTo>
                <a:cubicBezTo>
                  <a:pt x="835529" y="37336"/>
                  <a:pt x="835821" y="40895"/>
                  <a:pt x="835821" y="45526"/>
                </a:cubicBezTo>
                <a:lnTo>
                  <a:pt x="835821" y="82806"/>
                </a:lnTo>
                <a:close/>
                <a:moveTo>
                  <a:pt x="850480" y="86647"/>
                </a:moveTo>
                <a:lnTo>
                  <a:pt x="868612" y="88906"/>
                </a:lnTo>
                <a:cubicBezTo>
                  <a:pt x="868913" y="91035"/>
                  <a:pt x="869610" y="92498"/>
                  <a:pt x="870702" y="93296"/>
                </a:cubicBezTo>
                <a:cubicBezTo>
                  <a:pt x="872208" y="94436"/>
                  <a:pt x="874580" y="95006"/>
                  <a:pt x="877819" y="95006"/>
                </a:cubicBezTo>
                <a:cubicBezTo>
                  <a:pt x="881961" y="95006"/>
                  <a:pt x="885067" y="94380"/>
                  <a:pt x="887139" y="93128"/>
                </a:cubicBezTo>
                <a:cubicBezTo>
                  <a:pt x="888532" y="92294"/>
                  <a:pt x="889586" y="90948"/>
                  <a:pt x="890302" y="89090"/>
                </a:cubicBezTo>
                <a:cubicBezTo>
                  <a:pt x="890791" y="87762"/>
                  <a:pt x="891036" y="85316"/>
                  <a:pt x="891036" y="81752"/>
                </a:cubicBezTo>
                <a:lnTo>
                  <a:pt x="891036" y="72933"/>
                </a:lnTo>
                <a:cubicBezTo>
                  <a:pt x="886291" y="79515"/>
                  <a:pt x="880304" y="82806"/>
                  <a:pt x="873074" y="82806"/>
                </a:cubicBezTo>
                <a:cubicBezTo>
                  <a:pt x="865016" y="82806"/>
                  <a:pt x="858633" y="79398"/>
                  <a:pt x="853926" y="72582"/>
                </a:cubicBezTo>
                <a:cubicBezTo>
                  <a:pt x="850235" y="67197"/>
                  <a:pt x="848390" y="60495"/>
                  <a:pt x="848390" y="52474"/>
                </a:cubicBezTo>
                <a:cubicBezTo>
                  <a:pt x="848390" y="42420"/>
                  <a:pt x="850810" y="34738"/>
                  <a:pt x="855649" y="29428"/>
                </a:cubicBezTo>
                <a:cubicBezTo>
                  <a:pt x="860487" y="24119"/>
                  <a:pt x="866503" y="21464"/>
                  <a:pt x="873695" y="21464"/>
                </a:cubicBezTo>
                <a:cubicBezTo>
                  <a:pt x="881114" y="21464"/>
                  <a:pt x="887233" y="24737"/>
                  <a:pt x="892053" y="31282"/>
                </a:cubicBezTo>
                <a:lnTo>
                  <a:pt x="892053" y="22820"/>
                </a:lnTo>
                <a:lnTo>
                  <a:pt x="906908" y="22820"/>
                </a:lnTo>
                <a:lnTo>
                  <a:pt x="906908" y="76684"/>
                </a:lnTo>
                <a:cubicBezTo>
                  <a:pt x="906908" y="83768"/>
                  <a:pt x="906324" y="89063"/>
                  <a:pt x="905157" y="92567"/>
                </a:cubicBezTo>
                <a:cubicBezTo>
                  <a:pt x="903990" y="96071"/>
                  <a:pt x="902352" y="98822"/>
                  <a:pt x="900243" y="100819"/>
                </a:cubicBezTo>
                <a:cubicBezTo>
                  <a:pt x="898134" y="102817"/>
                  <a:pt x="895319" y="104381"/>
                  <a:pt x="891798" y="105511"/>
                </a:cubicBezTo>
                <a:cubicBezTo>
                  <a:pt x="888278" y="106642"/>
                  <a:pt x="883825" y="107207"/>
                  <a:pt x="878440" y="107207"/>
                </a:cubicBezTo>
                <a:cubicBezTo>
                  <a:pt x="868273" y="107207"/>
                  <a:pt x="861062" y="105451"/>
                  <a:pt x="856806" y="101938"/>
                </a:cubicBezTo>
                <a:cubicBezTo>
                  <a:pt x="852551" y="98427"/>
                  <a:pt x="850424" y="93975"/>
                  <a:pt x="850424" y="88583"/>
                </a:cubicBezTo>
                <a:cubicBezTo>
                  <a:pt x="850424" y="88051"/>
                  <a:pt x="850443" y="87406"/>
                  <a:pt x="850480" y="86647"/>
                </a:cubicBezTo>
                <a:moveTo>
                  <a:pt x="864658" y="51570"/>
                </a:moveTo>
                <a:cubicBezTo>
                  <a:pt x="864658" y="57915"/>
                  <a:pt x="865891" y="62561"/>
                  <a:pt x="868358" y="65508"/>
                </a:cubicBezTo>
                <a:cubicBezTo>
                  <a:pt x="870824" y="68454"/>
                  <a:pt x="873865" y="69927"/>
                  <a:pt x="877480" y="69927"/>
                </a:cubicBezTo>
                <a:cubicBezTo>
                  <a:pt x="881358" y="69927"/>
                  <a:pt x="884634" y="68416"/>
                  <a:pt x="887308" y="65395"/>
                </a:cubicBezTo>
                <a:cubicBezTo>
                  <a:pt x="889982" y="62373"/>
                  <a:pt x="891318" y="57896"/>
                  <a:pt x="891318" y="51965"/>
                </a:cubicBezTo>
                <a:cubicBezTo>
                  <a:pt x="891318" y="45771"/>
                  <a:pt x="890038" y="41172"/>
                  <a:pt x="887477" y="38169"/>
                </a:cubicBezTo>
                <a:cubicBezTo>
                  <a:pt x="884917" y="35166"/>
                  <a:pt x="881678" y="33665"/>
                  <a:pt x="877762" y="33665"/>
                </a:cubicBezTo>
                <a:cubicBezTo>
                  <a:pt x="873959" y="33665"/>
                  <a:pt x="870824" y="35138"/>
                  <a:pt x="868358" y="38084"/>
                </a:cubicBezTo>
                <a:cubicBezTo>
                  <a:pt x="865891" y="41031"/>
                  <a:pt x="864658" y="45526"/>
                  <a:pt x="864658" y="51570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BC018E-A38F-4044-9F99-B83CBF71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98" y="1572641"/>
            <a:ext cx="5642556" cy="621807"/>
          </a:xfrm>
          <a:custGeom xmlns:a="http://schemas.openxmlformats.org/drawingml/2006/main">
            <a:pathLst>
              <a:path w="5642556" h="621807" fill="none">
                <a:moveTo>
                  <a:pt x="0" y="621807"/>
                </a:moveTo>
                <a:lnTo>
                  <a:pt x="5642556" y="621807"/>
                </a:lnTo>
                <a:lnTo>
                  <a:pt x="5642556" y="0"/>
                </a:lnTo>
                <a:lnTo>
                  <a:pt x="0" y="0"/>
                </a:lnTo>
                <a:lnTo>
                  <a:pt x="0" y="6218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72" cap="flat">
            <a:solidFill>
              <a:srgbClr val="001D3E"/>
            </a:solidFill>
            <a:custDash>
              <a:ds d="400000" sp="300000"/>
            </a:custDash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C5CCC-C88E-4785-8D2A-36810FCB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9" y="1857453"/>
            <a:ext cx="241519" cy="51952"/>
          </a:xfrm>
          <a:custGeom xmlns:a="http://schemas.openxmlformats.org/drawingml/2006/main">
            <a:pathLst>
              <a:path w="241519" h="51952">
                <a:moveTo>
                  <a:pt x="58" y="16856"/>
                </a:moveTo>
                <a:lnTo>
                  <a:pt x="0" y="34173"/>
                </a:lnTo>
                <a:lnTo>
                  <a:pt x="189548" y="34614"/>
                </a:lnTo>
                <a:lnTo>
                  <a:pt x="189509" y="51952"/>
                </a:lnTo>
                <a:lnTo>
                  <a:pt x="241519" y="26091"/>
                </a:lnTo>
                <a:lnTo>
                  <a:pt x="189625" y="0"/>
                </a:lnTo>
                <a:lnTo>
                  <a:pt x="189586" y="17297"/>
                </a:lnTo>
                <a:lnTo>
                  <a:pt x="58" y="16856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91377d4c746b0"/>
          <a:stretch xmlns:a="http://schemas.openxmlformats.org/drawingml/2006/main"/>
        </p:blipFill>
        <p:spPr>
          <a:xfrm xmlns:a="http://schemas.openxmlformats.org/drawingml/2006/main">
            <a:off x="4530462" y="1785933"/>
            <a:ext cx="1923318" cy="297165"/>
          </a:xfrm>
          <a:prstGeom xmlns:a="http://schemas.openxmlformats.org/drawingml/2006/main" prst="rect">
            <a:avLst/>
          </a:prstGeom>
        </p:spPr>
      </p:pic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0388130fb4691"/>
          <a:stretch xmlns:a="http://schemas.openxmlformats.org/drawingml/2006/main"/>
        </p:blipFill>
        <p:spPr>
          <a:xfrm xmlns:a="http://schemas.openxmlformats.org/drawingml/2006/main">
            <a:off x="4605128" y="2083451"/>
            <a:ext cx="1772600" cy="12454"/>
          </a:xfrm>
          <a:prstGeom xmlns:a="http://schemas.openxmlformats.org/drawingml/2006/main" prst="rect">
            <a:avLst/>
          </a:prstGeom>
        </p:spPr>
      </p:pic>
      <p:pic>
        <p:nvPicPr>
          <p:cNvPr id="2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99b7f0d3843da"/>
          <a:stretch xmlns:a="http://schemas.openxmlformats.org/drawingml/2006/main"/>
        </p:blipFill>
        <p:spPr>
          <a:xfrm xmlns:a="http://schemas.openxmlformats.org/drawingml/2006/main">
            <a:off x="4620876" y="2041017"/>
            <a:ext cx="1741104" cy="42081"/>
          </a:xfrm>
          <a:prstGeom xmlns:a="http://schemas.openxmlformats.org/drawingml/2006/main" prst="rect">
            <a:avLst/>
          </a:prstGeom>
        </p:spPr>
      </p:pic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7F37EB-B54D-49A4-ADBD-E0063E08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582" y="1795573"/>
            <a:ext cx="1872809" cy="245444"/>
          </a:xfrm>
          <a:custGeom xmlns:a="http://schemas.openxmlformats.org/drawingml/2006/main">
            <a:pathLst>
              <a:path w="1872809" h="245444">
                <a:moveTo>
                  <a:pt x="0" y="0"/>
                </a:moveTo>
                <a:lnTo>
                  <a:pt x="0" y="245444"/>
                </a:lnTo>
                <a:lnTo>
                  <a:pt x="1872809" y="245444"/>
                </a:lnTo>
                <a:lnTo>
                  <a:pt x="18728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722823-6F9E-4343-B90B-63DB23B3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582" y="1795573"/>
            <a:ext cx="1872809" cy="245444"/>
          </a:xfrm>
          <a:custGeom xmlns:a="http://schemas.openxmlformats.org/drawingml/2006/main">
            <a:pathLst>
              <a:path w="1872809" h="245444" fill="none">
                <a:moveTo>
                  <a:pt x="0" y="0"/>
                </a:moveTo>
                <a:lnTo>
                  <a:pt x="0" y="245444"/>
                </a:lnTo>
                <a:lnTo>
                  <a:pt x="1872809" y="245444"/>
                </a:lnTo>
                <a:lnTo>
                  <a:pt x="1872809" y="0"/>
                </a:lnTo>
                <a:lnTo>
                  <a:pt x="0" y="0"/>
                </a:lnTo>
                <a:close/>
                <a:moveTo>
                  <a:pt x="0" y="245444"/>
                </a:moveTo>
                <a:close/>
              </a:path>
            </a:pathLst>
          </a:custGeom>
          <a:noFill xmlns:a="http://schemas.openxmlformats.org/drawingml/2006/main"/>
          <a:ln xmlns:a="http://schemas.openxmlformats.org/drawingml/2006/main" w="5772" cap="flat">
            <a:solidFill>
              <a:srgbClr val="231F20"/>
            </a:solidFill>
            <a:miter/>
          </a:ln>
        </p:spPr>
      </p:sp>
      <p:sp>
        <p:nvSpPr>
          <p:cNvPr id="103" name="Text Open-SourceLLMFine-Tuning">
            <a:extLst xmlns:a="http://schemas.openxmlformats.org/drawingml/2006/main">
              <a:ext uri="{FF2B5EF4-FFF2-40B4-BE49-F238E27FC236}">
                <a16:creationId xmlns:a16="http://schemas.microsoft.com/office/drawing/2014/main" id="{2BE42D7C-1D20-441D-8217-C6F73DDD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638" y="1877313"/>
            <a:ext cx="1573856" cy="108676"/>
          </a:xfrm>
          <a:custGeom xmlns:a="http://schemas.openxmlformats.org/drawingml/2006/main">
            <a:pathLst>
              <a:path w="1573856" h="108676">
                <a:moveTo>
                  <a:pt x="0" y="43916"/>
                </a:moveTo>
                <a:cubicBezTo>
                  <a:pt x="0" y="30180"/>
                  <a:pt x="3690" y="19427"/>
                  <a:pt x="11071" y="11657"/>
                </a:cubicBezTo>
                <a:cubicBezTo>
                  <a:pt x="18452" y="3886"/>
                  <a:pt x="27979" y="0"/>
                  <a:pt x="39652" y="0"/>
                </a:cubicBezTo>
                <a:cubicBezTo>
                  <a:pt x="47296" y="0"/>
                  <a:pt x="54187" y="1825"/>
                  <a:pt x="60325" y="5475"/>
                </a:cubicBezTo>
                <a:cubicBezTo>
                  <a:pt x="66463" y="9126"/>
                  <a:pt x="71142" y="14216"/>
                  <a:pt x="74361" y="20746"/>
                </a:cubicBezTo>
                <a:cubicBezTo>
                  <a:pt x="77581" y="27274"/>
                  <a:pt x="79191" y="34678"/>
                  <a:pt x="79191" y="42956"/>
                </a:cubicBezTo>
                <a:cubicBezTo>
                  <a:pt x="79191" y="51348"/>
                  <a:pt x="77496" y="58855"/>
                  <a:pt x="74107" y="65479"/>
                </a:cubicBezTo>
                <a:cubicBezTo>
                  <a:pt x="70718" y="72102"/>
                  <a:pt x="65917" y="77116"/>
                  <a:pt x="59704" y="80522"/>
                </a:cubicBezTo>
                <a:cubicBezTo>
                  <a:pt x="53491" y="83927"/>
                  <a:pt x="46788" y="85630"/>
                  <a:pt x="39595" y="85630"/>
                </a:cubicBezTo>
                <a:cubicBezTo>
                  <a:pt x="31801" y="85630"/>
                  <a:pt x="24834" y="83748"/>
                  <a:pt x="18696" y="79985"/>
                </a:cubicBezTo>
                <a:cubicBezTo>
                  <a:pt x="12558" y="76222"/>
                  <a:pt x="7908" y="71085"/>
                  <a:pt x="4745" y="64576"/>
                </a:cubicBezTo>
                <a:cubicBezTo>
                  <a:pt x="1582" y="58066"/>
                  <a:pt x="0" y="51179"/>
                  <a:pt x="0" y="43916"/>
                </a:cubicBezTo>
                <a:moveTo>
                  <a:pt x="11297" y="44059"/>
                </a:moveTo>
                <a:cubicBezTo>
                  <a:pt x="11297" y="54056"/>
                  <a:pt x="13980" y="61930"/>
                  <a:pt x="19346" y="67682"/>
                </a:cubicBezTo>
                <a:cubicBezTo>
                  <a:pt x="24712" y="73434"/>
                  <a:pt x="31443" y="76310"/>
                  <a:pt x="39539" y="76310"/>
                </a:cubicBezTo>
                <a:cubicBezTo>
                  <a:pt x="47786" y="76310"/>
                  <a:pt x="54573" y="73406"/>
                  <a:pt x="59901" y="67597"/>
                </a:cubicBezTo>
                <a:cubicBezTo>
                  <a:pt x="65230" y="61788"/>
                  <a:pt x="67894" y="53546"/>
                  <a:pt x="67894" y="42871"/>
                </a:cubicBezTo>
                <a:cubicBezTo>
                  <a:pt x="67894" y="36119"/>
                  <a:pt x="66755" y="30226"/>
                  <a:pt x="64477" y="25190"/>
                </a:cubicBezTo>
                <a:cubicBezTo>
                  <a:pt x="62199" y="20155"/>
                  <a:pt x="58866" y="16251"/>
                  <a:pt x="54479" y="13479"/>
                </a:cubicBezTo>
                <a:cubicBezTo>
                  <a:pt x="50092" y="10706"/>
                  <a:pt x="45169" y="9320"/>
                  <a:pt x="39708" y="9320"/>
                </a:cubicBezTo>
                <a:cubicBezTo>
                  <a:pt x="31951" y="9320"/>
                  <a:pt x="25277" y="11989"/>
                  <a:pt x="19685" y="17327"/>
                </a:cubicBezTo>
                <a:cubicBezTo>
                  <a:pt x="14093" y="22663"/>
                  <a:pt x="11297" y="31574"/>
                  <a:pt x="11297" y="44059"/>
                </a:cubicBezTo>
                <a:close/>
                <a:moveTo>
                  <a:pt x="92067" y="107320"/>
                </a:moveTo>
                <a:lnTo>
                  <a:pt x="92067" y="24288"/>
                </a:lnTo>
                <a:lnTo>
                  <a:pt x="101330" y="24288"/>
                </a:lnTo>
                <a:lnTo>
                  <a:pt x="101330" y="32027"/>
                </a:lnTo>
                <a:cubicBezTo>
                  <a:pt x="103514" y="28995"/>
                  <a:pt x="105981" y="26722"/>
                  <a:pt x="108730" y="25206"/>
                </a:cubicBezTo>
                <a:cubicBezTo>
                  <a:pt x="111478" y="23690"/>
                  <a:pt x="114811" y="22933"/>
                  <a:pt x="118727" y="22933"/>
                </a:cubicBezTo>
                <a:cubicBezTo>
                  <a:pt x="123848" y="22933"/>
                  <a:pt x="128367" y="24251"/>
                  <a:pt x="132283" y="26886"/>
                </a:cubicBezTo>
                <a:cubicBezTo>
                  <a:pt x="136200" y="29522"/>
                  <a:pt x="139156" y="33241"/>
                  <a:pt x="141151" y="38042"/>
                </a:cubicBezTo>
                <a:cubicBezTo>
                  <a:pt x="143147" y="42843"/>
                  <a:pt x="144145" y="48106"/>
                  <a:pt x="144145" y="53829"/>
                </a:cubicBezTo>
                <a:cubicBezTo>
                  <a:pt x="144145" y="59967"/>
                  <a:pt x="143044" y="65493"/>
                  <a:pt x="140841" y="70408"/>
                </a:cubicBezTo>
                <a:cubicBezTo>
                  <a:pt x="138638" y="75322"/>
                  <a:pt x="135437" y="79087"/>
                  <a:pt x="131238" y="81704"/>
                </a:cubicBezTo>
                <a:cubicBezTo>
                  <a:pt x="127040" y="84321"/>
                  <a:pt x="122625" y="85630"/>
                  <a:pt x="117993" y="85630"/>
                </a:cubicBezTo>
                <a:cubicBezTo>
                  <a:pt x="114604" y="85630"/>
                  <a:pt x="111563" y="84905"/>
                  <a:pt x="108871" y="83455"/>
                </a:cubicBezTo>
                <a:cubicBezTo>
                  <a:pt x="106178" y="82004"/>
                  <a:pt x="103966" y="80172"/>
                  <a:pt x="102234" y="77959"/>
                </a:cubicBezTo>
                <a:lnTo>
                  <a:pt x="102234" y="107320"/>
                </a:lnTo>
                <a:lnTo>
                  <a:pt x="92067" y="107320"/>
                </a:lnTo>
                <a:moveTo>
                  <a:pt x="101274" y="54535"/>
                </a:moveTo>
                <a:cubicBezTo>
                  <a:pt x="101274" y="62246"/>
                  <a:pt x="102836" y="67943"/>
                  <a:pt x="105962" y="71629"/>
                </a:cubicBezTo>
                <a:cubicBezTo>
                  <a:pt x="109087" y="75315"/>
                  <a:pt x="112872" y="77157"/>
                  <a:pt x="117315" y="77157"/>
                </a:cubicBezTo>
                <a:cubicBezTo>
                  <a:pt x="121834" y="77157"/>
                  <a:pt x="125703" y="75249"/>
                  <a:pt x="128923" y="71431"/>
                </a:cubicBezTo>
                <a:cubicBezTo>
                  <a:pt x="132142" y="67614"/>
                  <a:pt x="133752" y="61700"/>
                  <a:pt x="133752" y="53688"/>
                </a:cubicBezTo>
                <a:cubicBezTo>
                  <a:pt x="133752" y="46053"/>
                  <a:pt x="132180" y="40337"/>
                  <a:pt x="129036" y="36538"/>
                </a:cubicBezTo>
                <a:cubicBezTo>
                  <a:pt x="125891" y="32740"/>
                  <a:pt x="122135" y="30840"/>
                  <a:pt x="117767" y="30840"/>
                </a:cubicBezTo>
                <a:cubicBezTo>
                  <a:pt x="113437" y="30840"/>
                  <a:pt x="109605" y="32862"/>
                  <a:pt x="106272" y="36905"/>
                </a:cubicBezTo>
                <a:cubicBezTo>
                  <a:pt x="102940" y="40949"/>
                  <a:pt x="101274" y="46825"/>
                  <a:pt x="101274" y="54535"/>
                </a:cubicBezTo>
                <a:close/>
                <a:moveTo>
                  <a:pt x="197483" y="64957"/>
                </a:moveTo>
                <a:lnTo>
                  <a:pt x="207989" y="66256"/>
                </a:lnTo>
                <a:cubicBezTo>
                  <a:pt x="206332" y="72394"/>
                  <a:pt x="203264" y="77157"/>
                  <a:pt x="198782" y="80546"/>
                </a:cubicBezTo>
                <a:cubicBezTo>
                  <a:pt x="194301" y="83936"/>
                  <a:pt x="188578" y="85630"/>
                  <a:pt x="181611" y="85630"/>
                </a:cubicBezTo>
                <a:cubicBezTo>
                  <a:pt x="172837" y="85630"/>
                  <a:pt x="165880" y="82928"/>
                  <a:pt x="160740" y="77525"/>
                </a:cubicBezTo>
                <a:cubicBezTo>
                  <a:pt x="155600" y="72121"/>
                  <a:pt x="153030" y="64543"/>
                  <a:pt x="153030" y="54790"/>
                </a:cubicBezTo>
                <a:cubicBezTo>
                  <a:pt x="153030" y="44698"/>
                  <a:pt x="155629" y="36865"/>
                  <a:pt x="160825" y="31292"/>
                </a:cubicBezTo>
                <a:cubicBezTo>
                  <a:pt x="166022" y="25719"/>
                  <a:pt x="172762" y="22933"/>
                  <a:pt x="181046" y="22933"/>
                </a:cubicBezTo>
                <a:cubicBezTo>
                  <a:pt x="189067" y="22933"/>
                  <a:pt x="195619" y="25659"/>
                  <a:pt x="200703" y="31110"/>
                </a:cubicBezTo>
                <a:cubicBezTo>
                  <a:pt x="205786" y="36561"/>
                  <a:pt x="208328" y="44230"/>
                  <a:pt x="208328" y="54117"/>
                </a:cubicBezTo>
                <a:cubicBezTo>
                  <a:pt x="208328" y="54718"/>
                  <a:pt x="208309" y="55620"/>
                  <a:pt x="208272" y="56823"/>
                </a:cubicBezTo>
                <a:lnTo>
                  <a:pt x="163536" y="56823"/>
                </a:lnTo>
                <a:cubicBezTo>
                  <a:pt x="163913" y="63394"/>
                  <a:pt x="165777" y="68426"/>
                  <a:pt x="169128" y="71918"/>
                </a:cubicBezTo>
                <a:cubicBezTo>
                  <a:pt x="172480" y="75411"/>
                  <a:pt x="176659" y="77157"/>
                  <a:pt x="181668" y="77157"/>
                </a:cubicBezTo>
                <a:cubicBezTo>
                  <a:pt x="185396" y="77157"/>
                  <a:pt x="188578" y="76188"/>
                  <a:pt x="191214" y="74248"/>
                </a:cubicBezTo>
                <a:cubicBezTo>
                  <a:pt x="193849" y="72308"/>
                  <a:pt x="195939" y="69211"/>
                  <a:pt x="197483" y="64957"/>
                </a:cubicBezTo>
                <a:moveTo>
                  <a:pt x="164101" y="48350"/>
                </a:moveTo>
                <a:lnTo>
                  <a:pt x="197596" y="48350"/>
                </a:lnTo>
                <a:cubicBezTo>
                  <a:pt x="197144" y="43387"/>
                  <a:pt x="195864" y="39664"/>
                  <a:pt x="193755" y="37182"/>
                </a:cubicBezTo>
                <a:cubicBezTo>
                  <a:pt x="190517" y="33331"/>
                  <a:pt x="186318" y="31405"/>
                  <a:pt x="181159" y="31405"/>
                </a:cubicBezTo>
                <a:cubicBezTo>
                  <a:pt x="176490" y="31405"/>
                  <a:pt x="172564" y="32943"/>
                  <a:pt x="169382" y="36017"/>
                </a:cubicBezTo>
                <a:cubicBezTo>
                  <a:pt x="166200" y="39091"/>
                  <a:pt x="164440" y="43202"/>
                  <a:pt x="164101" y="48350"/>
                </a:cubicBezTo>
                <a:close/>
                <a:moveTo>
                  <a:pt x="220772" y="84274"/>
                </a:moveTo>
                <a:lnTo>
                  <a:pt x="220772" y="24288"/>
                </a:lnTo>
                <a:lnTo>
                  <a:pt x="229922" y="24288"/>
                </a:lnTo>
                <a:lnTo>
                  <a:pt x="229922" y="32761"/>
                </a:lnTo>
                <a:cubicBezTo>
                  <a:pt x="234328" y="26209"/>
                  <a:pt x="240692" y="22933"/>
                  <a:pt x="249014" y="22933"/>
                </a:cubicBezTo>
                <a:cubicBezTo>
                  <a:pt x="252629" y="22933"/>
                  <a:pt x="255952" y="23582"/>
                  <a:pt x="258983" y="24881"/>
                </a:cubicBezTo>
                <a:cubicBezTo>
                  <a:pt x="262015" y="26180"/>
                  <a:pt x="264284" y="27884"/>
                  <a:pt x="265790" y="29993"/>
                </a:cubicBezTo>
                <a:cubicBezTo>
                  <a:pt x="267296" y="32102"/>
                  <a:pt x="268350" y="34606"/>
                  <a:pt x="268953" y="37506"/>
                </a:cubicBezTo>
                <a:cubicBezTo>
                  <a:pt x="269329" y="39388"/>
                  <a:pt x="269518" y="42683"/>
                  <a:pt x="269518" y="47390"/>
                </a:cubicBezTo>
                <a:lnTo>
                  <a:pt x="269518" y="84274"/>
                </a:lnTo>
                <a:lnTo>
                  <a:pt x="259351" y="84274"/>
                </a:lnTo>
                <a:lnTo>
                  <a:pt x="259351" y="47747"/>
                </a:lnTo>
                <a:cubicBezTo>
                  <a:pt x="259351" y="43600"/>
                  <a:pt x="258955" y="40499"/>
                  <a:pt x="258164" y="38445"/>
                </a:cubicBezTo>
                <a:cubicBezTo>
                  <a:pt x="257374" y="36390"/>
                  <a:pt x="255971" y="34750"/>
                  <a:pt x="253956" y="33525"/>
                </a:cubicBezTo>
                <a:cubicBezTo>
                  <a:pt x="251942" y="32300"/>
                  <a:pt x="249579" y="31688"/>
                  <a:pt x="246868" y="31688"/>
                </a:cubicBezTo>
                <a:cubicBezTo>
                  <a:pt x="242537" y="31688"/>
                  <a:pt x="238800" y="33064"/>
                  <a:pt x="235655" y="35816"/>
                </a:cubicBezTo>
                <a:cubicBezTo>
                  <a:pt x="232511" y="38568"/>
                  <a:pt x="230939" y="43788"/>
                  <a:pt x="230939" y="51478"/>
                </a:cubicBezTo>
                <a:lnTo>
                  <a:pt x="230939" y="84274"/>
                </a:lnTo>
                <a:lnTo>
                  <a:pt x="220772" y="84274"/>
                </a:lnTo>
                <a:close/>
                <a:moveTo>
                  <a:pt x="281171" y="59421"/>
                </a:moveTo>
                <a:lnTo>
                  <a:pt x="281171" y="49141"/>
                </a:lnTo>
                <a:lnTo>
                  <a:pt x="312406" y="49141"/>
                </a:lnTo>
                <a:lnTo>
                  <a:pt x="312406" y="59421"/>
                </a:lnTo>
                <a:lnTo>
                  <a:pt x="281171" y="59421"/>
                </a:lnTo>
                <a:close/>
                <a:moveTo>
                  <a:pt x="321252" y="57614"/>
                </a:moveTo>
                <a:lnTo>
                  <a:pt x="331588" y="56710"/>
                </a:lnTo>
                <a:cubicBezTo>
                  <a:pt x="332078" y="60852"/>
                  <a:pt x="333217" y="64251"/>
                  <a:pt x="335006" y="66906"/>
                </a:cubicBezTo>
                <a:cubicBezTo>
                  <a:pt x="336794" y="69560"/>
                  <a:pt x="339571" y="71707"/>
                  <a:pt x="343337" y="73345"/>
                </a:cubicBezTo>
                <a:cubicBezTo>
                  <a:pt x="347103" y="74983"/>
                  <a:pt x="351339" y="75802"/>
                  <a:pt x="356046" y="75802"/>
                </a:cubicBezTo>
                <a:cubicBezTo>
                  <a:pt x="360226" y="75802"/>
                  <a:pt x="363916" y="75180"/>
                  <a:pt x="367117" y="73938"/>
                </a:cubicBezTo>
                <a:cubicBezTo>
                  <a:pt x="370318" y="72695"/>
                  <a:pt x="372699" y="70991"/>
                  <a:pt x="374262" y="68826"/>
                </a:cubicBezTo>
                <a:cubicBezTo>
                  <a:pt x="375825" y="66661"/>
                  <a:pt x="376606" y="64298"/>
                  <a:pt x="376606" y="61737"/>
                </a:cubicBezTo>
                <a:cubicBezTo>
                  <a:pt x="376606" y="59139"/>
                  <a:pt x="375853" y="56870"/>
                  <a:pt x="374347" y="54931"/>
                </a:cubicBezTo>
                <a:cubicBezTo>
                  <a:pt x="372841" y="52992"/>
                  <a:pt x="370355" y="51363"/>
                  <a:pt x="366891" y="50045"/>
                </a:cubicBezTo>
                <a:cubicBezTo>
                  <a:pt x="364669" y="49179"/>
                  <a:pt x="359755" y="47833"/>
                  <a:pt x="352149" y="46006"/>
                </a:cubicBezTo>
                <a:cubicBezTo>
                  <a:pt x="344542" y="44180"/>
                  <a:pt x="339214" y="42457"/>
                  <a:pt x="336163" y="40838"/>
                </a:cubicBezTo>
                <a:cubicBezTo>
                  <a:pt x="332210" y="38767"/>
                  <a:pt x="329263" y="36197"/>
                  <a:pt x="327324" y="33128"/>
                </a:cubicBezTo>
                <a:cubicBezTo>
                  <a:pt x="325384" y="30059"/>
                  <a:pt x="324415" y="26623"/>
                  <a:pt x="324415" y="22820"/>
                </a:cubicBezTo>
                <a:cubicBezTo>
                  <a:pt x="324415" y="18640"/>
                  <a:pt x="325601" y="14733"/>
                  <a:pt x="327973" y="11099"/>
                </a:cubicBezTo>
                <a:cubicBezTo>
                  <a:pt x="330346" y="7465"/>
                  <a:pt x="333810" y="4707"/>
                  <a:pt x="338366" y="2824"/>
                </a:cubicBezTo>
                <a:cubicBezTo>
                  <a:pt x="342923" y="941"/>
                  <a:pt x="347988" y="0"/>
                  <a:pt x="353561" y="0"/>
                </a:cubicBezTo>
                <a:cubicBezTo>
                  <a:pt x="359699" y="0"/>
                  <a:pt x="365112" y="988"/>
                  <a:pt x="369800" y="2965"/>
                </a:cubicBezTo>
                <a:cubicBezTo>
                  <a:pt x="374488" y="4942"/>
                  <a:pt x="378094" y="7851"/>
                  <a:pt x="380617" y="11692"/>
                </a:cubicBezTo>
                <a:cubicBezTo>
                  <a:pt x="383140" y="15533"/>
                  <a:pt x="384495" y="19882"/>
                  <a:pt x="384683" y="24740"/>
                </a:cubicBezTo>
                <a:lnTo>
                  <a:pt x="374177" y="25531"/>
                </a:lnTo>
                <a:cubicBezTo>
                  <a:pt x="373613" y="20278"/>
                  <a:pt x="371701" y="16310"/>
                  <a:pt x="368444" y="13627"/>
                </a:cubicBezTo>
                <a:cubicBezTo>
                  <a:pt x="365187" y="10944"/>
                  <a:pt x="360376" y="9602"/>
                  <a:pt x="354013" y="9602"/>
                </a:cubicBezTo>
                <a:cubicBezTo>
                  <a:pt x="347385" y="9602"/>
                  <a:pt x="342556" y="10818"/>
                  <a:pt x="339524" y="13249"/>
                </a:cubicBezTo>
                <a:cubicBezTo>
                  <a:pt x="336493" y="15679"/>
                  <a:pt x="334977" y="18609"/>
                  <a:pt x="334977" y="22038"/>
                </a:cubicBezTo>
                <a:cubicBezTo>
                  <a:pt x="334977" y="25015"/>
                  <a:pt x="336051" y="27464"/>
                  <a:pt x="338197" y="29386"/>
                </a:cubicBezTo>
                <a:cubicBezTo>
                  <a:pt x="340306" y="31309"/>
                  <a:pt x="345813" y="33278"/>
                  <a:pt x="354719" y="35294"/>
                </a:cubicBezTo>
                <a:cubicBezTo>
                  <a:pt x="363624" y="37310"/>
                  <a:pt x="369734" y="39071"/>
                  <a:pt x="373048" y="40579"/>
                </a:cubicBezTo>
                <a:cubicBezTo>
                  <a:pt x="377868" y="42801"/>
                  <a:pt x="381426" y="45619"/>
                  <a:pt x="383723" y="49030"/>
                </a:cubicBezTo>
                <a:cubicBezTo>
                  <a:pt x="386020" y="52440"/>
                  <a:pt x="387169" y="56369"/>
                  <a:pt x="387169" y="60816"/>
                </a:cubicBezTo>
                <a:cubicBezTo>
                  <a:pt x="387169" y="65224"/>
                  <a:pt x="385907" y="69378"/>
                  <a:pt x="383384" y="73279"/>
                </a:cubicBezTo>
                <a:cubicBezTo>
                  <a:pt x="380861" y="77179"/>
                  <a:pt x="377237" y="80213"/>
                  <a:pt x="372511" y="82380"/>
                </a:cubicBezTo>
                <a:cubicBezTo>
                  <a:pt x="367785" y="84547"/>
                  <a:pt x="362466" y="85630"/>
                  <a:pt x="356554" y="85630"/>
                </a:cubicBezTo>
                <a:cubicBezTo>
                  <a:pt x="349061" y="85630"/>
                  <a:pt x="342782" y="84538"/>
                  <a:pt x="337717" y="82354"/>
                </a:cubicBezTo>
                <a:cubicBezTo>
                  <a:pt x="332652" y="80170"/>
                  <a:pt x="328679" y="76884"/>
                  <a:pt x="325799" y="72497"/>
                </a:cubicBezTo>
                <a:cubicBezTo>
                  <a:pt x="322918" y="68111"/>
                  <a:pt x="321402" y="63149"/>
                  <a:pt x="321252" y="57614"/>
                </a:cubicBezTo>
                <a:close/>
                <a:moveTo>
                  <a:pt x="397089" y="54281"/>
                </a:moveTo>
                <a:cubicBezTo>
                  <a:pt x="397089" y="43173"/>
                  <a:pt x="400177" y="34945"/>
                  <a:pt x="406352" y="29598"/>
                </a:cubicBezTo>
                <a:cubicBezTo>
                  <a:pt x="411511" y="25154"/>
                  <a:pt x="417800" y="22933"/>
                  <a:pt x="425218" y="22933"/>
                </a:cubicBezTo>
                <a:cubicBezTo>
                  <a:pt x="433465" y="22933"/>
                  <a:pt x="440205" y="25634"/>
                  <a:pt x="445439" y="31038"/>
                </a:cubicBezTo>
                <a:cubicBezTo>
                  <a:pt x="450674" y="36442"/>
                  <a:pt x="453291" y="43907"/>
                  <a:pt x="453291" y="53434"/>
                </a:cubicBezTo>
                <a:cubicBezTo>
                  <a:pt x="453291" y="61154"/>
                  <a:pt x="452133" y="67226"/>
                  <a:pt x="449817" y="71650"/>
                </a:cubicBezTo>
                <a:cubicBezTo>
                  <a:pt x="447501" y="76075"/>
                  <a:pt x="444131" y="79511"/>
                  <a:pt x="439706" y="81959"/>
                </a:cubicBezTo>
                <a:cubicBezTo>
                  <a:pt x="435282" y="84406"/>
                  <a:pt x="430452" y="85630"/>
                  <a:pt x="425218" y="85630"/>
                </a:cubicBezTo>
                <a:cubicBezTo>
                  <a:pt x="416821" y="85630"/>
                  <a:pt x="410033" y="82938"/>
                  <a:pt x="404855" y="77553"/>
                </a:cubicBezTo>
                <a:cubicBezTo>
                  <a:pt x="399678" y="72168"/>
                  <a:pt x="397089" y="64411"/>
                  <a:pt x="397089" y="54281"/>
                </a:cubicBezTo>
                <a:moveTo>
                  <a:pt x="407538" y="54253"/>
                </a:moveTo>
                <a:cubicBezTo>
                  <a:pt x="407538" y="61907"/>
                  <a:pt x="409214" y="67637"/>
                  <a:pt x="412566" y="71445"/>
                </a:cubicBezTo>
                <a:cubicBezTo>
                  <a:pt x="415917" y="75253"/>
                  <a:pt x="420134" y="77157"/>
                  <a:pt x="425218" y="77157"/>
                </a:cubicBezTo>
                <a:cubicBezTo>
                  <a:pt x="430264" y="77157"/>
                  <a:pt x="434463" y="75244"/>
                  <a:pt x="437814" y="71417"/>
                </a:cubicBezTo>
                <a:cubicBezTo>
                  <a:pt x="441165" y="67590"/>
                  <a:pt x="442841" y="61757"/>
                  <a:pt x="442841" y="53916"/>
                </a:cubicBezTo>
                <a:cubicBezTo>
                  <a:pt x="442841" y="46525"/>
                  <a:pt x="441156" y="40925"/>
                  <a:pt x="437786" y="37117"/>
                </a:cubicBezTo>
                <a:cubicBezTo>
                  <a:pt x="434415" y="33309"/>
                  <a:pt x="430226" y="31405"/>
                  <a:pt x="425218" y="31405"/>
                </a:cubicBezTo>
                <a:cubicBezTo>
                  <a:pt x="420134" y="31405"/>
                  <a:pt x="415917" y="33300"/>
                  <a:pt x="412566" y="37089"/>
                </a:cubicBezTo>
                <a:cubicBezTo>
                  <a:pt x="409214" y="40878"/>
                  <a:pt x="407538" y="46599"/>
                  <a:pt x="407538" y="54253"/>
                </a:cubicBezTo>
                <a:close/>
                <a:moveTo>
                  <a:pt x="504539" y="84274"/>
                </a:moveTo>
                <a:lnTo>
                  <a:pt x="504539" y="75463"/>
                </a:lnTo>
                <a:cubicBezTo>
                  <a:pt x="499870" y="82241"/>
                  <a:pt x="493524" y="85630"/>
                  <a:pt x="485504" y="85630"/>
                </a:cubicBezTo>
                <a:cubicBezTo>
                  <a:pt x="481964" y="85630"/>
                  <a:pt x="478660" y="84952"/>
                  <a:pt x="475591" y="83597"/>
                </a:cubicBezTo>
                <a:cubicBezTo>
                  <a:pt x="472522" y="82241"/>
                  <a:pt x="470244" y="80537"/>
                  <a:pt x="468756" y="78485"/>
                </a:cubicBezTo>
                <a:cubicBezTo>
                  <a:pt x="467269" y="76433"/>
                  <a:pt x="466224" y="73919"/>
                  <a:pt x="465621" y="70944"/>
                </a:cubicBezTo>
                <a:cubicBezTo>
                  <a:pt x="465207" y="68948"/>
                  <a:pt x="465000" y="65785"/>
                  <a:pt x="465000" y="61455"/>
                </a:cubicBezTo>
                <a:lnTo>
                  <a:pt x="465000" y="24288"/>
                </a:lnTo>
                <a:lnTo>
                  <a:pt x="475167" y="24288"/>
                </a:lnTo>
                <a:lnTo>
                  <a:pt x="475167" y="57557"/>
                </a:lnTo>
                <a:cubicBezTo>
                  <a:pt x="475167" y="62867"/>
                  <a:pt x="475374" y="66444"/>
                  <a:pt x="475788" y="68289"/>
                </a:cubicBezTo>
                <a:cubicBezTo>
                  <a:pt x="476429" y="70963"/>
                  <a:pt x="477784" y="73062"/>
                  <a:pt x="479855" y="74587"/>
                </a:cubicBezTo>
                <a:cubicBezTo>
                  <a:pt x="481926" y="76112"/>
                  <a:pt x="484487" y="76875"/>
                  <a:pt x="487537" y="76875"/>
                </a:cubicBezTo>
                <a:cubicBezTo>
                  <a:pt x="490587" y="76875"/>
                  <a:pt x="493449" y="76094"/>
                  <a:pt x="496123" y="74531"/>
                </a:cubicBezTo>
                <a:cubicBezTo>
                  <a:pt x="498796" y="72968"/>
                  <a:pt x="500689" y="70841"/>
                  <a:pt x="501799" y="68148"/>
                </a:cubicBezTo>
                <a:cubicBezTo>
                  <a:pt x="502910" y="65456"/>
                  <a:pt x="503466" y="61549"/>
                  <a:pt x="503466" y="56428"/>
                </a:cubicBezTo>
                <a:lnTo>
                  <a:pt x="503466" y="24288"/>
                </a:lnTo>
                <a:lnTo>
                  <a:pt x="513633" y="24288"/>
                </a:lnTo>
                <a:lnTo>
                  <a:pt x="513633" y="84274"/>
                </a:lnTo>
                <a:lnTo>
                  <a:pt x="504539" y="84274"/>
                </a:lnTo>
                <a:close/>
                <a:moveTo>
                  <a:pt x="529466" y="84274"/>
                </a:moveTo>
                <a:lnTo>
                  <a:pt x="529466" y="24288"/>
                </a:lnTo>
                <a:lnTo>
                  <a:pt x="538616" y="24288"/>
                </a:lnTo>
                <a:lnTo>
                  <a:pt x="538616" y="33326"/>
                </a:lnTo>
                <a:cubicBezTo>
                  <a:pt x="540951" y="29094"/>
                  <a:pt x="543106" y="26304"/>
                  <a:pt x="545083" y="24955"/>
                </a:cubicBezTo>
                <a:cubicBezTo>
                  <a:pt x="547060" y="23607"/>
                  <a:pt x="549235" y="22933"/>
                  <a:pt x="551607" y="22933"/>
                </a:cubicBezTo>
                <a:cubicBezTo>
                  <a:pt x="555034" y="22933"/>
                  <a:pt x="558517" y="24020"/>
                  <a:pt x="562057" y="26195"/>
                </a:cubicBezTo>
                <a:lnTo>
                  <a:pt x="558555" y="35585"/>
                </a:lnTo>
                <a:cubicBezTo>
                  <a:pt x="556070" y="34116"/>
                  <a:pt x="553584" y="33382"/>
                  <a:pt x="551099" y="33382"/>
                </a:cubicBezTo>
                <a:cubicBezTo>
                  <a:pt x="548877" y="33382"/>
                  <a:pt x="546882" y="34052"/>
                  <a:pt x="545112" y="35391"/>
                </a:cubicBezTo>
                <a:cubicBezTo>
                  <a:pt x="543342" y="36729"/>
                  <a:pt x="542080" y="38585"/>
                  <a:pt x="541327" y="40960"/>
                </a:cubicBezTo>
                <a:cubicBezTo>
                  <a:pt x="540198" y="44578"/>
                  <a:pt x="539633" y="48536"/>
                  <a:pt x="539633" y="52834"/>
                </a:cubicBezTo>
                <a:lnTo>
                  <a:pt x="539633" y="84274"/>
                </a:lnTo>
                <a:lnTo>
                  <a:pt x="529466" y="84274"/>
                </a:lnTo>
                <a:close/>
                <a:moveTo>
                  <a:pt x="607278" y="62246"/>
                </a:moveTo>
                <a:lnTo>
                  <a:pt x="617276" y="63545"/>
                </a:lnTo>
                <a:cubicBezTo>
                  <a:pt x="616184" y="70453"/>
                  <a:pt x="613388" y="75862"/>
                  <a:pt x="608888" y="79770"/>
                </a:cubicBezTo>
                <a:cubicBezTo>
                  <a:pt x="604388" y="83677"/>
                  <a:pt x="598862" y="85630"/>
                  <a:pt x="592310" y="85630"/>
                </a:cubicBezTo>
                <a:cubicBezTo>
                  <a:pt x="584101" y="85630"/>
                  <a:pt x="577501" y="82947"/>
                  <a:pt x="572512" y="77581"/>
                </a:cubicBezTo>
                <a:cubicBezTo>
                  <a:pt x="567523" y="72215"/>
                  <a:pt x="565028" y="64524"/>
                  <a:pt x="565028" y="54507"/>
                </a:cubicBezTo>
                <a:cubicBezTo>
                  <a:pt x="565028" y="48030"/>
                  <a:pt x="566101" y="42363"/>
                  <a:pt x="568247" y="37506"/>
                </a:cubicBezTo>
                <a:cubicBezTo>
                  <a:pt x="570394" y="32648"/>
                  <a:pt x="573661" y="29005"/>
                  <a:pt x="578047" y="26576"/>
                </a:cubicBezTo>
                <a:cubicBezTo>
                  <a:pt x="582434" y="24147"/>
                  <a:pt x="587207" y="22933"/>
                  <a:pt x="592366" y="22933"/>
                </a:cubicBezTo>
                <a:cubicBezTo>
                  <a:pt x="598881" y="22933"/>
                  <a:pt x="604209" y="24585"/>
                  <a:pt x="608351" y="27891"/>
                </a:cubicBezTo>
                <a:cubicBezTo>
                  <a:pt x="612493" y="31195"/>
                  <a:pt x="615148" y="35887"/>
                  <a:pt x="616315" y="41968"/>
                </a:cubicBezTo>
                <a:lnTo>
                  <a:pt x="606431" y="43493"/>
                </a:lnTo>
                <a:cubicBezTo>
                  <a:pt x="605489" y="39482"/>
                  <a:pt x="603823" y="36465"/>
                  <a:pt x="601432" y="34441"/>
                </a:cubicBezTo>
                <a:cubicBezTo>
                  <a:pt x="599041" y="32417"/>
                  <a:pt x="596151" y="31405"/>
                  <a:pt x="592762" y="31405"/>
                </a:cubicBezTo>
                <a:cubicBezTo>
                  <a:pt x="587640" y="31405"/>
                  <a:pt x="583479" y="33232"/>
                  <a:pt x="580279" y="36886"/>
                </a:cubicBezTo>
                <a:cubicBezTo>
                  <a:pt x="577078" y="40539"/>
                  <a:pt x="575477" y="46318"/>
                  <a:pt x="575477" y="54225"/>
                </a:cubicBezTo>
                <a:cubicBezTo>
                  <a:pt x="575477" y="62244"/>
                  <a:pt x="577021" y="68072"/>
                  <a:pt x="580109" y="71707"/>
                </a:cubicBezTo>
                <a:cubicBezTo>
                  <a:pt x="583197" y="75340"/>
                  <a:pt x="587226" y="77157"/>
                  <a:pt x="592197" y="77157"/>
                </a:cubicBezTo>
                <a:cubicBezTo>
                  <a:pt x="596188" y="77157"/>
                  <a:pt x="599521" y="75938"/>
                  <a:pt x="602194" y="73500"/>
                </a:cubicBezTo>
                <a:cubicBezTo>
                  <a:pt x="604868" y="71062"/>
                  <a:pt x="606563" y="67310"/>
                  <a:pt x="607278" y="62246"/>
                </a:cubicBezTo>
                <a:close/>
                <a:moveTo>
                  <a:pt x="667073" y="64957"/>
                </a:moveTo>
                <a:lnTo>
                  <a:pt x="677579" y="66256"/>
                </a:lnTo>
                <a:cubicBezTo>
                  <a:pt x="675922" y="72394"/>
                  <a:pt x="672853" y="77157"/>
                  <a:pt x="668372" y="80546"/>
                </a:cubicBezTo>
                <a:cubicBezTo>
                  <a:pt x="663891" y="83936"/>
                  <a:pt x="658167" y="85630"/>
                  <a:pt x="651201" y="85630"/>
                </a:cubicBezTo>
                <a:cubicBezTo>
                  <a:pt x="642427" y="85630"/>
                  <a:pt x="635470" y="82928"/>
                  <a:pt x="630330" y="77525"/>
                </a:cubicBezTo>
                <a:cubicBezTo>
                  <a:pt x="625190" y="72121"/>
                  <a:pt x="622620" y="64543"/>
                  <a:pt x="622620" y="54790"/>
                </a:cubicBezTo>
                <a:cubicBezTo>
                  <a:pt x="622620" y="44698"/>
                  <a:pt x="625218" y="36865"/>
                  <a:pt x="630415" y="31292"/>
                </a:cubicBezTo>
                <a:cubicBezTo>
                  <a:pt x="635611" y="25719"/>
                  <a:pt x="642352" y="22933"/>
                  <a:pt x="650636" y="22933"/>
                </a:cubicBezTo>
                <a:cubicBezTo>
                  <a:pt x="658657" y="22933"/>
                  <a:pt x="665209" y="25659"/>
                  <a:pt x="670293" y="31110"/>
                </a:cubicBezTo>
                <a:cubicBezTo>
                  <a:pt x="675376" y="36561"/>
                  <a:pt x="677918" y="44230"/>
                  <a:pt x="677918" y="54117"/>
                </a:cubicBezTo>
                <a:cubicBezTo>
                  <a:pt x="677918" y="54718"/>
                  <a:pt x="677899" y="55620"/>
                  <a:pt x="677862" y="56823"/>
                </a:cubicBezTo>
                <a:lnTo>
                  <a:pt x="633126" y="56823"/>
                </a:lnTo>
                <a:cubicBezTo>
                  <a:pt x="633503" y="63394"/>
                  <a:pt x="635367" y="68426"/>
                  <a:pt x="638718" y="71918"/>
                </a:cubicBezTo>
                <a:cubicBezTo>
                  <a:pt x="642069" y="75411"/>
                  <a:pt x="646249" y="77157"/>
                  <a:pt x="651258" y="77157"/>
                </a:cubicBezTo>
                <a:cubicBezTo>
                  <a:pt x="654986" y="77157"/>
                  <a:pt x="658167" y="76188"/>
                  <a:pt x="660803" y="74248"/>
                </a:cubicBezTo>
                <a:cubicBezTo>
                  <a:pt x="663439" y="72308"/>
                  <a:pt x="665529" y="69211"/>
                  <a:pt x="667073" y="64957"/>
                </a:cubicBezTo>
                <a:moveTo>
                  <a:pt x="633691" y="48350"/>
                </a:moveTo>
                <a:lnTo>
                  <a:pt x="667186" y="48350"/>
                </a:lnTo>
                <a:cubicBezTo>
                  <a:pt x="666734" y="43387"/>
                  <a:pt x="665454" y="39664"/>
                  <a:pt x="663345" y="37182"/>
                </a:cubicBezTo>
                <a:cubicBezTo>
                  <a:pt x="660107" y="33331"/>
                  <a:pt x="655908" y="31405"/>
                  <a:pt x="650749" y="31405"/>
                </a:cubicBezTo>
                <a:cubicBezTo>
                  <a:pt x="646080" y="31405"/>
                  <a:pt x="642154" y="32943"/>
                  <a:pt x="638972" y="36017"/>
                </a:cubicBezTo>
                <a:cubicBezTo>
                  <a:pt x="635790" y="39091"/>
                  <a:pt x="634030" y="43202"/>
                  <a:pt x="633691" y="48350"/>
                </a:cubicBezTo>
                <a:close/>
                <a:moveTo>
                  <a:pt x="720268" y="84274"/>
                </a:moveTo>
                <a:lnTo>
                  <a:pt x="720268" y="1469"/>
                </a:lnTo>
                <a:lnTo>
                  <a:pt x="731226" y="1469"/>
                </a:lnTo>
                <a:lnTo>
                  <a:pt x="731226" y="74503"/>
                </a:lnTo>
                <a:lnTo>
                  <a:pt x="772007" y="74503"/>
                </a:lnTo>
                <a:lnTo>
                  <a:pt x="772007" y="84274"/>
                </a:lnTo>
                <a:lnTo>
                  <a:pt x="720268" y="84274"/>
                </a:lnTo>
                <a:close/>
                <a:moveTo>
                  <a:pt x="784620" y="84274"/>
                </a:moveTo>
                <a:lnTo>
                  <a:pt x="784620" y="1469"/>
                </a:lnTo>
                <a:lnTo>
                  <a:pt x="795578" y="1469"/>
                </a:lnTo>
                <a:lnTo>
                  <a:pt x="795578" y="74503"/>
                </a:lnTo>
                <a:lnTo>
                  <a:pt x="836360" y="74503"/>
                </a:lnTo>
                <a:lnTo>
                  <a:pt x="836360" y="84274"/>
                </a:lnTo>
                <a:lnTo>
                  <a:pt x="784620" y="84274"/>
                </a:lnTo>
                <a:close/>
                <a:moveTo>
                  <a:pt x="849086" y="84274"/>
                </a:moveTo>
                <a:lnTo>
                  <a:pt x="849086" y="1469"/>
                </a:lnTo>
                <a:lnTo>
                  <a:pt x="865579" y="1469"/>
                </a:lnTo>
                <a:lnTo>
                  <a:pt x="885179" y="60099"/>
                </a:lnTo>
                <a:cubicBezTo>
                  <a:pt x="886987" y="65559"/>
                  <a:pt x="888305" y="69645"/>
                  <a:pt x="889133" y="72356"/>
                </a:cubicBezTo>
                <a:cubicBezTo>
                  <a:pt x="890075" y="69344"/>
                  <a:pt x="891543" y="64919"/>
                  <a:pt x="893539" y="59082"/>
                </a:cubicBezTo>
                <a:lnTo>
                  <a:pt x="913365" y="1469"/>
                </a:lnTo>
                <a:lnTo>
                  <a:pt x="928107" y="1469"/>
                </a:lnTo>
                <a:lnTo>
                  <a:pt x="928107" y="84274"/>
                </a:lnTo>
                <a:lnTo>
                  <a:pt x="917545" y="84274"/>
                </a:lnTo>
                <a:lnTo>
                  <a:pt x="917545" y="14968"/>
                </a:lnTo>
                <a:lnTo>
                  <a:pt x="893483" y="84274"/>
                </a:lnTo>
                <a:lnTo>
                  <a:pt x="883598" y="84274"/>
                </a:lnTo>
                <a:lnTo>
                  <a:pt x="859649" y="13782"/>
                </a:lnTo>
                <a:lnTo>
                  <a:pt x="859649" y="84274"/>
                </a:lnTo>
                <a:lnTo>
                  <a:pt x="849086" y="84274"/>
                </a:lnTo>
                <a:close/>
                <a:moveTo>
                  <a:pt x="977758" y="84274"/>
                </a:moveTo>
                <a:lnTo>
                  <a:pt x="977758" y="1469"/>
                </a:lnTo>
                <a:lnTo>
                  <a:pt x="1033621" y="1469"/>
                </a:lnTo>
                <a:lnTo>
                  <a:pt x="1033621" y="11240"/>
                </a:lnTo>
                <a:lnTo>
                  <a:pt x="988716" y="11240"/>
                </a:lnTo>
                <a:lnTo>
                  <a:pt x="988716" y="36828"/>
                </a:lnTo>
                <a:lnTo>
                  <a:pt x="1027577" y="36828"/>
                </a:lnTo>
                <a:lnTo>
                  <a:pt x="1027577" y="46599"/>
                </a:lnTo>
                <a:lnTo>
                  <a:pt x="988716" y="46599"/>
                </a:lnTo>
                <a:lnTo>
                  <a:pt x="988716" y="84274"/>
                </a:lnTo>
                <a:lnTo>
                  <a:pt x="977758" y="84274"/>
                </a:lnTo>
                <a:close/>
                <a:moveTo>
                  <a:pt x="1046666" y="13217"/>
                </a:moveTo>
                <a:lnTo>
                  <a:pt x="1046666" y="1469"/>
                </a:lnTo>
                <a:lnTo>
                  <a:pt x="1056833" y="1469"/>
                </a:lnTo>
                <a:lnTo>
                  <a:pt x="1056833" y="13217"/>
                </a:lnTo>
                <a:lnTo>
                  <a:pt x="1046666" y="13217"/>
                </a:lnTo>
                <a:moveTo>
                  <a:pt x="1046666" y="84274"/>
                </a:moveTo>
                <a:lnTo>
                  <a:pt x="1046666" y="24288"/>
                </a:lnTo>
                <a:lnTo>
                  <a:pt x="1056833" y="24288"/>
                </a:lnTo>
                <a:lnTo>
                  <a:pt x="1056833" y="84274"/>
                </a:lnTo>
                <a:lnTo>
                  <a:pt x="1046666" y="84274"/>
                </a:lnTo>
                <a:close/>
                <a:moveTo>
                  <a:pt x="1072324" y="84274"/>
                </a:moveTo>
                <a:lnTo>
                  <a:pt x="1072324" y="24288"/>
                </a:lnTo>
                <a:lnTo>
                  <a:pt x="1081475" y="24288"/>
                </a:lnTo>
                <a:lnTo>
                  <a:pt x="1081475" y="32761"/>
                </a:lnTo>
                <a:cubicBezTo>
                  <a:pt x="1085881" y="26209"/>
                  <a:pt x="1092244" y="22933"/>
                  <a:pt x="1100566" y="22933"/>
                </a:cubicBezTo>
                <a:cubicBezTo>
                  <a:pt x="1104181" y="22933"/>
                  <a:pt x="1107505" y="23582"/>
                  <a:pt x="1110536" y="24881"/>
                </a:cubicBezTo>
                <a:cubicBezTo>
                  <a:pt x="1113567" y="26180"/>
                  <a:pt x="1115836" y="27884"/>
                  <a:pt x="1117342" y="29993"/>
                </a:cubicBezTo>
                <a:cubicBezTo>
                  <a:pt x="1118848" y="32102"/>
                  <a:pt x="1119903" y="34606"/>
                  <a:pt x="1120505" y="37506"/>
                </a:cubicBezTo>
                <a:cubicBezTo>
                  <a:pt x="1120882" y="39388"/>
                  <a:pt x="1121070" y="42683"/>
                  <a:pt x="1121070" y="47390"/>
                </a:cubicBezTo>
                <a:lnTo>
                  <a:pt x="1121070" y="84274"/>
                </a:lnTo>
                <a:lnTo>
                  <a:pt x="1110903" y="84274"/>
                </a:lnTo>
                <a:lnTo>
                  <a:pt x="1110903" y="47747"/>
                </a:lnTo>
                <a:cubicBezTo>
                  <a:pt x="1110903" y="43600"/>
                  <a:pt x="1110508" y="40499"/>
                  <a:pt x="1109717" y="38445"/>
                </a:cubicBezTo>
                <a:cubicBezTo>
                  <a:pt x="1108926" y="36390"/>
                  <a:pt x="1107523" y="34750"/>
                  <a:pt x="1105509" y="33525"/>
                </a:cubicBezTo>
                <a:cubicBezTo>
                  <a:pt x="1103494" y="32300"/>
                  <a:pt x="1101131" y="31688"/>
                  <a:pt x="1098420" y="31688"/>
                </a:cubicBezTo>
                <a:cubicBezTo>
                  <a:pt x="1094090" y="31688"/>
                  <a:pt x="1090352" y="33064"/>
                  <a:pt x="1087208" y="35816"/>
                </a:cubicBezTo>
                <a:cubicBezTo>
                  <a:pt x="1084064" y="38568"/>
                  <a:pt x="1082491" y="43788"/>
                  <a:pt x="1082491" y="51478"/>
                </a:cubicBezTo>
                <a:lnTo>
                  <a:pt x="1082491" y="84274"/>
                </a:lnTo>
                <a:lnTo>
                  <a:pt x="1072324" y="84274"/>
                </a:lnTo>
                <a:close/>
                <a:moveTo>
                  <a:pt x="1177741" y="64957"/>
                </a:moveTo>
                <a:lnTo>
                  <a:pt x="1188247" y="66256"/>
                </a:lnTo>
                <a:cubicBezTo>
                  <a:pt x="1186590" y="72394"/>
                  <a:pt x="1183521" y="77157"/>
                  <a:pt x="1179040" y="80546"/>
                </a:cubicBezTo>
                <a:cubicBezTo>
                  <a:pt x="1174559" y="83936"/>
                  <a:pt x="1168835" y="85630"/>
                  <a:pt x="1161869" y="85630"/>
                </a:cubicBezTo>
                <a:cubicBezTo>
                  <a:pt x="1153095" y="85630"/>
                  <a:pt x="1146138" y="82928"/>
                  <a:pt x="1140998" y="77525"/>
                </a:cubicBezTo>
                <a:cubicBezTo>
                  <a:pt x="1135858" y="72121"/>
                  <a:pt x="1133288" y="64543"/>
                  <a:pt x="1133288" y="54790"/>
                </a:cubicBezTo>
                <a:cubicBezTo>
                  <a:pt x="1133288" y="44698"/>
                  <a:pt x="1135886" y="36865"/>
                  <a:pt x="1141082" y="31292"/>
                </a:cubicBezTo>
                <a:cubicBezTo>
                  <a:pt x="1146279" y="25719"/>
                  <a:pt x="1153019" y="22933"/>
                  <a:pt x="1161304" y="22933"/>
                </a:cubicBezTo>
                <a:cubicBezTo>
                  <a:pt x="1169325" y="22933"/>
                  <a:pt x="1175877" y="25659"/>
                  <a:pt x="1180960" y="31110"/>
                </a:cubicBezTo>
                <a:cubicBezTo>
                  <a:pt x="1186044" y="36561"/>
                  <a:pt x="1188586" y="44230"/>
                  <a:pt x="1188586" y="54117"/>
                </a:cubicBezTo>
                <a:cubicBezTo>
                  <a:pt x="1188586" y="54718"/>
                  <a:pt x="1188567" y="55620"/>
                  <a:pt x="1188529" y="56823"/>
                </a:cubicBezTo>
                <a:lnTo>
                  <a:pt x="1143794" y="56823"/>
                </a:lnTo>
                <a:cubicBezTo>
                  <a:pt x="1144170" y="63394"/>
                  <a:pt x="1146034" y="68426"/>
                  <a:pt x="1149386" y="71918"/>
                </a:cubicBezTo>
                <a:cubicBezTo>
                  <a:pt x="1152737" y="75411"/>
                  <a:pt x="1156917" y="77157"/>
                  <a:pt x="1161925" y="77157"/>
                </a:cubicBezTo>
                <a:cubicBezTo>
                  <a:pt x="1165653" y="77157"/>
                  <a:pt x="1168835" y="76188"/>
                  <a:pt x="1171471" y="74248"/>
                </a:cubicBezTo>
                <a:cubicBezTo>
                  <a:pt x="1174107" y="72308"/>
                  <a:pt x="1176197" y="69211"/>
                  <a:pt x="1177741" y="64957"/>
                </a:cubicBezTo>
                <a:moveTo>
                  <a:pt x="1144359" y="48350"/>
                </a:moveTo>
                <a:lnTo>
                  <a:pt x="1177854" y="48350"/>
                </a:lnTo>
                <a:cubicBezTo>
                  <a:pt x="1177402" y="43387"/>
                  <a:pt x="1176121" y="39664"/>
                  <a:pt x="1174013" y="37182"/>
                </a:cubicBezTo>
                <a:cubicBezTo>
                  <a:pt x="1170774" y="33331"/>
                  <a:pt x="1166576" y="31405"/>
                  <a:pt x="1161417" y="31405"/>
                </a:cubicBezTo>
                <a:cubicBezTo>
                  <a:pt x="1156747" y="31405"/>
                  <a:pt x="1152822" y="32943"/>
                  <a:pt x="1149640" y="36017"/>
                </a:cubicBezTo>
                <a:cubicBezTo>
                  <a:pt x="1146458" y="39091"/>
                  <a:pt x="1144697" y="43202"/>
                  <a:pt x="1144359" y="48350"/>
                </a:cubicBezTo>
                <a:close/>
                <a:moveTo>
                  <a:pt x="1197075" y="59421"/>
                </a:moveTo>
                <a:lnTo>
                  <a:pt x="1197075" y="49141"/>
                </a:lnTo>
                <a:lnTo>
                  <a:pt x="1228311" y="49141"/>
                </a:lnTo>
                <a:lnTo>
                  <a:pt x="1228311" y="59421"/>
                </a:lnTo>
                <a:lnTo>
                  <a:pt x="1197075" y="59421"/>
                </a:lnTo>
                <a:close/>
                <a:moveTo>
                  <a:pt x="1261952" y="84274"/>
                </a:moveTo>
                <a:lnTo>
                  <a:pt x="1261952" y="11240"/>
                </a:lnTo>
                <a:lnTo>
                  <a:pt x="1234671" y="11240"/>
                </a:lnTo>
                <a:lnTo>
                  <a:pt x="1234671" y="1469"/>
                </a:lnTo>
                <a:lnTo>
                  <a:pt x="1300305" y="1469"/>
                </a:lnTo>
                <a:lnTo>
                  <a:pt x="1300305" y="11240"/>
                </a:lnTo>
                <a:lnTo>
                  <a:pt x="1272910" y="11240"/>
                </a:lnTo>
                <a:lnTo>
                  <a:pt x="1272910" y="84274"/>
                </a:lnTo>
                <a:lnTo>
                  <a:pt x="1261952" y="84274"/>
                </a:lnTo>
                <a:close/>
                <a:moveTo>
                  <a:pt x="1345425" y="84274"/>
                </a:moveTo>
                <a:lnTo>
                  <a:pt x="1345425" y="75463"/>
                </a:lnTo>
                <a:cubicBezTo>
                  <a:pt x="1340756" y="82241"/>
                  <a:pt x="1334411" y="85630"/>
                  <a:pt x="1326390" y="85630"/>
                </a:cubicBezTo>
                <a:cubicBezTo>
                  <a:pt x="1322850" y="85630"/>
                  <a:pt x="1319546" y="84952"/>
                  <a:pt x="1316477" y="83597"/>
                </a:cubicBezTo>
                <a:cubicBezTo>
                  <a:pt x="1313408" y="82241"/>
                  <a:pt x="1311130" y="80537"/>
                  <a:pt x="1309642" y="78485"/>
                </a:cubicBezTo>
                <a:cubicBezTo>
                  <a:pt x="1308155" y="76433"/>
                  <a:pt x="1307110" y="73919"/>
                  <a:pt x="1306508" y="70944"/>
                </a:cubicBezTo>
                <a:cubicBezTo>
                  <a:pt x="1306093" y="68948"/>
                  <a:pt x="1305886" y="65785"/>
                  <a:pt x="1305886" y="61455"/>
                </a:cubicBezTo>
                <a:lnTo>
                  <a:pt x="1305886" y="24288"/>
                </a:lnTo>
                <a:lnTo>
                  <a:pt x="1316053" y="24288"/>
                </a:lnTo>
                <a:lnTo>
                  <a:pt x="1316053" y="57557"/>
                </a:lnTo>
                <a:cubicBezTo>
                  <a:pt x="1316053" y="62867"/>
                  <a:pt x="1316260" y="66444"/>
                  <a:pt x="1316675" y="68289"/>
                </a:cubicBezTo>
                <a:cubicBezTo>
                  <a:pt x="1317315" y="70963"/>
                  <a:pt x="1318670" y="73062"/>
                  <a:pt x="1320742" y="74587"/>
                </a:cubicBezTo>
                <a:cubicBezTo>
                  <a:pt x="1322813" y="76112"/>
                  <a:pt x="1325373" y="76875"/>
                  <a:pt x="1328423" y="76875"/>
                </a:cubicBezTo>
                <a:cubicBezTo>
                  <a:pt x="1331474" y="76875"/>
                  <a:pt x="1334335" y="76094"/>
                  <a:pt x="1337009" y="74531"/>
                </a:cubicBezTo>
                <a:cubicBezTo>
                  <a:pt x="1339683" y="72968"/>
                  <a:pt x="1341575" y="70841"/>
                  <a:pt x="1342686" y="68148"/>
                </a:cubicBezTo>
                <a:cubicBezTo>
                  <a:pt x="1343797" y="65456"/>
                  <a:pt x="1344352" y="61549"/>
                  <a:pt x="1344352" y="56428"/>
                </a:cubicBezTo>
                <a:lnTo>
                  <a:pt x="1344352" y="24288"/>
                </a:lnTo>
                <a:lnTo>
                  <a:pt x="1354519" y="24288"/>
                </a:lnTo>
                <a:lnTo>
                  <a:pt x="1354519" y="84274"/>
                </a:lnTo>
                <a:lnTo>
                  <a:pt x="1345425" y="84274"/>
                </a:lnTo>
                <a:close/>
                <a:moveTo>
                  <a:pt x="1370464" y="84274"/>
                </a:moveTo>
                <a:lnTo>
                  <a:pt x="1370464" y="24288"/>
                </a:lnTo>
                <a:lnTo>
                  <a:pt x="1379615" y="24288"/>
                </a:lnTo>
                <a:lnTo>
                  <a:pt x="1379615" y="32761"/>
                </a:lnTo>
                <a:cubicBezTo>
                  <a:pt x="1384021" y="26209"/>
                  <a:pt x="1390385" y="22933"/>
                  <a:pt x="1398707" y="22933"/>
                </a:cubicBezTo>
                <a:cubicBezTo>
                  <a:pt x="1402322" y="22933"/>
                  <a:pt x="1405645" y="23582"/>
                  <a:pt x="1408676" y="24881"/>
                </a:cubicBezTo>
                <a:cubicBezTo>
                  <a:pt x="1411707" y="26180"/>
                  <a:pt x="1413976" y="27884"/>
                  <a:pt x="1415482" y="29993"/>
                </a:cubicBezTo>
                <a:cubicBezTo>
                  <a:pt x="1416989" y="32102"/>
                  <a:pt x="1418043" y="34606"/>
                  <a:pt x="1418645" y="37506"/>
                </a:cubicBezTo>
                <a:cubicBezTo>
                  <a:pt x="1419022" y="39388"/>
                  <a:pt x="1419210" y="42683"/>
                  <a:pt x="1419210" y="47390"/>
                </a:cubicBezTo>
                <a:lnTo>
                  <a:pt x="1419210" y="84274"/>
                </a:lnTo>
                <a:lnTo>
                  <a:pt x="1409043" y="84274"/>
                </a:lnTo>
                <a:lnTo>
                  <a:pt x="1409043" y="47747"/>
                </a:lnTo>
                <a:cubicBezTo>
                  <a:pt x="1409043" y="43600"/>
                  <a:pt x="1408648" y="40499"/>
                  <a:pt x="1407857" y="38445"/>
                </a:cubicBezTo>
                <a:cubicBezTo>
                  <a:pt x="1407066" y="36390"/>
                  <a:pt x="1405664" y="34750"/>
                  <a:pt x="1403649" y="33525"/>
                </a:cubicBezTo>
                <a:cubicBezTo>
                  <a:pt x="1401634" y="32300"/>
                  <a:pt x="1399271" y="31688"/>
                  <a:pt x="1396560" y="31688"/>
                </a:cubicBezTo>
                <a:cubicBezTo>
                  <a:pt x="1392230" y="31688"/>
                  <a:pt x="1388492" y="33064"/>
                  <a:pt x="1385348" y="35816"/>
                </a:cubicBezTo>
                <a:cubicBezTo>
                  <a:pt x="1382204" y="38568"/>
                  <a:pt x="1380632" y="43788"/>
                  <a:pt x="1380632" y="51478"/>
                </a:cubicBezTo>
                <a:lnTo>
                  <a:pt x="1380632" y="84274"/>
                </a:lnTo>
                <a:lnTo>
                  <a:pt x="1370464" y="84274"/>
                </a:lnTo>
                <a:close/>
                <a:moveTo>
                  <a:pt x="1434873" y="13217"/>
                </a:moveTo>
                <a:lnTo>
                  <a:pt x="1434873" y="1469"/>
                </a:lnTo>
                <a:lnTo>
                  <a:pt x="1445040" y="1469"/>
                </a:lnTo>
                <a:lnTo>
                  <a:pt x="1445040" y="13217"/>
                </a:lnTo>
                <a:lnTo>
                  <a:pt x="1434873" y="13217"/>
                </a:lnTo>
                <a:moveTo>
                  <a:pt x="1434873" y="84274"/>
                </a:moveTo>
                <a:lnTo>
                  <a:pt x="1434873" y="24288"/>
                </a:lnTo>
                <a:lnTo>
                  <a:pt x="1445040" y="24288"/>
                </a:lnTo>
                <a:lnTo>
                  <a:pt x="1445040" y="84274"/>
                </a:lnTo>
                <a:lnTo>
                  <a:pt x="1434873" y="84274"/>
                </a:lnTo>
                <a:close/>
                <a:moveTo>
                  <a:pt x="1460532" y="84274"/>
                </a:moveTo>
                <a:lnTo>
                  <a:pt x="1460532" y="24288"/>
                </a:lnTo>
                <a:lnTo>
                  <a:pt x="1469682" y="24288"/>
                </a:lnTo>
                <a:lnTo>
                  <a:pt x="1469682" y="32761"/>
                </a:lnTo>
                <a:cubicBezTo>
                  <a:pt x="1474088" y="26209"/>
                  <a:pt x="1480452" y="22933"/>
                  <a:pt x="1488774" y="22933"/>
                </a:cubicBezTo>
                <a:cubicBezTo>
                  <a:pt x="1492389" y="22933"/>
                  <a:pt x="1495712" y="23582"/>
                  <a:pt x="1498744" y="24881"/>
                </a:cubicBezTo>
                <a:cubicBezTo>
                  <a:pt x="1501775" y="26180"/>
                  <a:pt x="1504044" y="27884"/>
                  <a:pt x="1505550" y="29993"/>
                </a:cubicBezTo>
                <a:cubicBezTo>
                  <a:pt x="1507056" y="32102"/>
                  <a:pt x="1508111" y="34606"/>
                  <a:pt x="1508713" y="37506"/>
                </a:cubicBezTo>
                <a:cubicBezTo>
                  <a:pt x="1509090" y="39388"/>
                  <a:pt x="1509278" y="42683"/>
                  <a:pt x="1509278" y="47390"/>
                </a:cubicBezTo>
                <a:lnTo>
                  <a:pt x="1509278" y="84274"/>
                </a:lnTo>
                <a:lnTo>
                  <a:pt x="1499111" y="84274"/>
                </a:lnTo>
                <a:lnTo>
                  <a:pt x="1499111" y="47747"/>
                </a:lnTo>
                <a:cubicBezTo>
                  <a:pt x="1499111" y="43600"/>
                  <a:pt x="1498715" y="40499"/>
                  <a:pt x="1497925" y="38445"/>
                </a:cubicBezTo>
                <a:cubicBezTo>
                  <a:pt x="1497134" y="36390"/>
                  <a:pt x="1495731" y="34750"/>
                  <a:pt x="1493716" y="33525"/>
                </a:cubicBezTo>
                <a:cubicBezTo>
                  <a:pt x="1491702" y="32300"/>
                  <a:pt x="1489339" y="31688"/>
                  <a:pt x="1486628" y="31688"/>
                </a:cubicBezTo>
                <a:cubicBezTo>
                  <a:pt x="1482297" y="31688"/>
                  <a:pt x="1478560" y="33064"/>
                  <a:pt x="1475416" y="35816"/>
                </a:cubicBezTo>
                <a:cubicBezTo>
                  <a:pt x="1472271" y="38568"/>
                  <a:pt x="1470699" y="43788"/>
                  <a:pt x="1470699" y="51478"/>
                </a:cubicBezTo>
                <a:lnTo>
                  <a:pt x="1470699" y="84274"/>
                </a:lnTo>
                <a:lnTo>
                  <a:pt x="1460532" y="84274"/>
                </a:lnTo>
                <a:close/>
                <a:moveTo>
                  <a:pt x="1523020" y="89245"/>
                </a:moveTo>
                <a:lnTo>
                  <a:pt x="1532905" y="90714"/>
                </a:lnTo>
                <a:cubicBezTo>
                  <a:pt x="1533319" y="93764"/>
                  <a:pt x="1534468" y="95985"/>
                  <a:pt x="1536351" y="97379"/>
                </a:cubicBezTo>
                <a:cubicBezTo>
                  <a:pt x="1538874" y="99262"/>
                  <a:pt x="1542319" y="100203"/>
                  <a:pt x="1546687" y="100203"/>
                </a:cubicBezTo>
                <a:cubicBezTo>
                  <a:pt x="1551394" y="100203"/>
                  <a:pt x="1555028" y="99259"/>
                  <a:pt x="1557589" y="97372"/>
                </a:cubicBezTo>
                <a:cubicBezTo>
                  <a:pt x="1560149" y="95485"/>
                  <a:pt x="1561881" y="92844"/>
                  <a:pt x="1562785" y="89446"/>
                </a:cubicBezTo>
                <a:cubicBezTo>
                  <a:pt x="1563312" y="87372"/>
                  <a:pt x="1563557" y="83013"/>
                  <a:pt x="1563520" y="76370"/>
                </a:cubicBezTo>
                <a:cubicBezTo>
                  <a:pt x="1559076" y="81640"/>
                  <a:pt x="1553541" y="84274"/>
                  <a:pt x="1546913" y="84274"/>
                </a:cubicBezTo>
                <a:cubicBezTo>
                  <a:pt x="1538666" y="84274"/>
                  <a:pt x="1532284" y="81300"/>
                  <a:pt x="1527765" y="75350"/>
                </a:cubicBezTo>
                <a:cubicBezTo>
                  <a:pt x="1523246" y="69400"/>
                  <a:pt x="1520987" y="62264"/>
                  <a:pt x="1520987" y="53942"/>
                </a:cubicBezTo>
                <a:cubicBezTo>
                  <a:pt x="1520987" y="48219"/>
                  <a:pt x="1522022" y="42937"/>
                  <a:pt x="1524094" y="38099"/>
                </a:cubicBezTo>
                <a:cubicBezTo>
                  <a:pt x="1526165" y="33260"/>
                  <a:pt x="1529168" y="29522"/>
                  <a:pt x="1533103" y="26886"/>
                </a:cubicBezTo>
                <a:cubicBezTo>
                  <a:pt x="1537038" y="24251"/>
                  <a:pt x="1541660" y="22933"/>
                  <a:pt x="1546970" y="22933"/>
                </a:cubicBezTo>
                <a:cubicBezTo>
                  <a:pt x="1554049" y="22933"/>
                  <a:pt x="1559886" y="25813"/>
                  <a:pt x="1564480" y="31575"/>
                </a:cubicBezTo>
                <a:lnTo>
                  <a:pt x="1564480" y="24288"/>
                </a:lnTo>
                <a:lnTo>
                  <a:pt x="1573856" y="24288"/>
                </a:lnTo>
                <a:lnTo>
                  <a:pt x="1573856" y="76176"/>
                </a:lnTo>
                <a:cubicBezTo>
                  <a:pt x="1573856" y="85521"/>
                  <a:pt x="1572905" y="92143"/>
                  <a:pt x="1571004" y="96043"/>
                </a:cubicBezTo>
                <a:cubicBezTo>
                  <a:pt x="1569102" y="99942"/>
                  <a:pt x="1566090" y="103022"/>
                  <a:pt x="1561966" y="105283"/>
                </a:cubicBezTo>
                <a:cubicBezTo>
                  <a:pt x="1557843" y="107545"/>
                  <a:pt x="1552769" y="108676"/>
                  <a:pt x="1546744" y="108676"/>
                </a:cubicBezTo>
                <a:cubicBezTo>
                  <a:pt x="1539589" y="108676"/>
                  <a:pt x="1533809" y="107061"/>
                  <a:pt x="1529403" y="103832"/>
                </a:cubicBezTo>
                <a:cubicBezTo>
                  <a:pt x="1524997" y="100603"/>
                  <a:pt x="1522870" y="95741"/>
                  <a:pt x="1523020" y="89245"/>
                </a:cubicBezTo>
                <a:moveTo>
                  <a:pt x="1531437" y="53210"/>
                </a:moveTo>
                <a:cubicBezTo>
                  <a:pt x="1531437" y="61060"/>
                  <a:pt x="1532999" y="66788"/>
                  <a:pt x="1536125" y="70393"/>
                </a:cubicBezTo>
                <a:cubicBezTo>
                  <a:pt x="1539250" y="73999"/>
                  <a:pt x="1543166" y="75802"/>
                  <a:pt x="1547873" y="75802"/>
                </a:cubicBezTo>
                <a:cubicBezTo>
                  <a:pt x="1552543" y="75802"/>
                  <a:pt x="1556459" y="74008"/>
                  <a:pt x="1559622" y="70422"/>
                </a:cubicBezTo>
                <a:cubicBezTo>
                  <a:pt x="1562785" y="66835"/>
                  <a:pt x="1564367" y="61210"/>
                  <a:pt x="1564367" y="53547"/>
                </a:cubicBezTo>
                <a:cubicBezTo>
                  <a:pt x="1564367" y="46223"/>
                  <a:pt x="1562738" y="40702"/>
                  <a:pt x="1559481" y="36983"/>
                </a:cubicBezTo>
                <a:cubicBezTo>
                  <a:pt x="1556224" y="33264"/>
                  <a:pt x="1552298" y="31405"/>
                  <a:pt x="1547704" y="31405"/>
                </a:cubicBezTo>
                <a:cubicBezTo>
                  <a:pt x="1543185" y="31405"/>
                  <a:pt x="1539344" y="33236"/>
                  <a:pt x="1536181" y="36898"/>
                </a:cubicBezTo>
                <a:cubicBezTo>
                  <a:pt x="1533018" y="40560"/>
                  <a:pt x="1531437" y="45998"/>
                  <a:pt x="1531437" y="53210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9DDE36-5645-4282-881D-5BA922EE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841" y="1900977"/>
            <a:ext cx="260741" cy="34635"/>
          </a:xfrm>
          <a:custGeom xmlns:a="http://schemas.openxmlformats.org/drawingml/2006/main">
            <a:pathLst>
              <a:path w="260741" h="34635">
                <a:moveTo>
                  <a:pt x="0" y="14431"/>
                </a:moveTo>
                <a:lnTo>
                  <a:pt x="0" y="20204"/>
                </a:lnTo>
                <a:lnTo>
                  <a:pt x="226106" y="20204"/>
                </a:lnTo>
                <a:lnTo>
                  <a:pt x="226106" y="34635"/>
                </a:lnTo>
                <a:lnTo>
                  <a:pt x="260741" y="17317"/>
                </a:lnTo>
                <a:lnTo>
                  <a:pt x="226106" y="0"/>
                </a:lnTo>
                <a:lnTo>
                  <a:pt x="226106" y="14431"/>
                </a:lnTo>
                <a:lnTo>
                  <a:pt x="0" y="1443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19C954-B4EC-47D4-ADE5-6276BB25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65" y="1786106"/>
            <a:ext cx="174385" cy="51952"/>
          </a:xfrm>
          <a:custGeom xmlns:a="http://schemas.openxmlformats.org/drawingml/2006/main">
            <a:pathLst>
              <a:path w="174385" h="51952">
                <a:moveTo>
                  <a:pt x="0" y="17317"/>
                </a:moveTo>
                <a:lnTo>
                  <a:pt x="0" y="34635"/>
                </a:lnTo>
                <a:lnTo>
                  <a:pt x="122433" y="34635"/>
                </a:lnTo>
                <a:lnTo>
                  <a:pt x="122433" y="51952"/>
                </a:lnTo>
                <a:lnTo>
                  <a:pt x="174385" y="25976"/>
                </a:lnTo>
                <a:lnTo>
                  <a:pt x="122433" y="0"/>
                </a:lnTo>
                <a:lnTo>
                  <a:pt x="122433" y="17317"/>
                </a:lnTo>
                <a:lnTo>
                  <a:pt x="0" y="17317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Fine-TunedLLM">
            <a:extLst xmlns:a="http://schemas.openxmlformats.org/drawingml/2006/main">
              <a:ext uri="{FF2B5EF4-FFF2-40B4-BE49-F238E27FC236}">
                <a16:creationId xmlns:a16="http://schemas.microsoft.com/office/drawing/2014/main" id="{6E57D222-E280-4C42-9B8A-B6894D51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3095" y="2107948"/>
            <a:ext cx="825153" cy="84161"/>
          </a:xfrm>
          <a:custGeom xmlns:a="http://schemas.openxmlformats.org/drawingml/2006/main">
            <a:pathLst>
              <a:path w="825153" h="84161">
                <a:moveTo>
                  <a:pt x="0" y="82806"/>
                </a:moveTo>
                <a:lnTo>
                  <a:pt x="0" y="0"/>
                </a:lnTo>
                <a:lnTo>
                  <a:pt x="55863" y="0"/>
                </a:lnTo>
                <a:lnTo>
                  <a:pt x="55863" y="9772"/>
                </a:lnTo>
                <a:lnTo>
                  <a:pt x="10958" y="9772"/>
                </a:lnTo>
                <a:lnTo>
                  <a:pt x="10958" y="35359"/>
                </a:lnTo>
                <a:lnTo>
                  <a:pt x="49819" y="35359"/>
                </a:lnTo>
                <a:lnTo>
                  <a:pt x="49819" y="45131"/>
                </a:lnTo>
                <a:lnTo>
                  <a:pt x="10958" y="45131"/>
                </a:lnTo>
                <a:lnTo>
                  <a:pt x="10958" y="82806"/>
                </a:lnTo>
                <a:lnTo>
                  <a:pt x="0" y="82806"/>
                </a:lnTo>
                <a:close/>
                <a:moveTo>
                  <a:pt x="68931" y="11749"/>
                </a:moveTo>
                <a:lnTo>
                  <a:pt x="68931" y="0"/>
                </a:lnTo>
                <a:lnTo>
                  <a:pt x="79098" y="0"/>
                </a:lnTo>
                <a:lnTo>
                  <a:pt x="79098" y="11749"/>
                </a:lnTo>
                <a:lnTo>
                  <a:pt x="68931" y="11749"/>
                </a:lnTo>
                <a:moveTo>
                  <a:pt x="68931" y="82806"/>
                </a:moveTo>
                <a:lnTo>
                  <a:pt x="68931" y="22820"/>
                </a:lnTo>
                <a:lnTo>
                  <a:pt x="79098" y="22820"/>
                </a:lnTo>
                <a:lnTo>
                  <a:pt x="79098" y="82806"/>
                </a:lnTo>
                <a:lnTo>
                  <a:pt x="68931" y="82806"/>
                </a:lnTo>
                <a:close/>
                <a:moveTo>
                  <a:pt x="94614" y="82806"/>
                </a:moveTo>
                <a:lnTo>
                  <a:pt x="94614" y="22820"/>
                </a:lnTo>
                <a:lnTo>
                  <a:pt x="103764" y="22820"/>
                </a:lnTo>
                <a:lnTo>
                  <a:pt x="103764" y="31292"/>
                </a:lnTo>
                <a:cubicBezTo>
                  <a:pt x="108170" y="24740"/>
                  <a:pt x="114534" y="21464"/>
                  <a:pt x="122856" y="21464"/>
                </a:cubicBezTo>
                <a:cubicBezTo>
                  <a:pt x="126471" y="21464"/>
                  <a:pt x="129794" y="22114"/>
                  <a:pt x="132825" y="23413"/>
                </a:cubicBezTo>
                <a:cubicBezTo>
                  <a:pt x="135856" y="24712"/>
                  <a:pt x="138125" y="26416"/>
                  <a:pt x="139631" y="28525"/>
                </a:cubicBezTo>
                <a:cubicBezTo>
                  <a:pt x="141138" y="30633"/>
                  <a:pt x="142192" y="33137"/>
                  <a:pt x="142795" y="36037"/>
                </a:cubicBezTo>
                <a:cubicBezTo>
                  <a:pt x="143171" y="37920"/>
                  <a:pt x="143359" y="41215"/>
                  <a:pt x="143359" y="45922"/>
                </a:cubicBezTo>
                <a:lnTo>
                  <a:pt x="143359" y="82806"/>
                </a:lnTo>
                <a:lnTo>
                  <a:pt x="133192" y="82806"/>
                </a:lnTo>
                <a:lnTo>
                  <a:pt x="133192" y="46278"/>
                </a:lnTo>
                <a:cubicBezTo>
                  <a:pt x="133192" y="42131"/>
                  <a:pt x="132797" y="39031"/>
                  <a:pt x="132006" y="36976"/>
                </a:cubicBezTo>
                <a:cubicBezTo>
                  <a:pt x="131215" y="34921"/>
                  <a:pt x="129813" y="33282"/>
                  <a:pt x="127798" y="32057"/>
                </a:cubicBezTo>
                <a:cubicBezTo>
                  <a:pt x="125783" y="30832"/>
                  <a:pt x="123420" y="30219"/>
                  <a:pt x="120709" y="30219"/>
                </a:cubicBezTo>
                <a:cubicBezTo>
                  <a:pt x="116379" y="30219"/>
                  <a:pt x="112641" y="31595"/>
                  <a:pt x="109497" y="34348"/>
                </a:cubicBezTo>
                <a:cubicBezTo>
                  <a:pt x="106353" y="37099"/>
                  <a:pt x="104781" y="42320"/>
                  <a:pt x="104781" y="50010"/>
                </a:cubicBezTo>
                <a:lnTo>
                  <a:pt x="104781" y="82806"/>
                </a:lnTo>
                <a:lnTo>
                  <a:pt x="94614" y="82806"/>
                </a:lnTo>
                <a:close/>
                <a:moveTo>
                  <a:pt x="200053" y="63488"/>
                </a:moveTo>
                <a:lnTo>
                  <a:pt x="210559" y="64787"/>
                </a:lnTo>
                <a:cubicBezTo>
                  <a:pt x="208902" y="70925"/>
                  <a:pt x="205833" y="75689"/>
                  <a:pt x="201352" y="79078"/>
                </a:cubicBezTo>
                <a:cubicBezTo>
                  <a:pt x="196871" y="82467"/>
                  <a:pt x="191147" y="84161"/>
                  <a:pt x="184181" y="84161"/>
                </a:cubicBezTo>
                <a:cubicBezTo>
                  <a:pt x="175407" y="84161"/>
                  <a:pt x="168450" y="81460"/>
                  <a:pt x="163310" y="76056"/>
                </a:cubicBezTo>
                <a:cubicBezTo>
                  <a:pt x="158170" y="70652"/>
                  <a:pt x="155600" y="63074"/>
                  <a:pt x="155600" y="53321"/>
                </a:cubicBezTo>
                <a:cubicBezTo>
                  <a:pt x="155600" y="43229"/>
                  <a:pt x="158198" y="35397"/>
                  <a:pt x="163394" y="29824"/>
                </a:cubicBezTo>
                <a:cubicBezTo>
                  <a:pt x="168591" y="24251"/>
                  <a:pt x="175331" y="21464"/>
                  <a:pt x="183616" y="21464"/>
                </a:cubicBezTo>
                <a:cubicBezTo>
                  <a:pt x="191637" y="21464"/>
                  <a:pt x="198189" y="24190"/>
                  <a:pt x="203272" y="29642"/>
                </a:cubicBezTo>
                <a:cubicBezTo>
                  <a:pt x="208356" y="35093"/>
                  <a:pt x="210898" y="42761"/>
                  <a:pt x="210898" y="52649"/>
                </a:cubicBezTo>
                <a:cubicBezTo>
                  <a:pt x="210898" y="53250"/>
                  <a:pt x="210879" y="54152"/>
                  <a:pt x="210841" y="55355"/>
                </a:cubicBezTo>
                <a:lnTo>
                  <a:pt x="166106" y="55355"/>
                </a:lnTo>
                <a:cubicBezTo>
                  <a:pt x="166482" y="61926"/>
                  <a:pt x="168346" y="66957"/>
                  <a:pt x="171698" y="70450"/>
                </a:cubicBezTo>
                <a:cubicBezTo>
                  <a:pt x="175049" y="73943"/>
                  <a:pt x="179229" y="75689"/>
                  <a:pt x="184237" y="75689"/>
                </a:cubicBezTo>
                <a:cubicBezTo>
                  <a:pt x="187965" y="75689"/>
                  <a:pt x="191147" y="74719"/>
                  <a:pt x="193783" y="72780"/>
                </a:cubicBezTo>
                <a:cubicBezTo>
                  <a:pt x="196419" y="70839"/>
                  <a:pt x="198509" y="67742"/>
                  <a:pt x="200053" y="63488"/>
                </a:cubicBezTo>
                <a:moveTo>
                  <a:pt x="166671" y="46882"/>
                </a:moveTo>
                <a:lnTo>
                  <a:pt x="200166" y="46882"/>
                </a:lnTo>
                <a:cubicBezTo>
                  <a:pt x="199714" y="41918"/>
                  <a:pt x="198433" y="38196"/>
                  <a:pt x="196325" y="35714"/>
                </a:cubicBezTo>
                <a:cubicBezTo>
                  <a:pt x="193086" y="31862"/>
                  <a:pt x="188888" y="29937"/>
                  <a:pt x="183729" y="29937"/>
                </a:cubicBezTo>
                <a:cubicBezTo>
                  <a:pt x="179059" y="29937"/>
                  <a:pt x="175134" y="31474"/>
                  <a:pt x="171952" y="34549"/>
                </a:cubicBezTo>
                <a:cubicBezTo>
                  <a:pt x="168770" y="37623"/>
                  <a:pt x="167009" y="41734"/>
                  <a:pt x="166671" y="46882"/>
                </a:cubicBezTo>
                <a:close/>
                <a:moveTo>
                  <a:pt x="219410" y="57953"/>
                </a:moveTo>
                <a:lnTo>
                  <a:pt x="219410" y="47673"/>
                </a:lnTo>
                <a:lnTo>
                  <a:pt x="250646" y="47673"/>
                </a:lnTo>
                <a:lnTo>
                  <a:pt x="250646" y="57953"/>
                </a:lnTo>
                <a:lnTo>
                  <a:pt x="219410" y="57953"/>
                </a:lnTo>
                <a:close/>
                <a:moveTo>
                  <a:pt x="284311" y="82806"/>
                </a:moveTo>
                <a:lnTo>
                  <a:pt x="284311" y="9772"/>
                </a:lnTo>
                <a:lnTo>
                  <a:pt x="257029" y="9772"/>
                </a:lnTo>
                <a:lnTo>
                  <a:pt x="257029" y="0"/>
                </a:lnTo>
                <a:lnTo>
                  <a:pt x="322664" y="0"/>
                </a:lnTo>
                <a:lnTo>
                  <a:pt x="322664" y="9772"/>
                </a:lnTo>
                <a:lnTo>
                  <a:pt x="295269" y="9772"/>
                </a:lnTo>
                <a:lnTo>
                  <a:pt x="295269" y="82806"/>
                </a:lnTo>
                <a:lnTo>
                  <a:pt x="284311" y="82806"/>
                </a:lnTo>
                <a:close/>
                <a:moveTo>
                  <a:pt x="367784" y="82806"/>
                </a:moveTo>
                <a:lnTo>
                  <a:pt x="367784" y="73994"/>
                </a:lnTo>
                <a:cubicBezTo>
                  <a:pt x="363114" y="80772"/>
                  <a:pt x="356769" y="84161"/>
                  <a:pt x="348749" y="84161"/>
                </a:cubicBezTo>
                <a:cubicBezTo>
                  <a:pt x="345209" y="84161"/>
                  <a:pt x="341905" y="83484"/>
                  <a:pt x="338836" y="82128"/>
                </a:cubicBezTo>
                <a:cubicBezTo>
                  <a:pt x="335767" y="80772"/>
                  <a:pt x="333488" y="79068"/>
                  <a:pt x="332001" y="77016"/>
                </a:cubicBezTo>
                <a:cubicBezTo>
                  <a:pt x="330514" y="74964"/>
                  <a:pt x="329469" y="72450"/>
                  <a:pt x="328866" y="69476"/>
                </a:cubicBezTo>
                <a:cubicBezTo>
                  <a:pt x="328452" y="67480"/>
                  <a:pt x="328245" y="64317"/>
                  <a:pt x="328245" y="59986"/>
                </a:cubicBezTo>
                <a:lnTo>
                  <a:pt x="328245" y="22820"/>
                </a:lnTo>
                <a:lnTo>
                  <a:pt x="338412" y="22820"/>
                </a:lnTo>
                <a:lnTo>
                  <a:pt x="338412" y="56089"/>
                </a:lnTo>
                <a:cubicBezTo>
                  <a:pt x="338412" y="61398"/>
                  <a:pt x="338619" y="64976"/>
                  <a:pt x="339033" y="66821"/>
                </a:cubicBezTo>
                <a:cubicBezTo>
                  <a:pt x="339673" y="69494"/>
                  <a:pt x="341029" y="71594"/>
                  <a:pt x="343100" y="73119"/>
                </a:cubicBezTo>
                <a:cubicBezTo>
                  <a:pt x="345171" y="74644"/>
                  <a:pt x="347732" y="75406"/>
                  <a:pt x="350782" y="75406"/>
                </a:cubicBezTo>
                <a:cubicBezTo>
                  <a:pt x="353832" y="75406"/>
                  <a:pt x="356694" y="74625"/>
                  <a:pt x="359368" y="73062"/>
                </a:cubicBezTo>
                <a:cubicBezTo>
                  <a:pt x="362041" y="71500"/>
                  <a:pt x="363933" y="69372"/>
                  <a:pt x="365044" y="66680"/>
                </a:cubicBezTo>
                <a:cubicBezTo>
                  <a:pt x="366155" y="63987"/>
                  <a:pt x="366711" y="60080"/>
                  <a:pt x="366711" y="54959"/>
                </a:cubicBezTo>
                <a:lnTo>
                  <a:pt x="366711" y="22820"/>
                </a:lnTo>
                <a:lnTo>
                  <a:pt x="376878" y="22820"/>
                </a:lnTo>
                <a:lnTo>
                  <a:pt x="376878" y="82806"/>
                </a:lnTo>
                <a:lnTo>
                  <a:pt x="367784" y="82806"/>
                </a:lnTo>
                <a:close/>
                <a:moveTo>
                  <a:pt x="392846" y="82806"/>
                </a:moveTo>
                <a:lnTo>
                  <a:pt x="392846" y="22820"/>
                </a:lnTo>
                <a:lnTo>
                  <a:pt x="401997" y="22820"/>
                </a:lnTo>
                <a:lnTo>
                  <a:pt x="401997" y="31292"/>
                </a:lnTo>
                <a:cubicBezTo>
                  <a:pt x="406402" y="24740"/>
                  <a:pt x="412766" y="21464"/>
                  <a:pt x="421088" y="21464"/>
                </a:cubicBezTo>
                <a:cubicBezTo>
                  <a:pt x="424703" y="21464"/>
                  <a:pt x="428026" y="22114"/>
                  <a:pt x="431058" y="23413"/>
                </a:cubicBezTo>
                <a:cubicBezTo>
                  <a:pt x="434089" y="24712"/>
                  <a:pt x="436358" y="26416"/>
                  <a:pt x="437864" y="28525"/>
                </a:cubicBezTo>
                <a:cubicBezTo>
                  <a:pt x="439370" y="30633"/>
                  <a:pt x="440425" y="33137"/>
                  <a:pt x="441027" y="36037"/>
                </a:cubicBezTo>
                <a:cubicBezTo>
                  <a:pt x="441404" y="37920"/>
                  <a:pt x="441592" y="41215"/>
                  <a:pt x="441592" y="45922"/>
                </a:cubicBezTo>
                <a:lnTo>
                  <a:pt x="441592" y="82806"/>
                </a:lnTo>
                <a:lnTo>
                  <a:pt x="431425" y="82806"/>
                </a:lnTo>
                <a:lnTo>
                  <a:pt x="431425" y="46278"/>
                </a:lnTo>
                <a:cubicBezTo>
                  <a:pt x="431425" y="42131"/>
                  <a:pt x="431030" y="39031"/>
                  <a:pt x="430239" y="36976"/>
                </a:cubicBezTo>
                <a:cubicBezTo>
                  <a:pt x="429448" y="34921"/>
                  <a:pt x="428045" y="33282"/>
                  <a:pt x="426031" y="32057"/>
                </a:cubicBezTo>
                <a:cubicBezTo>
                  <a:pt x="424016" y="30832"/>
                  <a:pt x="421653" y="30219"/>
                  <a:pt x="418942" y="30219"/>
                </a:cubicBezTo>
                <a:cubicBezTo>
                  <a:pt x="414611" y="30219"/>
                  <a:pt x="410874" y="31595"/>
                  <a:pt x="407730" y="34348"/>
                </a:cubicBezTo>
                <a:cubicBezTo>
                  <a:pt x="404586" y="37099"/>
                  <a:pt x="403013" y="42320"/>
                  <a:pt x="403013" y="50010"/>
                </a:cubicBezTo>
                <a:lnTo>
                  <a:pt x="403013" y="82806"/>
                </a:lnTo>
                <a:lnTo>
                  <a:pt x="392846" y="82806"/>
                </a:lnTo>
                <a:close/>
                <a:moveTo>
                  <a:pt x="498285" y="63488"/>
                </a:moveTo>
                <a:lnTo>
                  <a:pt x="508791" y="64787"/>
                </a:lnTo>
                <a:cubicBezTo>
                  <a:pt x="507135" y="70925"/>
                  <a:pt x="504066" y="75689"/>
                  <a:pt x="499585" y="79078"/>
                </a:cubicBezTo>
                <a:cubicBezTo>
                  <a:pt x="495103" y="82467"/>
                  <a:pt x="489380" y="84161"/>
                  <a:pt x="482413" y="84161"/>
                </a:cubicBezTo>
                <a:cubicBezTo>
                  <a:pt x="473639" y="84161"/>
                  <a:pt x="466683" y="81460"/>
                  <a:pt x="461542" y="76056"/>
                </a:cubicBezTo>
                <a:cubicBezTo>
                  <a:pt x="456402" y="70652"/>
                  <a:pt x="453832" y="63074"/>
                  <a:pt x="453832" y="53321"/>
                </a:cubicBezTo>
                <a:cubicBezTo>
                  <a:pt x="453832" y="43229"/>
                  <a:pt x="456431" y="35397"/>
                  <a:pt x="461627" y="29824"/>
                </a:cubicBezTo>
                <a:cubicBezTo>
                  <a:pt x="466824" y="24251"/>
                  <a:pt x="473564" y="21464"/>
                  <a:pt x="481849" y="21464"/>
                </a:cubicBezTo>
                <a:cubicBezTo>
                  <a:pt x="489869" y="21464"/>
                  <a:pt x="496421" y="24190"/>
                  <a:pt x="501505" y="29642"/>
                </a:cubicBezTo>
                <a:cubicBezTo>
                  <a:pt x="506589" y="35093"/>
                  <a:pt x="509130" y="42761"/>
                  <a:pt x="509130" y="52649"/>
                </a:cubicBezTo>
                <a:cubicBezTo>
                  <a:pt x="509130" y="53250"/>
                  <a:pt x="509112" y="54152"/>
                  <a:pt x="509074" y="55355"/>
                </a:cubicBezTo>
                <a:lnTo>
                  <a:pt x="464338" y="55355"/>
                </a:lnTo>
                <a:cubicBezTo>
                  <a:pt x="464715" y="61926"/>
                  <a:pt x="466579" y="66957"/>
                  <a:pt x="469930" y="70450"/>
                </a:cubicBezTo>
                <a:cubicBezTo>
                  <a:pt x="473282" y="73943"/>
                  <a:pt x="477462" y="75689"/>
                  <a:pt x="482470" y="75689"/>
                </a:cubicBezTo>
                <a:cubicBezTo>
                  <a:pt x="486198" y="75689"/>
                  <a:pt x="489380" y="74719"/>
                  <a:pt x="492016" y="72780"/>
                </a:cubicBezTo>
                <a:cubicBezTo>
                  <a:pt x="494652" y="70839"/>
                  <a:pt x="496742" y="67742"/>
                  <a:pt x="498285" y="63488"/>
                </a:cubicBezTo>
                <a:moveTo>
                  <a:pt x="464903" y="46882"/>
                </a:moveTo>
                <a:lnTo>
                  <a:pt x="498398" y="46882"/>
                </a:lnTo>
                <a:cubicBezTo>
                  <a:pt x="497947" y="41918"/>
                  <a:pt x="496666" y="38196"/>
                  <a:pt x="494557" y="35714"/>
                </a:cubicBezTo>
                <a:cubicBezTo>
                  <a:pt x="491319" y="31862"/>
                  <a:pt x="487120" y="29937"/>
                  <a:pt x="481961" y="29937"/>
                </a:cubicBezTo>
                <a:cubicBezTo>
                  <a:pt x="477292" y="29937"/>
                  <a:pt x="473366" y="31474"/>
                  <a:pt x="470185" y="34549"/>
                </a:cubicBezTo>
                <a:cubicBezTo>
                  <a:pt x="467003" y="37623"/>
                  <a:pt x="465242" y="41734"/>
                  <a:pt x="464903" y="46882"/>
                </a:cubicBezTo>
                <a:close/>
                <a:moveTo>
                  <a:pt x="560515" y="82806"/>
                </a:moveTo>
                <a:lnTo>
                  <a:pt x="560515" y="75237"/>
                </a:lnTo>
                <a:cubicBezTo>
                  <a:pt x="556712" y="81187"/>
                  <a:pt x="551120" y="84161"/>
                  <a:pt x="543739" y="84161"/>
                </a:cubicBezTo>
                <a:cubicBezTo>
                  <a:pt x="538957" y="84161"/>
                  <a:pt x="534560" y="82843"/>
                  <a:pt x="530550" y="80208"/>
                </a:cubicBezTo>
                <a:cubicBezTo>
                  <a:pt x="526540" y="77572"/>
                  <a:pt x="523433" y="73891"/>
                  <a:pt x="521230" y="69165"/>
                </a:cubicBezTo>
                <a:cubicBezTo>
                  <a:pt x="519027" y="64439"/>
                  <a:pt x="517926" y="59007"/>
                  <a:pt x="517926" y="52869"/>
                </a:cubicBezTo>
                <a:cubicBezTo>
                  <a:pt x="517926" y="46882"/>
                  <a:pt x="518924" y="41450"/>
                  <a:pt x="520919" y="36574"/>
                </a:cubicBezTo>
                <a:cubicBezTo>
                  <a:pt x="522915" y="31697"/>
                  <a:pt x="525909" y="27960"/>
                  <a:pt x="529900" y="25361"/>
                </a:cubicBezTo>
                <a:cubicBezTo>
                  <a:pt x="533892" y="22763"/>
                  <a:pt x="538354" y="21464"/>
                  <a:pt x="543287" y="21464"/>
                </a:cubicBezTo>
                <a:cubicBezTo>
                  <a:pt x="546902" y="21464"/>
                  <a:pt x="550122" y="22227"/>
                  <a:pt x="552946" y="23752"/>
                </a:cubicBezTo>
                <a:cubicBezTo>
                  <a:pt x="555770" y="25277"/>
                  <a:pt x="558067" y="27263"/>
                  <a:pt x="559837" y="29711"/>
                </a:cubicBezTo>
                <a:lnTo>
                  <a:pt x="559837" y="0"/>
                </a:lnTo>
                <a:lnTo>
                  <a:pt x="569948" y="0"/>
                </a:lnTo>
                <a:lnTo>
                  <a:pt x="569948" y="82806"/>
                </a:lnTo>
                <a:lnTo>
                  <a:pt x="560515" y="82806"/>
                </a:lnTo>
                <a:moveTo>
                  <a:pt x="528375" y="52841"/>
                </a:moveTo>
                <a:cubicBezTo>
                  <a:pt x="528375" y="60495"/>
                  <a:pt x="529994" y="66216"/>
                  <a:pt x="533233" y="70005"/>
                </a:cubicBezTo>
                <a:cubicBezTo>
                  <a:pt x="536471" y="73794"/>
                  <a:pt x="540293" y="75689"/>
                  <a:pt x="544699" y="75689"/>
                </a:cubicBezTo>
                <a:cubicBezTo>
                  <a:pt x="549143" y="75689"/>
                  <a:pt x="552918" y="73879"/>
                  <a:pt x="556024" y="70259"/>
                </a:cubicBezTo>
                <a:cubicBezTo>
                  <a:pt x="559131" y="66638"/>
                  <a:pt x="560684" y="61114"/>
                  <a:pt x="560684" y="53685"/>
                </a:cubicBezTo>
                <a:cubicBezTo>
                  <a:pt x="560684" y="45506"/>
                  <a:pt x="559103" y="39504"/>
                  <a:pt x="555940" y="35677"/>
                </a:cubicBezTo>
                <a:cubicBezTo>
                  <a:pt x="552776" y="31850"/>
                  <a:pt x="548879" y="29937"/>
                  <a:pt x="544247" y="29937"/>
                </a:cubicBezTo>
                <a:cubicBezTo>
                  <a:pt x="539729" y="29937"/>
                  <a:pt x="535954" y="31775"/>
                  <a:pt x="532922" y="35453"/>
                </a:cubicBezTo>
                <a:cubicBezTo>
                  <a:pt x="529891" y="39129"/>
                  <a:pt x="528375" y="44925"/>
                  <a:pt x="528375" y="52841"/>
                </a:cubicBezTo>
                <a:close/>
                <a:moveTo>
                  <a:pt x="617267" y="82806"/>
                </a:moveTo>
                <a:lnTo>
                  <a:pt x="617267" y="0"/>
                </a:lnTo>
                <a:lnTo>
                  <a:pt x="628224" y="0"/>
                </a:lnTo>
                <a:lnTo>
                  <a:pt x="628224" y="73034"/>
                </a:lnTo>
                <a:lnTo>
                  <a:pt x="669006" y="73034"/>
                </a:lnTo>
                <a:lnTo>
                  <a:pt x="669006" y="82806"/>
                </a:lnTo>
                <a:lnTo>
                  <a:pt x="617267" y="82806"/>
                </a:lnTo>
                <a:close/>
                <a:moveTo>
                  <a:pt x="681642" y="82806"/>
                </a:moveTo>
                <a:lnTo>
                  <a:pt x="681642" y="0"/>
                </a:lnTo>
                <a:lnTo>
                  <a:pt x="692600" y="0"/>
                </a:lnTo>
                <a:lnTo>
                  <a:pt x="692600" y="73034"/>
                </a:lnTo>
                <a:lnTo>
                  <a:pt x="733382" y="73034"/>
                </a:lnTo>
                <a:lnTo>
                  <a:pt x="733382" y="82806"/>
                </a:lnTo>
                <a:lnTo>
                  <a:pt x="681642" y="82806"/>
                </a:lnTo>
                <a:close/>
                <a:moveTo>
                  <a:pt x="746131" y="82806"/>
                </a:moveTo>
                <a:lnTo>
                  <a:pt x="746131" y="0"/>
                </a:lnTo>
                <a:lnTo>
                  <a:pt x="762625" y="0"/>
                </a:lnTo>
                <a:lnTo>
                  <a:pt x="782225" y="58631"/>
                </a:lnTo>
                <a:cubicBezTo>
                  <a:pt x="784032" y="64091"/>
                  <a:pt x="785350" y="68176"/>
                  <a:pt x="786179" y="70888"/>
                </a:cubicBezTo>
                <a:cubicBezTo>
                  <a:pt x="787120" y="67875"/>
                  <a:pt x="788589" y="63451"/>
                  <a:pt x="790584" y="57614"/>
                </a:cubicBezTo>
                <a:lnTo>
                  <a:pt x="810410" y="0"/>
                </a:lnTo>
                <a:lnTo>
                  <a:pt x="825153" y="0"/>
                </a:lnTo>
                <a:lnTo>
                  <a:pt x="825153" y="82806"/>
                </a:lnTo>
                <a:lnTo>
                  <a:pt x="814590" y="82806"/>
                </a:lnTo>
                <a:lnTo>
                  <a:pt x="814590" y="13500"/>
                </a:lnTo>
                <a:lnTo>
                  <a:pt x="790528" y="82806"/>
                </a:lnTo>
                <a:lnTo>
                  <a:pt x="780643" y="82806"/>
                </a:lnTo>
                <a:lnTo>
                  <a:pt x="756694" y="12314"/>
                </a:lnTo>
                <a:lnTo>
                  <a:pt x="756694" y="82806"/>
                </a:lnTo>
                <a:lnTo>
                  <a:pt x="746131" y="8280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D792E-1E40-4C3C-92F2-7B858ACF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613" y="1575314"/>
            <a:ext cx="474436" cy="474477"/>
          </a:xfrm>
          <a:custGeom xmlns:a="http://schemas.openxmlformats.org/drawingml/2006/main">
            <a:pathLst>
              <a:path w="474436" h="474477">
                <a:moveTo>
                  <a:pt x="327413" y="430635"/>
                </a:moveTo>
                <a:cubicBezTo>
                  <a:pt x="331973" y="441632"/>
                  <a:pt x="326778" y="454256"/>
                  <a:pt x="315752" y="458828"/>
                </a:cubicBezTo>
                <a:lnTo>
                  <a:pt x="315752" y="458834"/>
                </a:lnTo>
                <a:cubicBezTo>
                  <a:pt x="290873" y="469172"/>
                  <a:pt x="264147" y="474477"/>
                  <a:pt x="237189" y="474448"/>
                </a:cubicBezTo>
                <a:cubicBezTo>
                  <a:pt x="210001" y="474448"/>
                  <a:pt x="183506" y="469143"/>
                  <a:pt x="158915" y="458961"/>
                </a:cubicBezTo>
                <a:cubicBezTo>
                  <a:pt x="147890" y="454406"/>
                  <a:pt x="142695" y="441788"/>
                  <a:pt x="147255" y="430780"/>
                </a:cubicBezTo>
                <a:cubicBezTo>
                  <a:pt x="151757" y="419772"/>
                  <a:pt x="164399" y="414542"/>
                  <a:pt x="175424" y="419096"/>
                </a:cubicBezTo>
                <a:cubicBezTo>
                  <a:pt x="194993" y="427195"/>
                  <a:pt x="216005" y="431351"/>
                  <a:pt x="237189" y="431316"/>
                </a:cubicBezTo>
                <a:cubicBezTo>
                  <a:pt x="258490" y="431351"/>
                  <a:pt x="279559" y="427160"/>
                  <a:pt x="299185" y="418998"/>
                </a:cubicBezTo>
                <a:cubicBezTo>
                  <a:pt x="310211" y="414426"/>
                  <a:pt x="322795" y="419639"/>
                  <a:pt x="327413" y="430635"/>
                </a:cubicBezTo>
                <a:lnTo>
                  <a:pt x="327413" y="430647"/>
                </a:lnTo>
                <a:lnTo>
                  <a:pt x="327413" y="430635"/>
                </a:lnTo>
                <a:close/>
                <a:moveTo>
                  <a:pt x="86240" y="258796"/>
                </a:moveTo>
                <a:cubicBezTo>
                  <a:pt x="133863" y="258773"/>
                  <a:pt x="172480" y="297367"/>
                  <a:pt x="172538" y="345007"/>
                </a:cubicBezTo>
                <a:cubicBezTo>
                  <a:pt x="172538" y="392653"/>
                  <a:pt x="133978" y="431293"/>
                  <a:pt x="86298" y="431316"/>
                </a:cubicBezTo>
                <a:cubicBezTo>
                  <a:pt x="38675" y="431339"/>
                  <a:pt x="0" y="392739"/>
                  <a:pt x="0" y="345094"/>
                </a:cubicBezTo>
                <a:cubicBezTo>
                  <a:pt x="0" y="297454"/>
                  <a:pt x="38560" y="258813"/>
                  <a:pt x="86240" y="258796"/>
                </a:cubicBezTo>
                <a:close/>
                <a:moveTo>
                  <a:pt x="388139" y="258796"/>
                </a:moveTo>
                <a:cubicBezTo>
                  <a:pt x="435761" y="258773"/>
                  <a:pt x="474436" y="297367"/>
                  <a:pt x="474436" y="345007"/>
                </a:cubicBezTo>
                <a:cubicBezTo>
                  <a:pt x="474436" y="392653"/>
                  <a:pt x="435877" y="431293"/>
                  <a:pt x="388196" y="431316"/>
                </a:cubicBezTo>
                <a:cubicBezTo>
                  <a:pt x="340574" y="431339"/>
                  <a:pt x="301956" y="392739"/>
                  <a:pt x="301898" y="345094"/>
                </a:cubicBezTo>
                <a:cubicBezTo>
                  <a:pt x="301898" y="297454"/>
                  <a:pt x="340516" y="258813"/>
                  <a:pt x="388139" y="258796"/>
                </a:cubicBezTo>
                <a:close/>
                <a:moveTo>
                  <a:pt x="86240" y="301921"/>
                </a:moveTo>
                <a:cubicBezTo>
                  <a:pt x="62400" y="301904"/>
                  <a:pt x="43062" y="321201"/>
                  <a:pt x="43062" y="345024"/>
                </a:cubicBezTo>
                <a:cubicBezTo>
                  <a:pt x="43062" y="368847"/>
                  <a:pt x="62342" y="388167"/>
                  <a:pt x="86182" y="388185"/>
                </a:cubicBezTo>
                <a:cubicBezTo>
                  <a:pt x="109965" y="388196"/>
                  <a:pt x="129303" y="368899"/>
                  <a:pt x="129303" y="345076"/>
                </a:cubicBezTo>
                <a:cubicBezTo>
                  <a:pt x="129360" y="321259"/>
                  <a:pt x="110023" y="301933"/>
                  <a:pt x="86240" y="301921"/>
                </a:cubicBezTo>
                <a:close/>
                <a:moveTo>
                  <a:pt x="388139" y="301921"/>
                </a:moveTo>
                <a:cubicBezTo>
                  <a:pt x="364298" y="301904"/>
                  <a:pt x="344961" y="321201"/>
                  <a:pt x="344961" y="345024"/>
                </a:cubicBezTo>
                <a:cubicBezTo>
                  <a:pt x="344961" y="368847"/>
                  <a:pt x="364241" y="388167"/>
                  <a:pt x="388081" y="388185"/>
                </a:cubicBezTo>
                <a:cubicBezTo>
                  <a:pt x="411921" y="388196"/>
                  <a:pt x="431201" y="368899"/>
                  <a:pt x="431259" y="345076"/>
                </a:cubicBezTo>
                <a:cubicBezTo>
                  <a:pt x="431259" y="321259"/>
                  <a:pt x="411979" y="301933"/>
                  <a:pt x="388139" y="301921"/>
                </a:cubicBezTo>
                <a:close/>
                <a:moveTo>
                  <a:pt x="369378" y="102247"/>
                </a:moveTo>
                <a:cubicBezTo>
                  <a:pt x="405918" y="133084"/>
                  <a:pt x="430508" y="175765"/>
                  <a:pt x="438878" y="222862"/>
                </a:cubicBezTo>
                <a:cubicBezTo>
                  <a:pt x="441187" y="234551"/>
                  <a:pt x="433625" y="245900"/>
                  <a:pt x="421907" y="248203"/>
                </a:cubicBezTo>
                <a:cubicBezTo>
                  <a:pt x="410247" y="250512"/>
                  <a:pt x="398875" y="242898"/>
                  <a:pt x="396566" y="231209"/>
                </a:cubicBezTo>
                <a:lnTo>
                  <a:pt x="396451" y="230372"/>
                </a:lnTo>
                <a:cubicBezTo>
                  <a:pt x="389813" y="193192"/>
                  <a:pt x="370359" y="159527"/>
                  <a:pt x="341497" y="135179"/>
                </a:cubicBezTo>
                <a:cubicBezTo>
                  <a:pt x="332550" y="127328"/>
                  <a:pt x="331684" y="113700"/>
                  <a:pt x="339477" y="104747"/>
                </a:cubicBezTo>
                <a:cubicBezTo>
                  <a:pt x="347154" y="96036"/>
                  <a:pt x="360315" y="94916"/>
                  <a:pt x="369378" y="102247"/>
                </a:cubicBezTo>
                <a:close/>
                <a:moveTo>
                  <a:pt x="135537" y="104706"/>
                </a:moveTo>
                <a:cubicBezTo>
                  <a:pt x="143214" y="113804"/>
                  <a:pt x="142060" y="127415"/>
                  <a:pt x="132939" y="135092"/>
                </a:cubicBezTo>
                <a:cubicBezTo>
                  <a:pt x="104077" y="159394"/>
                  <a:pt x="84624" y="193042"/>
                  <a:pt x="77928" y="230199"/>
                </a:cubicBezTo>
                <a:cubicBezTo>
                  <a:pt x="75850" y="241905"/>
                  <a:pt x="64651" y="249739"/>
                  <a:pt x="52933" y="247643"/>
                </a:cubicBezTo>
                <a:cubicBezTo>
                  <a:pt x="41215" y="245554"/>
                  <a:pt x="33422" y="234338"/>
                  <a:pt x="35500" y="222626"/>
                </a:cubicBezTo>
                <a:cubicBezTo>
                  <a:pt x="43928" y="175551"/>
                  <a:pt x="68577" y="132916"/>
                  <a:pt x="105174" y="102120"/>
                </a:cubicBezTo>
                <a:cubicBezTo>
                  <a:pt x="114237" y="94437"/>
                  <a:pt x="127859" y="95586"/>
                  <a:pt x="135537" y="104683"/>
                </a:cubicBezTo>
                <a:lnTo>
                  <a:pt x="135537" y="104706"/>
                </a:lnTo>
                <a:close/>
                <a:moveTo>
                  <a:pt x="237189" y="0"/>
                </a:moveTo>
                <a:cubicBezTo>
                  <a:pt x="284812" y="0"/>
                  <a:pt x="323430" y="38606"/>
                  <a:pt x="323430" y="86246"/>
                </a:cubicBezTo>
                <a:cubicBezTo>
                  <a:pt x="323487" y="133903"/>
                  <a:pt x="284812" y="172532"/>
                  <a:pt x="237189" y="172532"/>
                </a:cubicBezTo>
                <a:cubicBezTo>
                  <a:pt x="189567" y="172532"/>
                  <a:pt x="150949" y="133903"/>
                  <a:pt x="150949" y="86246"/>
                </a:cubicBezTo>
                <a:cubicBezTo>
                  <a:pt x="150949" y="38629"/>
                  <a:pt x="189567" y="0"/>
                  <a:pt x="237189" y="0"/>
                </a:cubicBezTo>
                <a:close/>
                <a:moveTo>
                  <a:pt x="237189" y="43137"/>
                </a:moveTo>
                <a:cubicBezTo>
                  <a:pt x="213349" y="43137"/>
                  <a:pt x="194069" y="62435"/>
                  <a:pt x="194069" y="86269"/>
                </a:cubicBezTo>
                <a:cubicBezTo>
                  <a:pt x="194069" y="110075"/>
                  <a:pt x="213349" y="129401"/>
                  <a:pt x="237189" y="129401"/>
                </a:cubicBezTo>
                <a:cubicBezTo>
                  <a:pt x="261030" y="129401"/>
                  <a:pt x="280309" y="110075"/>
                  <a:pt x="280309" y="86269"/>
                </a:cubicBezTo>
                <a:cubicBezTo>
                  <a:pt x="280309" y="62435"/>
                  <a:pt x="261030" y="43137"/>
                  <a:pt x="237189" y="43137"/>
                </a:cubicBezTo>
              </a:path>
            </a:pathLst>
          </a:custGeom>
          <a:solidFill xmlns:a="http://schemas.openxmlformats.org/drawingml/2006/main">
            <a:srgbClr val="63646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5eafd18d448e6"/>
          <a:stretch xmlns:a="http://schemas.openxmlformats.org/drawingml/2006/main"/>
        </p:blipFill>
        <p:spPr>
          <a:xfrm xmlns:a="http://schemas.openxmlformats.org/drawingml/2006/main">
            <a:off x="1129634" y="1733981"/>
            <a:ext cx="1505042" cy="401069"/>
          </a:xfrm>
          <a:prstGeom xmlns:a="http://schemas.openxmlformats.org/drawingml/2006/main" prst="rect">
            <a:avLst/>
          </a:prstGeom>
        </p:spPr>
      </p:pic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f06cfd55a4598"/>
          <a:stretch xmlns:a="http://schemas.openxmlformats.org/drawingml/2006/main"/>
        </p:blipFill>
        <p:spPr>
          <a:xfrm xmlns:a="http://schemas.openxmlformats.org/drawingml/2006/main">
            <a:off x="1259424" y="2135750"/>
            <a:ext cx="1275247" cy="29077"/>
          </a:xfrm>
          <a:prstGeom xmlns:a="http://schemas.openxmlformats.org/drawingml/2006/main" prst="rect">
            <a:avLst/>
          </a:prstGeom>
        </p:spPr>
      </p:pic>
      <p:pic>
        <p:nvPicPr>
          <p:cNvPr id="2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3def069b24b33"/>
          <a:stretch xmlns:a="http://schemas.openxmlformats.org/drawingml/2006/main"/>
        </p:blipFill>
        <p:spPr>
          <a:xfrm xmlns:a="http://schemas.openxmlformats.org/drawingml/2006/main">
            <a:off x="1265081" y="2092564"/>
            <a:ext cx="1263933" cy="42485"/>
          </a:xfrm>
          <a:prstGeom xmlns:a="http://schemas.openxmlformats.org/drawingml/2006/main" prst="rect">
            <a:avLst/>
          </a:prstGeom>
        </p:spPr>
      </p:pic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ef2253aac4c71"/>
          <a:stretch xmlns:a="http://schemas.openxmlformats.org/drawingml/2006/main"/>
        </p:blipFill>
        <p:spPr>
          <a:xfrm xmlns:a="http://schemas.openxmlformats.org/drawingml/2006/main">
            <a:off x="1259424" y="1738405"/>
            <a:ext cx="1275247" cy="5358"/>
          </a:xfrm>
          <a:prstGeom xmlns:a="http://schemas.openxmlformats.org/drawingml/2006/main" prst="rect">
            <a:avLst/>
          </a:prstGeom>
        </p:spPr>
      </p:pic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77E4B-3714-4063-A21B-3C29D8A9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6" y="1744036"/>
            <a:ext cx="1456270" cy="348528"/>
          </a:xfrm>
          <a:custGeom xmlns:a="http://schemas.openxmlformats.org/drawingml/2006/main">
            <a:pathLst>
              <a:path w="1456270" h="348528">
                <a:moveTo>
                  <a:pt x="0" y="0"/>
                </a:moveTo>
                <a:lnTo>
                  <a:pt x="0" y="348528"/>
                </a:lnTo>
                <a:lnTo>
                  <a:pt x="1456270" y="348528"/>
                </a:lnTo>
                <a:lnTo>
                  <a:pt x="145627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5EABB-5945-4455-BB52-3D3B0059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6" y="1744036"/>
            <a:ext cx="1456270" cy="348528"/>
          </a:xfrm>
          <a:custGeom xmlns:a="http://schemas.openxmlformats.org/drawingml/2006/main">
            <a:pathLst>
              <a:path w="1456270" h="348528" fill="none">
                <a:moveTo>
                  <a:pt x="0" y="0"/>
                </a:moveTo>
                <a:lnTo>
                  <a:pt x="0" y="348528"/>
                </a:lnTo>
                <a:lnTo>
                  <a:pt x="1456270" y="348528"/>
                </a:lnTo>
                <a:lnTo>
                  <a:pt x="1456270" y="0"/>
                </a:lnTo>
                <a:lnTo>
                  <a:pt x="0" y="0"/>
                </a:lnTo>
                <a:close/>
                <a:moveTo>
                  <a:pt x="0" y="348528"/>
                </a:moveTo>
                <a:close/>
              </a:path>
            </a:pathLst>
          </a:custGeom>
          <a:noFill xmlns:a="http://schemas.openxmlformats.org/drawingml/2006/main"/>
          <a:ln xmlns:a="http://schemas.openxmlformats.org/drawingml/2006/main" w="5772" cap="flat">
            <a:solidFill>
              <a:srgbClr val="231F20"/>
            </a:solidFill>
            <a:miter/>
          </a:ln>
        </p:spPr>
      </p:sp>
      <p:sp>
        <p:nvSpPr>
          <p:cNvPr id="114" name="Text PatchPairSignature">
            <a:extLst xmlns:a="http://schemas.openxmlformats.org/drawingml/2006/main">
              <a:ext uri="{FF2B5EF4-FFF2-40B4-BE49-F238E27FC236}">
                <a16:creationId xmlns:a16="http://schemas.microsoft.com/office/drawing/2014/main" id="{014D0C7C-F75E-4867-A541-2B8E29A0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978" y="1808044"/>
            <a:ext cx="1046473" cy="108676"/>
          </a:xfrm>
          <a:custGeom xmlns:a="http://schemas.openxmlformats.org/drawingml/2006/main">
            <a:pathLst>
              <a:path w="1046473" h="108676">
                <a:moveTo>
                  <a:pt x="0" y="84274"/>
                </a:moveTo>
                <a:lnTo>
                  <a:pt x="0" y="1469"/>
                </a:lnTo>
                <a:lnTo>
                  <a:pt x="31236" y="1469"/>
                </a:lnTo>
                <a:cubicBezTo>
                  <a:pt x="36734" y="1469"/>
                  <a:pt x="40932" y="1732"/>
                  <a:pt x="43832" y="2258"/>
                </a:cubicBezTo>
                <a:cubicBezTo>
                  <a:pt x="47899" y="2935"/>
                  <a:pt x="51306" y="4224"/>
                  <a:pt x="54055" y="6123"/>
                </a:cubicBezTo>
                <a:cubicBezTo>
                  <a:pt x="56804" y="8023"/>
                  <a:pt x="59017" y="10684"/>
                  <a:pt x="60692" y="14107"/>
                </a:cubicBezTo>
                <a:cubicBezTo>
                  <a:pt x="62368" y="17529"/>
                  <a:pt x="63206" y="21290"/>
                  <a:pt x="63206" y="25390"/>
                </a:cubicBezTo>
                <a:cubicBezTo>
                  <a:pt x="63206" y="32424"/>
                  <a:pt x="60965" y="38377"/>
                  <a:pt x="56484" y="43247"/>
                </a:cubicBezTo>
                <a:cubicBezTo>
                  <a:pt x="52003" y="48118"/>
                  <a:pt x="43907" y="50553"/>
                  <a:pt x="32196" y="50553"/>
                </a:cubicBezTo>
                <a:lnTo>
                  <a:pt x="10958" y="50553"/>
                </a:lnTo>
                <a:lnTo>
                  <a:pt x="10958" y="84274"/>
                </a:lnTo>
                <a:lnTo>
                  <a:pt x="0" y="84274"/>
                </a:lnTo>
                <a:moveTo>
                  <a:pt x="10958" y="40782"/>
                </a:moveTo>
                <a:lnTo>
                  <a:pt x="32365" y="40782"/>
                </a:lnTo>
                <a:cubicBezTo>
                  <a:pt x="39445" y="40782"/>
                  <a:pt x="44472" y="39467"/>
                  <a:pt x="47447" y="36837"/>
                </a:cubicBezTo>
                <a:cubicBezTo>
                  <a:pt x="50422" y="34205"/>
                  <a:pt x="51909" y="30503"/>
                  <a:pt x="51909" y="25729"/>
                </a:cubicBezTo>
                <a:cubicBezTo>
                  <a:pt x="51909" y="22271"/>
                  <a:pt x="51033" y="19312"/>
                  <a:pt x="49282" y="16850"/>
                </a:cubicBezTo>
                <a:cubicBezTo>
                  <a:pt x="47531" y="14388"/>
                  <a:pt x="45225" y="12762"/>
                  <a:pt x="42363" y="11973"/>
                </a:cubicBezTo>
                <a:cubicBezTo>
                  <a:pt x="40518" y="11485"/>
                  <a:pt x="37110" y="11240"/>
                  <a:pt x="32140" y="11240"/>
                </a:cubicBezTo>
                <a:lnTo>
                  <a:pt x="10958" y="11240"/>
                </a:lnTo>
                <a:lnTo>
                  <a:pt x="10958" y="40782"/>
                </a:lnTo>
                <a:close/>
                <a:moveTo>
                  <a:pt x="115014" y="76868"/>
                </a:moveTo>
                <a:cubicBezTo>
                  <a:pt x="111249" y="80071"/>
                  <a:pt x="107624" y="82332"/>
                  <a:pt x="104141" y="83651"/>
                </a:cubicBezTo>
                <a:cubicBezTo>
                  <a:pt x="100658" y="84970"/>
                  <a:pt x="96920" y="85630"/>
                  <a:pt x="92929" y="85630"/>
                </a:cubicBezTo>
                <a:cubicBezTo>
                  <a:pt x="86339" y="85630"/>
                  <a:pt x="81274" y="84019"/>
                  <a:pt x="77735" y="80797"/>
                </a:cubicBezTo>
                <a:cubicBezTo>
                  <a:pt x="74195" y="77575"/>
                  <a:pt x="72425" y="73458"/>
                  <a:pt x="72425" y="68446"/>
                </a:cubicBezTo>
                <a:cubicBezTo>
                  <a:pt x="72425" y="65508"/>
                  <a:pt x="73094" y="62824"/>
                  <a:pt x="74430" y="60394"/>
                </a:cubicBezTo>
                <a:cubicBezTo>
                  <a:pt x="75767" y="57963"/>
                  <a:pt x="77518" y="56012"/>
                  <a:pt x="79683" y="54543"/>
                </a:cubicBezTo>
                <a:cubicBezTo>
                  <a:pt x="81849" y="53073"/>
                  <a:pt x="84287" y="51961"/>
                  <a:pt x="86998" y="51208"/>
                </a:cubicBezTo>
                <a:cubicBezTo>
                  <a:pt x="88994" y="50680"/>
                  <a:pt x="92006" y="50171"/>
                  <a:pt x="96036" y="49681"/>
                </a:cubicBezTo>
                <a:cubicBezTo>
                  <a:pt x="104245" y="48709"/>
                  <a:pt x="110288" y="47550"/>
                  <a:pt x="114167" y="46204"/>
                </a:cubicBezTo>
                <a:cubicBezTo>
                  <a:pt x="114205" y="44817"/>
                  <a:pt x="114223" y="43935"/>
                  <a:pt x="114223" y="43560"/>
                </a:cubicBezTo>
                <a:cubicBezTo>
                  <a:pt x="114223" y="39433"/>
                  <a:pt x="113263" y="36526"/>
                  <a:pt x="111343" y="34838"/>
                </a:cubicBezTo>
                <a:cubicBezTo>
                  <a:pt x="108745" y="32550"/>
                  <a:pt x="104885" y="31405"/>
                  <a:pt x="99764" y="31405"/>
                </a:cubicBezTo>
                <a:cubicBezTo>
                  <a:pt x="94981" y="31405"/>
                  <a:pt x="91451" y="32243"/>
                  <a:pt x="89173" y="33919"/>
                </a:cubicBezTo>
                <a:cubicBezTo>
                  <a:pt x="86895" y="35594"/>
                  <a:pt x="85209" y="38560"/>
                  <a:pt x="84117" y="42815"/>
                </a:cubicBezTo>
                <a:lnTo>
                  <a:pt x="74176" y="41459"/>
                </a:lnTo>
                <a:cubicBezTo>
                  <a:pt x="75080" y="37191"/>
                  <a:pt x="76567" y="33745"/>
                  <a:pt x="78638" y="31119"/>
                </a:cubicBezTo>
                <a:cubicBezTo>
                  <a:pt x="80710" y="28494"/>
                  <a:pt x="83703" y="26473"/>
                  <a:pt x="87619" y="25058"/>
                </a:cubicBezTo>
                <a:cubicBezTo>
                  <a:pt x="91536" y="23641"/>
                  <a:pt x="96073" y="22933"/>
                  <a:pt x="101232" y="22933"/>
                </a:cubicBezTo>
                <a:cubicBezTo>
                  <a:pt x="106353" y="22933"/>
                  <a:pt x="110514" y="23535"/>
                  <a:pt x="113715" y="24740"/>
                </a:cubicBezTo>
                <a:cubicBezTo>
                  <a:pt x="116916" y="25945"/>
                  <a:pt x="119269" y="27461"/>
                  <a:pt x="120776" y="29287"/>
                </a:cubicBezTo>
                <a:cubicBezTo>
                  <a:pt x="122282" y="31113"/>
                  <a:pt x="123336" y="33420"/>
                  <a:pt x="123939" y="36206"/>
                </a:cubicBezTo>
                <a:cubicBezTo>
                  <a:pt x="124278" y="37939"/>
                  <a:pt x="124447" y="41064"/>
                  <a:pt x="124447" y="45583"/>
                </a:cubicBezTo>
                <a:lnTo>
                  <a:pt x="124447" y="59139"/>
                </a:lnTo>
                <a:cubicBezTo>
                  <a:pt x="124447" y="68591"/>
                  <a:pt x="124664" y="74569"/>
                  <a:pt x="125097" y="77073"/>
                </a:cubicBezTo>
                <a:cubicBezTo>
                  <a:pt x="125530" y="79577"/>
                  <a:pt x="126386" y="81977"/>
                  <a:pt x="127667" y="84274"/>
                </a:cubicBezTo>
                <a:lnTo>
                  <a:pt x="117048" y="84274"/>
                </a:lnTo>
                <a:cubicBezTo>
                  <a:pt x="115993" y="82163"/>
                  <a:pt x="115316" y="79694"/>
                  <a:pt x="115014" y="76868"/>
                </a:cubicBezTo>
                <a:moveTo>
                  <a:pt x="114167" y="54112"/>
                </a:moveTo>
                <a:cubicBezTo>
                  <a:pt x="110477" y="55631"/>
                  <a:pt x="104941" y="56922"/>
                  <a:pt x="97561" y="57985"/>
                </a:cubicBezTo>
                <a:cubicBezTo>
                  <a:pt x="93381" y="58589"/>
                  <a:pt x="90425" y="59270"/>
                  <a:pt x="88693" y="60027"/>
                </a:cubicBezTo>
                <a:cubicBezTo>
                  <a:pt x="86960" y="60782"/>
                  <a:pt x="85624" y="61888"/>
                  <a:pt x="84682" y="63345"/>
                </a:cubicBezTo>
                <a:cubicBezTo>
                  <a:pt x="83741" y="64801"/>
                  <a:pt x="83270" y="66417"/>
                  <a:pt x="83270" y="68194"/>
                </a:cubicBezTo>
                <a:cubicBezTo>
                  <a:pt x="83270" y="70916"/>
                  <a:pt x="84296" y="73185"/>
                  <a:pt x="86349" y="75000"/>
                </a:cubicBezTo>
                <a:cubicBezTo>
                  <a:pt x="88401" y="76815"/>
                  <a:pt x="91404" y="77722"/>
                  <a:pt x="95358" y="77722"/>
                </a:cubicBezTo>
                <a:cubicBezTo>
                  <a:pt x="99274" y="77722"/>
                  <a:pt x="102757" y="76861"/>
                  <a:pt x="105807" y="75140"/>
                </a:cubicBezTo>
                <a:cubicBezTo>
                  <a:pt x="108857" y="73418"/>
                  <a:pt x="111098" y="71063"/>
                  <a:pt x="112529" y="68074"/>
                </a:cubicBezTo>
                <a:cubicBezTo>
                  <a:pt x="113621" y="65765"/>
                  <a:pt x="114167" y="62360"/>
                  <a:pt x="114167" y="57857"/>
                </a:cubicBezTo>
                <a:lnTo>
                  <a:pt x="114167" y="54112"/>
                </a:lnTo>
                <a:close/>
                <a:moveTo>
                  <a:pt x="162398" y="75293"/>
                </a:moveTo>
                <a:lnTo>
                  <a:pt x="163867" y="84274"/>
                </a:lnTo>
                <a:cubicBezTo>
                  <a:pt x="161005" y="84802"/>
                  <a:pt x="158445" y="85065"/>
                  <a:pt x="156185" y="85065"/>
                </a:cubicBezTo>
                <a:cubicBezTo>
                  <a:pt x="152495" y="85065"/>
                  <a:pt x="149633" y="84482"/>
                  <a:pt x="147600" y="83314"/>
                </a:cubicBezTo>
                <a:cubicBezTo>
                  <a:pt x="145566" y="82147"/>
                  <a:pt x="144135" y="80612"/>
                  <a:pt x="143307" y="78711"/>
                </a:cubicBezTo>
                <a:cubicBezTo>
                  <a:pt x="142478" y="76809"/>
                  <a:pt x="142064" y="72808"/>
                  <a:pt x="142064" y="66708"/>
                </a:cubicBezTo>
                <a:lnTo>
                  <a:pt x="142064" y="32196"/>
                </a:lnTo>
                <a:lnTo>
                  <a:pt x="134608" y="32196"/>
                </a:lnTo>
                <a:lnTo>
                  <a:pt x="134608" y="24288"/>
                </a:lnTo>
                <a:lnTo>
                  <a:pt x="142064" y="24288"/>
                </a:lnTo>
                <a:lnTo>
                  <a:pt x="142064" y="9392"/>
                </a:lnTo>
                <a:lnTo>
                  <a:pt x="152175" y="3276"/>
                </a:lnTo>
                <a:lnTo>
                  <a:pt x="152175" y="24288"/>
                </a:lnTo>
                <a:lnTo>
                  <a:pt x="162398" y="24288"/>
                </a:lnTo>
                <a:lnTo>
                  <a:pt x="162398" y="32196"/>
                </a:lnTo>
                <a:lnTo>
                  <a:pt x="152175" y="32196"/>
                </a:lnTo>
                <a:lnTo>
                  <a:pt x="152175" y="67273"/>
                </a:lnTo>
                <a:cubicBezTo>
                  <a:pt x="152175" y="70172"/>
                  <a:pt x="152354" y="72036"/>
                  <a:pt x="152711" y="72865"/>
                </a:cubicBezTo>
                <a:cubicBezTo>
                  <a:pt x="153069" y="73693"/>
                  <a:pt x="153653" y="74352"/>
                  <a:pt x="154462" y="74842"/>
                </a:cubicBezTo>
                <a:cubicBezTo>
                  <a:pt x="155272" y="75331"/>
                  <a:pt x="156430" y="75576"/>
                  <a:pt x="157936" y="75576"/>
                </a:cubicBezTo>
                <a:cubicBezTo>
                  <a:pt x="159066" y="75576"/>
                  <a:pt x="160553" y="75482"/>
                  <a:pt x="162398" y="75293"/>
                </a:cubicBezTo>
                <a:close/>
                <a:moveTo>
                  <a:pt x="211514" y="62246"/>
                </a:moveTo>
                <a:lnTo>
                  <a:pt x="221512" y="63545"/>
                </a:lnTo>
                <a:cubicBezTo>
                  <a:pt x="220420" y="70453"/>
                  <a:pt x="217624" y="75862"/>
                  <a:pt x="213124" y="79770"/>
                </a:cubicBezTo>
                <a:cubicBezTo>
                  <a:pt x="208624" y="83677"/>
                  <a:pt x="203098" y="85630"/>
                  <a:pt x="196546" y="85630"/>
                </a:cubicBezTo>
                <a:cubicBezTo>
                  <a:pt x="188337" y="85630"/>
                  <a:pt x="181738" y="82947"/>
                  <a:pt x="176748" y="77581"/>
                </a:cubicBezTo>
                <a:cubicBezTo>
                  <a:pt x="171759" y="72215"/>
                  <a:pt x="169264" y="64524"/>
                  <a:pt x="169264" y="54507"/>
                </a:cubicBezTo>
                <a:cubicBezTo>
                  <a:pt x="169264" y="48030"/>
                  <a:pt x="170337" y="42363"/>
                  <a:pt x="172484" y="37506"/>
                </a:cubicBezTo>
                <a:cubicBezTo>
                  <a:pt x="174630" y="32648"/>
                  <a:pt x="177897" y="29005"/>
                  <a:pt x="182284" y="26576"/>
                </a:cubicBezTo>
                <a:cubicBezTo>
                  <a:pt x="186671" y="24147"/>
                  <a:pt x="191444" y="22933"/>
                  <a:pt x="196602" y="22933"/>
                </a:cubicBezTo>
                <a:cubicBezTo>
                  <a:pt x="203117" y="22933"/>
                  <a:pt x="208445" y="24585"/>
                  <a:pt x="212587" y="27891"/>
                </a:cubicBezTo>
                <a:cubicBezTo>
                  <a:pt x="216730" y="31195"/>
                  <a:pt x="219384" y="35887"/>
                  <a:pt x="220552" y="41968"/>
                </a:cubicBezTo>
                <a:lnTo>
                  <a:pt x="210667" y="43493"/>
                </a:lnTo>
                <a:cubicBezTo>
                  <a:pt x="209726" y="39482"/>
                  <a:pt x="208059" y="36465"/>
                  <a:pt x="205668" y="34441"/>
                </a:cubicBezTo>
                <a:cubicBezTo>
                  <a:pt x="203277" y="32417"/>
                  <a:pt x="200387" y="31405"/>
                  <a:pt x="196998" y="31405"/>
                </a:cubicBezTo>
                <a:cubicBezTo>
                  <a:pt x="191877" y="31405"/>
                  <a:pt x="187716" y="33232"/>
                  <a:pt x="184515" y="36886"/>
                </a:cubicBezTo>
                <a:cubicBezTo>
                  <a:pt x="181314" y="40539"/>
                  <a:pt x="179714" y="46318"/>
                  <a:pt x="179714" y="54225"/>
                </a:cubicBezTo>
                <a:cubicBezTo>
                  <a:pt x="179714" y="62244"/>
                  <a:pt x="181258" y="68072"/>
                  <a:pt x="184345" y="71707"/>
                </a:cubicBezTo>
                <a:cubicBezTo>
                  <a:pt x="187433" y="75340"/>
                  <a:pt x="191462" y="77157"/>
                  <a:pt x="196433" y="77157"/>
                </a:cubicBezTo>
                <a:cubicBezTo>
                  <a:pt x="200425" y="77157"/>
                  <a:pt x="203757" y="75938"/>
                  <a:pt x="206431" y="73500"/>
                </a:cubicBezTo>
                <a:cubicBezTo>
                  <a:pt x="209104" y="71062"/>
                  <a:pt x="210799" y="67310"/>
                  <a:pt x="211514" y="62246"/>
                </a:cubicBezTo>
                <a:close/>
                <a:moveTo>
                  <a:pt x="230222" y="84274"/>
                </a:moveTo>
                <a:lnTo>
                  <a:pt x="230222" y="1469"/>
                </a:lnTo>
                <a:lnTo>
                  <a:pt x="240389" y="1469"/>
                </a:lnTo>
                <a:lnTo>
                  <a:pt x="240389" y="31179"/>
                </a:lnTo>
                <a:cubicBezTo>
                  <a:pt x="245134" y="25681"/>
                  <a:pt x="251121" y="22933"/>
                  <a:pt x="258351" y="22933"/>
                </a:cubicBezTo>
                <a:cubicBezTo>
                  <a:pt x="262795" y="22933"/>
                  <a:pt x="266654" y="23808"/>
                  <a:pt x="269930" y="25559"/>
                </a:cubicBezTo>
                <a:cubicBezTo>
                  <a:pt x="273207" y="27310"/>
                  <a:pt x="275551" y="29730"/>
                  <a:pt x="276963" y="32817"/>
                </a:cubicBezTo>
                <a:cubicBezTo>
                  <a:pt x="278375" y="35905"/>
                  <a:pt x="279081" y="40386"/>
                  <a:pt x="279081" y="46261"/>
                </a:cubicBezTo>
                <a:lnTo>
                  <a:pt x="279081" y="84274"/>
                </a:lnTo>
                <a:lnTo>
                  <a:pt x="268914" y="84274"/>
                </a:lnTo>
                <a:lnTo>
                  <a:pt x="268914" y="46261"/>
                </a:lnTo>
                <a:cubicBezTo>
                  <a:pt x="268914" y="41177"/>
                  <a:pt x="267812" y="37477"/>
                  <a:pt x="265609" y="35161"/>
                </a:cubicBezTo>
                <a:cubicBezTo>
                  <a:pt x="263407" y="32846"/>
                  <a:pt x="260291" y="31688"/>
                  <a:pt x="256261" y="31688"/>
                </a:cubicBezTo>
                <a:cubicBezTo>
                  <a:pt x="253249" y="31688"/>
                  <a:pt x="250415" y="32469"/>
                  <a:pt x="247760" y="34032"/>
                </a:cubicBezTo>
                <a:cubicBezTo>
                  <a:pt x="245106" y="35594"/>
                  <a:pt x="243213" y="37713"/>
                  <a:pt x="242084" y="40386"/>
                </a:cubicBezTo>
                <a:cubicBezTo>
                  <a:pt x="240954" y="43060"/>
                  <a:pt x="240389" y="46750"/>
                  <a:pt x="240389" y="51457"/>
                </a:cubicBezTo>
                <a:lnTo>
                  <a:pt x="240389" y="84274"/>
                </a:lnTo>
                <a:lnTo>
                  <a:pt x="230222" y="84274"/>
                </a:lnTo>
                <a:close/>
                <a:moveTo>
                  <a:pt x="326992" y="84274"/>
                </a:moveTo>
                <a:lnTo>
                  <a:pt x="326992" y="1469"/>
                </a:lnTo>
                <a:lnTo>
                  <a:pt x="358227" y="1469"/>
                </a:lnTo>
                <a:cubicBezTo>
                  <a:pt x="363725" y="1469"/>
                  <a:pt x="367924" y="1732"/>
                  <a:pt x="370823" y="2258"/>
                </a:cubicBezTo>
                <a:cubicBezTo>
                  <a:pt x="374890" y="2935"/>
                  <a:pt x="378298" y="4224"/>
                  <a:pt x="381047" y="6123"/>
                </a:cubicBezTo>
                <a:cubicBezTo>
                  <a:pt x="383796" y="8023"/>
                  <a:pt x="386008" y="10684"/>
                  <a:pt x="387684" y="14107"/>
                </a:cubicBezTo>
                <a:cubicBezTo>
                  <a:pt x="389360" y="17529"/>
                  <a:pt x="390198" y="21290"/>
                  <a:pt x="390198" y="25390"/>
                </a:cubicBezTo>
                <a:cubicBezTo>
                  <a:pt x="390198" y="32424"/>
                  <a:pt x="387957" y="38377"/>
                  <a:pt x="383476" y="43247"/>
                </a:cubicBezTo>
                <a:cubicBezTo>
                  <a:pt x="378995" y="48118"/>
                  <a:pt x="370899" y="50553"/>
                  <a:pt x="359188" y="50553"/>
                </a:cubicBezTo>
                <a:lnTo>
                  <a:pt x="337950" y="50553"/>
                </a:lnTo>
                <a:lnTo>
                  <a:pt x="337950" y="84274"/>
                </a:lnTo>
                <a:lnTo>
                  <a:pt x="326992" y="84274"/>
                </a:lnTo>
                <a:moveTo>
                  <a:pt x="337950" y="40782"/>
                </a:moveTo>
                <a:lnTo>
                  <a:pt x="359357" y="40782"/>
                </a:lnTo>
                <a:cubicBezTo>
                  <a:pt x="366437" y="40782"/>
                  <a:pt x="371464" y="39467"/>
                  <a:pt x="374438" y="36837"/>
                </a:cubicBezTo>
                <a:cubicBezTo>
                  <a:pt x="377413" y="34205"/>
                  <a:pt x="378901" y="30503"/>
                  <a:pt x="378901" y="25729"/>
                </a:cubicBezTo>
                <a:cubicBezTo>
                  <a:pt x="378901" y="22271"/>
                  <a:pt x="378025" y="19312"/>
                  <a:pt x="376274" y="16850"/>
                </a:cubicBezTo>
                <a:cubicBezTo>
                  <a:pt x="374523" y="14388"/>
                  <a:pt x="372217" y="12762"/>
                  <a:pt x="369355" y="11973"/>
                </a:cubicBezTo>
                <a:cubicBezTo>
                  <a:pt x="367510" y="11485"/>
                  <a:pt x="364102" y="11240"/>
                  <a:pt x="359131" y="11240"/>
                </a:cubicBezTo>
                <a:lnTo>
                  <a:pt x="337950" y="11240"/>
                </a:lnTo>
                <a:lnTo>
                  <a:pt x="337950" y="40782"/>
                </a:lnTo>
                <a:close/>
                <a:moveTo>
                  <a:pt x="442006" y="76868"/>
                </a:moveTo>
                <a:cubicBezTo>
                  <a:pt x="438240" y="80071"/>
                  <a:pt x="434616" y="82332"/>
                  <a:pt x="431133" y="83651"/>
                </a:cubicBezTo>
                <a:cubicBezTo>
                  <a:pt x="427650" y="84970"/>
                  <a:pt x="423912" y="85630"/>
                  <a:pt x="419921" y="85630"/>
                </a:cubicBezTo>
                <a:cubicBezTo>
                  <a:pt x="413331" y="85630"/>
                  <a:pt x="408266" y="84019"/>
                  <a:pt x="404726" y="80797"/>
                </a:cubicBezTo>
                <a:cubicBezTo>
                  <a:pt x="401187" y="77575"/>
                  <a:pt x="399417" y="73458"/>
                  <a:pt x="399417" y="68446"/>
                </a:cubicBezTo>
                <a:cubicBezTo>
                  <a:pt x="399417" y="65508"/>
                  <a:pt x="400085" y="62824"/>
                  <a:pt x="401422" y="60394"/>
                </a:cubicBezTo>
                <a:cubicBezTo>
                  <a:pt x="402759" y="57963"/>
                  <a:pt x="404510" y="56012"/>
                  <a:pt x="406675" y="54543"/>
                </a:cubicBezTo>
                <a:cubicBezTo>
                  <a:pt x="408840" y="53073"/>
                  <a:pt x="411279" y="51961"/>
                  <a:pt x="413990" y="51208"/>
                </a:cubicBezTo>
                <a:cubicBezTo>
                  <a:pt x="415986" y="50680"/>
                  <a:pt x="418998" y="50171"/>
                  <a:pt x="423027" y="49681"/>
                </a:cubicBezTo>
                <a:cubicBezTo>
                  <a:pt x="431236" y="48709"/>
                  <a:pt x="437280" y="47550"/>
                  <a:pt x="441159" y="46204"/>
                </a:cubicBezTo>
                <a:cubicBezTo>
                  <a:pt x="441196" y="44817"/>
                  <a:pt x="441215" y="43935"/>
                  <a:pt x="441215" y="43560"/>
                </a:cubicBezTo>
                <a:cubicBezTo>
                  <a:pt x="441215" y="39433"/>
                  <a:pt x="440255" y="36526"/>
                  <a:pt x="438335" y="34838"/>
                </a:cubicBezTo>
                <a:cubicBezTo>
                  <a:pt x="435736" y="32550"/>
                  <a:pt x="431877" y="31405"/>
                  <a:pt x="426755" y="31405"/>
                </a:cubicBezTo>
                <a:cubicBezTo>
                  <a:pt x="421973" y="31405"/>
                  <a:pt x="418443" y="32243"/>
                  <a:pt x="416165" y="33919"/>
                </a:cubicBezTo>
                <a:cubicBezTo>
                  <a:pt x="413886" y="35594"/>
                  <a:pt x="412201" y="38560"/>
                  <a:pt x="411109" y="42815"/>
                </a:cubicBezTo>
                <a:lnTo>
                  <a:pt x="401168" y="41459"/>
                </a:lnTo>
                <a:cubicBezTo>
                  <a:pt x="402072" y="37191"/>
                  <a:pt x="403559" y="33745"/>
                  <a:pt x="405630" y="31119"/>
                </a:cubicBezTo>
                <a:cubicBezTo>
                  <a:pt x="407701" y="28494"/>
                  <a:pt x="410695" y="26473"/>
                  <a:pt x="414611" y="25058"/>
                </a:cubicBezTo>
                <a:cubicBezTo>
                  <a:pt x="418527" y="23641"/>
                  <a:pt x="423065" y="22933"/>
                  <a:pt x="428224" y="22933"/>
                </a:cubicBezTo>
                <a:cubicBezTo>
                  <a:pt x="433345" y="22933"/>
                  <a:pt x="437506" y="23535"/>
                  <a:pt x="440707" y="24740"/>
                </a:cubicBezTo>
                <a:cubicBezTo>
                  <a:pt x="443908" y="25945"/>
                  <a:pt x="446261" y="27461"/>
                  <a:pt x="447767" y="29287"/>
                </a:cubicBezTo>
                <a:cubicBezTo>
                  <a:pt x="449274" y="31113"/>
                  <a:pt x="450328" y="33420"/>
                  <a:pt x="450931" y="36206"/>
                </a:cubicBezTo>
                <a:cubicBezTo>
                  <a:pt x="451269" y="37939"/>
                  <a:pt x="451439" y="41064"/>
                  <a:pt x="451439" y="45583"/>
                </a:cubicBezTo>
                <a:lnTo>
                  <a:pt x="451439" y="59139"/>
                </a:lnTo>
                <a:cubicBezTo>
                  <a:pt x="451439" y="68591"/>
                  <a:pt x="451655" y="74569"/>
                  <a:pt x="452088" y="77073"/>
                </a:cubicBezTo>
                <a:cubicBezTo>
                  <a:pt x="452522" y="79577"/>
                  <a:pt x="453378" y="81977"/>
                  <a:pt x="454659" y="84274"/>
                </a:cubicBezTo>
                <a:lnTo>
                  <a:pt x="444039" y="84274"/>
                </a:lnTo>
                <a:cubicBezTo>
                  <a:pt x="442985" y="82163"/>
                  <a:pt x="442307" y="79694"/>
                  <a:pt x="442006" y="76868"/>
                </a:cubicBezTo>
                <a:moveTo>
                  <a:pt x="441159" y="54112"/>
                </a:moveTo>
                <a:cubicBezTo>
                  <a:pt x="437469" y="55631"/>
                  <a:pt x="431933" y="56922"/>
                  <a:pt x="424552" y="57985"/>
                </a:cubicBezTo>
                <a:cubicBezTo>
                  <a:pt x="420373" y="58589"/>
                  <a:pt x="417417" y="59270"/>
                  <a:pt x="415684" y="60027"/>
                </a:cubicBezTo>
                <a:cubicBezTo>
                  <a:pt x="413952" y="60782"/>
                  <a:pt x="412615" y="61888"/>
                  <a:pt x="411674" y="63345"/>
                </a:cubicBezTo>
                <a:cubicBezTo>
                  <a:pt x="410733" y="64801"/>
                  <a:pt x="410262" y="66417"/>
                  <a:pt x="410262" y="68194"/>
                </a:cubicBezTo>
                <a:cubicBezTo>
                  <a:pt x="410262" y="70916"/>
                  <a:pt x="411288" y="73185"/>
                  <a:pt x="413340" y="75000"/>
                </a:cubicBezTo>
                <a:cubicBezTo>
                  <a:pt x="415393" y="76815"/>
                  <a:pt x="418396" y="77722"/>
                  <a:pt x="422350" y="77722"/>
                </a:cubicBezTo>
                <a:cubicBezTo>
                  <a:pt x="426266" y="77722"/>
                  <a:pt x="429749" y="76861"/>
                  <a:pt x="432799" y="75140"/>
                </a:cubicBezTo>
                <a:cubicBezTo>
                  <a:pt x="435849" y="73418"/>
                  <a:pt x="438090" y="71063"/>
                  <a:pt x="439521" y="68074"/>
                </a:cubicBezTo>
                <a:cubicBezTo>
                  <a:pt x="440613" y="65765"/>
                  <a:pt x="441159" y="62360"/>
                  <a:pt x="441159" y="57857"/>
                </a:cubicBezTo>
                <a:lnTo>
                  <a:pt x="441159" y="54112"/>
                </a:lnTo>
                <a:close/>
                <a:moveTo>
                  <a:pt x="467248" y="13217"/>
                </a:moveTo>
                <a:lnTo>
                  <a:pt x="467248" y="1469"/>
                </a:lnTo>
                <a:lnTo>
                  <a:pt x="477416" y="1469"/>
                </a:lnTo>
                <a:lnTo>
                  <a:pt x="477416" y="13217"/>
                </a:lnTo>
                <a:lnTo>
                  <a:pt x="467248" y="13217"/>
                </a:lnTo>
                <a:moveTo>
                  <a:pt x="467248" y="84274"/>
                </a:moveTo>
                <a:lnTo>
                  <a:pt x="467248" y="24288"/>
                </a:lnTo>
                <a:lnTo>
                  <a:pt x="477416" y="24288"/>
                </a:lnTo>
                <a:lnTo>
                  <a:pt x="477416" y="84274"/>
                </a:lnTo>
                <a:lnTo>
                  <a:pt x="467248" y="84274"/>
                </a:lnTo>
                <a:close/>
                <a:moveTo>
                  <a:pt x="492772" y="84274"/>
                </a:moveTo>
                <a:lnTo>
                  <a:pt x="492772" y="24288"/>
                </a:lnTo>
                <a:lnTo>
                  <a:pt x="501922" y="24288"/>
                </a:lnTo>
                <a:lnTo>
                  <a:pt x="501922" y="33326"/>
                </a:lnTo>
                <a:cubicBezTo>
                  <a:pt x="504257" y="29094"/>
                  <a:pt x="506413" y="26304"/>
                  <a:pt x="508390" y="24955"/>
                </a:cubicBezTo>
                <a:cubicBezTo>
                  <a:pt x="510366" y="23607"/>
                  <a:pt x="512541" y="22933"/>
                  <a:pt x="514913" y="22933"/>
                </a:cubicBezTo>
                <a:cubicBezTo>
                  <a:pt x="518340" y="22933"/>
                  <a:pt x="521823" y="24020"/>
                  <a:pt x="525363" y="26195"/>
                </a:cubicBezTo>
                <a:lnTo>
                  <a:pt x="521861" y="35585"/>
                </a:lnTo>
                <a:cubicBezTo>
                  <a:pt x="519376" y="34116"/>
                  <a:pt x="516890" y="33382"/>
                  <a:pt x="514405" y="33382"/>
                </a:cubicBezTo>
                <a:cubicBezTo>
                  <a:pt x="512183" y="33382"/>
                  <a:pt x="510188" y="34052"/>
                  <a:pt x="508418" y="35391"/>
                </a:cubicBezTo>
                <a:cubicBezTo>
                  <a:pt x="506648" y="36729"/>
                  <a:pt x="505386" y="38585"/>
                  <a:pt x="504633" y="40960"/>
                </a:cubicBezTo>
                <a:cubicBezTo>
                  <a:pt x="503504" y="44578"/>
                  <a:pt x="502939" y="48536"/>
                  <a:pt x="502939" y="52834"/>
                </a:cubicBezTo>
                <a:lnTo>
                  <a:pt x="502939" y="84274"/>
                </a:lnTo>
                <a:lnTo>
                  <a:pt x="492772" y="84274"/>
                </a:lnTo>
                <a:close/>
                <a:moveTo>
                  <a:pt x="561252" y="57614"/>
                </a:moveTo>
                <a:lnTo>
                  <a:pt x="571588" y="56710"/>
                </a:lnTo>
                <a:cubicBezTo>
                  <a:pt x="572078" y="60852"/>
                  <a:pt x="573217" y="64251"/>
                  <a:pt x="575006" y="66906"/>
                </a:cubicBezTo>
                <a:cubicBezTo>
                  <a:pt x="576794" y="69560"/>
                  <a:pt x="579572" y="71707"/>
                  <a:pt x="583337" y="73345"/>
                </a:cubicBezTo>
                <a:cubicBezTo>
                  <a:pt x="587103" y="74983"/>
                  <a:pt x="591339" y="75802"/>
                  <a:pt x="596046" y="75802"/>
                </a:cubicBezTo>
                <a:cubicBezTo>
                  <a:pt x="600226" y="75802"/>
                  <a:pt x="603916" y="75180"/>
                  <a:pt x="607117" y="73938"/>
                </a:cubicBezTo>
                <a:cubicBezTo>
                  <a:pt x="610318" y="72695"/>
                  <a:pt x="612699" y="70991"/>
                  <a:pt x="614262" y="68826"/>
                </a:cubicBezTo>
                <a:cubicBezTo>
                  <a:pt x="615825" y="66661"/>
                  <a:pt x="616606" y="64298"/>
                  <a:pt x="616606" y="61737"/>
                </a:cubicBezTo>
                <a:cubicBezTo>
                  <a:pt x="616606" y="59139"/>
                  <a:pt x="615853" y="56870"/>
                  <a:pt x="614347" y="54931"/>
                </a:cubicBezTo>
                <a:cubicBezTo>
                  <a:pt x="612841" y="52992"/>
                  <a:pt x="610355" y="51363"/>
                  <a:pt x="606891" y="50045"/>
                </a:cubicBezTo>
                <a:cubicBezTo>
                  <a:pt x="604669" y="49179"/>
                  <a:pt x="599755" y="47833"/>
                  <a:pt x="592149" y="46006"/>
                </a:cubicBezTo>
                <a:cubicBezTo>
                  <a:pt x="584542" y="44180"/>
                  <a:pt x="579214" y="42457"/>
                  <a:pt x="576164" y="40838"/>
                </a:cubicBezTo>
                <a:cubicBezTo>
                  <a:pt x="572210" y="38767"/>
                  <a:pt x="569263" y="36197"/>
                  <a:pt x="567324" y="33128"/>
                </a:cubicBezTo>
                <a:cubicBezTo>
                  <a:pt x="565385" y="30059"/>
                  <a:pt x="564415" y="26623"/>
                  <a:pt x="564415" y="22820"/>
                </a:cubicBezTo>
                <a:cubicBezTo>
                  <a:pt x="564415" y="18640"/>
                  <a:pt x="565601" y="14733"/>
                  <a:pt x="567973" y="11099"/>
                </a:cubicBezTo>
                <a:cubicBezTo>
                  <a:pt x="570346" y="7465"/>
                  <a:pt x="573810" y="4707"/>
                  <a:pt x="578367" y="2824"/>
                </a:cubicBezTo>
                <a:cubicBezTo>
                  <a:pt x="582923" y="941"/>
                  <a:pt x="587988" y="0"/>
                  <a:pt x="593561" y="0"/>
                </a:cubicBezTo>
                <a:cubicBezTo>
                  <a:pt x="599699" y="0"/>
                  <a:pt x="605112" y="988"/>
                  <a:pt x="609800" y="2965"/>
                </a:cubicBezTo>
                <a:cubicBezTo>
                  <a:pt x="614488" y="4942"/>
                  <a:pt x="618094" y="7851"/>
                  <a:pt x="620617" y="11692"/>
                </a:cubicBezTo>
                <a:cubicBezTo>
                  <a:pt x="623140" y="15533"/>
                  <a:pt x="624495" y="19882"/>
                  <a:pt x="624684" y="24740"/>
                </a:cubicBezTo>
                <a:lnTo>
                  <a:pt x="614177" y="25531"/>
                </a:lnTo>
                <a:cubicBezTo>
                  <a:pt x="613613" y="20278"/>
                  <a:pt x="611702" y="16310"/>
                  <a:pt x="608444" y="13627"/>
                </a:cubicBezTo>
                <a:cubicBezTo>
                  <a:pt x="605187" y="10944"/>
                  <a:pt x="600377" y="9602"/>
                  <a:pt x="594013" y="9602"/>
                </a:cubicBezTo>
                <a:cubicBezTo>
                  <a:pt x="587385" y="9602"/>
                  <a:pt x="582556" y="10818"/>
                  <a:pt x="579524" y="13249"/>
                </a:cubicBezTo>
                <a:cubicBezTo>
                  <a:pt x="576493" y="15679"/>
                  <a:pt x="574977" y="18609"/>
                  <a:pt x="574977" y="22038"/>
                </a:cubicBezTo>
                <a:cubicBezTo>
                  <a:pt x="574977" y="25015"/>
                  <a:pt x="576051" y="27464"/>
                  <a:pt x="578197" y="29386"/>
                </a:cubicBezTo>
                <a:cubicBezTo>
                  <a:pt x="580306" y="31309"/>
                  <a:pt x="585813" y="33278"/>
                  <a:pt x="594719" y="35294"/>
                </a:cubicBezTo>
                <a:cubicBezTo>
                  <a:pt x="603624" y="37310"/>
                  <a:pt x="609734" y="39071"/>
                  <a:pt x="613048" y="40579"/>
                </a:cubicBezTo>
                <a:cubicBezTo>
                  <a:pt x="617868" y="42801"/>
                  <a:pt x="621426" y="45619"/>
                  <a:pt x="623723" y="49030"/>
                </a:cubicBezTo>
                <a:cubicBezTo>
                  <a:pt x="626020" y="52440"/>
                  <a:pt x="627169" y="56369"/>
                  <a:pt x="627169" y="60816"/>
                </a:cubicBezTo>
                <a:cubicBezTo>
                  <a:pt x="627169" y="65224"/>
                  <a:pt x="625907" y="69378"/>
                  <a:pt x="623384" y="73279"/>
                </a:cubicBezTo>
                <a:cubicBezTo>
                  <a:pt x="620861" y="77179"/>
                  <a:pt x="617237" y="80213"/>
                  <a:pt x="612511" y="82380"/>
                </a:cubicBezTo>
                <a:cubicBezTo>
                  <a:pt x="607785" y="84547"/>
                  <a:pt x="602466" y="85630"/>
                  <a:pt x="596554" y="85630"/>
                </a:cubicBezTo>
                <a:cubicBezTo>
                  <a:pt x="589061" y="85630"/>
                  <a:pt x="582782" y="84538"/>
                  <a:pt x="577717" y="82354"/>
                </a:cubicBezTo>
                <a:cubicBezTo>
                  <a:pt x="572652" y="80170"/>
                  <a:pt x="568679" y="76884"/>
                  <a:pt x="565799" y="72497"/>
                </a:cubicBezTo>
                <a:cubicBezTo>
                  <a:pt x="562918" y="68111"/>
                  <a:pt x="561402" y="63149"/>
                  <a:pt x="561252" y="57614"/>
                </a:cubicBezTo>
                <a:close/>
                <a:moveTo>
                  <a:pt x="640907" y="13217"/>
                </a:moveTo>
                <a:lnTo>
                  <a:pt x="640907" y="1469"/>
                </a:lnTo>
                <a:lnTo>
                  <a:pt x="651074" y="1469"/>
                </a:lnTo>
                <a:lnTo>
                  <a:pt x="651074" y="13217"/>
                </a:lnTo>
                <a:lnTo>
                  <a:pt x="640907" y="13217"/>
                </a:lnTo>
                <a:moveTo>
                  <a:pt x="640907" y="84274"/>
                </a:moveTo>
                <a:lnTo>
                  <a:pt x="640907" y="24288"/>
                </a:lnTo>
                <a:lnTo>
                  <a:pt x="651074" y="24288"/>
                </a:lnTo>
                <a:lnTo>
                  <a:pt x="651074" y="84274"/>
                </a:lnTo>
                <a:lnTo>
                  <a:pt x="640907" y="84274"/>
                </a:lnTo>
                <a:close/>
                <a:moveTo>
                  <a:pt x="664679" y="89245"/>
                </a:moveTo>
                <a:lnTo>
                  <a:pt x="674564" y="90714"/>
                </a:lnTo>
                <a:cubicBezTo>
                  <a:pt x="674978" y="93764"/>
                  <a:pt x="676126" y="95985"/>
                  <a:pt x="678009" y="97379"/>
                </a:cubicBezTo>
                <a:cubicBezTo>
                  <a:pt x="680532" y="99262"/>
                  <a:pt x="683978" y="100203"/>
                  <a:pt x="688346" y="100203"/>
                </a:cubicBezTo>
                <a:cubicBezTo>
                  <a:pt x="693053" y="100203"/>
                  <a:pt x="696687" y="99259"/>
                  <a:pt x="699247" y="97372"/>
                </a:cubicBezTo>
                <a:cubicBezTo>
                  <a:pt x="701808" y="95485"/>
                  <a:pt x="703540" y="92844"/>
                  <a:pt x="704444" y="89446"/>
                </a:cubicBezTo>
                <a:cubicBezTo>
                  <a:pt x="704971" y="87372"/>
                  <a:pt x="705216" y="83013"/>
                  <a:pt x="705178" y="76370"/>
                </a:cubicBezTo>
                <a:cubicBezTo>
                  <a:pt x="700735" y="81640"/>
                  <a:pt x="695199" y="84274"/>
                  <a:pt x="688572" y="84274"/>
                </a:cubicBezTo>
                <a:cubicBezTo>
                  <a:pt x="680325" y="84274"/>
                  <a:pt x="673942" y="81300"/>
                  <a:pt x="669424" y="75350"/>
                </a:cubicBezTo>
                <a:cubicBezTo>
                  <a:pt x="664905" y="69400"/>
                  <a:pt x="662645" y="62264"/>
                  <a:pt x="662645" y="53942"/>
                </a:cubicBezTo>
                <a:cubicBezTo>
                  <a:pt x="662645" y="48219"/>
                  <a:pt x="663681" y="42937"/>
                  <a:pt x="665752" y="38099"/>
                </a:cubicBezTo>
                <a:cubicBezTo>
                  <a:pt x="667823" y="33260"/>
                  <a:pt x="670826" y="29522"/>
                  <a:pt x="674761" y="26886"/>
                </a:cubicBezTo>
                <a:cubicBezTo>
                  <a:pt x="678696" y="24251"/>
                  <a:pt x="683319" y="22933"/>
                  <a:pt x="688628" y="22933"/>
                </a:cubicBezTo>
                <a:cubicBezTo>
                  <a:pt x="695708" y="22933"/>
                  <a:pt x="701544" y="25813"/>
                  <a:pt x="706138" y="31575"/>
                </a:cubicBezTo>
                <a:lnTo>
                  <a:pt x="706138" y="24288"/>
                </a:lnTo>
                <a:lnTo>
                  <a:pt x="715515" y="24288"/>
                </a:lnTo>
                <a:lnTo>
                  <a:pt x="715515" y="76176"/>
                </a:lnTo>
                <a:cubicBezTo>
                  <a:pt x="715515" y="85521"/>
                  <a:pt x="714564" y="92143"/>
                  <a:pt x="712662" y="96043"/>
                </a:cubicBezTo>
                <a:cubicBezTo>
                  <a:pt x="710761" y="99942"/>
                  <a:pt x="707748" y="103022"/>
                  <a:pt x="703625" y="105283"/>
                </a:cubicBezTo>
                <a:cubicBezTo>
                  <a:pt x="699501" y="107545"/>
                  <a:pt x="694427" y="108676"/>
                  <a:pt x="688402" y="108676"/>
                </a:cubicBezTo>
                <a:cubicBezTo>
                  <a:pt x="681248" y="108676"/>
                  <a:pt x="675467" y="107061"/>
                  <a:pt x="671062" y="103832"/>
                </a:cubicBezTo>
                <a:cubicBezTo>
                  <a:pt x="666656" y="100603"/>
                  <a:pt x="664528" y="95741"/>
                  <a:pt x="664679" y="89245"/>
                </a:cubicBezTo>
                <a:moveTo>
                  <a:pt x="673095" y="53210"/>
                </a:moveTo>
                <a:cubicBezTo>
                  <a:pt x="673095" y="61060"/>
                  <a:pt x="674658" y="66788"/>
                  <a:pt x="677783" y="70393"/>
                </a:cubicBezTo>
                <a:cubicBezTo>
                  <a:pt x="680909" y="73999"/>
                  <a:pt x="684825" y="75802"/>
                  <a:pt x="689532" y="75802"/>
                </a:cubicBezTo>
                <a:cubicBezTo>
                  <a:pt x="694201" y="75802"/>
                  <a:pt x="698118" y="74008"/>
                  <a:pt x="701281" y="70422"/>
                </a:cubicBezTo>
                <a:cubicBezTo>
                  <a:pt x="704444" y="66835"/>
                  <a:pt x="706025" y="61210"/>
                  <a:pt x="706025" y="53547"/>
                </a:cubicBezTo>
                <a:cubicBezTo>
                  <a:pt x="706025" y="46223"/>
                  <a:pt x="704397" y="40702"/>
                  <a:pt x="701139" y="36983"/>
                </a:cubicBezTo>
                <a:cubicBezTo>
                  <a:pt x="697882" y="33264"/>
                  <a:pt x="693957" y="31405"/>
                  <a:pt x="689363" y="31405"/>
                </a:cubicBezTo>
                <a:cubicBezTo>
                  <a:pt x="684844" y="31405"/>
                  <a:pt x="681003" y="33236"/>
                  <a:pt x="677840" y="36898"/>
                </a:cubicBezTo>
                <a:cubicBezTo>
                  <a:pt x="674677" y="40560"/>
                  <a:pt x="673095" y="45998"/>
                  <a:pt x="673095" y="53210"/>
                </a:cubicBezTo>
                <a:close/>
                <a:moveTo>
                  <a:pt x="730873" y="84274"/>
                </a:moveTo>
                <a:lnTo>
                  <a:pt x="730873" y="24288"/>
                </a:lnTo>
                <a:lnTo>
                  <a:pt x="740023" y="24288"/>
                </a:lnTo>
                <a:lnTo>
                  <a:pt x="740023" y="32761"/>
                </a:lnTo>
                <a:cubicBezTo>
                  <a:pt x="744429" y="26209"/>
                  <a:pt x="750793" y="22933"/>
                  <a:pt x="759115" y="22933"/>
                </a:cubicBezTo>
                <a:cubicBezTo>
                  <a:pt x="762730" y="22933"/>
                  <a:pt x="766053" y="23582"/>
                  <a:pt x="769084" y="24881"/>
                </a:cubicBezTo>
                <a:cubicBezTo>
                  <a:pt x="772115" y="26180"/>
                  <a:pt x="774384" y="27884"/>
                  <a:pt x="775891" y="29993"/>
                </a:cubicBezTo>
                <a:cubicBezTo>
                  <a:pt x="777397" y="32102"/>
                  <a:pt x="778451" y="34606"/>
                  <a:pt x="779054" y="37506"/>
                </a:cubicBezTo>
                <a:cubicBezTo>
                  <a:pt x="779430" y="39388"/>
                  <a:pt x="779618" y="42683"/>
                  <a:pt x="779618" y="47390"/>
                </a:cubicBezTo>
                <a:lnTo>
                  <a:pt x="779618" y="84274"/>
                </a:lnTo>
                <a:lnTo>
                  <a:pt x="769451" y="84274"/>
                </a:lnTo>
                <a:lnTo>
                  <a:pt x="769451" y="47747"/>
                </a:lnTo>
                <a:cubicBezTo>
                  <a:pt x="769451" y="43600"/>
                  <a:pt x="769056" y="40499"/>
                  <a:pt x="768265" y="38445"/>
                </a:cubicBezTo>
                <a:cubicBezTo>
                  <a:pt x="767474" y="36390"/>
                  <a:pt x="766072" y="34750"/>
                  <a:pt x="764057" y="33525"/>
                </a:cubicBezTo>
                <a:cubicBezTo>
                  <a:pt x="762042" y="32300"/>
                  <a:pt x="759680" y="31688"/>
                  <a:pt x="756968" y="31688"/>
                </a:cubicBezTo>
                <a:cubicBezTo>
                  <a:pt x="752638" y="31688"/>
                  <a:pt x="748900" y="33064"/>
                  <a:pt x="745756" y="35816"/>
                </a:cubicBezTo>
                <a:cubicBezTo>
                  <a:pt x="742612" y="38568"/>
                  <a:pt x="741040" y="43788"/>
                  <a:pt x="741040" y="51478"/>
                </a:cubicBezTo>
                <a:lnTo>
                  <a:pt x="741040" y="84274"/>
                </a:lnTo>
                <a:lnTo>
                  <a:pt x="730873" y="84274"/>
                </a:lnTo>
                <a:close/>
                <a:moveTo>
                  <a:pt x="834346" y="76868"/>
                </a:moveTo>
                <a:cubicBezTo>
                  <a:pt x="830580" y="80071"/>
                  <a:pt x="826956" y="82332"/>
                  <a:pt x="823472" y="83651"/>
                </a:cubicBezTo>
                <a:cubicBezTo>
                  <a:pt x="819989" y="84970"/>
                  <a:pt x="816252" y="85630"/>
                  <a:pt x="812260" y="85630"/>
                </a:cubicBezTo>
                <a:cubicBezTo>
                  <a:pt x="805671" y="85630"/>
                  <a:pt x="800606" y="84019"/>
                  <a:pt x="797066" y="80797"/>
                </a:cubicBezTo>
                <a:cubicBezTo>
                  <a:pt x="793526" y="77575"/>
                  <a:pt x="791757" y="73458"/>
                  <a:pt x="791757" y="68446"/>
                </a:cubicBezTo>
                <a:cubicBezTo>
                  <a:pt x="791757" y="65508"/>
                  <a:pt x="792425" y="62824"/>
                  <a:pt x="793762" y="60394"/>
                </a:cubicBezTo>
                <a:cubicBezTo>
                  <a:pt x="795099" y="57963"/>
                  <a:pt x="796850" y="56012"/>
                  <a:pt x="799015" y="54543"/>
                </a:cubicBezTo>
                <a:cubicBezTo>
                  <a:pt x="801180" y="53073"/>
                  <a:pt x="803618" y="51961"/>
                  <a:pt x="806329" y="51208"/>
                </a:cubicBezTo>
                <a:cubicBezTo>
                  <a:pt x="808325" y="50680"/>
                  <a:pt x="811338" y="50171"/>
                  <a:pt x="815367" y="49681"/>
                </a:cubicBezTo>
                <a:cubicBezTo>
                  <a:pt x="823576" y="48709"/>
                  <a:pt x="829620" y="47550"/>
                  <a:pt x="833498" y="46204"/>
                </a:cubicBezTo>
                <a:cubicBezTo>
                  <a:pt x="833536" y="44817"/>
                  <a:pt x="833555" y="43935"/>
                  <a:pt x="833555" y="43560"/>
                </a:cubicBezTo>
                <a:cubicBezTo>
                  <a:pt x="833555" y="39433"/>
                  <a:pt x="832595" y="36526"/>
                  <a:pt x="830674" y="34838"/>
                </a:cubicBezTo>
                <a:cubicBezTo>
                  <a:pt x="828076" y="32550"/>
                  <a:pt x="824216" y="31405"/>
                  <a:pt x="819095" y="31405"/>
                </a:cubicBezTo>
                <a:cubicBezTo>
                  <a:pt x="814313" y="31405"/>
                  <a:pt x="810782" y="32243"/>
                  <a:pt x="808504" y="33919"/>
                </a:cubicBezTo>
                <a:cubicBezTo>
                  <a:pt x="806226" y="35594"/>
                  <a:pt x="804541" y="38560"/>
                  <a:pt x="803449" y="42815"/>
                </a:cubicBezTo>
                <a:lnTo>
                  <a:pt x="793508" y="41459"/>
                </a:lnTo>
                <a:cubicBezTo>
                  <a:pt x="794411" y="37191"/>
                  <a:pt x="795899" y="33745"/>
                  <a:pt x="797970" y="31119"/>
                </a:cubicBezTo>
                <a:cubicBezTo>
                  <a:pt x="800041" y="28494"/>
                  <a:pt x="803035" y="26473"/>
                  <a:pt x="806951" y="25058"/>
                </a:cubicBezTo>
                <a:cubicBezTo>
                  <a:pt x="810867" y="23641"/>
                  <a:pt x="815405" y="22933"/>
                  <a:pt x="820564" y="22933"/>
                </a:cubicBezTo>
                <a:cubicBezTo>
                  <a:pt x="825685" y="22933"/>
                  <a:pt x="829846" y="23535"/>
                  <a:pt x="833047" y="24740"/>
                </a:cubicBezTo>
                <a:cubicBezTo>
                  <a:pt x="836247" y="25945"/>
                  <a:pt x="838601" y="27461"/>
                  <a:pt x="840107" y="29287"/>
                </a:cubicBezTo>
                <a:cubicBezTo>
                  <a:pt x="841613" y="31113"/>
                  <a:pt x="842668" y="33420"/>
                  <a:pt x="843270" y="36206"/>
                </a:cubicBezTo>
                <a:cubicBezTo>
                  <a:pt x="843609" y="37939"/>
                  <a:pt x="843779" y="41064"/>
                  <a:pt x="843779" y="45583"/>
                </a:cubicBezTo>
                <a:lnTo>
                  <a:pt x="843779" y="59139"/>
                </a:lnTo>
                <a:cubicBezTo>
                  <a:pt x="843779" y="68591"/>
                  <a:pt x="843995" y="74569"/>
                  <a:pt x="844428" y="77073"/>
                </a:cubicBezTo>
                <a:cubicBezTo>
                  <a:pt x="844861" y="79577"/>
                  <a:pt x="845718" y="81977"/>
                  <a:pt x="846998" y="84274"/>
                </a:cubicBezTo>
                <a:lnTo>
                  <a:pt x="836379" y="84274"/>
                </a:lnTo>
                <a:cubicBezTo>
                  <a:pt x="835325" y="82163"/>
                  <a:pt x="834647" y="79694"/>
                  <a:pt x="834346" y="76868"/>
                </a:cubicBezTo>
                <a:moveTo>
                  <a:pt x="833498" y="54112"/>
                </a:moveTo>
                <a:cubicBezTo>
                  <a:pt x="829808" y="55631"/>
                  <a:pt x="824273" y="56922"/>
                  <a:pt x="816892" y="57985"/>
                </a:cubicBezTo>
                <a:cubicBezTo>
                  <a:pt x="812712" y="58589"/>
                  <a:pt x="809756" y="59270"/>
                  <a:pt x="808024" y="60027"/>
                </a:cubicBezTo>
                <a:cubicBezTo>
                  <a:pt x="806292" y="60782"/>
                  <a:pt x="804955" y="61888"/>
                  <a:pt x="804014" y="63345"/>
                </a:cubicBezTo>
                <a:cubicBezTo>
                  <a:pt x="803072" y="64801"/>
                  <a:pt x="802602" y="66417"/>
                  <a:pt x="802602" y="68194"/>
                </a:cubicBezTo>
                <a:cubicBezTo>
                  <a:pt x="802602" y="70916"/>
                  <a:pt x="803628" y="73185"/>
                  <a:pt x="805680" y="75000"/>
                </a:cubicBezTo>
                <a:cubicBezTo>
                  <a:pt x="807732" y="76815"/>
                  <a:pt x="810735" y="77722"/>
                  <a:pt x="814689" y="77722"/>
                </a:cubicBezTo>
                <a:cubicBezTo>
                  <a:pt x="818605" y="77722"/>
                  <a:pt x="822089" y="76861"/>
                  <a:pt x="825139" y="75140"/>
                </a:cubicBezTo>
                <a:cubicBezTo>
                  <a:pt x="828189" y="73418"/>
                  <a:pt x="830429" y="71063"/>
                  <a:pt x="831860" y="68074"/>
                </a:cubicBezTo>
                <a:cubicBezTo>
                  <a:pt x="832952" y="65765"/>
                  <a:pt x="833498" y="62360"/>
                  <a:pt x="833498" y="57857"/>
                </a:cubicBezTo>
                <a:lnTo>
                  <a:pt x="833498" y="54112"/>
                </a:lnTo>
                <a:close/>
                <a:moveTo>
                  <a:pt x="881730" y="75293"/>
                </a:moveTo>
                <a:lnTo>
                  <a:pt x="883198" y="84274"/>
                </a:lnTo>
                <a:cubicBezTo>
                  <a:pt x="880337" y="84802"/>
                  <a:pt x="877776" y="85065"/>
                  <a:pt x="875517" y="85065"/>
                </a:cubicBezTo>
                <a:cubicBezTo>
                  <a:pt x="871826" y="85065"/>
                  <a:pt x="868964" y="84482"/>
                  <a:pt x="866931" y="83314"/>
                </a:cubicBezTo>
                <a:cubicBezTo>
                  <a:pt x="864898" y="82147"/>
                  <a:pt x="863467" y="80612"/>
                  <a:pt x="862638" y="78711"/>
                </a:cubicBezTo>
                <a:cubicBezTo>
                  <a:pt x="861810" y="76809"/>
                  <a:pt x="861396" y="72808"/>
                  <a:pt x="861396" y="66708"/>
                </a:cubicBezTo>
                <a:lnTo>
                  <a:pt x="861396" y="32196"/>
                </a:lnTo>
                <a:lnTo>
                  <a:pt x="853940" y="32196"/>
                </a:lnTo>
                <a:lnTo>
                  <a:pt x="853940" y="24288"/>
                </a:lnTo>
                <a:lnTo>
                  <a:pt x="861396" y="24288"/>
                </a:lnTo>
                <a:lnTo>
                  <a:pt x="861396" y="9392"/>
                </a:lnTo>
                <a:lnTo>
                  <a:pt x="871506" y="3276"/>
                </a:lnTo>
                <a:lnTo>
                  <a:pt x="871506" y="24288"/>
                </a:lnTo>
                <a:lnTo>
                  <a:pt x="881730" y="24288"/>
                </a:lnTo>
                <a:lnTo>
                  <a:pt x="881730" y="32196"/>
                </a:lnTo>
                <a:lnTo>
                  <a:pt x="871506" y="32196"/>
                </a:lnTo>
                <a:lnTo>
                  <a:pt x="871506" y="67273"/>
                </a:lnTo>
                <a:cubicBezTo>
                  <a:pt x="871506" y="70172"/>
                  <a:pt x="871685" y="72036"/>
                  <a:pt x="872043" y="72865"/>
                </a:cubicBezTo>
                <a:cubicBezTo>
                  <a:pt x="872401" y="73693"/>
                  <a:pt x="872984" y="74352"/>
                  <a:pt x="873794" y="74842"/>
                </a:cubicBezTo>
                <a:cubicBezTo>
                  <a:pt x="874603" y="75331"/>
                  <a:pt x="875761" y="75576"/>
                  <a:pt x="877268" y="75576"/>
                </a:cubicBezTo>
                <a:cubicBezTo>
                  <a:pt x="878397" y="75576"/>
                  <a:pt x="879885" y="75482"/>
                  <a:pt x="881730" y="75293"/>
                </a:cubicBezTo>
                <a:close/>
                <a:moveTo>
                  <a:pt x="931015" y="84274"/>
                </a:moveTo>
                <a:lnTo>
                  <a:pt x="931015" y="75463"/>
                </a:lnTo>
                <a:cubicBezTo>
                  <a:pt x="926346" y="82241"/>
                  <a:pt x="920000" y="85630"/>
                  <a:pt x="911980" y="85630"/>
                </a:cubicBezTo>
                <a:cubicBezTo>
                  <a:pt x="908440" y="85630"/>
                  <a:pt x="905136" y="84952"/>
                  <a:pt x="902067" y="83597"/>
                </a:cubicBezTo>
                <a:cubicBezTo>
                  <a:pt x="898998" y="82241"/>
                  <a:pt x="896720" y="80537"/>
                  <a:pt x="895232" y="78485"/>
                </a:cubicBezTo>
                <a:cubicBezTo>
                  <a:pt x="893745" y="76433"/>
                  <a:pt x="892700" y="73919"/>
                  <a:pt x="892097" y="70944"/>
                </a:cubicBezTo>
                <a:cubicBezTo>
                  <a:pt x="891683" y="68948"/>
                  <a:pt x="891476" y="65785"/>
                  <a:pt x="891476" y="61455"/>
                </a:cubicBezTo>
                <a:lnTo>
                  <a:pt x="891476" y="24288"/>
                </a:lnTo>
                <a:lnTo>
                  <a:pt x="901643" y="24288"/>
                </a:lnTo>
                <a:lnTo>
                  <a:pt x="901643" y="57557"/>
                </a:lnTo>
                <a:cubicBezTo>
                  <a:pt x="901643" y="62867"/>
                  <a:pt x="901850" y="66444"/>
                  <a:pt x="902264" y="68289"/>
                </a:cubicBezTo>
                <a:cubicBezTo>
                  <a:pt x="902905" y="70963"/>
                  <a:pt x="904260" y="73062"/>
                  <a:pt x="906331" y="74587"/>
                </a:cubicBezTo>
                <a:cubicBezTo>
                  <a:pt x="908402" y="76112"/>
                  <a:pt x="910963" y="76875"/>
                  <a:pt x="914013" y="76875"/>
                </a:cubicBezTo>
                <a:cubicBezTo>
                  <a:pt x="917063" y="76875"/>
                  <a:pt x="919925" y="76094"/>
                  <a:pt x="922599" y="74531"/>
                </a:cubicBezTo>
                <a:cubicBezTo>
                  <a:pt x="925272" y="72968"/>
                  <a:pt x="927165" y="70841"/>
                  <a:pt x="928275" y="68148"/>
                </a:cubicBezTo>
                <a:cubicBezTo>
                  <a:pt x="929386" y="65456"/>
                  <a:pt x="929942" y="61549"/>
                  <a:pt x="929942" y="56428"/>
                </a:cubicBezTo>
                <a:lnTo>
                  <a:pt x="929942" y="24288"/>
                </a:lnTo>
                <a:lnTo>
                  <a:pt x="940109" y="24288"/>
                </a:lnTo>
                <a:lnTo>
                  <a:pt x="940109" y="84274"/>
                </a:lnTo>
                <a:lnTo>
                  <a:pt x="931015" y="84274"/>
                </a:lnTo>
                <a:close/>
                <a:moveTo>
                  <a:pt x="955918" y="84274"/>
                </a:moveTo>
                <a:lnTo>
                  <a:pt x="955918" y="24288"/>
                </a:lnTo>
                <a:lnTo>
                  <a:pt x="965069" y="24288"/>
                </a:lnTo>
                <a:lnTo>
                  <a:pt x="965069" y="33326"/>
                </a:lnTo>
                <a:cubicBezTo>
                  <a:pt x="967404" y="29094"/>
                  <a:pt x="969559" y="26304"/>
                  <a:pt x="971536" y="24955"/>
                </a:cubicBezTo>
                <a:cubicBezTo>
                  <a:pt x="973513" y="23607"/>
                  <a:pt x="975688" y="22933"/>
                  <a:pt x="978060" y="22933"/>
                </a:cubicBezTo>
                <a:cubicBezTo>
                  <a:pt x="981487" y="22933"/>
                  <a:pt x="984970" y="24020"/>
                  <a:pt x="988510" y="26195"/>
                </a:cubicBezTo>
                <a:lnTo>
                  <a:pt x="985008" y="35585"/>
                </a:lnTo>
                <a:cubicBezTo>
                  <a:pt x="982522" y="34116"/>
                  <a:pt x="980037" y="33382"/>
                  <a:pt x="977552" y="33382"/>
                </a:cubicBezTo>
                <a:cubicBezTo>
                  <a:pt x="975330" y="33382"/>
                  <a:pt x="973334" y="34052"/>
                  <a:pt x="971565" y="35391"/>
                </a:cubicBezTo>
                <a:cubicBezTo>
                  <a:pt x="969795" y="36729"/>
                  <a:pt x="968533" y="38585"/>
                  <a:pt x="967780" y="40960"/>
                </a:cubicBezTo>
                <a:cubicBezTo>
                  <a:pt x="966650" y="44578"/>
                  <a:pt x="966086" y="48536"/>
                  <a:pt x="966086" y="52834"/>
                </a:cubicBezTo>
                <a:lnTo>
                  <a:pt x="966086" y="84274"/>
                </a:lnTo>
                <a:lnTo>
                  <a:pt x="955918" y="84274"/>
                </a:lnTo>
                <a:close/>
                <a:moveTo>
                  <a:pt x="1035628" y="64957"/>
                </a:moveTo>
                <a:lnTo>
                  <a:pt x="1046134" y="66256"/>
                </a:lnTo>
                <a:cubicBezTo>
                  <a:pt x="1044477" y="72394"/>
                  <a:pt x="1041408" y="77157"/>
                  <a:pt x="1036927" y="80546"/>
                </a:cubicBezTo>
                <a:cubicBezTo>
                  <a:pt x="1032446" y="83936"/>
                  <a:pt x="1026723" y="85630"/>
                  <a:pt x="1019756" y="85630"/>
                </a:cubicBezTo>
                <a:cubicBezTo>
                  <a:pt x="1010982" y="85630"/>
                  <a:pt x="1004025" y="82928"/>
                  <a:pt x="998885" y="77525"/>
                </a:cubicBezTo>
                <a:cubicBezTo>
                  <a:pt x="993745" y="72121"/>
                  <a:pt x="991175" y="64543"/>
                  <a:pt x="991175" y="54790"/>
                </a:cubicBezTo>
                <a:cubicBezTo>
                  <a:pt x="991175" y="44698"/>
                  <a:pt x="993773" y="36865"/>
                  <a:pt x="998970" y="31292"/>
                </a:cubicBezTo>
                <a:cubicBezTo>
                  <a:pt x="1004167" y="25719"/>
                  <a:pt x="1010907" y="22933"/>
                  <a:pt x="1019191" y="22933"/>
                </a:cubicBezTo>
                <a:cubicBezTo>
                  <a:pt x="1027212" y="22933"/>
                  <a:pt x="1033764" y="25659"/>
                  <a:pt x="1038848" y="31110"/>
                </a:cubicBezTo>
                <a:cubicBezTo>
                  <a:pt x="1043931" y="36561"/>
                  <a:pt x="1046473" y="44230"/>
                  <a:pt x="1046473" y="54117"/>
                </a:cubicBezTo>
                <a:cubicBezTo>
                  <a:pt x="1046473" y="54718"/>
                  <a:pt x="1046454" y="55620"/>
                  <a:pt x="1046417" y="56823"/>
                </a:cubicBezTo>
                <a:lnTo>
                  <a:pt x="1001681" y="56823"/>
                </a:lnTo>
                <a:cubicBezTo>
                  <a:pt x="1002058" y="63394"/>
                  <a:pt x="1003922" y="68426"/>
                  <a:pt x="1007273" y="71918"/>
                </a:cubicBezTo>
                <a:cubicBezTo>
                  <a:pt x="1010625" y="75411"/>
                  <a:pt x="1014804" y="77157"/>
                  <a:pt x="1019813" y="77157"/>
                </a:cubicBezTo>
                <a:cubicBezTo>
                  <a:pt x="1023541" y="77157"/>
                  <a:pt x="1026723" y="76188"/>
                  <a:pt x="1029358" y="74248"/>
                </a:cubicBezTo>
                <a:cubicBezTo>
                  <a:pt x="1031994" y="72308"/>
                  <a:pt x="1034084" y="69211"/>
                  <a:pt x="1035628" y="64957"/>
                </a:cubicBezTo>
                <a:moveTo>
                  <a:pt x="1002246" y="48350"/>
                </a:moveTo>
                <a:lnTo>
                  <a:pt x="1035741" y="48350"/>
                </a:lnTo>
                <a:cubicBezTo>
                  <a:pt x="1035289" y="43387"/>
                  <a:pt x="1034009" y="39664"/>
                  <a:pt x="1031900" y="37182"/>
                </a:cubicBezTo>
                <a:cubicBezTo>
                  <a:pt x="1028662" y="33331"/>
                  <a:pt x="1024463" y="31405"/>
                  <a:pt x="1019304" y="31405"/>
                </a:cubicBezTo>
                <a:cubicBezTo>
                  <a:pt x="1014635" y="31405"/>
                  <a:pt x="1010709" y="32943"/>
                  <a:pt x="1007527" y="36017"/>
                </a:cubicBezTo>
                <a:cubicBezTo>
                  <a:pt x="1004345" y="39091"/>
                  <a:pt x="1002585" y="43202"/>
                  <a:pt x="1002246" y="48350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Generation">
            <a:extLst xmlns:a="http://schemas.openxmlformats.org/drawingml/2006/main">
              <a:ext uri="{FF2B5EF4-FFF2-40B4-BE49-F238E27FC236}">
                <a16:creationId xmlns:a16="http://schemas.microsoft.com/office/drawing/2014/main" id="{40A22696-9581-4EA6-B929-B35FC81F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519" y="1946582"/>
            <a:ext cx="558476" cy="85630"/>
          </a:xfrm>
          <a:custGeom xmlns:a="http://schemas.openxmlformats.org/drawingml/2006/main">
            <a:pathLst>
              <a:path w="558476" h="85630">
                <a:moveTo>
                  <a:pt x="41516" y="51627"/>
                </a:moveTo>
                <a:lnTo>
                  <a:pt x="41516" y="42024"/>
                </a:lnTo>
                <a:lnTo>
                  <a:pt x="76593" y="41968"/>
                </a:lnTo>
                <a:lnTo>
                  <a:pt x="76593" y="72639"/>
                </a:lnTo>
                <a:cubicBezTo>
                  <a:pt x="71208" y="76950"/>
                  <a:pt x="65653" y="80193"/>
                  <a:pt x="59930" y="82368"/>
                </a:cubicBezTo>
                <a:cubicBezTo>
                  <a:pt x="54206" y="84543"/>
                  <a:pt x="48332" y="85630"/>
                  <a:pt x="42307" y="85630"/>
                </a:cubicBezTo>
                <a:cubicBezTo>
                  <a:pt x="34173" y="85630"/>
                  <a:pt x="26783" y="83888"/>
                  <a:pt x="20137" y="80405"/>
                </a:cubicBezTo>
                <a:cubicBezTo>
                  <a:pt x="13490" y="76922"/>
                  <a:pt x="8473" y="71886"/>
                  <a:pt x="5084" y="65296"/>
                </a:cubicBezTo>
                <a:cubicBezTo>
                  <a:pt x="1695" y="58706"/>
                  <a:pt x="0" y="51344"/>
                  <a:pt x="0" y="43210"/>
                </a:cubicBezTo>
                <a:cubicBezTo>
                  <a:pt x="0" y="35152"/>
                  <a:pt x="1685" y="27630"/>
                  <a:pt x="5055" y="20645"/>
                </a:cubicBezTo>
                <a:cubicBezTo>
                  <a:pt x="8426" y="13660"/>
                  <a:pt x="13274" y="8473"/>
                  <a:pt x="19600" y="5084"/>
                </a:cubicBezTo>
                <a:cubicBezTo>
                  <a:pt x="25926" y="1695"/>
                  <a:pt x="33213" y="0"/>
                  <a:pt x="41459" y="0"/>
                </a:cubicBezTo>
                <a:cubicBezTo>
                  <a:pt x="47447" y="0"/>
                  <a:pt x="52860" y="967"/>
                  <a:pt x="57699" y="2902"/>
                </a:cubicBezTo>
                <a:cubicBezTo>
                  <a:pt x="62537" y="4836"/>
                  <a:pt x="66331" y="7532"/>
                  <a:pt x="69080" y="10990"/>
                </a:cubicBezTo>
                <a:cubicBezTo>
                  <a:pt x="71829" y="14446"/>
                  <a:pt x="73919" y="18954"/>
                  <a:pt x="75350" y="24514"/>
                </a:cubicBezTo>
                <a:lnTo>
                  <a:pt x="65465" y="27225"/>
                </a:lnTo>
                <a:cubicBezTo>
                  <a:pt x="64223" y="23008"/>
                  <a:pt x="62679" y="19694"/>
                  <a:pt x="60833" y="17284"/>
                </a:cubicBezTo>
                <a:cubicBezTo>
                  <a:pt x="58988" y="14874"/>
                  <a:pt x="56352" y="12944"/>
                  <a:pt x="52926" y="11495"/>
                </a:cubicBezTo>
                <a:cubicBezTo>
                  <a:pt x="49499" y="10045"/>
                  <a:pt x="45696" y="9320"/>
                  <a:pt x="41516" y="9320"/>
                </a:cubicBezTo>
                <a:cubicBezTo>
                  <a:pt x="36508" y="9320"/>
                  <a:pt x="32177" y="10083"/>
                  <a:pt x="28525" y="11609"/>
                </a:cubicBezTo>
                <a:cubicBezTo>
                  <a:pt x="24872" y="13136"/>
                  <a:pt x="21925" y="15142"/>
                  <a:pt x="19685" y="17630"/>
                </a:cubicBezTo>
                <a:cubicBezTo>
                  <a:pt x="17444" y="20118"/>
                  <a:pt x="15703" y="22850"/>
                  <a:pt x="14460" y="25827"/>
                </a:cubicBezTo>
                <a:cubicBezTo>
                  <a:pt x="12351" y="30953"/>
                  <a:pt x="11297" y="36512"/>
                  <a:pt x="11297" y="42504"/>
                </a:cubicBezTo>
                <a:cubicBezTo>
                  <a:pt x="11297" y="49891"/>
                  <a:pt x="12568" y="56072"/>
                  <a:pt x="15110" y="61047"/>
                </a:cubicBezTo>
                <a:cubicBezTo>
                  <a:pt x="17651" y="66022"/>
                  <a:pt x="21351" y="69716"/>
                  <a:pt x="26209" y="72129"/>
                </a:cubicBezTo>
                <a:cubicBezTo>
                  <a:pt x="31066" y="74540"/>
                  <a:pt x="36225" y="75745"/>
                  <a:pt x="41685" y="75745"/>
                </a:cubicBezTo>
                <a:cubicBezTo>
                  <a:pt x="46430" y="75745"/>
                  <a:pt x="51062" y="74826"/>
                  <a:pt x="55580" y="72988"/>
                </a:cubicBezTo>
                <a:cubicBezTo>
                  <a:pt x="60099" y="71150"/>
                  <a:pt x="63526" y="69188"/>
                  <a:pt x="65861" y="67103"/>
                </a:cubicBezTo>
                <a:lnTo>
                  <a:pt x="65861" y="51627"/>
                </a:lnTo>
                <a:lnTo>
                  <a:pt x="41516" y="51627"/>
                </a:lnTo>
                <a:close/>
                <a:moveTo>
                  <a:pt x="132566" y="64957"/>
                </a:moveTo>
                <a:lnTo>
                  <a:pt x="143072" y="66256"/>
                </a:lnTo>
                <a:cubicBezTo>
                  <a:pt x="141415" y="72394"/>
                  <a:pt x="138346" y="77157"/>
                  <a:pt x="133865" y="80546"/>
                </a:cubicBezTo>
                <a:cubicBezTo>
                  <a:pt x="129384" y="83936"/>
                  <a:pt x="123660" y="85630"/>
                  <a:pt x="116694" y="85630"/>
                </a:cubicBezTo>
                <a:cubicBezTo>
                  <a:pt x="107920" y="85630"/>
                  <a:pt x="100963" y="82928"/>
                  <a:pt x="95823" y="77525"/>
                </a:cubicBezTo>
                <a:cubicBezTo>
                  <a:pt x="90683" y="72121"/>
                  <a:pt x="88113" y="64543"/>
                  <a:pt x="88113" y="54790"/>
                </a:cubicBezTo>
                <a:cubicBezTo>
                  <a:pt x="88113" y="44698"/>
                  <a:pt x="90711" y="36865"/>
                  <a:pt x="95908" y="31292"/>
                </a:cubicBezTo>
                <a:cubicBezTo>
                  <a:pt x="101104" y="25719"/>
                  <a:pt x="107845" y="22933"/>
                  <a:pt x="116129" y="22933"/>
                </a:cubicBezTo>
                <a:cubicBezTo>
                  <a:pt x="124150" y="22933"/>
                  <a:pt x="130702" y="25659"/>
                  <a:pt x="135786" y="31110"/>
                </a:cubicBezTo>
                <a:cubicBezTo>
                  <a:pt x="140869" y="36561"/>
                  <a:pt x="143411" y="44230"/>
                  <a:pt x="143411" y="54117"/>
                </a:cubicBezTo>
                <a:cubicBezTo>
                  <a:pt x="143411" y="54718"/>
                  <a:pt x="143392" y="55620"/>
                  <a:pt x="143355" y="56823"/>
                </a:cubicBezTo>
                <a:lnTo>
                  <a:pt x="98619" y="56823"/>
                </a:lnTo>
                <a:cubicBezTo>
                  <a:pt x="98996" y="63394"/>
                  <a:pt x="100860" y="68426"/>
                  <a:pt x="104211" y="71918"/>
                </a:cubicBezTo>
                <a:cubicBezTo>
                  <a:pt x="107562" y="75411"/>
                  <a:pt x="111742" y="77157"/>
                  <a:pt x="116750" y="77157"/>
                </a:cubicBezTo>
                <a:cubicBezTo>
                  <a:pt x="120478" y="77157"/>
                  <a:pt x="123660" y="76188"/>
                  <a:pt x="126296" y="74248"/>
                </a:cubicBezTo>
                <a:cubicBezTo>
                  <a:pt x="128932" y="72308"/>
                  <a:pt x="131022" y="69211"/>
                  <a:pt x="132566" y="64957"/>
                </a:cubicBezTo>
                <a:moveTo>
                  <a:pt x="99184" y="48350"/>
                </a:moveTo>
                <a:lnTo>
                  <a:pt x="132679" y="48350"/>
                </a:lnTo>
                <a:cubicBezTo>
                  <a:pt x="132227" y="43387"/>
                  <a:pt x="130947" y="39664"/>
                  <a:pt x="128838" y="37182"/>
                </a:cubicBezTo>
                <a:cubicBezTo>
                  <a:pt x="125600" y="33331"/>
                  <a:pt x="121401" y="31405"/>
                  <a:pt x="116242" y="31405"/>
                </a:cubicBezTo>
                <a:cubicBezTo>
                  <a:pt x="111573" y="31405"/>
                  <a:pt x="107647" y="32943"/>
                  <a:pt x="104465" y="36017"/>
                </a:cubicBezTo>
                <a:cubicBezTo>
                  <a:pt x="101283" y="39091"/>
                  <a:pt x="99523" y="43202"/>
                  <a:pt x="99184" y="48350"/>
                </a:cubicBezTo>
                <a:close/>
                <a:moveTo>
                  <a:pt x="155855" y="84274"/>
                </a:moveTo>
                <a:lnTo>
                  <a:pt x="155855" y="24288"/>
                </a:lnTo>
                <a:lnTo>
                  <a:pt x="165005" y="24288"/>
                </a:lnTo>
                <a:lnTo>
                  <a:pt x="165005" y="32761"/>
                </a:lnTo>
                <a:cubicBezTo>
                  <a:pt x="169411" y="26209"/>
                  <a:pt x="175775" y="22933"/>
                  <a:pt x="184097" y="22933"/>
                </a:cubicBezTo>
                <a:cubicBezTo>
                  <a:pt x="187712" y="22933"/>
                  <a:pt x="191035" y="23582"/>
                  <a:pt x="194066" y="24881"/>
                </a:cubicBezTo>
                <a:cubicBezTo>
                  <a:pt x="197098" y="26180"/>
                  <a:pt x="199366" y="27884"/>
                  <a:pt x="200873" y="29993"/>
                </a:cubicBezTo>
                <a:cubicBezTo>
                  <a:pt x="202379" y="32102"/>
                  <a:pt x="203433" y="34606"/>
                  <a:pt x="204036" y="37506"/>
                </a:cubicBezTo>
                <a:cubicBezTo>
                  <a:pt x="204412" y="39388"/>
                  <a:pt x="204601" y="42683"/>
                  <a:pt x="204601" y="47390"/>
                </a:cubicBezTo>
                <a:lnTo>
                  <a:pt x="204601" y="84274"/>
                </a:lnTo>
                <a:lnTo>
                  <a:pt x="194433" y="84274"/>
                </a:lnTo>
                <a:lnTo>
                  <a:pt x="194433" y="47747"/>
                </a:lnTo>
                <a:cubicBezTo>
                  <a:pt x="194433" y="43600"/>
                  <a:pt x="194038" y="40499"/>
                  <a:pt x="193247" y="38445"/>
                </a:cubicBezTo>
                <a:cubicBezTo>
                  <a:pt x="192456" y="36390"/>
                  <a:pt x="191054" y="34750"/>
                  <a:pt x="189039" y="33525"/>
                </a:cubicBezTo>
                <a:cubicBezTo>
                  <a:pt x="187025" y="32300"/>
                  <a:pt x="184662" y="31688"/>
                  <a:pt x="181950" y="31688"/>
                </a:cubicBezTo>
                <a:cubicBezTo>
                  <a:pt x="177620" y="31688"/>
                  <a:pt x="173883" y="33064"/>
                  <a:pt x="170738" y="35816"/>
                </a:cubicBezTo>
                <a:cubicBezTo>
                  <a:pt x="167594" y="38568"/>
                  <a:pt x="166022" y="43788"/>
                  <a:pt x="166022" y="51478"/>
                </a:cubicBezTo>
                <a:lnTo>
                  <a:pt x="166022" y="84274"/>
                </a:lnTo>
                <a:lnTo>
                  <a:pt x="155855" y="84274"/>
                </a:lnTo>
                <a:close/>
                <a:moveTo>
                  <a:pt x="261271" y="64957"/>
                </a:moveTo>
                <a:lnTo>
                  <a:pt x="271777" y="66256"/>
                </a:lnTo>
                <a:cubicBezTo>
                  <a:pt x="270120" y="72394"/>
                  <a:pt x="267051" y="77157"/>
                  <a:pt x="262570" y="80546"/>
                </a:cubicBezTo>
                <a:cubicBezTo>
                  <a:pt x="258089" y="83936"/>
                  <a:pt x="252366" y="85630"/>
                  <a:pt x="245399" y="85630"/>
                </a:cubicBezTo>
                <a:cubicBezTo>
                  <a:pt x="236625" y="85630"/>
                  <a:pt x="229668" y="82928"/>
                  <a:pt x="224528" y="77525"/>
                </a:cubicBezTo>
                <a:cubicBezTo>
                  <a:pt x="219388" y="72121"/>
                  <a:pt x="216818" y="64543"/>
                  <a:pt x="216818" y="54790"/>
                </a:cubicBezTo>
                <a:cubicBezTo>
                  <a:pt x="216818" y="44698"/>
                  <a:pt x="219416" y="36865"/>
                  <a:pt x="224613" y="31292"/>
                </a:cubicBezTo>
                <a:cubicBezTo>
                  <a:pt x="229810" y="25719"/>
                  <a:pt x="236550" y="22933"/>
                  <a:pt x="244834" y="22933"/>
                </a:cubicBezTo>
                <a:cubicBezTo>
                  <a:pt x="252855" y="22933"/>
                  <a:pt x="259407" y="25659"/>
                  <a:pt x="264491" y="31110"/>
                </a:cubicBezTo>
                <a:cubicBezTo>
                  <a:pt x="269574" y="36561"/>
                  <a:pt x="272116" y="44230"/>
                  <a:pt x="272116" y="54117"/>
                </a:cubicBezTo>
                <a:cubicBezTo>
                  <a:pt x="272116" y="54718"/>
                  <a:pt x="272097" y="55620"/>
                  <a:pt x="272060" y="56823"/>
                </a:cubicBezTo>
                <a:lnTo>
                  <a:pt x="227324" y="56823"/>
                </a:lnTo>
                <a:cubicBezTo>
                  <a:pt x="227701" y="63394"/>
                  <a:pt x="229565" y="68426"/>
                  <a:pt x="232916" y="71918"/>
                </a:cubicBezTo>
                <a:cubicBezTo>
                  <a:pt x="236268" y="75411"/>
                  <a:pt x="240447" y="77157"/>
                  <a:pt x="245456" y="77157"/>
                </a:cubicBezTo>
                <a:cubicBezTo>
                  <a:pt x="249184" y="77157"/>
                  <a:pt x="252366" y="76188"/>
                  <a:pt x="255002" y="74248"/>
                </a:cubicBezTo>
                <a:cubicBezTo>
                  <a:pt x="257637" y="72308"/>
                  <a:pt x="259727" y="69211"/>
                  <a:pt x="261271" y="64957"/>
                </a:cubicBezTo>
                <a:moveTo>
                  <a:pt x="227889" y="48350"/>
                </a:moveTo>
                <a:lnTo>
                  <a:pt x="261384" y="48350"/>
                </a:lnTo>
                <a:cubicBezTo>
                  <a:pt x="260932" y="43387"/>
                  <a:pt x="259652" y="39664"/>
                  <a:pt x="257543" y="37182"/>
                </a:cubicBezTo>
                <a:cubicBezTo>
                  <a:pt x="254305" y="33331"/>
                  <a:pt x="250106" y="31405"/>
                  <a:pt x="244947" y="31405"/>
                </a:cubicBezTo>
                <a:cubicBezTo>
                  <a:pt x="240278" y="31405"/>
                  <a:pt x="236352" y="32943"/>
                  <a:pt x="233170" y="36017"/>
                </a:cubicBezTo>
                <a:cubicBezTo>
                  <a:pt x="229988" y="39091"/>
                  <a:pt x="228228" y="43202"/>
                  <a:pt x="227889" y="48350"/>
                </a:cubicBezTo>
                <a:close/>
                <a:moveTo>
                  <a:pt x="284447" y="84274"/>
                </a:moveTo>
                <a:lnTo>
                  <a:pt x="284447" y="24288"/>
                </a:lnTo>
                <a:lnTo>
                  <a:pt x="293597" y="24288"/>
                </a:lnTo>
                <a:lnTo>
                  <a:pt x="293597" y="33326"/>
                </a:lnTo>
                <a:cubicBezTo>
                  <a:pt x="295932" y="29094"/>
                  <a:pt x="298088" y="26304"/>
                  <a:pt x="300065" y="24955"/>
                </a:cubicBezTo>
                <a:cubicBezTo>
                  <a:pt x="302042" y="23607"/>
                  <a:pt x="304216" y="22933"/>
                  <a:pt x="306589" y="22933"/>
                </a:cubicBezTo>
                <a:cubicBezTo>
                  <a:pt x="310016" y="22933"/>
                  <a:pt x="313499" y="24020"/>
                  <a:pt x="317038" y="26195"/>
                </a:cubicBezTo>
                <a:lnTo>
                  <a:pt x="313536" y="35585"/>
                </a:lnTo>
                <a:cubicBezTo>
                  <a:pt x="311051" y="34116"/>
                  <a:pt x="308566" y="33382"/>
                  <a:pt x="306080" y="33382"/>
                </a:cubicBezTo>
                <a:cubicBezTo>
                  <a:pt x="303859" y="33382"/>
                  <a:pt x="301863" y="34052"/>
                  <a:pt x="300093" y="35391"/>
                </a:cubicBezTo>
                <a:cubicBezTo>
                  <a:pt x="298323" y="36729"/>
                  <a:pt x="297062" y="38585"/>
                  <a:pt x="296309" y="40960"/>
                </a:cubicBezTo>
                <a:cubicBezTo>
                  <a:pt x="295179" y="44578"/>
                  <a:pt x="294614" y="48536"/>
                  <a:pt x="294614" y="52834"/>
                </a:cubicBezTo>
                <a:lnTo>
                  <a:pt x="294614" y="84274"/>
                </a:lnTo>
                <a:lnTo>
                  <a:pt x="284447" y="84274"/>
                </a:lnTo>
                <a:close/>
                <a:moveTo>
                  <a:pt x="362259" y="76868"/>
                </a:moveTo>
                <a:cubicBezTo>
                  <a:pt x="358494" y="80071"/>
                  <a:pt x="354869" y="82332"/>
                  <a:pt x="351386" y="83651"/>
                </a:cubicBezTo>
                <a:cubicBezTo>
                  <a:pt x="347903" y="84970"/>
                  <a:pt x="344166" y="85630"/>
                  <a:pt x="340174" y="85630"/>
                </a:cubicBezTo>
                <a:cubicBezTo>
                  <a:pt x="333584" y="85630"/>
                  <a:pt x="328520" y="84019"/>
                  <a:pt x="324980" y="80797"/>
                </a:cubicBezTo>
                <a:cubicBezTo>
                  <a:pt x="321440" y="77575"/>
                  <a:pt x="319670" y="73458"/>
                  <a:pt x="319670" y="68446"/>
                </a:cubicBezTo>
                <a:cubicBezTo>
                  <a:pt x="319670" y="65508"/>
                  <a:pt x="320339" y="62824"/>
                  <a:pt x="321676" y="60394"/>
                </a:cubicBezTo>
                <a:cubicBezTo>
                  <a:pt x="323012" y="57963"/>
                  <a:pt x="324763" y="56012"/>
                  <a:pt x="326929" y="54543"/>
                </a:cubicBezTo>
                <a:cubicBezTo>
                  <a:pt x="329094" y="53073"/>
                  <a:pt x="331532" y="51961"/>
                  <a:pt x="334243" y="51208"/>
                </a:cubicBezTo>
                <a:cubicBezTo>
                  <a:pt x="336239" y="50680"/>
                  <a:pt x="339252" y="50171"/>
                  <a:pt x="343281" y="49681"/>
                </a:cubicBezTo>
                <a:cubicBezTo>
                  <a:pt x="351490" y="48709"/>
                  <a:pt x="357534" y="47550"/>
                  <a:pt x="361412" y="46204"/>
                </a:cubicBezTo>
                <a:cubicBezTo>
                  <a:pt x="361450" y="44817"/>
                  <a:pt x="361469" y="43935"/>
                  <a:pt x="361469" y="43560"/>
                </a:cubicBezTo>
                <a:cubicBezTo>
                  <a:pt x="361469" y="39433"/>
                  <a:pt x="360508" y="36526"/>
                  <a:pt x="358588" y="34838"/>
                </a:cubicBezTo>
                <a:cubicBezTo>
                  <a:pt x="355990" y="32550"/>
                  <a:pt x="352130" y="31405"/>
                  <a:pt x="347009" y="31405"/>
                </a:cubicBezTo>
                <a:cubicBezTo>
                  <a:pt x="342226" y="31405"/>
                  <a:pt x="338696" y="32243"/>
                  <a:pt x="336418" y="33919"/>
                </a:cubicBezTo>
                <a:cubicBezTo>
                  <a:pt x="334140" y="35594"/>
                  <a:pt x="332455" y="38560"/>
                  <a:pt x="331363" y="42815"/>
                </a:cubicBezTo>
                <a:lnTo>
                  <a:pt x="321421" y="41459"/>
                </a:lnTo>
                <a:cubicBezTo>
                  <a:pt x="322325" y="37191"/>
                  <a:pt x="323813" y="33745"/>
                  <a:pt x="325884" y="31119"/>
                </a:cubicBezTo>
                <a:cubicBezTo>
                  <a:pt x="327955" y="28494"/>
                  <a:pt x="330948" y="26473"/>
                  <a:pt x="334865" y="25058"/>
                </a:cubicBezTo>
                <a:cubicBezTo>
                  <a:pt x="338781" y="23641"/>
                  <a:pt x="343318" y="22933"/>
                  <a:pt x="348477" y="22933"/>
                </a:cubicBezTo>
                <a:cubicBezTo>
                  <a:pt x="353599" y="22933"/>
                  <a:pt x="357760" y="23535"/>
                  <a:pt x="360960" y="24740"/>
                </a:cubicBezTo>
                <a:cubicBezTo>
                  <a:pt x="364161" y="25945"/>
                  <a:pt x="366515" y="27461"/>
                  <a:pt x="368021" y="29287"/>
                </a:cubicBezTo>
                <a:cubicBezTo>
                  <a:pt x="369527" y="31113"/>
                  <a:pt x="370581" y="33420"/>
                  <a:pt x="371184" y="36206"/>
                </a:cubicBezTo>
                <a:cubicBezTo>
                  <a:pt x="371523" y="37939"/>
                  <a:pt x="371692" y="41064"/>
                  <a:pt x="371692" y="45583"/>
                </a:cubicBezTo>
                <a:lnTo>
                  <a:pt x="371692" y="59139"/>
                </a:lnTo>
                <a:cubicBezTo>
                  <a:pt x="371692" y="68591"/>
                  <a:pt x="371909" y="74569"/>
                  <a:pt x="372342" y="77073"/>
                </a:cubicBezTo>
                <a:cubicBezTo>
                  <a:pt x="372775" y="79577"/>
                  <a:pt x="373632" y="81977"/>
                  <a:pt x="374912" y="84274"/>
                </a:cubicBezTo>
                <a:lnTo>
                  <a:pt x="364293" y="84274"/>
                </a:lnTo>
                <a:cubicBezTo>
                  <a:pt x="363239" y="82163"/>
                  <a:pt x="362561" y="79694"/>
                  <a:pt x="362259" y="76868"/>
                </a:cubicBezTo>
                <a:moveTo>
                  <a:pt x="361412" y="54112"/>
                </a:moveTo>
                <a:cubicBezTo>
                  <a:pt x="357722" y="55631"/>
                  <a:pt x="352186" y="56922"/>
                  <a:pt x="344806" y="57985"/>
                </a:cubicBezTo>
                <a:cubicBezTo>
                  <a:pt x="340626" y="58589"/>
                  <a:pt x="337670" y="59270"/>
                  <a:pt x="335938" y="60027"/>
                </a:cubicBezTo>
                <a:cubicBezTo>
                  <a:pt x="334206" y="60782"/>
                  <a:pt x="332869" y="61888"/>
                  <a:pt x="331927" y="63345"/>
                </a:cubicBezTo>
                <a:cubicBezTo>
                  <a:pt x="330986" y="64801"/>
                  <a:pt x="330515" y="66417"/>
                  <a:pt x="330515" y="68194"/>
                </a:cubicBezTo>
                <a:cubicBezTo>
                  <a:pt x="330515" y="70916"/>
                  <a:pt x="331541" y="73185"/>
                  <a:pt x="333594" y="75000"/>
                </a:cubicBezTo>
                <a:cubicBezTo>
                  <a:pt x="335646" y="76815"/>
                  <a:pt x="338649" y="77722"/>
                  <a:pt x="342603" y="77722"/>
                </a:cubicBezTo>
                <a:cubicBezTo>
                  <a:pt x="346519" y="77722"/>
                  <a:pt x="350002" y="76861"/>
                  <a:pt x="353053" y="75140"/>
                </a:cubicBezTo>
                <a:cubicBezTo>
                  <a:pt x="356103" y="73418"/>
                  <a:pt x="358343" y="71063"/>
                  <a:pt x="359774" y="68074"/>
                </a:cubicBezTo>
                <a:cubicBezTo>
                  <a:pt x="360866" y="65765"/>
                  <a:pt x="361412" y="62360"/>
                  <a:pt x="361412" y="57857"/>
                </a:cubicBezTo>
                <a:lnTo>
                  <a:pt x="361412" y="54112"/>
                </a:lnTo>
                <a:close/>
                <a:moveTo>
                  <a:pt x="409667" y="75293"/>
                </a:moveTo>
                <a:lnTo>
                  <a:pt x="411135" y="84274"/>
                </a:lnTo>
                <a:cubicBezTo>
                  <a:pt x="408274" y="84802"/>
                  <a:pt x="405713" y="85065"/>
                  <a:pt x="403454" y="85065"/>
                </a:cubicBezTo>
                <a:cubicBezTo>
                  <a:pt x="399763" y="85065"/>
                  <a:pt x="396901" y="84482"/>
                  <a:pt x="394868" y="83314"/>
                </a:cubicBezTo>
                <a:cubicBezTo>
                  <a:pt x="392835" y="82147"/>
                  <a:pt x="391404" y="80612"/>
                  <a:pt x="390575" y="78711"/>
                </a:cubicBezTo>
                <a:cubicBezTo>
                  <a:pt x="389747" y="76809"/>
                  <a:pt x="389333" y="72808"/>
                  <a:pt x="389333" y="66708"/>
                </a:cubicBezTo>
                <a:lnTo>
                  <a:pt x="389333" y="32196"/>
                </a:lnTo>
                <a:lnTo>
                  <a:pt x="381877" y="32196"/>
                </a:lnTo>
                <a:lnTo>
                  <a:pt x="381877" y="24288"/>
                </a:lnTo>
                <a:lnTo>
                  <a:pt x="389333" y="24288"/>
                </a:lnTo>
                <a:lnTo>
                  <a:pt x="389333" y="9392"/>
                </a:lnTo>
                <a:lnTo>
                  <a:pt x="399443" y="3276"/>
                </a:lnTo>
                <a:lnTo>
                  <a:pt x="399443" y="24288"/>
                </a:lnTo>
                <a:lnTo>
                  <a:pt x="409667" y="24288"/>
                </a:lnTo>
                <a:lnTo>
                  <a:pt x="409667" y="32196"/>
                </a:lnTo>
                <a:lnTo>
                  <a:pt x="399443" y="32196"/>
                </a:lnTo>
                <a:lnTo>
                  <a:pt x="399443" y="67273"/>
                </a:lnTo>
                <a:cubicBezTo>
                  <a:pt x="399443" y="70172"/>
                  <a:pt x="399622" y="72036"/>
                  <a:pt x="399980" y="72865"/>
                </a:cubicBezTo>
                <a:cubicBezTo>
                  <a:pt x="400338" y="73693"/>
                  <a:pt x="400921" y="74352"/>
                  <a:pt x="401731" y="74842"/>
                </a:cubicBezTo>
                <a:cubicBezTo>
                  <a:pt x="402540" y="75331"/>
                  <a:pt x="403698" y="75576"/>
                  <a:pt x="405205" y="75576"/>
                </a:cubicBezTo>
                <a:cubicBezTo>
                  <a:pt x="406334" y="75576"/>
                  <a:pt x="407822" y="75482"/>
                  <a:pt x="409667" y="75293"/>
                </a:cubicBezTo>
                <a:close/>
                <a:moveTo>
                  <a:pt x="419718" y="13217"/>
                </a:moveTo>
                <a:lnTo>
                  <a:pt x="419718" y="1469"/>
                </a:lnTo>
                <a:lnTo>
                  <a:pt x="429886" y="1469"/>
                </a:lnTo>
                <a:lnTo>
                  <a:pt x="429886" y="13217"/>
                </a:lnTo>
                <a:lnTo>
                  <a:pt x="419718" y="13217"/>
                </a:lnTo>
                <a:moveTo>
                  <a:pt x="419718" y="84274"/>
                </a:moveTo>
                <a:lnTo>
                  <a:pt x="419718" y="24288"/>
                </a:lnTo>
                <a:lnTo>
                  <a:pt x="429886" y="24288"/>
                </a:lnTo>
                <a:lnTo>
                  <a:pt x="429886" y="84274"/>
                </a:lnTo>
                <a:lnTo>
                  <a:pt x="419718" y="84274"/>
                </a:lnTo>
                <a:close/>
                <a:moveTo>
                  <a:pt x="441593" y="54281"/>
                </a:moveTo>
                <a:cubicBezTo>
                  <a:pt x="441593" y="43173"/>
                  <a:pt x="444681" y="34945"/>
                  <a:pt x="450856" y="29598"/>
                </a:cubicBezTo>
                <a:cubicBezTo>
                  <a:pt x="456015" y="25154"/>
                  <a:pt x="462304" y="22933"/>
                  <a:pt x="469722" y="22933"/>
                </a:cubicBezTo>
                <a:cubicBezTo>
                  <a:pt x="477969" y="22933"/>
                  <a:pt x="484709" y="25634"/>
                  <a:pt x="489944" y="31038"/>
                </a:cubicBezTo>
                <a:cubicBezTo>
                  <a:pt x="495178" y="36442"/>
                  <a:pt x="497795" y="43907"/>
                  <a:pt x="497795" y="53434"/>
                </a:cubicBezTo>
                <a:cubicBezTo>
                  <a:pt x="497795" y="61154"/>
                  <a:pt x="496637" y="67226"/>
                  <a:pt x="494321" y="71650"/>
                </a:cubicBezTo>
                <a:cubicBezTo>
                  <a:pt x="492005" y="76075"/>
                  <a:pt x="488635" y="79511"/>
                  <a:pt x="484210" y="81959"/>
                </a:cubicBezTo>
                <a:cubicBezTo>
                  <a:pt x="479786" y="84406"/>
                  <a:pt x="474956" y="85630"/>
                  <a:pt x="469722" y="85630"/>
                </a:cubicBezTo>
                <a:cubicBezTo>
                  <a:pt x="461325" y="85630"/>
                  <a:pt x="454537" y="82938"/>
                  <a:pt x="449360" y="77553"/>
                </a:cubicBezTo>
                <a:cubicBezTo>
                  <a:pt x="444182" y="72168"/>
                  <a:pt x="441593" y="64411"/>
                  <a:pt x="441593" y="54281"/>
                </a:cubicBezTo>
                <a:moveTo>
                  <a:pt x="452043" y="54253"/>
                </a:moveTo>
                <a:cubicBezTo>
                  <a:pt x="452043" y="61907"/>
                  <a:pt x="453718" y="67637"/>
                  <a:pt x="457070" y="71445"/>
                </a:cubicBezTo>
                <a:cubicBezTo>
                  <a:pt x="460421" y="75253"/>
                  <a:pt x="464639" y="77157"/>
                  <a:pt x="469722" y="77157"/>
                </a:cubicBezTo>
                <a:cubicBezTo>
                  <a:pt x="474768" y="77157"/>
                  <a:pt x="478967" y="75244"/>
                  <a:pt x="482318" y="71417"/>
                </a:cubicBezTo>
                <a:cubicBezTo>
                  <a:pt x="485670" y="67590"/>
                  <a:pt x="487345" y="61757"/>
                  <a:pt x="487345" y="53916"/>
                </a:cubicBezTo>
                <a:cubicBezTo>
                  <a:pt x="487345" y="46525"/>
                  <a:pt x="485660" y="40925"/>
                  <a:pt x="482290" y="37117"/>
                </a:cubicBezTo>
                <a:cubicBezTo>
                  <a:pt x="478920" y="33309"/>
                  <a:pt x="474730" y="31405"/>
                  <a:pt x="469722" y="31405"/>
                </a:cubicBezTo>
                <a:cubicBezTo>
                  <a:pt x="464639" y="31405"/>
                  <a:pt x="460421" y="33300"/>
                  <a:pt x="457070" y="37089"/>
                </a:cubicBezTo>
                <a:cubicBezTo>
                  <a:pt x="453718" y="40878"/>
                  <a:pt x="452043" y="46599"/>
                  <a:pt x="452043" y="54253"/>
                </a:cubicBezTo>
                <a:close/>
                <a:moveTo>
                  <a:pt x="509730" y="84274"/>
                </a:moveTo>
                <a:lnTo>
                  <a:pt x="509730" y="24288"/>
                </a:lnTo>
                <a:lnTo>
                  <a:pt x="518881" y="24288"/>
                </a:lnTo>
                <a:lnTo>
                  <a:pt x="518881" y="32761"/>
                </a:lnTo>
                <a:cubicBezTo>
                  <a:pt x="523286" y="26209"/>
                  <a:pt x="529650" y="22933"/>
                  <a:pt x="537972" y="22933"/>
                </a:cubicBezTo>
                <a:cubicBezTo>
                  <a:pt x="541587" y="22933"/>
                  <a:pt x="544910" y="23582"/>
                  <a:pt x="547942" y="24881"/>
                </a:cubicBezTo>
                <a:cubicBezTo>
                  <a:pt x="550973" y="26180"/>
                  <a:pt x="553242" y="27884"/>
                  <a:pt x="554748" y="29993"/>
                </a:cubicBezTo>
                <a:cubicBezTo>
                  <a:pt x="556254" y="32102"/>
                  <a:pt x="557309" y="34606"/>
                  <a:pt x="557911" y="37506"/>
                </a:cubicBezTo>
                <a:cubicBezTo>
                  <a:pt x="558288" y="39388"/>
                  <a:pt x="558476" y="42683"/>
                  <a:pt x="558476" y="47390"/>
                </a:cubicBezTo>
                <a:lnTo>
                  <a:pt x="558476" y="84274"/>
                </a:lnTo>
                <a:lnTo>
                  <a:pt x="548309" y="84274"/>
                </a:lnTo>
                <a:lnTo>
                  <a:pt x="548309" y="47747"/>
                </a:lnTo>
                <a:cubicBezTo>
                  <a:pt x="548309" y="43600"/>
                  <a:pt x="547913" y="40499"/>
                  <a:pt x="547123" y="38445"/>
                </a:cubicBezTo>
                <a:cubicBezTo>
                  <a:pt x="546332" y="36390"/>
                  <a:pt x="544929" y="34750"/>
                  <a:pt x="542915" y="33525"/>
                </a:cubicBezTo>
                <a:cubicBezTo>
                  <a:pt x="540900" y="32300"/>
                  <a:pt x="538537" y="31688"/>
                  <a:pt x="535826" y="31688"/>
                </a:cubicBezTo>
                <a:cubicBezTo>
                  <a:pt x="531495" y="31688"/>
                  <a:pt x="527758" y="33064"/>
                  <a:pt x="524614" y="35816"/>
                </a:cubicBezTo>
                <a:cubicBezTo>
                  <a:pt x="521469" y="38568"/>
                  <a:pt x="519897" y="43788"/>
                  <a:pt x="519897" y="51478"/>
                </a:cubicBezTo>
                <a:lnTo>
                  <a:pt x="519897" y="84274"/>
                </a:lnTo>
                <a:lnTo>
                  <a:pt x="509730" y="8427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a1deac74d47d2"/>
          <a:stretch xmlns:a="http://schemas.openxmlformats.org/drawingml/2006/main"/>
        </p:blipFill>
        <p:spPr>
          <a:xfrm xmlns:a="http://schemas.openxmlformats.org/drawingml/2006/main">
            <a:off x="2895839" y="305649"/>
            <a:ext cx="1443021" cy="401069"/>
          </a:xfrm>
          <a:prstGeom xmlns:a="http://schemas.openxmlformats.org/drawingml/2006/main" prst="rect">
            <a:avLst/>
          </a:prstGeom>
        </p:spPr>
      </p:pic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dc02496c74b6e"/>
          <a:stretch xmlns:a="http://schemas.openxmlformats.org/drawingml/2006/main"/>
        </p:blipFill>
        <p:spPr>
          <a:xfrm xmlns:a="http://schemas.openxmlformats.org/drawingml/2006/main">
            <a:off x="2894871" y="701813"/>
            <a:ext cx="1444956" cy="4152"/>
          </a:xfrm>
          <a:prstGeom xmlns:a="http://schemas.openxmlformats.org/drawingml/2006/main" prst="rect">
            <a:avLst/>
          </a:prstGeom>
        </p:spPr>
      </p:pic>
      <p:pic>
        <p:nvPicPr>
          <p:cNvPr id="2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f25d476454c6d"/>
          <a:stretch xmlns:a="http://schemas.openxmlformats.org/drawingml/2006/main"/>
        </p:blipFill>
        <p:spPr>
          <a:xfrm xmlns:a="http://schemas.openxmlformats.org/drawingml/2006/main">
            <a:off x="3039644" y="707419"/>
            <a:ext cx="1154718" cy="29076"/>
          </a:xfrm>
          <a:prstGeom xmlns:a="http://schemas.openxmlformats.org/drawingml/2006/main" prst="rect">
            <a:avLst/>
          </a:prstGeom>
        </p:spPr>
      </p:pic>
      <p:pic>
        <p:nvPicPr>
          <p:cNvPr id="2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c5bae23fa46f1"/>
          <a:stretch xmlns:a="http://schemas.openxmlformats.org/drawingml/2006/main"/>
        </p:blipFill>
        <p:spPr>
          <a:xfrm xmlns:a="http://schemas.openxmlformats.org/drawingml/2006/main">
            <a:off x="3042782" y="664117"/>
            <a:ext cx="1148441" cy="42601"/>
          </a:xfrm>
          <a:prstGeom xmlns:a="http://schemas.openxmlformats.org/drawingml/2006/main" prst="rect">
            <a:avLst/>
          </a:prstGeom>
        </p:spPr>
      </p:pic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da333be8045e6"/>
          <a:stretch xmlns:a="http://schemas.openxmlformats.org/drawingml/2006/main"/>
        </p:blipFill>
        <p:spPr>
          <a:xfrm xmlns:a="http://schemas.openxmlformats.org/drawingml/2006/main">
            <a:off x="3039644" y="701210"/>
            <a:ext cx="1152063" cy="5358"/>
          </a:xfrm>
          <a:prstGeom xmlns:a="http://schemas.openxmlformats.org/drawingml/2006/main" prst="rect">
            <a:avLst/>
          </a:prstGeom>
        </p:spPr>
      </p:pic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93f95b50347cd"/>
          <a:stretch xmlns:a="http://schemas.openxmlformats.org/drawingml/2006/main"/>
        </p:blipFill>
        <p:spPr>
          <a:xfrm xmlns:a="http://schemas.openxmlformats.org/drawingml/2006/main">
            <a:off x="3039644" y="310075"/>
            <a:ext cx="1154718" cy="5354"/>
          </a:xfrm>
          <a:prstGeom xmlns:a="http://schemas.openxmlformats.org/drawingml/2006/main" prst="rect">
            <a:avLst/>
          </a:prstGeom>
        </p:spPr>
      </p:pic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F00B2-974C-43D2-9239-701906B8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655" y="315682"/>
            <a:ext cx="1393409" cy="348436"/>
          </a:xfrm>
          <a:custGeom xmlns:a="http://schemas.openxmlformats.org/drawingml/2006/main">
            <a:pathLst>
              <a:path w="1393409" h="348436">
                <a:moveTo>
                  <a:pt x="0" y="0"/>
                </a:moveTo>
                <a:lnTo>
                  <a:pt x="0" y="348436"/>
                </a:lnTo>
                <a:lnTo>
                  <a:pt x="1393409" y="348436"/>
                </a:lnTo>
                <a:lnTo>
                  <a:pt x="139340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1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134443-8AD0-4AC4-886E-0154BC85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655" y="315682"/>
            <a:ext cx="1393409" cy="348436"/>
          </a:xfrm>
          <a:custGeom xmlns:a="http://schemas.openxmlformats.org/drawingml/2006/main">
            <a:pathLst>
              <a:path w="1393409" h="348436" fill="none">
                <a:moveTo>
                  <a:pt x="0" y="0"/>
                </a:moveTo>
                <a:lnTo>
                  <a:pt x="0" y="348436"/>
                </a:lnTo>
                <a:lnTo>
                  <a:pt x="1393409" y="348436"/>
                </a:lnTo>
                <a:lnTo>
                  <a:pt x="1393409" y="0"/>
                </a:lnTo>
                <a:lnTo>
                  <a:pt x="0" y="0"/>
                </a:lnTo>
                <a:close/>
                <a:moveTo>
                  <a:pt x="0" y="348436"/>
                </a:moveTo>
                <a:close/>
              </a:path>
            </a:pathLst>
          </a:custGeom>
          <a:noFill xmlns:a="http://schemas.openxmlformats.org/drawingml/2006/main"/>
          <a:ln xmlns:a="http://schemas.openxmlformats.org/drawingml/2006/main" w="5772" cap="flat">
            <a:solidFill>
              <a:srgbClr val="231F20"/>
            </a:solidFill>
            <a:miter/>
          </a:ln>
        </p:spPr>
      </p:sp>
      <p:sp>
        <p:nvSpPr>
          <p:cNvPr id="124" name="Text PatchStatement">
            <a:extLst xmlns:a="http://schemas.openxmlformats.org/drawingml/2006/main">
              <a:ext uri="{FF2B5EF4-FFF2-40B4-BE49-F238E27FC236}">
                <a16:creationId xmlns:a16="http://schemas.microsoft.com/office/drawing/2014/main" id="{17E5D53A-2D53-493F-8B1F-E8554CF8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567" y="379323"/>
            <a:ext cx="844044" cy="85733"/>
          </a:xfrm>
          <a:custGeom xmlns:a="http://schemas.openxmlformats.org/drawingml/2006/main">
            <a:pathLst>
              <a:path w="844044" h="85733">
                <a:moveTo>
                  <a:pt x="0" y="84375"/>
                </a:moveTo>
                <a:lnTo>
                  <a:pt x="0" y="1470"/>
                </a:lnTo>
                <a:lnTo>
                  <a:pt x="31273" y="1470"/>
                </a:lnTo>
                <a:cubicBezTo>
                  <a:pt x="36778" y="1470"/>
                  <a:pt x="40981" y="1734"/>
                  <a:pt x="43884" y="2260"/>
                </a:cubicBezTo>
                <a:cubicBezTo>
                  <a:pt x="47956" y="2939"/>
                  <a:pt x="51368" y="4229"/>
                  <a:pt x="54120" y="6131"/>
                </a:cubicBezTo>
                <a:cubicBezTo>
                  <a:pt x="56872" y="8032"/>
                  <a:pt x="59087" y="10697"/>
                  <a:pt x="60765" y="14124"/>
                </a:cubicBezTo>
                <a:cubicBezTo>
                  <a:pt x="62443" y="17550"/>
                  <a:pt x="63282" y="21315"/>
                  <a:pt x="63282" y="25420"/>
                </a:cubicBezTo>
                <a:cubicBezTo>
                  <a:pt x="63282" y="32463"/>
                  <a:pt x="61038" y="38423"/>
                  <a:pt x="56552" y="43299"/>
                </a:cubicBezTo>
                <a:cubicBezTo>
                  <a:pt x="52065" y="48176"/>
                  <a:pt x="43960" y="50614"/>
                  <a:pt x="32235" y="50614"/>
                </a:cubicBezTo>
                <a:lnTo>
                  <a:pt x="10971" y="50614"/>
                </a:lnTo>
                <a:lnTo>
                  <a:pt x="10971" y="84375"/>
                </a:lnTo>
                <a:lnTo>
                  <a:pt x="0" y="84375"/>
                </a:lnTo>
                <a:moveTo>
                  <a:pt x="10971" y="40830"/>
                </a:moveTo>
                <a:lnTo>
                  <a:pt x="32404" y="40830"/>
                </a:lnTo>
                <a:cubicBezTo>
                  <a:pt x="39492" y="40830"/>
                  <a:pt x="44525" y="39514"/>
                  <a:pt x="47504" y="36881"/>
                </a:cubicBezTo>
                <a:cubicBezTo>
                  <a:pt x="50482" y="34246"/>
                  <a:pt x="51971" y="30539"/>
                  <a:pt x="51971" y="25759"/>
                </a:cubicBezTo>
                <a:cubicBezTo>
                  <a:pt x="51971" y="22298"/>
                  <a:pt x="51095" y="19335"/>
                  <a:pt x="49341" y="16870"/>
                </a:cubicBezTo>
                <a:cubicBezTo>
                  <a:pt x="47588" y="14405"/>
                  <a:pt x="45279" y="12778"/>
                  <a:pt x="42414" y="11987"/>
                </a:cubicBezTo>
                <a:cubicBezTo>
                  <a:pt x="40567" y="11498"/>
                  <a:pt x="37155" y="11254"/>
                  <a:pt x="32178" y="11254"/>
                </a:cubicBezTo>
                <a:lnTo>
                  <a:pt x="10971" y="11254"/>
                </a:lnTo>
                <a:lnTo>
                  <a:pt x="10971" y="40830"/>
                </a:lnTo>
                <a:close/>
                <a:moveTo>
                  <a:pt x="115083" y="76960"/>
                </a:moveTo>
                <a:cubicBezTo>
                  <a:pt x="111312" y="80167"/>
                  <a:pt x="107684" y="82431"/>
                  <a:pt x="104196" y="83751"/>
                </a:cubicBezTo>
                <a:cubicBezTo>
                  <a:pt x="100709" y="85072"/>
                  <a:pt x="96967" y="85733"/>
                  <a:pt x="92971" y="85733"/>
                </a:cubicBezTo>
                <a:cubicBezTo>
                  <a:pt x="86373" y="85733"/>
                  <a:pt x="81302" y="84120"/>
                  <a:pt x="77758" y="80894"/>
                </a:cubicBezTo>
                <a:cubicBezTo>
                  <a:pt x="74214" y="77668"/>
                  <a:pt x="72442" y="73546"/>
                  <a:pt x="72442" y="68528"/>
                </a:cubicBezTo>
                <a:cubicBezTo>
                  <a:pt x="72442" y="65587"/>
                  <a:pt x="73112" y="62899"/>
                  <a:pt x="74450" y="60466"/>
                </a:cubicBezTo>
                <a:cubicBezTo>
                  <a:pt x="75788" y="58032"/>
                  <a:pt x="77542" y="56079"/>
                  <a:pt x="79709" y="54608"/>
                </a:cubicBezTo>
                <a:cubicBezTo>
                  <a:pt x="81877" y="53136"/>
                  <a:pt x="84318" y="52024"/>
                  <a:pt x="87033" y="51270"/>
                </a:cubicBezTo>
                <a:cubicBezTo>
                  <a:pt x="89031" y="50741"/>
                  <a:pt x="92047" y="50231"/>
                  <a:pt x="96081" y="49741"/>
                </a:cubicBezTo>
                <a:cubicBezTo>
                  <a:pt x="104300" y="48768"/>
                  <a:pt x="110351" y="47607"/>
                  <a:pt x="114234" y="46259"/>
                </a:cubicBezTo>
                <a:cubicBezTo>
                  <a:pt x="114272" y="44870"/>
                  <a:pt x="114291" y="43988"/>
                  <a:pt x="114291" y="43612"/>
                </a:cubicBezTo>
                <a:cubicBezTo>
                  <a:pt x="114291" y="39480"/>
                  <a:pt x="113329" y="36570"/>
                  <a:pt x="111407" y="34880"/>
                </a:cubicBezTo>
                <a:cubicBezTo>
                  <a:pt x="108805" y="32589"/>
                  <a:pt x="104941" y="31443"/>
                  <a:pt x="99814" y="31443"/>
                </a:cubicBezTo>
                <a:cubicBezTo>
                  <a:pt x="95025" y="31443"/>
                  <a:pt x="91491" y="32282"/>
                  <a:pt x="89210" y="33959"/>
                </a:cubicBezTo>
                <a:cubicBezTo>
                  <a:pt x="86929" y="35637"/>
                  <a:pt x="85242" y="38606"/>
                  <a:pt x="84149" y="42866"/>
                </a:cubicBezTo>
                <a:lnTo>
                  <a:pt x="74196" y="41509"/>
                </a:lnTo>
                <a:cubicBezTo>
                  <a:pt x="75100" y="37236"/>
                  <a:pt x="76590" y="33785"/>
                  <a:pt x="78663" y="31157"/>
                </a:cubicBezTo>
                <a:cubicBezTo>
                  <a:pt x="80737" y="28528"/>
                  <a:pt x="83734" y="26505"/>
                  <a:pt x="87655" y="25088"/>
                </a:cubicBezTo>
                <a:cubicBezTo>
                  <a:pt x="91576" y="23669"/>
                  <a:pt x="96119" y="22960"/>
                  <a:pt x="101284" y="22960"/>
                </a:cubicBezTo>
                <a:cubicBezTo>
                  <a:pt x="106411" y="22960"/>
                  <a:pt x="110577" y="23563"/>
                  <a:pt x="113782" y="24770"/>
                </a:cubicBezTo>
                <a:cubicBezTo>
                  <a:pt x="116986" y="25976"/>
                  <a:pt x="119343" y="27494"/>
                  <a:pt x="120851" y="29322"/>
                </a:cubicBezTo>
                <a:cubicBezTo>
                  <a:pt x="122359" y="31151"/>
                  <a:pt x="123415" y="33460"/>
                  <a:pt x="124018" y="36250"/>
                </a:cubicBezTo>
                <a:cubicBezTo>
                  <a:pt x="124357" y="37984"/>
                  <a:pt x="124527" y="41113"/>
                  <a:pt x="124527" y="45637"/>
                </a:cubicBezTo>
                <a:lnTo>
                  <a:pt x="124527" y="59210"/>
                </a:lnTo>
                <a:cubicBezTo>
                  <a:pt x="124527" y="68673"/>
                  <a:pt x="124743" y="74658"/>
                  <a:pt x="125177" y="77165"/>
                </a:cubicBezTo>
                <a:cubicBezTo>
                  <a:pt x="125611" y="79672"/>
                  <a:pt x="126468" y="82076"/>
                  <a:pt x="127750" y="84375"/>
                </a:cubicBezTo>
                <a:lnTo>
                  <a:pt x="117118" y="84375"/>
                </a:lnTo>
                <a:cubicBezTo>
                  <a:pt x="116063" y="82262"/>
                  <a:pt x="115384" y="79790"/>
                  <a:pt x="115083" y="76960"/>
                </a:cubicBezTo>
                <a:moveTo>
                  <a:pt x="114234" y="54177"/>
                </a:moveTo>
                <a:cubicBezTo>
                  <a:pt x="110540" y="55698"/>
                  <a:pt x="104997" y="56990"/>
                  <a:pt x="97608" y="58054"/>
                </a:cubicBezTo>
                <a:cubicBezTo>
                  <a:pt x="93423" y="58660"/>
                  <a:pt x="90464" y="59341"/>
                  <a:pt x="88729" y="60099"/>
                </a:cubicBezTo>
                <a:cubicBezTo>
                  <a:pt x="86995" y="60855"/>
                  <a:pt x="85657" y="61963"/>
                  <a:pt x="84714" y="63421"/>
                </a:cubicBezTo>
                <a:cubicBezTo>
                  <a:pt x="83772" y="64879"/>
                  <a:pt x="83300" y="66497"/>
                  <a:pt x="83300" y="68276"/>
                </a:cubicBezTo>
                <a:cubicBezTo>
                  <a:pt x="83300" y="71001"/>
                  <a:pt x="84328" y="73272"/>
                  <a:pt x="86382" y="75090"/>
                </a:cubicBezTo>
                <a:cubicBezTo>
                  <a:pt x="88437" y="76907"/>
                  <a:pt x="91444" y="77815"/>
                  <a:pt x="95403" y="77815"/>
                </a:cubicBezTo>
                <a:cubicBezTo>
                  <a:pt x="99323" y="77815"/>
                  <a:pt x="102811" y="76953"/>
                  <a:pt x="105865" y="75230"/>
                </a:cubicBezTo>
                <a:cubicBezTo>
                  <a:pt x="108918" y="73506"/>
                  <a:pt x="111162" y="71148"/>
                  <a:pt x="112594" y="68156"/>
                </a:cubicBezTo>
                <a:cubicBezTo>
                  <a:pt x="113688" y="65844"/>
                  <a:pt x="114234" y="62434"/>
                  <a:pt x="114234" y="57927"/>
                </a:cubicBezTo>
                <a:lnTo>
                  <a:pt x="114234" y="54177"/>
                </a:lnTo>
                <a:close/>
                <a:moveTo>
                  <a:pt x="162454" y="75384"/>
                </a:moveTo>
                <a:lnTo>
                  <a:pt x="163925" y="84375"/>
                </a:lnTo>
                <a:cubicBezTo>
                  <a:pt x="161060" y="84903"/>
                  <a:pt x="158496" y="85167"/>
                  <a:pt x="156234" y="85167"/>
                </a:cubicBezTo>
                <a:cubicBezTo>
                  <a:pt x="152539" y="85167"/>
                  <a:pt x="149674" y="84583"/>
                  <a:pt x="147638" y="83414"/>
                </a:cubicBezTo>
                <a:cubicBezTo>
                  <a:pt x="145602" y="82245"/>
                  <a:pt x="144169" y="80709"/>
                  <a:pt x="143340" y="78805"/>
                </a:cubicBezTo>
                <a:cubicBezTo>
                  <a:pt x="142511" y="76901"/>
                  <a:pt x="142096" y="72895"/>
                  <a:pt x="142096" y="66788"/>
                </a:cubicBezTo>
                <a:lnTo>
                  <a:pt x="142096" y="32235"/>
                </a:lnTo>
                <a:lnTo>
                  <a:pt x="134631" y="32235"/>
                </a:lnTo>
                <a:lnTo>
                  <a:pt x="134631" y="24317"/>
                </a:lnTo>
                <a:lnTo>
                  <a:pt x="142096" y="24317"/>
                </a:lnTo>
                <a:lnTo>
                  <a:pt x="142096" y="9404"/>
                </a:lnTo>
                <a:lnTo>
                  <a:pt x="152219" y="3280"/>
                </a:lnTo>
                <a:lnTo>
                  <a:pt x="152219" y="24317"/>
                </a:lnTo>
                <a:lnTo>
                  <a:pt x="162454" y="24317"/>
                </a:lnTo>
                <a:lnTo>
                  <a:pt x="162454" y="32235"/>
                </a:lnTo>
                <a:lnTo>
                  <a:pt x="152219" y="32235"/>
                </a:lnTo>
                <a:lnTo>
                  <a:pt x="152219" y="67353"/>
                </a:lnTo>
                <a:cubicBezTo>
                  <a:pt x="152219" y="70256"/>
                  <a:pt x="152398" y="72122"/>
                  <a:pt x="152756" y="72952"/>
                </a:cubicBezTo>
                <a:cubicBezTo>
                  <a:pt x="153114" y="73781"/>
                  <a:pt x="153698" y="74441"/>
                  <a:pt x="154509" y="74931"/>
                </a:cubicBezTo>
                <a:cubicBezTo>
                  <a:pt x="155320" y="75421"/>
                  <a:pt x="156479" y="75666"/>
                  <a:pt x="157987" y="75666"/>
                </a:cubicBezTo>
                <a:cubicBezTo>
                  <a:pt x="159118" y="75666"/>
                  <a:pt x="160607" y="75572"/>
                  <a:pt x="162454" y="75384"/>
                </a:cubicBezTo>
                <a:close/>
                <a:moveTo>
                  <a:pt x="211559" y="62320"/>
                </a:moveTo>
                <a:lnTo>
                  <a:pt x="221569" y="63621"/>
                </a:lnTo>
                <a:cubicBezTo>
                  <a:pt x="220476" y="70538"/>
                  <a:pt x="217676" y="75953"/>
                  <a:pt x="213171" y="79865"/>
                </a:cubicBezTo>
                <a:cubicBezTo>
                  <a:pt x="208666" y="83777"/>
                  <a:pt x="203133" y="85733"/>
                  <a:pt x="196573" y="85733"/>
                </a:cubicBezTo>
                <a:cubicBezTo>
                  <a:pt x="188354" y="85733"/>
                  <a:pt x="181747" y="83046"/>
                  <a:pt x="176752" y="77674"/>
                </a:cubicBezTo>
                <a:cubicBezTo>
                  <a:pt x="171756" y="72302"/>
                  <a:pt x="169259" y="64601"/>
                  <a:pt x="169259" y="54573"/>
                </a:cubicBezTo>
                <a:cubicBezTo>
                  <a:pt x="169259" y="48088"/>
                  <a:pt x="170333" y="42414"/>
                  <a:pt x="172482" y="37550"/>
                </a:cubicBezTo>
                <a:cubicBezTo>
                  <a:pt x="174631" y="32687"/>
                  <a:pt x="177902" y="29039"/>
                  <a:pt x="182294" y="26608"/>
                </a:cubicBezTo>
                <a:cubicBezTo>
                  <a:pt x="186686" y="24176"/>
                  <a:pt x="191465" y="22960"/>
                  <a:pt x="196630" y="22960"/>
                </a:cubicBezTo>
                <a:cubicBezTo>
                  <a:pt x="203152" y="22960"/>
                  <a:pt x="208487" y="24615"/>
                  <a:pt x="212634" y="27924"/>
                </a:cubicBezTo>
                <a:cubicBezTo>
                  <a:pt x="216781" y="31233"/>
                  <a:pt x="219439" y="35930"/>
                  <a:pt x="220608" y="42018"/>
                </a:cubicBezTo>
                <a:lnTo>
                  <a:pt x="210711" y="43545"/>
                </a:lnTo>
                <a:cubicBezTo>
                  <a:pt x="209769" y="39530"/>
                  <a:pt x="208100" y="36509"/>
                  <a:pt x="205706" y="34482"/>
                </a:cubicBezTo>
                <a:cubicBezTo>
                  <a:pt x="203312" y="32456"/>
                  <a:pt x="200419" y="31443"/>
                  <a:pt x="197026" y="31443"/>
                </a:cubicBezTo>
                <a:cubicBezTo>
                  <a:pt x="191898" y="31443"/>
                  <a:pt x="187732" y="33272"/>
                  <a:pt x="184528" y="36930"/>
                </a:cubicBezTo>
                <a:cubicBezTo>
                  <a:pt x="181323" y="40587"/>
                  <a:pt x="179721" y="46374"/>
                  <a:pt x="179721" y="54290"/>
                </a:cubicBezTo>
                <a:cubicBezTo>
                  <a:pt x="179721" y="62319"/>
                  <a:pt x="181267" y="68153"/>
                  <a:pt x="184358" y="71793"/>
                </a:cubicBezTo>
                <a:cubicBezTo>
                  <a:pt x="187450" y="75431"/>
                  <a:pt x="191484" y="77250"/>
                  <a:pt x="196460" y="77250"/>
                </a:cubicBezTo>
                <a:cubicBezTo>
                  <a:pt x="200456" y="77250"/>
                  <a:pt x="203793" y="76029"/>
                  <a:pt x="206470" y="73588"/>
                </a:cubicBezTo>
                <a:cubicBezTo>
                  <a:pt x="209147" y="71147"/>
                  <a:pt x="210843" y="67391"/>
                  <a:pt x="211559" y="62320"/>
                </a:cubicBezTo>
                <a:close/>
                <a:moveTo>
                  <a:pt x="230220" y="84375"/>
                </a:moveTo>
                <a:lnTo>
                  <a:pt x="230220" y="1470"/>
                </a:lnTo>
                <a:lnTo>
                  <a:pt x="240400" y="1470"/>
                </a:lnTo>
                <a:lnTo>
                  <a:pt x="240400" y="31217"/>
                </a:lnTo>
                <a:cubicBezTo>
                  <a:pt x="245150" y="25712"/>
                  <a:pt x="251144" y="22960"/>
                  <a:pt x="258383" y="22960"/>
                </a:cubicBezTo>
                <a:cubicBezTo>
                  <a:pt x="262832" y="22960"/>
                  <a:pt x="266696" y="23837"/>
                  <a:pt x="269976" y="25590"/>
                </a:cubicBezTo>
                <a:cubicBezTo>
                  <a:pt x="273256" y="27343"/>
                  <a:pt x="275603" y="29765"/>
                  <a:pt x="277017" y="32857"/>
                </a:cubicBezTo>
                <a:cubicBezTo>
                  <a:pt x="278431" y="35948"/>
                  <a:pt x="279138" y="40435"/>
                  <a:pt x="279138" y="46316"/>
                </a:cubicBezTo>
                <a:lnTo>
                  <a:pt x="279138" y="84375"/>
                </a:lnTo>
                <a:lnTo>
                  <a:pt x="268958" y="84375"/>
                </a:lnTo>
                <a:lnTo>
                  <a:pt x="268958" y="46316"/>
                </a:lnTo>
                <a:cubicBezTo>
                  <a:pt x="268958" y="41226"/>
                  <a:pt x="267855" y="37522"/>
                  <a:pt x="265650" y="35204"/>
                </a:cubicBezTo>
                <a:cubicBezTo>
                  <a:pt x="263444" y="32885"/>
                  <a:pt x="260325" y="31726"/>
                  <a:pt x="256291" y="31726"/>
                </a:cubicBezTo>
                <a:cubicBezTo>
                  <a:pt x="253275" y="31726"/>
                  <a:pt x="250437" y="32508"/>
                  <a:pt x="247780" y="34072"/>
                </a:cubicBezTo>
                <a:cubicBezTo>
                  <a:pt x="245122" y="35637"/>
                  <a:pt x="243227" y="37758"/>
                  <a:pt x="242096" y="40435"/>
                </a:cubicBezTo>
                <a:cubicBezTo>
                  <a:pt x="240965" y="43111"/>
                  <a:pt x="240400" y="46806"/>
                  <a:pt x="240400" y="51519"/>
                </a:cubicBezTo>
                <a:lnTo>
                  <a:pt x="240400" y="84375"/>
                </a:lnTo>
                <a:lnTo>
                  <a:pt x="230220" y="84375"/>
                </a:lnTo>
                <a:close/>
                <a:moveTo>
                  <a:pt x="323292" y="57683"/>
                </a:moveTo>
                <a:lnTo>
                  <a:pt x="333641" y="56778"/>
                </a:lnTo>
                <a:cubicBezTo>
                  <a:pt x="334132" y="60925"/>
                  <a:pt x="335272" y="64328"/>
                  <a:pt x="337063" y="66986"/>
                </a:cubicBezTo>
                <a:cubicBezTo>
                  <a:pt x="338854" y="69644"/>
                  <a:pt x="341634" y="71793"/>
                  <a:pt x="345404" y="73433"/>
                </a:cubicBezTo>
                <a:cubicBezTo>
                  <a:pt x="349174" y="75073"/>
                  <a:pt x="353416" y="75893"/>
                  <a:pt x="358128" y="75893"/>
                </a:cubicBezTo>
                <a:cubicBezTo>
                  <a:pt x="362313" y="75893"/>
                  <a:pt x="366008" y="75270"/>
                  <a:pt x="369213" y="74026"/>
                </a:cubicBezTo>
                <a:cubicBezTo>
                  <a:pt x="372417" y="72782"/>
                  <a:pt x="374802" y="71076"/>
                  <a:pt x="376366" y="68908"/>
                </a:cubicBezTo>
                <a:cubicBezTo>
                  <a:pt x="377931" y="66741"/>
                  <a:pt x="378713" y="64375"/>
                  <a:pt x="378713" y="61811"/>
                </a:cubicBezTo>
                <a:cubicBezTo>
                  <a:pt x="378713" y="59210"/>
                  <a:pt x="377959" y="56938"/>
                  <a:pt x="376451" y="54997"/>
                </a:cubicBezTo>
                <a:cubicBezTo>
                  <a:pt x="374943" y="53055"/>
                  <a:pt x="372455" y="51424"/>
                  <a:pt x="368986" y="50105"/>
                </a:cubicBezTo>
                <a:cubicBezTo>
                  <a:pt x="366762" y="49238"/>
                  <a:pt x="361842" y="47890"/>
                  <a:pt x="354226" y="46061"/>
                </a:cubicBezTo>
                <a:cubicBezTo>
                  <a:pt x="346611" y="44233"/>
                  <a:pt x="341276" y="42508"/>
                  <a:pt x="338222" y="40887"/>
                </a:cubicBezTo>
                <a:cubicBezTo>
                  <a:pt x="334264" y="38813"/>
                  <a:pt x="331313" y="36240"/>
                  <a:pt x="329372" y="33168"/>
                </a:cubicBezTo>
                <a:cubicBezTo>
                  <a:pt x="327430" y="30095"/>
                  <a:pt x="326459" y="26655"/>
                  <a:pt x="326459" y="22847"/>
                </a:cubicBezTo>
                <a:cubicBezTo>
                  <a:pt x="326459" y="18662"/>
                  <a:pt x="327647" y="14751"/>
                  <a:pt x="330022" y="11112"/>
                </a:cubicBezTo>
                <a:cubicBezTo>
                  <a:pt x="332397" y="7474"/>
                  <a:pt x="335866" y="4713"/>
                  <a:pt x="340428" y="2828"/>
                </a:cubicBezTo>
                <a:cubicBezTo>
                  <a:pt x="344990" y="943"/>
                  <a:pt x="350060" y="0"/>
                  <a:pt x="355640" y="0"/>
                </a:cubicBezTo>
                <a:cubicBezTo>
                  <a:pt x="361785" y="0"/>
                  <a:pt x="367205" y="990"/>
                  <a:pt x="371899" y="2969"/>
                </a:cubicBezTo>
                <a:cubicBezTo>
                  <a:pt x="376593" y="4948"/>
                  <a:pt x="380202" y="7861"/>
                  <a:pt x="382728" y="11706"/>
                </a:cubicBezTo>
                <a:cubicBezTo>
                  <a:pt x="385254" y="15552"/>
                  <a:pt x="386612" y="19906"/>
                  <a:pt x="386800" y="24770"/>
                </a:cubicBezTo>
                <a:lnTo>
                  <a:pt x="376282" y="25561"/>
                </a:lnTo>
                <a:cubicBezTo>
                  <a:pt x="375716" y="20302"/>
                  <a:pt x="373803" y="16329"/>
                  <a:pt x="370542" y="13643"/>
                </a:cubicBezTo>
                <a:cubicBezTo>
                  <a:pt x="367280" y="10957"/>
                  <a:pt x="362464" y="9614"/>
                  <a:pt x="356093" y="9614"/>
                </a:cubicBezTo>
                <a:cubicBezTo>
                  <a:pt x="349457" y="9614"/>
                  <a:pt x="344622" y="10831"/>
                  <a:pt x="341587" y="13265"/>
                </a:cubicBezTo>
                <a:cubicBezTo>
                  <a:pt x="338552" y="15698"/>
                  <a:pt x="337035" y="18631"/>
                  <a:pt x="337035" y="22064"/>
                </a:cubicBezTo>
                <a:cubicBezTo>
                  <a:pt x="337035" y="25045"/>
                  <a:pt x="338109" y="27497"/>
                  <a:pt x="340258" y="29421"/>
                </a:cubicBezTo>
                <a:cubicBezTo>
                  <a:pt x="342369" y="31346"/>
                  <a:pt x="347883" y="33318"/>
                  <a:pt x="356799" y="35336"/>
                </a:cubicBezTo>
                <a:cubicBezTo>
                  <a:pt x="365716" y="37354"/>
                  <a:pt x="371833" y="39118"/>
                  <a:pt x="375151" y="40627"/>
                </a:cubicBezTo>
                <a:cubicBezTo>
                  <a:pt x="379976" y="42853"/>
                  <a:pt x="383539" y="45673"/>
                  <a:pt x="385839" y="49089"/>
                </a:cubicBezTo>
                <a:cubicBezTo>
                  <a:pt x="388139" y="52503"/>
                  <a:pt x="389288" y="56436"/>
                  <a:pt x="389288" y="60889"/>
                </a:cubicBezTo>
                <a:cubicBezTo>
                  <a:pt x="389288" y="65302"/>
                  <a:pt x="388025" y="69462"/>
                  <a:pt x="385500" y="73367"/>
                </a:cubicBezTo>
                <a:cubicBezTo>
                  <a:pt x="382974" y="77272"/>
                  <a:pt x="379345" y="80309"/>
                  <a:pt x="374613" y="82479"/>
                </a:cubicBezTo>
                <a:cubicBezTo>
                  <a:pt x="369882" y="84648"/>
                  <a:pt x="364556" y="85733"/>
                  <a:pt x="358637" y="85733"/>
                </a:cubicBezTo>
                <a:cubicBezTo>
                  <a:pt x="351135" y="85733"/>
                  <a:pt x="344848" y="84639"/>
                  <a:pt x="339777" y="82453"/>
                </a:cubicBezTo>
                <a:cubicBezTo>
                  <a:pt x="334707" y="80266"/>
                  <a:pt x="330729" y="76976"/>
                  <a:pt x="327845" y="72584"/>
                </a:cubicBezTo>
                <a:cubicBezTo>
                  <a:pt x="324961" y="68192"/>
                  <a:pt x="323443" y="63225"/>
                  <a:pt x="323292" y="57683"/>
                </a:cubicBezTo>
                <a:close/>
                <a:moveTo>
                  <a:pt x="425142" y="75384"/>
                </a:moveTo>
                <a:lnTo>
                  <a:pt x="426612" y="84375"/>
                </a:lnTo>
                <a:cubicBezTo>
                  <a:pt x="423747" y="84903"/>
                  <a:pt x="421183" y="85167"/>
                  <a:pt x="418921" y="85167"/>
                </a:cubicBezTo>
                <a:cubicBezTo>
                  <a:pt x="415227" y="85167"/>
                  <a:pt x="412361" y="84583"/>
                  <a:pt x="410326" y="83414"/>
                </a:cubicBezTo>
                <a:cubicBezTo>
                  <a:pt x="408290" y="82245"/>
                  <a:pt x="406857" y="80709"/>
                  <a:pt x="406028" y="78805"/>
                </a:cubicBezTo>
                <a:cubicBezTo>
                  <a:pt x="405198" y="76901"/>
                  <a:pt x="404783" y="72895"/>
                  <a:pt x="404783" y="66788"/>
                </a:cubicBezTo>
                <a:lnTo>
                  <a:pt x="404783" y="32235"/>
                </a:lnTo>
                <a:lnTo>
                  <a:pt x="397319" y="32235"/>
                </a:lnTo>
                <a:lnTo>
                  <a:pt x="397319" y="24317"/>
                </a:lnTo>
                <a:lnTo>
                  <a:pt x="404783" y="24317"/>
                </a:lnTo>
                <a:lnTo>
                  <a:pt x="404783" y="9404"/>
                </a:lnTo>
                <a:lnTo>
                  <a:pt x="414906" y="3280"/>
                </a:lnTo>
                <a:lnTo>
                  <a:pt x="414906" y="24317"/>
                </a:lnTo>
                <a:lnTo>
                  <a:pt x="425142" y="24317"/>
                </a:lnTo>
                <a:lnTo>
                  <a:pt x="425142" y="32235"/>
                </a:lnTo>
                <a:lnTo>
                  <a:pt x="414906" y="32235"/>
                </a:lnTo>
                <a:lnTo>
                  <a:pt x="414906" y="67353"/>
                </a:lnTo>
                <a:cubicBezTo>
                  <a:pt x="414906" y="70256"/>
                  <a:pt x="415085" y="72122"/>
                  <a:pt x="415443" y="72952"/>
                </a:cubicBezTo>
                <a:cubicBezTo>
                  <a:pt x="415802" y="73781"/>
                  <a:pt x="416386" y="74441"/>
                  <a:pt x="417197" y="74931"/>
                </a:cubicBezTo>
                <a:cubicBezTo>
                  <a:pt x="418007" y="75421"/>
                  <a:pt x="419166" y="75666"/>
                  <a:pt x="420675" y="75666"/>
                </a:cubicBezTo>
                <a:cubicBezTo>
                  <a:pt x="421806" y="75666"/>
                  <a:pt x="423295" y="75572"/>
                  <a:pt x="425142" y="75384"/>
                </a:cubicBezTo>
                <a:close/>
                <a:moveTo>
                  <a:pt x="474247" y="76960"/>
                </a:moveTo>
                <a:cubicBezTo>
                  <a:pt x="470477" y="80167"/>
                  <a:pt x="466848" y="82431"/>
                  <a:pt x="463361" y="83751"/>
                </a:cubicBezTo>
                <a:cubicBezTo>
                  <a:pt x="459874" y="85072"/>
                  <a:pt x="456132" y="85733"/>
                  <a:pt x="452135" y="85733"/>
                </a:cubicBezTo>
                <a:cubicBezTo>
                  <a:pt x="445538" y="85733"/>
                  <a:pt x="440467" y="84120"/>
                  <a:pt x="436923" y="80894"/>
                </a:cubicBezTo>
                <a:cubicBezTo>
                  <a:pt x="433379" y="77668"/>
                  <a:pt x="431607" y="73546"/>
                  <a:pt x="431607" y="68528"/>
                </a:cubicBezTo>
                <a:cubicBezTo>
                  <a:pt x="431607" y="65587"/>
                  <a:pt x="432276" y="62899"/>
                  <a:pt x="433615" y="60466"/>
                </a:cubicBezTo>
                <a:cubicBezTo>
                  <a:pt x="434953" y="58032"/>
                  <a:pt x="436706" y="56079"/>
                  <a:pt x="438874" y="54608"/>
                </a:cubicBezTo>
                <a:cubicBezTo>
                  <a:pt x="441042" y="53136"/>
                  <a:pt x="443483" y="52024"/>
                  <a:pt x="446197" y="51270"/>
                </a:cubicBezTo>
                <a:cubicBezTo>
                  <a:pt x="448196" y="50741"/>
                  <a:pt x="451212" y="50231"/>
                  <a:pt x="455246" y="49741"/>
                </a:cubicBezTo>
                <a:cubicBezTo>
                  <a:pt x="463465" y="48768"/>
                  <a:pt x="469516" y="47607"/>
                  <a:pt x="473399" y="46259"/>
                </a:cubicBezTo>
                <a:cubicBezTo>
                  <a:pt x="473437" y="44870"/>
                  <a:pt x="473455" y="43988"/>
                  <a:pt x="473455" y="43612"/>
                </a:cubicBezTo>
                <a:cubicBezTo>
                  <a:pt x="473455" y="39480"/>
                  <a:pt x="472494" y="36570"/>
                  <a:pt x="470571" y="34880"/>
                </a:cubicBezTo>
                <a:cubicBezTo>
                  <a:pt x="467970" y="32589"/>
                  <a:pt x="464105" y="31443"/>
                  <a:pt x="458978" y="31443"/>
                </a:cubicBezTo>
                <a:cubicBezTo>
                  <a:pt x="454190" y="31443"/>
                  <a:pt x="450656" y="32282"/>
                  <a:pt x="448375" y="33959"/>
                </a:cubicBezTo>
                <a:cubicBezTo>
                  <a:pt x="446094" y="35637"/>
                  <a:pt x="444407" y="38606"/>
                  <a:pt x="443313" y="42866"/>
                </a:cubicBezTo>
                <a:lnTo>
                  <a:pt x="433360" y="41509"/>
                </a:lnTo>
                <a:cubicBezTo>
                  <a:pt x="434265" y="37236"/>
                  <a:pt x="435754" y="33785"/>
                  <a:pt x="437828" y="31157"/>
                </a:cubicBezTo>
                <a:cubicBezTo>
                  <a:pt x="439901" y="28528"/>
                  <a:pt x="442899" y="26505"/>
                  <a:pt x="446819" y="25088"/>
                </a:cubicBezTo>
                <a:cubicBezTo>
                  <a:pt x="450740" y="23669"/>
                  <a:pt x="455283" y="22960"/>
                  <a:pt x="460448" y="22960"/>
                </a:cubicBezTo>
                <a:cubicBezTo>
                  <a:pt x="465576" y="22960"/>
                  <a:pt x="469742" y="23563"/>
                  <a:pt x="472946" y="24770"/>
                </a:cubicBezTo>
                <a:cubicBezTo>
                  <a:pt x="476151" y="25976"/>
                  <a:pt x="478507" y="27494"/>
                  <a:pt x="480015" y="29322"/>
                </a:cubicBezTo>
                <a:cubicBezTo>
                  <a:pt x="481523" y="31151"/>
                  <a:pt x="482579" y="33460"/>
                  <a:pt x="483182" y="36250"/>
                </a:cubicBezTo>
                <a:cubicBezTo>
                  <a:pt x="483522" y="37984"/>
                  <a:pt x="483691" y="41113"/>
                  <a:pt x="483691" y="45637"/>
                </a:cubicBezTo>
                <a:lnTo>
                  <a:pt x="483691" y="59210"/>
                </a:lnTo>
                <a:cubicBezTo>
                  <a:pt x="483691" y="68673"/>
                  <a:pt x="483908" y="74658"/>
                  <a:pt x="484342" y="77165"/>
                </a:cubicBezTo>
                <a:cubicBezTo>
                  <a:pt x="484775" y="79672"/>
                  <a:pt x="485633" y="82076"/>
                  <a:pt x="486915" y="84375"/>
                </a:cubicBezTo>
                <a:lnTo>
                  <a:pt x="476283" y="84375"/>
                </a:lnTo>
                <a:cubicBezTo>
                  <a:pt x="475227" y="82262"/>
                  <a:pt x="474549" y="79790"/>
                  <a:pt x="474247" y="76960"/>
                </a:cubicBezTo>
                <a:moveTo>
                  <a:pt x="473399" y="54177"/>
                </a:moveTo>
                <a:cubicBezTo>
                  <a:pt x="469704" y="55698"/>
                  <a:pt x="464162" y="56990"/>
                  <a:pt x="456773" y="58054"/>
                </a:cubicBezTo>
                <a:cubicBezTo>
                  <a:pt x="452588" y="58660"/>
                  <a:pt x="449628" y="59341"/>
                  <a:pt x="447894" y="60099"/>
                </a:cubicBezTo>
                <a:cubicBezTo>
                  <a:pt x="446160" y="60855"/>
                  <a:pt x="444821" y="61963"/>
                  <a:pt x="443879" y="63421"/>
                </a:cubicBezTo>
                <a:cubicBezTo>
                  <a:pt x="442936" y="64879"/>
                  <a:pt x="442465" y="66497"/>
                  <a:pt x="442465" y="68276"/>
                </a:cubicBezTo>
                <a:cubicBezTo>
                  <a:pt x="442465" y="71001"/>
                  <a:pt x="443492" y="73272"/>
                  <a:pt x="445547" y="75090"/>
                </a:cubicBezTo>
                <a:cubicBezTo>
                  <a:pt x="447602" y="76907"/>
                  <a:pt x="450608" y="77815"/>
                  <a:pt x="454567" y="77815"/>
                </a:cubicBezTo>
                <a:cubicBezTo>
                  <a:pt x="458488" y="77815"/>
                  <a:pt x="461975" y="76953"/>
                  <a:pt x="465029" y="75230"/>
                </a:cubicBezTo>
                <a:cubicBezTo>
                  <a:pt x="468083" y="73506"/>
                  <a:pt x="470326" y="71148"/>
                  <a:pt x="471759" y="68156"/>
                </a:cubicBezTo>
                <a:cubicBezTo>
                  <a:pt x="472852" y="65844"/>
                  <a:pt x="473399" y="62434"/>
                  <a:pt x="473399" y="57927"/>
                </a:cubicBezTo>
                <a:lnTo>
                  <a:pt x="473399" y="54177"/>
                </a:lnTo>
                <a:close/>
                <a:moveTo>
                  <a:pt x="521619" y="75384"/>
                </a:moveTo>
                <a:lnTo>
                  <a:pt x="523089" y="84375"/>
                </a:lnTo>
                <a:cubicBezTo>
                  <a:pt x="520224" y="84903"/>
                  <a:pt x="517660" y="85167"/>
                  <a:pt x="515398" y="85167"/>
                </a:cubicBezTo>
                <a:cubicBezTo>
                  <a:pt x="511703" y="85167"/>
                  <a:pt x="508838" y="84583"/>
                  <a:pt x="506802" y="83414"/>
                </a:cubicBezTo>
                <a:cubicBezTo>
                  <a:pt x="504766" y="82245"/>
                  <a:pt x="503333" y="80709"/>
                  <a:pt x="502504" y="78805"/>
                </a:cubicBezTo>
                <a:cubicBezTo>
                  <a:pt x="501675" y="76901"/>
                  <a:pt x="501260" y="72895"/>
                  <a:pt x="501260" y="66788"/>
                </a:cubicBezTo>
                <a:lnTo>
                  <a:pt x="501260" y="32235"/>
                </a:lnTo>
                <a:lnTo>
                  <a:pt x="493795" y="32235"/>
                </a:lnTo>
                <a:lnTo>
                  <a:pt x="493795" y="24317"/>
                </a:lnTo>
                <a:lnTo>
                  <a:pt x="501260" y="24317"/>
                </a:lnTo>
                <a:lnTo>
                  <a:pt x="501260" y="9404"/>
                </a:lnTo>
                <a:lnTo>
                  <a:pt x="511383" y="3280"/>
                </a:lnTo>
                <a:lnTo>
                  <a:pt x="511383" y="24317"/>
                </a:lnTo>
                <a:lnTo>
                  <a:pt x="521619" y="24317"/>
                </a:lnTo>
                <a:lnTo>
                  <a:pt x="521619" y="32235"/>
                </a:lnTo>
                <a:lnTo>
                  <a:pt x="511383" y="32235"/>
                </a:lnTo>
                <a:lnTo>
                  <a:pt x="511383" y="67353"/>
                </a:lnTo>
                <a:cubicBezTo>
                  <a:pt x="511383" y="70256"/>
                  <a:pt x="511562" y="72122"/>
                  <a:pt x="511920" y="72952"/>
                </a:cubicBezTo>
                <a:cubicBezTo>
                  <a:pt x="512278" y="73781"/>
                  <a:pt x="512862" y="74441"/>
                  <a:pt x="513673" y="74931"/>
                </a:cubicBezTo>
                <a:cubicBezTo>
                  <a:pt x="514484" y="75421"/>
                  <a:pt x="515643" y="75666"/>
                  <a:pt x="517151" y="75666"/>
                </a:cubicBezTo>
                <a:cubicBezTo>
                  <a:pt x="518282" y="75666"/>
                  <a:pt x="519771" y="75572"/>
                  <a:pt x="521619" y="75384"/>
                </a:cubicBezTo>
                <a:close/>
                <a:moveTo>
                  <a:pt x="572032" y="65035"/>
                </a:moveTo>
                <a:lnTo>
                  <a:pt x="582551" y="66335"/>
                </a:lnTo>
                <a:cubicBezTo>
                  <a:pt x="580892" y="72481"/>
                  <a:pt x="577819" y="77250"/>
                  <a:pt x="573333" y="80643"/>
                </a:cubicBezTo>
                <a:cubicBezTo>
                  <a:pt x="568846" y="84036"/>
                  <a:pt x="563116" y="85733"/>
                  <a:pt x="556141" y="85733"/>
                </a:cubicBezTo>
                <a:cubicBezTo>
                  <a:pt x="547357" y="85733"/>
                  <a:pt x="540391" y="83028"/>
                  <a:pt x="535245" y="77617"/>
                </a:cubicBezTo>
                <a:cubicBezTo>
                  <a:pt x="530099" y="72207"/>
                  <a:pt x="527526" y="64620"/>
                  <a:pt x="527526" y="54855"/>
                </a:cubicBezTo>
                <a:cubicBezTo>
                  <a:pt x="527526" y="44751"/>
                  <a:pt x="530127" y="36909"/>
                  <a:pt x="535330" y="31330"/>
                </a:cubicBezTo>
                <a:cubicBezTo>
                  <a:pt x="540533" y="25750"/>
                  <a:pt x="547281" y="22960"/>
                  <a:pt x="555576" y="22960"/>
                </a:cubicBezTo>
                <a:cubicBezTo>
                  <a:pt x="563606" y="22960"/>
                  <a:pt x="570166" y="25689"/>
                  <a:pt x="575256" y="31148"/>
                </a:cubicBezTo>
                <a:cubicBezTo>
                  <a:pt x="580345" y="36605"/>
                  <a:pt x="582890" y="44283"/>
                  <a:pt x="582890" y="54182"/>
                </a:cubicBezTo>
                <a:cubicBezTo>
                  <a:pt x="582890" y="54784"/>
                  <a:pt x="582871" y="55687"/>
                  <a:pt x="582834" y="56891"/>
                </a:cubicBezTo>
                <a:lnTo>
                  <a:pt x="538045" y="56891"/>
                </a:lnTo>
                <a:cubicBezTo>
                  <a:pt x="538422" y="63470"/>
                  <a:pt x="540288" y="68508"/>
                  <a:pt x="543643" y="72005"/>
                </a:cubicBezTo>
                <a:cubicBezTo>
                  <a:pt x="546999" y="75501"/>
                  <a:pt x="551183" y="77250"/>
                  <a:pt x="556198" y="77250"/>
                </a:cubicBezTo>
                <a:cubicBezTo>
                  <a:pt x="559930" y="77250"/>
                  <a:pt x="563116" y="76279"/>
                  <a:pt x="565755" y="74337"/>
                </a:cubicBezTo>
                <a:cubicBezTo>
                  <a:pt x="568394" y="72395"/>
                  <a:pt x="570486" y="69294"/>
                  <a:pt x="572032" y="65035"/>
                </a:cubicBezTo>
                <a:moveTo>
                  <a:pt x="538610" y="48408"/>
                </a:moveTo>
                <a:lnTo>
                  <a:pt x="572145" y="48408"/>
                </a:lnTo>
                <a:cubicBezTo>
                  <a:pt x="571693" y="43439"/>
                  <a:pt x="570411" y="39712"/>
                  <a:pt x="568300" y="37227"/>
                </a:cubicBezTo>
                <a:cubicBezTo>
                  <a:pt x="565057" y="33371"/>
                  <a:pt x="560854" y="31443"/>
                  <a:pt x="555689" y="31443"/>
                </a:cubicBezTo>
                <a:cubicBezTo>
                  <a:pt x="551014" y="31443"/>
                  <a:pt x="547083" y="32982"/>
                  <a:pt x="543898" y="36061"/>
                </a:cubicBezTo>
                <a:cubicBezTo>
                  <a:pt x="540712" y="39138"/>
                  <a:pt x="538949" y="43254"/>
                  <a:pt x="538610" y="48408"/>
                </a:cubicBezTo>
                <a:close/>
                <a:moveTo>
                  <a:pt x="595256" y="84375"/>
                </a:moveTo>
                <a:lnTo>
                  <a:pt x="595256" y="24317"/>
                </a:lnTo>
                <a:lnTo>
                  <a:pt x="604361" y="24317"/>
                </a:lnTo>
                <a:lnTo>
                  <a:pt x="604361" y="32687"/>
                </a:lnTo>
                <a:cubicBezTo>
                  <a:pt x="606246" y="29763"/>
                  <a:pt x="608754" y="27411"/>
                  <a:pt x="611883" y="25630"/>
                </a:cubicBezTo>
                <a:cubicBezTo>
                  <a:pt x="615012" y="23850"/>
                  <a:pt x="618575" y="22960"/>
                  <a:pt x="622571" y="22960"/>
                </a:cubicBezTo>
                <a:cubicBezTo>
                  <a:pt x="627020" y="22960"/>
                  <a:pt x="630667" y="23879"/>
                  <a:pt x="633514" y="25717"/>
                </a:cubicBezTo>
                <a:cubicBezTo>
                  <a:pt x="636360" y="27554"/>
                  <a:pt x="638368" y="30122"/>
                  <a:pt x="639537" y="33422"/>
                </a:cubicBezTo>
                <a:cubicBezTo>
                  <a:pt x="644287" y="26447"/>
                  <a:pt x="650470" y="22960"/>
                  <a:pt x="658086" y="22960"/>
                </a:cubicBezTo>
                <a:cubicBezTo>
                  <a:pt x="664042" y="22960"/>
                  <a:pt x="668623" y="24609"/>
                  <a:pt x="671828" y="27908"/>
                </a:cubicBezTo>
                <a:cubicBezTo>
                  <a:pt x="675032" y="31207"/>
                  <a:pt x="676635" y="36287"/>
                  <a:pt x="676635" y="43149"/>
                </a:cubicBezTo>
                <a:lnTo>
                  <a:pt x="676635" y="84375"/>
                </a:lnTo>
                <a:lnTo>
                  <a:pt x="666512" y="84375"/>
                </a:lnTo>
                <a:lnTo>
                  <a:pt x="666512" y="46502"/>
                </a:lnTo>
                <a:cubicBezTo>
                  <a:pt x="666512" y="42425"/>
                  <a:pt x="666182" y="39491"/>
                  <a:pt x="665522" y="37699"/>
                </a:cubicBezTo>
                <a:cubicBezTo>
                  <a:pt x="664862" y="35906"/>
                  <a:pt x="663665" y="34462"/>
                  <a:pt x="661931" y="33367"/>
                </a:cubicBezTo>
                <a:cubicBezTo>
                  <a:pt x="660197" y="32273"/>
                  <a:pt x="658161" y="31726"/>
                  <a:pt x="655823" y="31726"/>
                </a:cubicBezTo>
                <a:cubicBezTo>
                  <a:pt x="651601" y="31726"/>
                  <a:pt x="648095" y="33132"/>
                  <a:pt x="645305" y="35944"/>
                </a:cubicBezTo>
                <a:cubicBezTo>
                  <a:pt x="642515" y="38755"/>
                  <a:pt x="641120" y="43256"/>
                  <a:pt x="641120" y="49446"/>
                </a:cubicBezTo>
                <a:lnTo>
                  <a:pt x="641120" y="84375"/>
                </a:lnTo>
                <a:lnTo>
                  <a:pt x="630941" y="84375"/>
                </a:lnTo>
                <a:lnTo>
                  <a:pt x="630941" y="45312"/>
                </a:lnTo>
                <a:cubicBezTo>
                  <a:pt x="630941" y="40783"/>
                  <a:pt x="630111" y="37387"/>
                  <a:pt x="628452" y="35122"/>
                </a:cubicBezTo>
                <a:cubicBezTo>
                  <a:pt x="626794" y="32858"/>
                  <a:pt x="624079" y="31726"/>
                  <a:pt x="620309" y="31726"/>
                </a:cubicBezTo>
                <a:cubicBezTo>
                  <a:pt x="617444" y="31726"/>
                  <a:pt x="614795" y="32481"/>
                  <a:pt x="612363" y="33991"/>
                </a:cubicBezTo>
                <a:cubicBezTo>
                  <a:pt x="609932" y="35500"/>
                  <a:pt x="608169" y="37708"/>
                  <a:pt x="607076" y="40615"/>
                </a:cubicBezTo>
                <a:cubicBezTo>
                  <a:pt x="605982" y="43520"/>
                  <a:pt x="605436" y="47709"/>
                  <a:pt x="605436" y="53182"/>
                </a:cubicBezTo>
                <a:lnTo>
                  <a:pt x="605436" y="84375"/>
                </a:lnTo>
                <a:lnTo>
                  <a:pt x="595256" y="84375"/>
                </a:lnTo>
                <a:close/>
                <a:moveTo>
                  <a:pt x="732789" y="65035"/>
                </a:moveTo>
                <a:lnTo>
                  <a:pt x="743307" y="66335"/>
                </a:lnTo>
                <a:cubicBezTo>
                  <a:pt x="741648" y="72481"/>
                  <a:pt x="738576" y="77250"/>
                  <a:pt x="734089" y="80643"/>
                </a:cubicBezTo>
                <a:cubicBezTo>
                  <a:pt x="729603" y="84036"/>
                  <a:pt x="723872" y="85733"/>
                  <a:pt x="716897" y="85733"/>
                </a:cubicBezTo>
                <a:cubicBezTo>
                  <a:pt x="708113" y="85733"/>
                  <a:pt x="701148" y="83028"/>
                  <a:pt x="696002" y="77617"/>
                </a:cubicBezTo>
                <a:cubicBezTo>
                  <a:pt x="690855" y="72207"/>
                  <a:pt x="688282" y="64620"/>
                  <a:pt x="688282" y="54855"/>
                </a:cubicBezTo>
                <a:cubicBezTo>
                  <a:pt x="688282" y="44751"/>
                  <a:pt x="690884" y="36909"/>
                  <a:pt x="696086" y="31330"/>
                </a:cubicBezTo>
                <a:cubicBezTo>
                  <a:pt x="701289" y="25750"/>
                  <a:pt x="708038" y="22960"/>
                  <a:pt x="716332" y="22960"/>
                </a:cubicBezTo>
                <a:cubicBezTo>
                  <a:pt x="724362" y="22960"/>
                  <a:pt x="730922" y="25689"/>
                  <a:pt x="736012" y="31148"/>
                </a:cubicBezTo>
                <a:cubicBezTo>
                  <a:pt x="741102" y="36605"/>
                  <a:pt x="743647" y="44283"/>
                  <a:pt x="743647" y="54182"/>
                </a:cubicBezTo>
                <a:cubicBezTo>
                  <a:pt x="743647" y="54784"/>
                  <a:pt x="743628" y="55687"/>
                  <a:pt x="743590" y="56891"/>
                </a:cubicBezTo>
                <a:lnTo>
                  <a:pt x="698801" y="56891"/>
                </a:lnTo>
                <a:cubicBezTo>
                  <a:pt x="699178" y="63470"/>
                  <a:pt x="701044" y="68508"/>
                  <a:pt x="704400" y="72005"/>
                </a:cubicBezTo>
                <a:cubicBezTo>
                  <a:pt x="707755" y="75501"/>
                  <a:pt x="711940" y="77250"/>
                  <a:pt x="716954" y="77250"/>
                </a:cubicBezTo>
                <a:cubicBezTo>
                  <a:pt x="720686" y="77250"/>
                  <a:pt x="723872" y="76279"/>
                  <a:pt x="726511" y="74337"/>
                </a:cubicBezTo>
                <a:cubicBezTo>
                  <a:pt x="729150" y="72395"/>
                  <a:pt x="731243" y="69294"/>
                  <a:pt x="732789" y="65035"/>
                </a:cubicBezTo>
                <a:moveTo>
                  <a:pt x="699366" y="48408"/>
                </a:moveTo>
                <a:lnTo>
                  <a:pt x="732902" y="48408"/>
                </a:lnTo>
                <a:cubicBezTo>
                  <a:pt x="732449" y="43439"/>
                  <a:pt x="731167" y="39712"/>
                  <a:pt x="729056" y="37227"/>
                </a:cubicBezTo>
                <a:cubicBezTo>
                  <a:pt x="725814" y="33371"/>
                  <a:pt x="721610" y="31443"/>
                  <a:pt x="716445" y="31443"/>
                </a:cubicBezTo>
                <a:cubicBezTo>
                  <a:pt x="711770" y="31443"/>
                  <a:pt x="707840" y="32982"/>
                  <a:pt x="704654" y="36061"/>
                </a:cubicBezTo>
                <a:cubicBezTo>
                  <a:pt x="701468" y="39138"/>
                  <a:pt x="699706" y="43254"/>
                  <a:pt x="699366" y="48408"/>
                </a:cubicBezTo>
                <a:close/>
                <a:moveTo>
                  <a:pt x="756012" y="84375"/>
                </a:moveTo>
                <a:lnTo>
                  <a:pt x="756012" y="24317"/>
                </a:lnTo>
                <a:lnTo>
                  <a:pt x="765174" y="24317"/>
                </a:lnTo>
                <a:lnTo>
                  <a:pt x="765174" y="32800"/>
                </a:lnTo>
                <a:cubicBezTo>
                  <a:pt x="769585" y="26240"/>
                  <a:pt x="775956" y="22960"/>
                  <a:pt x="784288" y="22960"/>
                </a:cubicBezTo>
                <a:cubicBezTo>
                  <a:pt x="787908" y="22960"/>
                  <a:pt x="791235" y="23610"/>
                  <a:pt x="794270" y="24911"/>
                </a:cubicBezTo>
                <a:cubicBezTo>
                  <a:pt x="797305" y="26212"/>
                  <a:pt x="799576" y="27918"/>
                  <a:pt x="801084" y="30029"/>
                </a:cubicBezTo>
                <a:cubicBezTo>
                  <a:pt x="802592" y="32140"/>
                  <a:pt x="803648" y="34647"/>
                  <a:pt x="804251" y="37550"/>
                </a:cubicBezTo>
                <a:cubicBezTo>
                  <a:pt x="804628" y="39435"/>
                  <a:pt x="804817" y="42734"/>
                  <a:pt x="804817" y="47447"/>
                </a:cubicBezTo>
                <a:lnTo>
                  <a:pt x="804817" y="84375"/>
                </a:lnTo>
                <a:lnTo>
                  <a:pt x="794637" y="84375"/>
                </a:lnTo>
                <a:lnTo>
                  <a:pt x="794637" y="47804"/>
                </a:lnTo>
                <a:cubicBezTo>
                  <a:pt x="794637" y="43652"/>
                  <a:pt x="794241" y="40548"/>
                  <a:pt x="793450" y="38491"/>
                </a:cubicBezTo>
                <a:cubicBezTo>
                  <a:pt x="792658" y="36434"/>
                  <a:pt x="791253" y="34792"/>
                  <a:pt x="789236" y="33565"/>
                </a:cubicBezTo>
                <a:cubicBezTo>
                  <a:pt x="787219" y="32339"/>
                  <a:pt x="784854" y="31726"/>
                  <a:pt x="782139" y="31726"/>
                </a:cubicBezTo>
                <a:cubicBezTo>
                  <a:pt x="777804" y="31726"/>
                  <a:pt x="774062" y="33103"/>
                  <a:pt x="770914" y="35859"/>
                </a:cubicBezTo>
                <a:cubicBezTo>
                  <a:pt x="767766" y="38614"/>
                  <a:pt x="766192" y="43841"/>
                  <a:pt x="766192" y="51540"/>
                </a:cubicBezTo>
                <a:lnTo>
                  <a:pt x="766192" y="84375"/>
                </a:lnTo>
                <a:lnTo>
                  <a:pt x="756012" y="84375"/>
                </a:lnTo>
                <a:close/>
                <a:moveTo>
                  <a:pt x="842574" y="75384"/>
                </a:moveTo>
                <a:lnTo>
                  <a:pt x="844044" y="84375"/>
                </a:lnTo>
                <a:cubicBezTo>
                  <a:pt x="841179" y="84903"/>
                  <a:pt x="838615" y="85167"/>
                  <a:pt x="836353" y="85167"/>
                </a:cubicBezTo>
                <a:cubicBezTo>
                  <a:pt x="832659" y="85167"/>
                  <a:pt x="829793" y="84583"/>
                  <a:pt x="827757" y="83414"/>
                </a:cubicBezTo>
                <a:cubicBezTo>
                  <a:pt x="825722" y="82245"/>
                  <a:pt x="824289" y="80709"/>
                  <a:pt x="823460" y="78805"/>
                </a:cubicBezTo>
                <a:cubicBezTo>
                  <a:pt x="822630" y="76901"/>
                  <a:pt x="822215" y="72895"/>
                  <a:pt x="822215" y="66788"/>
                </a:cubicBezTo>
                <a:lnTo>
                  <a:pt x="822215" y="32235"/>
                </a:lnTo>
                <a:lnTo>
                  <a:pt x="814751" y="32235"/>
                </a:lnTo>
                <a:lnTo>
                  <a:pt x="814751" y="24317"/>
                </a:lnTo>
                <a:lnTo>
                  <a:pt x="822215" y="24317"/>
                </a:lnTo>
                <a:lnTo>
                  <a:pt x="822215" y="9404"/>
                </a:lnTo>
                <a:lnTo>
                  <a:pt x="832338" y="3280"/>
                </a:lnTo>
                <a:lnTo>
                  <a:pt x="832338" y="24317"/>
                </a:lnTo>
                <a:lnTo>
                  <a:pt x="842574" y="24317"/>
                </a:lnTo>
                <a:lnTo>
                  <a:pt x="842574" y="32235"/>
                </a:lnTo>
                <a:lnTo>
                  <a:pt x="832338" y="32235"/>
                </a:lnTo>
                <a:lnTo>
                  <a:pt x="832338" y="67353"/>
                </a:lnTo>
                <a:cubicBezTo>
                  <a:pt x="832338" y="70256"/>
                  <a:pt x="832517" y="72122"/>
                  <a:pt x="832875" y="72952"/>
                </a:cubicBezTo>
                <a:cubicBezTo>
                  <a:pt x="833234" y="73781"/>
                  <a:pt x="833818" y="74441"/>
                  <a:pt x="834629" y="74931"/>
                </a:cubicBezTo>
                <a:cubicBezTo>
                  <a:pt x="835439" y="75421"/>
                  <a:pt x="836598" y="75666"/>
                  <a:pt x="838106" y="75666"/>
                </a:cubicBezTo>
                <a:cubicBezTo>
                  <a:pt x="839237" y="75666"/>
                  <a:pt x="840727" y="75572"/>
                  <a:pt x="842574" y="75384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SyntaxCompletion">
            <a:extLst xmlns:a="http://schemas.openxmlformats.org/drawingml/2006/main">
              <a:ext uri="{FF2B5EF4-FFF2-40B4-BE49-F238E27FC236}">
                <a16:creationId xmlns:a16="http://schemas.microsoft.com/office/drawing/2014/main" id="{98E74C77-085B-41D6-A106-731B5FD9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643" y="518136"/>
            <a:ext cx="956518" cy="108676"/>
          </a:xfrm>
          <a:custGeom xmlns:a="http://schemas.openxmlformats.org/drawingml/2006/main">
            <a:pathLst>
              <a:path w="956518" h="108676">
                <a:moveTo>
                  <a:pt x="0" y="57614"/>
                </a:moveTo>
                <a:lnTo>
                  <a:pt x="10337" y="56710"/>
                </a:lnTo>
                <a:cubicBezTo>
                  <a:pt x="10826" y="60852"/>
                  <a:pt x="11965" y="64251"/>
                  <a:pt x="13754" y="66906"/>
                </a:cubicBezTo>
                <a:cubicBezTo>
                  <a:pt x="15543" y="69560"/>
                  <a:pt x="18320" y="71707"/>
                  <a:pt x="22085" y="73345"/>
                </a:cubicBezTo>
                <a:cubicBezTo>
                  <a:pt x="25851" y="74983"/>
                  <a:pt x="30087" y="75802"/>
                  <a:pt x="34794" y="75802"/>
                </a:cubicBezTo>
                <a:cubicBezTo>
                  <a:pt x="38974" y="75802"/>
                  <a:pt x="42664" y="75180"/>
                  <a:pt x="45865" y="73938"/>
                </a:cubicBezTo>
                <a:cubicBezTo>
                  <a:pt x="49066" y="72695"/>
                  <a:pt x="51448" y="70991"/>
                  <a:pt x="53010" y="68826"/>
                </a:cubicBezTo>
                <a:cubicBezTo>
                  <a:pt x="54573" y="66661"/>
                  <a:pt x="55355" y="64298"/>
                  <a:pt x="55355" y="61737"/>
                </a:cubicBezTo>
                <a:cubicBezTo>
                  <a:pt x="55355" y="59139"/>
                  <a:pt x="54601" y="56870"/>
                  <a:pt x="53095" y="54931"/>
                </a:cubicBezTo>
                <a:cubicBezTo>
                  <a:pt x="51589" y="52992"/>
                  <a:pt x="49104" y="51363"/>
                  <a:pt x="45639" y="50045"/>
                </a:cubicBezTo>
                <a:cubicBezTo>
                  <a:pt x="43418" y="49179"/>
                  <a:pt x="38503" y="47833"/>
                  <a:pt x="30897" y="46006"/>
                </a:cubicBezTo>
                <a:cubicBezTo>
                  <a:pt x="23290" y="44180"/>
                  <a:pt x="17962" y="42457"/>
                  <a:pt x="14912" y="40838"/>
                </a:cubicBezTo>
                <a:cubicBezTo>
                  <a:pt x="10958" y="38767"/>
                  <a:pt x="8011" y="36197"/>
                  <a:pt x="6072" y="33128"/>
                </a:cubicBezTo>
                <a:cubicBezTo>
                  <a:pt x="4133" y="30059"/>
                  <a:pt x="3163" y="26623"/>
                  <a:pt x="3163" y="22820"/>
                </a:cubicBezTo>
                <a:cubicBezTo>
                  <a:pt x="3163" y="18640"/>
                  <a:pt x="4349" y="14733"/>
                  <a:pt x="6722" y="11099"/>
                </a:cubicBezTo>
                <a:cubicBezTo>
                  <a:pt x="9094" y="7465"/>
                  <a:pt x="12558" y="4707"/>
                  <a:pt x="17115" y="2824"/>
                </a:cubicBezTo>
                <a:cubicBezTo>
                  <a:pt x="21671" y="941"/>
                  <a:pt x="26736" y="0"/>
                  <a:pt x="32309" y="0"/>
                </a:cubicBezTo>
                <a:cubicBezTo>
                  <a:pt x="38447" y="0"/>
                  <a:pt x="43860" y="988"/>
                  <a:pt x="48548" y="2965"/>
                </a:cubicBezTo>
                <a:cubicBezTo>
                  <a:pt x="53236" y="4942"/>
                  <a:pt x="56842" y="7851"/>
                  <a:pt x="59365" y="11692"/>
                </a:cubicBezTo>
                <a:cubicBezTo>
                  <a:pt x="61888" y="15533"/>
                  <a:pt x="63243" y="19882"/>
                  <a:pt x="63432" y="24740"/>
                </a:cubicBezTo>
                <a:lnTo>
                  <a:pt x="52926" y="25531"/>
                </a:lnTo>
                <a:cubicBezTo>
                  <a:pt x="52361" y="20278"/>
                  <a:pt x="50450" y="16310"/>
                  <a:pt x="47193" y="13627"/>
                </a:cubicBezTo>
                <a:cubicBezTo>
                  <a:pt x="43935" y="10944"/>
                  <a:pt x="39125" y="9602"/>
                  <a:pt x="32761" y="9602"/>
                </a:cubicBezTo>
                <a:cubicBezTo>
                  <a:pt x="26133" y="9602"/>
                  <a:pt x="21304" y="10818"/>
                  <a:pt x="18273" y="13249"/>
                </a:cubicBezTo>
                <a:cubicBezTo>
                  <a:pt x="15241" y="15679"/>
                  <a:pt x="13726" y="18609"/>
                  <a:pt x="13726" y="22038"/>
                </a:cubicBezTo>
                <a:cubicBezTo>
                  <a:pt x="13726" y="25015"/>
                  <a:pt x="14799" y="27464"/>
                  <a:pt x="16945" y="29386"/>
                </a:cubicBezTo>
                <a:cubicBezTo>
                  <a:pt x="19054" y="31309"/>
                  <a:pt x="24561" y="33278"/>
                  <a:pt x="33467" y="35294"/>
                </a:cubicBezTo>
                <a:cubicBezTo>
                  <a:pt x="42373" y="37310"/>
                  <a:pt x="48482" y="39071"/>
                  <a:pt x="51796" y="40579"/>
                </a:cubicBezTo>
                <a:cubicBezTo>
                  <a:pt x="56616" y="42801"/>
                  <a:pt x="60174" y="45619"/>
                  <a:pt x="62472" y="49030"/>
                </a:cubicBezTo>
                <a:cubicBezTo>
                  <a:pt x="64769" y="52440"/>
                  <a:pt x="65917" y="56369"/>
                  <a:pt x="65917" y="60816"/>
                </a:cubicBezTo>
                <a:cubicBezTo>
                  <a:pt x="65917" y="65224"/>
                  <a:pt x="64656" y="69378"/>
                  <a:pt x="62133" y="73279"/>
                </a:cubicBezTo>
                <a:cubicBezTo>
                  <a:pt x="59610" y="77179"/>
                  <a:pt x="55985" y="80213"/>
                  <a:pt x="51259" y="82380"/>
                </a:cubicBezTo>
                <a:cubicBezTo>
                  <a:pt x="46534" y="84547"/>
                  <a:pt x="41215" y="85630"/>
                  <a:pt x="35303" y="85630"/>
                </a:cubicBezTo>
                <a:cubicBezTo>
                  <a:pt x="27809" y="85630"/>
                  <a:pt x="21530" y="84538"/>
                  <a:pt x="16465" y="82354"/>
                </a:cubicBezTo>
                <a:cubicBezTo>
                  <a:pt x="11400" y="80170"/>
                  <a:pt x="7428" y="76884"/>
                  <a:pt x="4547" y="72497"/>
                </a:cubicBezTo>
                <a:cubicBezTo>
                  <a:pt x="1666" y="68111"/>
                  <a:pt x="151" y="63149"/>
                  <a:pt x="0" y="57614"/>
                </a:cubicBezTo>
                <a:close/>
                <a:moveTo>
                  <a:pt x="79100" y="107433"/>
                </a:moveTo>
                <a:lnTo>
                  <a:pt x="77970" y="97887"/>
                </a:lnTo>
                <a:cubicBezTo>
                  <a:pt x="80192" y="98490"/>
                  <a:pt x="82131" y="98791"/>
                  <a:pt x="83788" y="98791"/>
                </a:cubicBezTo>
                <a:cubicBezTo>
                  <a:pt x="86048" y="98791"/>
                  <a:pt x="87855" y="98410"/>
                  <a:pt x="89211" y="97647"/>
                </a:cubicBezTo>
                <a:cubicBezTo>
                  <a:pt x="90566" y="96886"/>
                  <a:pt x="91677" y="95819"/>
                  <a:pt x="92543" y="94447"/>
                </a:cubicBezTo>
                <a:cubicBezTo>
                  <a:pt x="93183" y="93418"/>
                  <a:pt x="94219" y="90866"/>
                  <a:pt x="95650" y="86790"/>
                </a:cubicBezTo>
                <a:cubicBezTo>
                  <a:pt x="95838" y="86218"/>
                  <a:pt x="96139" y="85379"/>
                  <a:pt x="96554" y="84274"/>
                </a:cubicBezTo>
                <a:lnTo>
                  <a:pt x="73791" y="24288"/>
                </a:lnTo>
                <a:lnTo>
                  <a:pt x="84748" y="24288"/>
                </a:lnTo>
                <a:lnTo>
                  <a:pt x="97231" y="58945"/>
                </a:lnTo>
                <a:cubicBezTo>
                  <a:pt x="98851" y="63341"/>
                  <a:pt x="100300" y="67962"/>
                  <a:pt x="101581" y="72808"/>
                </a:cubicBezTo>
                <a:cubicBezTo>
                  <a:pt x="102748" y="68149"/>
                  <a:pt x="104141" y="63604"/>
                  <a:pt x="105761" y="59171"/>
                </a:cubicBezTo>
                <a:lnTo>
                  <a:pt x="118582" y="24288"/>
                </a:lnTo>
                <a:lnTo>
                  <a:pt x="128750" y="24288"/>
                </a:lnTo>
                <a:lnTo>
                  <a:pt x="105930" y="85332"/>
                </a:lnTo>
                <a:cubicBezTo>
                  <a:pt x="103482" y="91926"/>
                  <a:pt x="101581" y="96467"/>
                  <a:pt x="100225" y="98953"/>
                </a:cubicBezTo>
                <a:cubicBezTo>
                  <a:pt x="98418" y="102307"/>
                  <a:pt x="96347" y="104766"/>
                  <a:pt x="94012" y="106330"/>
                </a:cubicBezTo>
                <a:cubicBezTo>
                  <a:pt x="91677" y="107894"/>
                  <a:pt x="88891" y="108676"/>
                  <a:pt x="85652" y="108676"/>
                </a:cubicBezTo>
                <a:cubicBezTo>
                  <a:pt x="83694" y="108676"/>
                  <a:pt x="81510" y="108261"/>
                  <a:pt x="79100" y="107433"/>
                </a:cubicBezTo>
                <a:close/>
                <a:moveTo>
                  <a:pt x="137357" y="84274"/>
                </a:moveTo>
                <a:lnTo>
                  <a:pt x="137357" y="24288"/>
                </a:lnTo>
                <a:lnTo>
                  <a:pt x="146508" y="24288"/>
                </a:lnTo>
                <a:lnTo>
                  <a:pt x="146508" y="32761"/>
                </a:lnTo>
                <a:cubicBezTo>
                  <a:pt x="150914" y="26209"/>
                  <a:pt x="157277" y="22933"/>
                  <a:pt x="165599" y="22933"/>
                </a:cubicBezTo>
                <a:cubicBezTo>
                  <a:pt x="169214" y="22933"/>
                  <a:pt x="172538" y="23582"/>
                  <a:pt x="175569" y="24881"/>
                </a:cubicBezTo>
                <a:cubicBezTo>
                  <a:pt x="178600" y="26180"/>
                  <a:pt x="180869" y="27884"/>
                  <a:pt x="182375" y="29993"/>
                </a:cubicBezTo>
                <a:cubicBezTo>
                  <a:pt x="183882" y="32102"/>
                  <a:pt x="184936" y="34606"/>
                  <a:pt x="185538" y="37506"/>
                </a:cubicBezTo>
                <a:cubicBezTo>
                  <a:pt x="185915" y="39388"/>
                  <a:pt x="186103" y="42683"/>
                  <a:pt x="186103" y="47390"/>
                </a:cubicBezTo>
                <a:lnTo>
                  <a:pt x="186103" y="84274"/>
                </a:lnTo>
                <a:lnTo>
                  <a:pt x="175936" y="84274"/>
                </a:lnTo>
                <a:lnTo>
                  <a:pt x="175936" y="47747"/>
                </a:lnTo>
                <a:cubicBezTo>
                  <a:pt x="175936" y="43600"/>
                  <a:pt x="175541" y="40499"/>
                  <a:pt x="174750" y="38445"/>
                </a:cubicBezTo>
                <a:cubicBezTo>
                  <a:pt x="173959" y="36390"/>
                  <a:pt x="172556" y="34750"/>
                  <a:pt x="170542" y="33525"/>
                </a:cubicBezTo>
                <a:cubicBezTo>
                  <a:pt x="168527" y="32300"/>
                  <a:pt x="166164" y="31688"/>
                  <a:pt x="163453" y="31688"/>
                </a:cubicBezTo>
                <a:cubicBezTo>
                  <a:pt x="159123" y="31688"/>
                  <a:pt x="155385" y="33064"/>
                  <a:pt x="152241" y="35816"/>
                </a:cubicBezTo>
                <a:cubicBezTo>
                  <a:pt x="149097" y="38568"/>
                  <a:pt x="147525" y="43788"/>
                  <a:pt x="147525" y="51478"/>
                </a:cubicBezTo>
                <a:lnTo>
                  <a:pt x="147525" y="84274"/>
                </a:lnTo>
                <a:lnTo>
                  <a:pt x="137357" y="84274"/>
                </a:lnTo>
                <a:close/>
                <a:moveTo>
                  <a:pt x="223838" y="75293"/>
                </a:moveTo>
                <a:lnTo>
                  <a:pt x="225307" y="84274"/>
                </a:lnTo>
                <a:cubicBezTo>
                  <a:pt x="222445" y="84802"/>
                  <a:pt x="219884" y="85065"/>
                  <a:pt x="217625" y="85065"/>
                </a:cubicBezTo>
                <a:cubicBezTo>
                  <a:pt x="213935" y="85065"/>
                  <a:pt x="211073" y="84482"/>
                  <a:pt x="209039" y="83314"/>
                </a:cubicBezTo>
                <a:cubicBezTo>
                  <a:pt x="207006" y="82147"/>
                  <a:pt x="205575" y="80612"/>
                  <a:pt x="204747" y="78711"/>
                </a:cubicBezTo>
                <a:cubicBezTo>
                  <a:pt x="203918" y="76809"/>
                  <a:pt x="203504" y="72808"/>
                  <a:pt x="203504" y="66708"/>
                </a:cubicBezTo>
                <a:lnTo>
                  <a:pt x="203504" y="32196"/>
                </a:lnTo>
                <a:lnTo>
                  <a:pt x="196048" y="32196"/>
                </a:lnTo>
                <a:lnTo>
                  <a:pt x="196048" y="24288"/>
                </a:lnTo>
                <a:lnTo>
                  <a:pt x="203504" y="24288"/>
                </a:lnTo>
                <a:lnTo>
                  <a:pt x="203504" y="9392"/>
                </a:lnTo>
                <a:lnTo>
                  <a:pt x="213615" y="3276"/>
                </a:lnTo>
                <a:lnTo>
                  <a:pt x="213615" y="24288"/>
                </a:lnTo>
                <a:lnTo>
                  <a:pt x="223838" y="24288"/>
                </a:lnTo>
                <a:lnTo>
                  <a:pt x="223838" y="32196"/>
                </a:lnTo>
                <a:lnTo>
                  <a:pt x="213615" y="32196"/>
                </a:lnTo>
                <a:lnTo>
                  <a:pt x="213615" y="67273"/>
                </a:lnTo>
                <a:cubicBezTo>
                  <a:pt x="213615" y="70172"/>
                  <a:pt x="213794" y="72036"/>
                  <a:pt x="214151" y="72865"/>
                </a:cubicBezTo>
                <a:cubicBezTo>
                  <a:pt x="214509" y="73693"/>
                  <a:pt x="215093" y="74352"/>
                  <a:pt x="215902" y="74842"/>
                </a:cubicBezTo>
                <a:cubicBezTo>
                  <a:pt x="216712" y="75331"/>
                  <a:pt x="217870" y="75576"/>
                  <a:pt x="219376" y="75576"/>
                </a:cubicBezTo>
                <a:cubicBezTo>
                  <a:pt x="220506" y="75576"/>
                  <a:pt x="221993" y="75482"/>
                  <a:pt x="223838" y="75293"/>
                </a:cubicBezTo>
                <a:close/>
                <a:moveTo>
                  <a:pt x="272908" y="76868"/>
                </a:moveTo>
                <a:cubicBezTo>
                  <a:pt x="269143" y="80071"/>
                  <a:pt x="265518" y="82332"/>
                  <a:pt x="262035" y="83651"/>
                </a:cubicBezTo>
                <a:cubicBezTo>
                  <a:pt x="258552" y="84970"/>
                  <a:pt x="254815" y="85630"/>
                  <a:pt x="250823" y="85630"/>
                </a:cubicBezTo>
                <a:cubicBezTo>
                  <a:pt x="244233" y="85630"/>
                  <a:pt x="239169" y="84019"/>
                  <a:pt x="235629" y="80797"/>
                </a:cubicBezTo>
                <a:cubicBezTo>
                  <a:pt x="232089" y="77575"/>
                  <a:pt x="230319" y="73458"/>
                  <a:pt x="230319" y="68446"/>
                </a:cubicBezTo>
                <a:cubicBezTo>
                  <a:pt x="230319" y="65508"/>
                  <a:pt x="230988" y="62824"/>
                  <a:pt x="232325" y="60394"/>
                </a:cubicBezTo>
                <a:cubicBezTo>
                  <a:pt x="233661" y="57963"/>
                  <a:pt x="235412" y="56012"/>
                  <a:pt x="237578" y="54543"/>
                </a:cubicBezTo>
                <a:cubicBezTo>
                  <a:pt x="239743" y="53073"/>
                  <a:pt x="242181" y="51961"/>
                  <a:pt x="244892" y="51208"/>
                </a:cubicBezTo>
                <a:cubicBezTo>
                  <a:pt x="246888" y="50680"/>
                  <a:pt x="249900" y="50171"/>
                  <a:pt x="253930" y="49681"/>
                </a:cubicBezTo>
                <a:cubicBezTo>
                  <a:pt x="262139" y="48709"/>
                  <a:pt x="268183" y="47550"/>
                  <a:pt x="272061" y="46204"/>
                </a:cubicBezTo>
                <a:cubicBezTo>
                  <a:pt x="272099" y="44817"/>
                  <a:pt x="272118" y="43935"/>
                  <a:pt x="272118" y="43560"/>
                </a:cubicBezTo>
                <a:cubicBezTo>
                  <a:pt x="272118" y="39433"/>
                  <a:pt x="271157" y="36526"/>
                  <a:pt x="269237" y="34838"/>
                </a:cubicBezTo>
                <a:cubicBezTo>
                  <a:pt x="266639" y="32550"/>
                  <a:pt x="262779" y="31405"/>
                  <a:pt x="257658" y="31405"/>
                </a:cubicBezTo>
                <a:cubicBezTo>
                  <a:pt x="252875" y="31405"/>
                  <a:pt x="249345" y="32243"/>
                  <a:pt x="247067" y="33919"/>
                </a:cubicBezTo>
                <a:cubicBezTo>
                  <a:pt x="244789" y="35594"/>
                  <a:pt x="243104" y="38560"/>
                  <a:pt x="242012" y="42815"/>
                </a:cubicBezTo>
                <a:lnTo>
                  <a:pt x="232070" y="41459"/>
                </a:lnTo>
                <a:cubicBezTo>
                  <a:pt x="232974" y="37191"/>
                  <a:pt x="234461" y="33745"/>
                  <a:pt x="236533" y="31119"/>
                </a:cubicBezTo>
                <a:cubicBezTo>
                  <a:pt x="238604" y="28494"/>
                  <a:pt x="241597" y="26473"/>
                  <a:pt x="245514" y="25058"/>
                </a:cubicBezTo>
                <a:cubicBezTo>
                  <a:pt x="249430" y="23641"/>
                  <a:pt x="253967" y="22933"/>
                  <a:pt x="259126" y="22933"/>
                </a:cubicBezTo>
                <a:cubicBezTo>
                  <a:pt x="264247" y="22933"/>
                  <a:pt x="268408" y="23535"/>
                  <a:pt x="271609" y="24740"/>
                </a:cubicBezTo>
                <a:cubicBezTo>
                  <a:pt x="274810" y="25945"/>
                  <a:pt x="277164" y="27461"/>
                  <a:pt x="278670" y="29287"/>
                </a:cubicBezTo>
                <a:cubicBezTo>
                  <a:pt x="280176" y="31113"/>
                  <a:pt x="281230" y="33420"/>
                  <a:pt x="281833" y="36206"/>
                </a:cubicBezTo>
                <a:cubicBezTo>
                  <a:pt x="282172" y="37939"/>
                  <a:pt x="282341" y="41064"/>
                  <a:pt x="282341" y="45583"/>
                </a:cubicBezTo>
                <a:lnTo>
                  <a:pt x="282341" y="59139"/>
                </a:lnTo>
                <a:cubicBezTo>
                  <a:pt x="282341" y="68591"/>
                  <a:pt x="282558" y="74569"/>
                  <a:pt x="282991" y="77073"/>
                </a:cubicBezTo>
                <a:cubicBezTo>
                  <a:pt x="283424" y="79577"/>
                  <a:pt x="284281" y="81977"/>
                  <a:pt x="285561" y="84274"/>
                </a:cubicBezTo>
                <a:lnTo>
                  <a:pt x="274942" y="84274"/>
                </a:lnTo>
                <a:cubicBezTo>
                  <a:pt x="273887" y="82163"/>
                  <a:pt x="273210" y="79694"/>
                  <a:pt x="272908" y="76868"/>
                </a:cubicBezTo>
                <a:moveTo>
                  <a:pt x="272061" y="54112"/>
                </a:moveTo>
                <a:cubicBezTo>
                  <a:pt x="268371" y="55631"/>
                  <a:pt x="262835" y="56922"/>
                  <a:pt x="255455" y="57985"/>
                </a:cubicBezTo>
                <a:cubicBezTo>
                  <a:pt x="251275" y="58589"/>
                  <a:pt x="248319" y="59270"/>
                  <a:pt x="246587" y="60027"/>
                </a:cubicBezTo>
                <a:cubicBezTo>
                  <a:pt x="244855" y="60782"/>
                  <a:pt x="243518" y="61888"/>
                  <a:pt x="242576" y="63345"/>
                </a:cubicBezTo>
                <a:cubicBezTo>
                  <a:pt x="241635" y="64801"/>
                  <a:pt x="241164" y="66417"/>
                  <a:pt x="241164" y="68194"/>
                </a:cubicBezTo>
                <a:cubicBezTo>
                  <a:pt x="241164" y="70916"/>
                  <a:pt x="242190" y="73185"/>
                  <a:pt x="244243" y="75000"/>
                </a:cubicBezTo>
                <a:cubicBezTo>
                  <a:pt x="246295" y="76815"/>
                  <a:pt x="249298" y="77722"/>
                  <a:pt x="253252" y="77722"/>
                </a:cubicBezTo>
                <a:cubicBezTo>
                  <a:pt x="257168" y="77722"/>
                  <a:pt x="260651" y="76861"/>
                  <a:pt x="263701" y="75140"/>
                </a:cubicBezTo>
                <a:cubicBezTo>
                  <a:pt x="266752" y="73418"/>
                  <a:pt x="268992" y="71063"/>
                  <a:pt x="270423" y="68074"/>
                </a:cubicBezTo>
                <a:cubicBezTo>
                  <a:pt x="271515" y="65765"/>
                  <a:pt x="272061" y="62360"/>
                  <a:pt x="272061" y="57857"/>
                </a:cubicBezTo>
                <a:lnTo>
                  <a:pt x="272061" y="54112"/>
                </a:lnTo>
                <a:close/>
                <a:moveTo>
                  <a:pt x="291269" y="84274"/>
                </a:moveTo>
                <a:lnTo>
                  <a:pt x="313185" y="53095"/>
                </a:lnTo>
                <a:lnTo>
                  <a:pt x="292907" y="24288"/>
                </a:lnTo>
                <a:lnTo>
                  <a:pt x="305616" y="24288"/>
                </a:lnTo>
                <a:lnTo>
                  <a:pt x="314823" y="38353"/>
                </a:lnTo>
                <a:cubicBezTo>
                  <a:pt x="316555" y="41026"/>
                  <a:pt x="317949" y="43267"/>
                  <a:pt x="319003" y="45074"/>
                </a:cubicBezTo>
                <a:cubicBezTo>
                  <a:pt x="320660" y="42589"/>
                  <a:pt x="322185" y="40386"/>
                  <a:pt x="323578" y="38466"/>
                </a:cubicBezTo>
                <a:lnTo>
                  <a:pt x="333689" y="24288"/>
                </a:lnTo>
                <a:lnTo>
                  <a:pt x="345833" y="24288"/>
                </a:lnTo>
                <a:lnTo>
                  <a:pt x="325103" y="52530"/>
                </a:lnTo>
                <a:lnTo>
                  <a:pt x="347415" y="84274"/>
                </a:lnTo>
                <a:lnTo>
                  <a:pt x="334932" y="84274"/>
                </a:lnTo>
                <a:lnTo>
                  <a:pt x="322618" y="65635"/>
                </a:lnTo>
                <a:lnTo>
                  <a:pt x="319342" y="60608"/>
                </a:lnTo>
                <a:lnTo>
                  <a:pt x="303583" y="84274"/>
                </a:lnTo>
                <a:lnTo>
                  <a:pt x="291269" y="84274"/>
                </a:lnTo>
                <a:close/>
                <a:moveTo>
                  <a:pt x="447792" y="55129"/>
                </a:moveTo>
                <a:lnTo>
                  <a:pt x="458750" y="57896"/>
                </a:lnTo>
                <a:cubicBezTo>
                  <a:pt x="456453" y="66915"/>
                  <a:pt x="452320" y="73792"/>
                  <a:pt x="446352" y="78527"/>
                </a:cubicBezTo>
                <a:cubicBezTo>
                  <a:pt x="440383" y="83262"/>
                  <a:pt x="433087" y="85630"/>
                  <a:pt x="424464" y="85630"/>
                </a:cubicBezTo>
                <a:cubicBezTo>
                  <a:pt x="415540" y="85630"/>
                  <a:pt x="408281" y="83813"/>
                  <a:pt x="402689" y="80179"/>
                </a:cubicBezTo>
                <a:cubicBezTo>
                  <a:pt x="397097" y="76545"/>
                  <a:pt x="392842" y="71283"/>
                  <a:pt x="389924" y="64392"/>
                </a:cubicBezTo>
                <a:cubicBezTo>
                  <a:pt x="387006" y="57501"/>
                  <a:pt x="385546" y="50101"/>
                  <a:pt x="385546" y="42194"/>
                </a:cubicBezTo>
                <a:cubicBezTo>
                  <a:pt x="385546" y="33570"/>
                  <a:pt x="387194" y="26049"/>
                  <a:pt x="390489" y="19628"/>
                </a:cubicBezTo>
                <a:cubicBezTo>
                  <a:pt x="393784" y="13208"/>
                  <a:pt x="398472" y="8331"/>
                  <a:pt x="404553" y="4999"/>
                </a:cubicBezTo>
                <a:cubicBezTo>
                  <a:pt x="410635" y="1666"/>
                  <a:pt x="417328" y="0"/>
                  <a:pt x="424633" y="0"/>
                </a:cubicBezTo>
                <a:cubicBezTo>
                  <a:pt x="432918" y="0"/>
                  <a:pt x="439884" y="2109"/>
                  <a:pt x="445533" y="6326"/>
                </a:cubicBezTo>
                <a:cubicBezTo>
                  <a:pt x="451181" y="10544"/>
                  <a:pt x="455116" y="16475"/>
                  <a:pt x="457338" y="24119"/>
                </a:cubicBezTo>
                <a:lnTo>
                  <a:pt x="446549" y="26661"/>
                </a:lnTo>
                <a:cubicBezTo>
                  <a:pt x="444629" y="20616"/>
                  <a:pt x="441842" y="16214"/>
                  <a:pt x="438190" y="13457"/>
                </a:cubicBezTo>
                <a:cubicBezTo>
                  <a:pt x="434537" y="10699"/>
                  <a:pt x="429943" y="9320"/>
                  <a:pt x="424408" y="9320"/>
                </a:cubicBezTo>
                <a:cubicBezTo>
                  <a:pt x="418044" y="9320"/>
                  <a:pt x="412725" y="10848"/>
                  <a:pt x="408451" y="13904"/>
                </a:cubicBezTo>
                <a:cubicBezTo>
                  <a:pt x="404177" y="16959"/>
                  <a:pt x="401174" y="21061"/>
                  <a:pt x="399442" y="26210"/>
                </a:cubicBezTo>
                <a:cubicBezTo>
                  <a:pt x="397709" y="31359"/>
                  <a:pt x="396843" y="36667"/>
                  <a:pt x="396843" y="42135"/>
                </a:cubicBezTo>
                <a:cubicBezTo>
                  <a:pt x="396843" y="49189"/>
                  <a:pt x="397869" y="55347"/>
                  <a:pt x="399922" y="60609"/>
                </a:cubicBezTo>
                <a:cubicBezTo>
                  <a:pt x="401974" y="65872"/>
                  <a:pt x="405165" y="69804"/>
                  <a:pt x="409496" y="72407"/>
                </a:cubicBezTo>
                <a:cubicBezTo>
                  <a:pt x="413826" y="75009"/>
                  <a:pt x="418514" y="76310"/>
                  <a:pt x="423560" y="76310"/>
                </a:cubicBezTo>
                <a:cubicBezTo>
                  <a:pt x="429698" y="76310"/>
                  <a:pt x="434895" y="74531"/>
                  <a:pt x="439150" y="70972"/>
                </a:cubicBezTo>
                <a:cubicBezTo>
                  <a:pt x="443405" y="67414"/>
                  <a:pt x="446286" y="62133"/>
                  <a:pt x="447792" y="55129"/>
                </a:cubicBezTo>
                <a:close/>
                <a:moveTo>
                  <a:pt x="467112" y="54281"/>
                </a:moveTo>
                <a:cubicBezTo>
                  <a:pt x="467112" y="43173"/>
                  <a:pt x="470200" y="34945"/>
                  <a:pt x="476375" y="29598"/>
                </a:cubicBezTo>
                <a:cubicBezTo>
                  <a:pt x="481534" y="25154"/>
                  <a:pt x="487823" y="22933"/>
                  <a:pt x="495241" y="22933"/>
                </a:cubicBezTo>
                <a:cubicBezTo>
                  <a:pt x="503488" y="22933"/>
                  <a:pt x="510228" y="25634"/>
                  <a:pt x="515462" y="31038"/>
                </a:cubicBezTo>
                <a:cubicBezTo>
                  <a:pt x="520696" y="36442"/>
                  <a:pt x="523314" y="43907"/>
                  <a:pt x="523314" y="53434"/>
                </a:cubicBezTo>
                <a:cubicBezTo>
                  <a:pt x="523314" y="61154"/>
                  <a:pt x="522156" y="67226"/>
                  <a:pt x="519840" y="71650"/>
                </a:cubicBezTo>
                <a:cubicBezTo>
                  <a:pt x="517524" y="76075"/>
                  <a:pt x="514154" y="79511"/>
                  <a:pt x="509729" y="81959"/>
                </a:cubicBezTo>
                <a:cubicBezTo>
                  <a:pt x="505305" y="84406"/>
                  <a:pt x="500475" y="85630"/>
                  <a:pt x="495241" y="85630"/>
                </a:cubicBezTo>
                <a:cubicBezTo>
                  <a:pt x="486844" y="85630"/>
                  <a:pt x="480056" y="82938"/>
                  <a:pt x="474878" y="77553"/>
                </a:cubicBezTo>
                <a:cubicBezTo>
                  <a:pt x="469701" y="72168"/>
                  <a:pt x="467112" y="64411"/>
                  <a:pt x="467112" y="54281"/>
                </a:cubicBezTo>
                <a:moveTo>
                  <a:pt x="477561" y="54253"/>
                </a:moveTo>
                <a:cubicBezTo>
                  <a:pt x="477561" y="61907"/>
                  <a:pt x="479237" y="67637"/>
                  <a:pt x="482588" y="71445"/>
                </a:cubicBezTo>
                <a:cubicBezTo>
                  <a:pt x="485940" y="75253"/>
                  <a:pt x="490157" y="77157"/>
                  <a:pt x="495241" y="77157"/>
                </a:cubicBezTo>
                <a:cubicBezTo>
                  <a:pt x="500287" y="77157"/>
                  <a:pt x="504486" y="75244"/>
                  <a:pt x="507837" y="71417"/>
                </a:cubicBezTo>
                <a:cubicBezTo>
                  <a:pt x="511188" y="67590"/>
                  <a:pt x="512864" y="61757"/>
                  <a:pt x="512864" y="53916"/>
                </a:cubicBezTo>
                <a:cubicBezTo>
                  <a:pt x="512864" y="46525"/>
                  <a:pt x="511179" y="40925"/>
                  <a:pt x="507809" y="37117"/>
                </a:cubicBezTo>
                <a:cubicBezTo>
                  <a:pt x="504438" y="33309"/>
                  <a:pt x="500249" y="31405"/>
                  <a:pt x="495241" y="31405"/>
                </a:cubicBezTo>
                <a:cubicBezTo>
                  <a:pt x="490157" y="31405"/>
                  <a:pt x="485940" y="33300"/>
                  <a:pt x="482588" y="37089"/>
                </a:cubicBezTo>
                <a:cubicBezTo>
                  <a:pt x="479237" y="40878"/>
                  <a:pt x="477561" y="46599"/>
                  <a:pt x="477561" y="54253"/>
                </a:cubicBezTo>
                <a:close/>
                <a:moveTo>
                  <a:pt x="535180" y="84274"/>
                </a:moveTo>
                <a:lnTo>
                  <a:pt x="535180" y="24288"/>
                </a:lnTo>
                <a:lnTo>
                  <a:pt x="544274" y="24288"/>
                </a:lnTo>
                <a:lnTo>
                  <a:pt x="544274" y="32648"/>
                </a:lnTo>
                <a:cubicBezTo>
                  <a:pt x="546156" y="29727"/>
                  <a:pt x="548661" y="27378"/>
                  <a:pt x="551786" y="25600"/>
                </a:cubicBezTo>
                <a:cubicBezTo>
                  <a:pt x="554912" y="23822"/>
                  <a:pt x="558470" y="22933"/>
                  <a:pt x="562462" y="22933"/>
                </a:cubicBezTo>
                <a:cubicBezTo>
                  <a:pt x="566905" y="22933"/>
                  <a:pt x="570548" y="23850"/>
                  <a:pt x="573391" y="25686"/>
                </a:cubicBezTo>
                <a:cubicBezTo>
                  <a:pt x="576234" y="27521"/>
                  <a:pt x="578240" y="30086"/>
                  <a:pt x="579407" y="33382"/>
                </a:cubicBezTo>
                <a:cubicBezTo>
                  <a:pt x="584152" y="26416"/>
                  <a:pt x="590327" y="22933"/>
                  <a:pt x="597934" y="22933"/>
                </a:cubicBezTo>
                <a:cubicBezTo>
                  <a:pt x="603883" y="22933"/>
                  <a:pt x="608459" y="24580"/>
                  <a:pt x="611659" y="27875"/>
                </a:cubicBezTo>
                <a:cubicBezTo>
                  <a:pt x="614860" y="31170"/>
                  <a:pt x="616460" y="36244"/>
                  <a:pt x="616460" y="43097"/>
                </a:cubicBezTo>
                <a:lnTo>
                  <a:pt x="616460" y="84274"/>
                </a:lnTo>
                <a:lnTo>
                  <a:pt x="606350" y="84274"/>
                </a:lnTo>
                <a:lnTo>
                  <a:pt x="606350" y="46446"/>
                </a:lnTo>
                <a:cubicBezTo>
                  <a:pt x="606350" y="42374"/>
                  <a:pt x="606020" y="39444"/>
                  <a:pt x="605361" y="37654"/>
                </a:cubicBezTo>
                <a:cubicBezTo>
                  <a:pt x="604702" y="35863"/>
                  <a:pt x="603507" y="34421"/>
                  <a:pt x="601775" y="33327"/>
                </a:cubicBezTo>
                <a:cubicBezTo>
                  <a:pt x="600042" y="32234"/>
                  <a:pt x="598009" y="31688"/>
                  <a:pt x="595674" y="31688"/>
                </a:cubicBezTo>
                <a:cubicBezTo>
                  <a:pt x="591457" y="31688"/>
                  <a:pt x="587955" y="33092"/>
                  <a:pt x="585168" y="35901"/>
                </a:cubicBezTo>
                <a:cubicBezTo>
                  <a:pt x="582382" y="38709"/>
                  <a:pt x="580988" y="43204"/>
                  <a:pt x="580988" y="49387"/>
                </a:cubicBezTo>
                <a:lnTo>
                  <a:pt x="580988" y="84274"/>
                </a:lnTo>
                <a:lnTo>
                  <a:pt x="570821" y="84274"/>
                </a:lnTo>
                <a:lnTo>
                  <a:pt x="570821" y="45258"/>
                </a:lnTo>
                <a:cubicBezTo>
                  <a:pt x="570821" y="40735"/>
                  <a:pt x="569993" y="37342"/>
                  <a:pt x="568336" y="35080"/>
                </a:cubicBezTo>
                <a:cubicBezTo>
                  <a:pt x="566679" y="32818"/>
                  <a:pt x="563968" y="31688"/>
                  <a:pt x="560202" y="31688"/>
                </a:cubicBezTo>
                <a:cubicBezTo>
                  <a:pt x="557340" y="31688"/>
                  <a:pt x="554695" y="32442"/>
                  <a:pt x="552266" y="33951"/>
                </a:cubicBezTo>
                <a:cubicBezTo>
                  <a:pt x="549837" y="35458"/>
                  <a:pt x="548077" y="37663"/>
                  <a:pt x="546985" y="40566"/>
                </a:cubicBezTo>
                <a:cubicBezTo>
                  <a:pt x="545893" y="43468"/>
                  <a:pt x="545347" y="47652"/>
                  <a:pt x="545347" y="53118"/>
                </a:cubicBezTo>
                <a:lnTo>
                  <a:pt x="545347" y="84274"/>
                </a:lnTo>
                <a:lnTo>
                  <a:pt x="535180" y="84274"/>
                </a:lnTo>
                <a:close/>
                <a:moveTo>
                  <a:pt x="631506" y="107320"/>
                </a:moveTo>
                <a:lnTo>
                  <a:pt x="631506" y="24288"/>
                </a:lnTo>
                <a:lnTo>
                  <a:pt x="640769" y="24288"/>
                </a:lnTo>
                <a:lnTo>
                  <a:pt x="640769" y="32027"/>
                </a:lnTo>
                <a:cubicBezTo>
                  <a:pt x="642954" y="28995"/>
                  <a:pt x="645420" y="26722"/>
                  <a:pt x="648169" y="25206"/>
                </a:cubicBezTo>
                <a:cubicBezTo>
                  <a:pt x="650918" y="23690"/>
                  <a:pt x="654250" y="22933"/>
                  <a:pt x="658167" y="22933"/>
                </a:cubicBezTo>
                <a:cubicBezTo>
                  <a:pt x="663288" y="22933"/>
                  <a:pt x="667807" y="24251"/>
                  <a:pt x="671723" y="26886"/>
                </a:cubicBezTo>
                <a:cubicBezTo>
                  <a:pt x="675639" y="29522"/>
                  <a:pt x="678595" y="33241"/>
                  <a:pt x="680591" y="38042"/>
                </a:cubicBezTo>
                <a:cubicBezTo>
                  <a:pt x="682587" y="42843"/>
                  <a:pt x="683584" y="48106"/>
                  <a:pt x="683584" y="53829"/>
                </a:cubicBezTo>
                <a:cubicBezTo>
                  <a:pt x="683584" y="59967"/>
                  <a:pt x="682483" y="65493"/>
                  <a:pt x="680280" y="70408"/>
                </a:cubicBezTo>
                <a:cubicBezTo>
                  <a:pt x="678077" y="75322"/>
                  <a:pt x="674876" y="79087"/>
                  <a:pt x="670678" y="81704"/>
                </a:cubicBezTo>
                <a:cubicBezTo>
                  <a:pt x="666479" y="84321"/>
                  <a:pt x="662064" y="85630"/>
                  <a:pt x="657432" y="85630"/>
                </a:cubicBezTo>
                <a:cubicBezTo>
                  <a:pt x="654043" y="85630"/>
                  <a:pt x="651003" y="84905"/>
                  <a:pt x="648310" y="83455"/>
                </a:cubicBezTo>
                <a:cubicBezTo>
                  <a:pt x="645618" y="82004"/>
                  <a:pt x="643405" y="80172"/>
                  <a:pt x="641673" y="77959"/>
                </a:cubicBezTo>
                <a:lnTo>
                  <a:pt x="641673" y="107320"/>
                </a:lnTo>
                <a:lnTo>
                  <a:pt x="631506" y="107320"/>
                </a:lnTo>
                <a:moveTo>
                  <a:pt x="640713" y="54535"/>
                </a:moveTo>
                <a:cubicBezTo>
                  <a:pt x="640713" y="62246"/>
                  <a:pt x="642276" y="67943"/>
                  <a:pt x="645401" y="71629"/>
                </a:cubicBezTo>
                <a:cubicBezTo>
                  <a:pt x="648527" y="75315"/>
                  <a:pt x="652311" y="77157"/>
                  <a:pt x="656754" y="77157"/>
                </a:cubicBezTo>
                <a:cubicBezTo>
                  <a:pt x="661273" y="77157"/>
                  <a:pt x="665142" y="75249"/>
                  <a:pt x="668362" y="71431"/>
                </a:cubicBezTo>
                <a:cubicBezTo>
                  <a:pt x="671582" y="67614"/>
                  <a:pt x="673191" y="61700"/>
                  <a:pt x="673191" y="53688"/>
                </a:cubicBezTo>
                <a:cubicBezTo>
                  <a:pt x="673191" y="46053"/>
                  <a:pt x="671619" y="40337"/>
                  <a:pt x="668475" y="36538"/>
                </a:cubicBezTo>
                <a:cubicBezTo>
                  <a:pt x="665331" y="32740"/>
                  <a:pt x="661574" y="30840"/>
                  <a:pt x="657206" y="30840"/>
                </a:cubicBezTo>
                <a:cubicBezTo>
                  <a:pt x="652876" y="30840"/>
                  <a:pt x="649044" y="32862"/>
                  <a:pt x="645712" y="36905"/>
                </a:cubicBezTo>
                <a:cubicBezTo>
                  <a:pt x="642379" y="40949"/>
                  <a:pt x="640713" y="46825"/>
                  <a:pt x="640713" y="54535"/>
                </a:cubicBezTo>
                <a:close/>
                <a:moveTo>
                  <a:pt x="695564" y="84274"/>
                </a:moveTo>
                <a:lnTo>
                  <a:pt x="695564" y="1469"/>
                </a:lnTo>
                <a:lnTo>
                  <a:pt x="705731" y="1469"/>
                </a:lnTo>
                <a:lnTo>
                  <a:pt x="705731" y="84274"/>
                </a:lnTo>
                <a:lnTo>
                  <a:pt x="695564" y="84274"/>
                </a:lnTo>
                <a:close/>
                <a:moveTo>
                  <a:pt x="762500" y="64957"/>
                </a:moveTo>
                <a:lnTo>
                  <a:pt x="773006" y="66256"/>
                </a:lnTo>
                <a:cubicBezTo>
                  <a:pt x="771349" y="72394"/>
                  <a:pt x="768280" y="77157"/>
                  <a:pt x="763799" y="80546"/>
                </a:cubicBezTo>
                <a:cubicBezTo>
                  <a:pt x="759318" y="83936"/>
                  <a:pt x="753594" y="85630"/>
                  <a:pt x="746628" y="85630"/>
                </a:cubicBezTo>
                <a:cubicBezTo>
                  <a:pt x="737854" y="85630"/>
                  <a:pt x="730897" y="82928"/>
                  <a:pt x="725757" y="77525"/>
                </a:cubicBezTo>
                <a:cubicBezTo>
                  <a:pt x="720617" y="72121"/>
                  <a:pt x="718047" y="64543"/>
                  <a:pt x="718047" y="54790"/>
                </a:cubicBezTo>
                <a:cubicBezTo>
                  <a:pt x="718047" y="44698"/>
                  <a:pt x="720645" y="36865"/>
                  <a:pt x="725841" y="31292"/>
                </a:cubicBezTo>
                <a:cubicBezTo>
                  <a:pt x="731038" y="25719"/>
                  <a:pt x="737778" y="22933"/>
                  <a:pt x="746063" y="22933"/>
                </a:cubicBezTo>
                <a:cubicBezTo>
                  <a:pt x="754083" y="22933"/>
                  <a:pt x="760636" y="25659"/>
                  <a:pt x="765719" y="31110"/>
                </a:cubicBezTo>
                <a:cubicBezTo>
                  <a:pt x="770803" y="36561"/>
                  <a:pt x="773345" y="44230"/>
                  <a:pt x="773345" y="54117"/>
                </a:cubicBezTo>
                <a:cubicBezTo>
                  <a:pt x="773345" y="54718"/>
                  <a:pt x="773326" y="55620"/>
                  <a:pt x="773288" y="56823"/>
                </a:cubicBezTo>
                <a:lnTo>
                  <a:pt x="728553" y="56823"/>
                </a:lnTo>
                <a:cubicBezTo>
                  <a:pt x="728929" y="63394"/>
                  <a:pt x="730793" y="68426"/>
                  <a:pt x="734145" y="71918"/>
                </a:cubicBezTo>
                <a:cubicBezTo>
                  <a:pt x="737496" y="75411"/>
                  <a:pt x="741676" y="77157"/>
                  <a:pt x="746684" y="77157"/>
                </a:cubicBezTo>
                <a:cubicBezTo>
                  <a:pt x="750412" y="77157"/>
                  <a:pt x="753594" y="76188"/>
                  <a:pt x="756230" y="74248"/>
                </a:cubicBezTo>
                <a:cubicBezTo>
                  <a:pt x="758866" y="72308"/>
                  <a:pt x="760956" y="69211"/>
                  <a:pt x="762500" y="64957"/>
                </a:cubicBezTo>
                <a:moveTo>
                  <a:pt x="729117" y="48350"/>
                </a:moveTo>
                <a:lnTo>
                  <a:pt x="762613" y="48350"/>
                </a:lnTo>
                <a:cubicBezTo>
                  <a:pt x="762161" y="43387"/>
                  <a:pt x="760880" y="39664"/>
                  <a:pt x="758772" y="37182"/>
                </a:cubicBezTo>
                <a:cubicBezTo>
                  <a:pt x="755533" y="33331"/>
                  <a:pt x="751335" y="31405"/>
                  <a:pt x="746176" y="31405"/>
                </a:cubicBezTo>
                <a:cubicBezTo>
                  <a:pt x="741506" y="31405"/>
                  <a:pt x="737581" y="32943"/>
                  <a:pt x="734399" y="36017"/>
                </a:cubicBezTo>
                <a:cubicBezTo>
                  <a:pt x="731217" y="39091"/>
                  <a:pt x="729456" y="43202"/>
                  <a:pt x="729117" y="48350"/>
                </a:cubicBezTo>
                <a:close/>
                <a:moveTo>
                  <a:pt x="807917" y="75293"/>
                </a:moveTo>
                <a:lnTo>
                  <a:pt x="809386" y="84274"/>
                </a:lnTo>
                <a:cubicBezTo>
                  <a:pt x="806524" y="84802"/>
                  <a:pt x="803963" y="85065"/>
                  <a:pt x="801704" y="85065"/>
                </a:cubicBezTo>
                <a:cubicBezTo>
                  <a:pt x="798014" y="85065"/>
                  <a:pt x="795152" y="84482"/>
                  <a:pt x="793118" y="83314"/>
                </a:cubicBezTo>
                <a:cubicBezTo>
                  <a:pt x="791085" y="82147"/>
                  <a:pt x="789654" y="80612"/>
                  <a:pt x="788826" y="78711"/>
                </a:cubicBezTo>
                <a:cubicBezTo>
                  <a:pt x="787997" y="76809"/>
                  <a:pt x="787583" y="72808"/>
                  <a:pt x="787583" y="66708"/>
                </a:cubicBezTo>
                <a:lnTo>
                  <a:pt x="787583" y="32196"/>
                </a:lnTo>
                <a:lnTo>
                  <a:pt x="780127" y="32196"/>
                </a:lnTo>
                <a:lnTo>
                  <a:pt x="780127" y="24288"/>
                </a:lnTo>
                <a:lnTo>
                  <a:pt x="787583" y="24288"/>
                </a:lnTo>
                <a:lnTo>
                  <a:pt x="787583" y="9392"/>
                </a:lnTo>
                <a:lnTo>
                  <a:pt x="797694" y="3276"/>
                </a:lnTo>
                <a:lnTo>
                  <a:pt x="797694" y="24288"/>
                </a:lnTo>
                <a:lnTo>
                  <a:pt x="807917" y="24288"/>
                </a:lnTo>
                <a:lnTo>
                  <a:pt x="807917" y="32196"/>
                </a:lnTo>
                <a:lnTo>
                  <a:pt x="797694" y="32196"/>
                </a:lnTo>
                <a:lnTo>
                  <a:pt x="797694" y="67273"/>
                </a:lnTo>
                <a:cubicBezTo>
                  <a:pt x="797694" y="70172"/>
                  <a:pt x="797873" y="72036"/>
                  <a:pt x="798230" y="72865"/>
                </a:cubicBezTo>
                <a:cubicBezTo>
                  <a:pt x="798588" y="73693"/>
                  <a:pt x="799172" y="74352"/>
                  <a:pt x="799981" y="74842"/>
                </a:cubicBezTo>
                <a:cubicBezTo>
                  <a:pt x="800791" y="75331"/>
                  <a:pt x="801949" y="75576"/>
                  <a:pt x="803455" y="75576"/>
                </a:cubicBezTo>
                <a:cubicBezTo>
                  <a:pt x="804585" y="75576"/>
                  <a:pt x="806072" y="75482"/>
                  <a:pt x="807917" y="75293"/>
                </a:cubicBezTo>
                <a:close/>
                <a:moveTo>
                  <a:pt x="817900" y="13217"/>
                </a:moveTo>
                <a:lnTo>
                  <a:pt x="817900" y="1469"/>
                </a:lnTo>
                <a:lnTo>
                  <a:pt x="828067" y="1469"/>
                </a:lnTo>
                <a:lnTo>
                  <a:pt x="828067" y="13217"/>
                </a:lnTo>
                <a:lnTo>
                  <a:pt x="817900" y="13217"/>
                </a:lnTo>
                <a:moveTo>
                  <a:pt x="817900" y="84274"/>
                </a:moveTo>
                <a:lnTo>
                  <a:pt x="817900" y="24288"/>
                </a:lnTo>
                <a:lnTo>
                  <a:pt x="828067" y="24288"/>
                </a:lnTo>
                <a:lnTo>
                  <a:pt x="828067" y="84274"/>
                </a:lnTo>
                <a:lnTo>
                  <a:pt x="817900" y="84274"/>
                </a:lnTo>
                <a:close/>
                <a:moveTo>
                  <a:pt x="839705" y="54281"/>
                </a:moveTo>
                <a:cubicBezTo>
                  <a:pt x="839705" y="43173"/>
                  <a:pt x="842793" y="34945"/>
                  <a:pt x="848968" y="29598"/>
                </a:cubicBezTo>
                <a:cubicBezTo>
                  <a:pt x="854127" y="25154"/>
                  <a:pt x="860416" y="22933"/>
                  <a:pt x="867834" y="22933"/>
                </a:cubicBezTo>
                <a:cubicBezTo>
                  <a:pt x="876081" y="22933"/>
                  <a:pt x="882821" y="25634"/>
                  <a:pt x="888055" y="31038"/>
                </a:cubicBezTo>
                <a:cubicBezTo>
                  <a:pt x="893290" y="36442"/>
                  <a:pt x="895907" y="43907"/>
                  <a:pt x="895907" y="53434"/>
                </a:cubicBezTo>
                <a:cubicBezTo>
                  <a:pt x="895907" y="61154"/>
                  <a:pt x="894749" y="67226"/>
                  <a:pt x="892433" y="71650"/>
                </a:cubicBezTo>
                <a:cubicBezTo>
                  <a:pt x="890117" y="76075"/>
                  <a:pt x="886747" y="79511"/>
                  <a:pt x="882322" y="81959"/>
                </a:cubicBezTo>
                <a:cubicBezTo>
                  <a:pt x="877898" y="84406"/>
                  <a:pt x="873068" y="85630"/>
                  <a:pt x="867834" y="85630"/>
                </a:cubicBezTo>
                <a:cubicBezTo>
                  <a:pt x="859437" y="85630"/>
                  <a:pt x="852649" y="82938"/>
                  <a:pt x="847472" y="77553"/>
                </a:cubicBezTo>
                <a:cubicBezTo>
                  <a:pt x="842294" y="72168"/>
                  <a:pt x="839705" y="64411"/>
                  <a:pt x="839705" y="54281"/>
                </a:cubicBezTo>
                <a:moveTo>
                  <a:pt x="850155" y="54253"/>
                </a:moveTo>
                <a:cubicBezTo>
                  <a:pt x="850155" y="61907"/>
                  <a:pt x="851830" y="67637"/>
                  <a:pt x="855182" y="71445"/>
                </a:cubicBezTo>
                <a:cubicBezTo>
                  <a:pt x="858533" y="75253"/>
                  <a:pt x="862751" y="77157"/>
                  <a:pt x="867834" y="77157"/>
                </a:cubicBezTo>
                <a:cubicBezTo>
                  <a:pt x="872880" y="77157"/>
                  <a:pt x="877079" y="75244"/>
                  <a:pt x="880430" y="71417"/>
                </a:cubicBezTo>
                <a:cubicBezTo>
                  <a:pt x="883781" y="67590"/>
                  <a:pt x="885457" y="61757"/>
                  <a:pt x="885457" y="53916"/>
                </a:cubicBezTo>
                <a:cubicBezTo>
                  <a:pt x="885457" y="46525"/>
                  <a:pt x="883772" y="40925"/>
                  <a:pt x="880402" y="37117"/>
                </a:cubicBezTo>
                <a:cubicBezTo>
                  <a:pt x="877032" y="33309"/>
                  <a:pt x="872842" y="31405"/>
                  <a:pt x="867834" y="31405"/>
                </a:cubicBezTo>
                <a:cubicBezTo>
                  <a:pt x="862751" y="31405"/>
                  <a:pt x="858533" y="33300"/>
                  <a:pt x="855182" y="37089"/>
                </a:cubicBezTo>
                <a:cubicBezTo>
                  <a:pt x="851830" y="40878"/>
                  <a:pt x="850155" y="46599"/>
                  <a:pt x="850155" y="54253"/>
                </a:cubicBezTo>
                <a:close/>
                <a:moveTo>
                  <a:pt x="907773" y="84274"/>
                </a:moveTo>
                <a:lnTo>
                  <a:pt x="907773" y="24288"/>
                </a:lnTo>
                <a:lnTo>
                  <a:pt x="916923" y="24288"/>
                </a:lnTo>
                <a:lnTo>
                  <a:pt x="916923" y="32761"/>
                </a:lnTo>
                <a:cubicBezTo>
                  <a:pt x="921329" y="26209"/>
                  <a:pt x="927693" y="22933"/>
                  <a:pt x="936015" y="22933"/>
                </a:cubicBezTo>
                <a:cubicBezTo>
                  <a:pt x="939630" y="22933"/>
                  <a:pt x="942953" y="23582"/>
                  <a:pt x="945984" y="24881"/>
                </a:cubicBezTo>
                <a:cubicBezTo>
                  <a:pt x="949015" y="26180"/>
                  <a:pt x="951284" y="27884"/>
                  <a:pt x="952790" y="29993"/>
                </a:cubicBezTo>
                <a:cubicBezTo>
                  <a:pt x="954297" y="32102"/>
                  <a:pt x="955351" y="34606"/>
                  <a:pt x="955954" y="37506"/>
                </a:cubicBezTo>
                <a:cubicBezTo>
                  <a:pt x="956330" y="39388"/>
                  <a:pt x="956518" y="42683"/>
                  <a:pt x="956518" y="47390"/>
                </a:cubicBezTo>
                <a:lnTo>
                  <a:pt x="956518" y="84274"/>
                </a:lnTo>
                <a:lnTo>
                  <a:pt x="946351" y="84274"/>
                </a:lnTo>
                <a:lnTo>
                  <a:pt x="946351" y="47747"/>
                </a:lnTo>
                <a:cubicBezTo>
                  <a:pt x="946351" y="43600"/>
                  <a:pt x="945956" y="40499"/>
                  <a:pt x="945165" y="38445"/>
                </a:cubicBezTo>
                <a:cubicBezTo>
                  <a:pt x="944374" y="36390"/>
                  <a:pt x="942972" y="34750"/>
                  <a:pt x="940957" y="33525"/>
                </a:cubicBezTo>
                <a:cubicBezTo>
                  <a:pt x="938942" y="32300"/>
                  <a:pt x="936580" y="31688"/>
                  <a:pt x="933868" y="31688"/>
                </a:cubicBezTo>
                <a:cubicBezTo>
                  <a:pt x="929538" y="31688"/>
                  <a:pt x="925800" y="33064"/>
                  <a:pt x="922656" y="35816"/>
                </a:cubicBezTo>
                <a:cubicBezTo>
                  <a:pt x="919512" y="38568"/>
                  <a:pt x="917940" y="43788"/>
                  <a:pt x="917940" y="51478"/>
                </a:cubicBezTo>
                <a:lnTo>
                  <a:pt x="917940" y="84274"/>
                </a:lnTo>
                <a:lnTo>
                  <a:pt x="907773" y="8427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6756F-A5EF-4FC2-97E4-6A290B08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01" y="995767"/>
            <a:ext cx="312133" cy="312139"/>
          </a:xfrm>
          <a:custGeom xmlns:a="http://schemas.openxmlformats.org/drawingml/2006/main">
            <a:pathLst>
              <a:path w="312133" h="312139">
                <a:moveTo>
                  <a:pt x="277446" y="312139"/>
                </a:moveTo>
                <a:lnTo>
                  <a:pt x="34681" y="312139"/>
                </a:lnTo>
                <a:cubicBezTo>
                  <a:pt x="15528" y="312139"/>
                  <a:pt x="0" y="296611"/>
                  <a:pt x="0" y="277458"/>
                </a:cubicBezTo>
                <a:lnTo>
                  <a:pt x="0" y="34669"/>
                </a:lnTo>
                <a:cubicBezTo>
                  <a:pt x="0" y="15528"/>
                  <a:pt x="15528" y="0"/>
                  <a:pt x="34681" y="0"/>
                </a:cubicBezTo>
                <a:lnTo>
                  <a:pt x="277446" y="0"/>
                </a:lnTo>
                <a:cubicBezTo>
                  <a:pt x="296605" y="0"/>
                  <a:pt x="312133" y="15528"/>
                  <a:pt x="312133" y="34669"/>
                </a:cubicBezTo>
                <a:lnTo>
                  <a:pt x="312133" y="277458"/>
                </a:lnTo>
                <a:cubicBezTo>
                  <a:pt x="312133" y="296611"/>
                  <a:pt x="296605" y="312139"/>
                  <a:pt x="277446" y="312139"/>
                </a:cubicBezTo>
                <a:close/>
                <a:moveTo>
                  <a:pt x="138729" y="138717"/>
                </a:moveTo>
                <a:lnTo>
                  <a:pt x="104042" y="138717"/>
                </a:lnTo>
                <a:lnTo>
                  <a:pt x="104042" y="104048"/>
                </a:lnTo>
                <a:lnTo>
                  <a:pt x="138729" y="104048"/>
                </a:lnTo>
                <a:lnTo>
                  <a:pt x="138729" y="69356"/>
                </a:lnTo>
                <a:lnTo>
                  <a:pt x="86702" y="69356"/>
                </a:lnTo>
                <a:lnTo>
                  <a:pt x="86702" y="86696"/>
                </a:lnTo>
                <a:lnTo>
                  <a:pt x="69362" y="86696"/>
                </a:lnTo>
                <a:lnTo>
                  <a:pt x="69362" y="242771"/>
                </a:lnTo>
                <a:lnTo>
                  <a:pt x="104042" y="242771"/>
                </a:lnTo>
                <a:lnTo>
                  <a:pt x="104042" y="173404"/>
                </a:lnTo>
                <a:lnTo>
                  <a:pt x="138729" y="173404"/>
                </a:lnTo>
                <a:lnTo>
                  <a:pt x="138729" y="138717"/>
                </a:lnTo>
                <a:close/>
                <a:moveTo>
                  <a:pt x="260112" y="156069"/>
                </a:moveTo>
                <a:lnTo>
                  <a:pt x="260112" y="121383"/>
                </a:lnTo>
                <a:lnTo>
                  <a:pt x="156064" y="121383"/>
                </a:lnTo>
                <a:lnTo>
                  <a:pt x="156064" y="242771"/>
                </a:lnTo>
                <a:lnTo>
                  <a:pt x="190750" y="242771"/>
                </a:lnTo>
                <a:lnTo>
                  <a:pt x="190750" y="156069"/>
                </a:lnTo>
                <a:lnTo>
                  <a:pt x="225425" y="156069"/>
                </a:lnTo>
                <a:lnTo>
                  <a:pt x="225425" y="242771"/>
                </a:lnTo>
                <a:lnTo>
                  <a:pt x="260112" y="242771"/>
                </a:lnTo>
                <a:lnTo>
                  <a:pt x="260112" y="156069"/>
                </a:lnTo>
              </a:path>
            </a:pathLst>
          </a:custGeom>
          <a:solidFill xmlns:a="http://schemas.openxmlformats.org/drawingml/2006/main">
            <a:srgbClr val="D51F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E87892-CF83-4AC5-8061-2D62580F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244" y="472588"/>
            <a:ext cx="290411" cy="34635"/>
          </a:xfrm>
          <a:custGeom xmlns:a="http://schemas.openxmlformats.org/drawingml/2006/main">
            <a:pathLst>
              <a:path w="290411" h="34635">
                <a:moveTo>
                  <a:pt x="0" y="14430"/>
                </a:moveTo>
                <a:lnTo>
                  <a:pt x="0" y="20204"/>
                </a:lnTo>
                <a:lnTo>
                  <a:pt x="255777" y="20204"/>
                </a:lnTo>
                <a:lnTo>
                  <a:pt x="255777" y="34635"/>
                </a:lnTo>
                <a:lnTo>
                  <a:pt x="290411" y="17317"/>
                </a:lnTo>
                <a:lnTo>
                  <a:pt x="255777" y="0"/>
                </a:lnTo>
                <a:lnTo>
                  <a:pt x="255777" y="14430"/>
                </a:lnTo>
                <a:lnTo>
                  <a:pt x="0" y="14430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7B13B-D8E6-4CFA-851B-DA7D74C8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436" y="1191487"/>
            <a:ext cx="291219" cy="34635"/>
          </a:xfrm>
          <a:custGeom xmlns:a="http://schemas.openxmlformats.org/drawingml/2006/main">
            <a:pathLst>
              <a:path w="291219" h="34635">
                <a:moveTo>
                  <a:pt x="256585" y="34635"/>
                </a:moveTo>
                <a:lnTo>
                  <a:pt x="291219" y="17317"/>
                </a:lnTo>
                <a:lnTo>
                  <a:pt x="256585" y="0"/>
                </a:lnTo>
                <a:lnTo>
                  <a:pt x="256585" y="14432"/>
                </a:lnTo>
                <a:lnTo>
                  <a:pt x="0" y="14432"/>
                </a:lnTo>
                <a:lnTo>
                  <a:pt x="0" y="20204"/>
                </a:lnTo>
                <a:lnTo>
                  <a:pt x="256585" y="20204"/>
                </a:lnTo>
                <a:lnTo>
                  <a:pt x="256585" y="34635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PatchFunction">
            <a:extLst xmlns:a="http://schemas.openxmlformats.org/drawingml/2006/main">
              <a:ext uri="{FF2B5EF4-FFF2-40B4-BE49-F238E27FC236}">
                <a16:creationId xmlns:a16="http://schemas.microsoft.com/office/drawing/2014/main" id="{61F206D7-66C4-4D43-8332-3F1E751E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4" y="2040584"/>
            <a:ext cx="754110" cy="84161"/>
          </a:xfrm>
          <a:custGeom xmlns:a="http://schemas.openxmlformats.org/drawingml/2006/main">
            <a:pathLst>
              <a:path w="754110" h="84161">
                <a:moveTo>
                  <a:pt x="0" y="82806"/>
                </a:moveTo>
                <a:lnTo>
                  <a:pt x="0" y="0"/>
                </a:lnTo>
                <a:lnTo>
                  <a:pt x="31236" y="0"/>
                </a:lnTo>
                <a:cubicBezTo>
                  <a:pt x="36734" y="0"/>
                  <a:pt x="40932" y="263"/>
                  <a:pt x="43832" y="789"/>
                </a:cubicBezTo>
                <a:cubicBezTo>
                  <a:pt x="47899" y="1467"/>
                  <a:pt x="51306" y="2755"/>
                  <a:pt x="54055" y="4655"/>
                </a:cubicBezTo>
                <a:cubicBezTo>
                  <a:pt x="56804" y="6554"/>
                  <a:pt x="59017" y="9215"/>
                  <a:pt x="60692" y="12638"/>
                </a:cubicBezTo>
                <a:cubicBezTo>
                  <a:pt x="62368" y="16060"/>
                  <a:pt x="63206" y="19821"/>
                  <a:pt x="63206" y="23921"/>
                </a:cubicBezTo>
                <a:cubicBezTo>
                  <a:pt x="63206" y="30956"/>
                  <a:pt x="60965" y="36908"/>
                  <a:pt x="56484" y="41779"/>
                </a:cubicBezTo>
                <a:cubicBezTo>
                  <a:pt x="52003" y="46649"/>
                  <a:pt x="43907" y="49085"/>
                  <a:pt x="32196" y="49085"/>
                </a:cubicBezTo>
                <a:lnTo>
                  <a:pt x="10958" y="49085"/>
                </a:lnTo>
                <a:lnTo>
                  <a:pt x="10958" y="82806"/>
                </a:lnTo>
                <a:lnTo>
                  <a:pt x="0" y="82806"/>
                </a:lnTo>
                <a:moveTo>
                  <a:pt x="10958" y="39313"/>
                </a:moveTo>
                <a:lnTo>
                  <a:pt x="32365" y="39313"/>
                </a:lnTo>
                <a:cubicBezTo>
                  <a:pt x="39445" y="39313"/>
                  <a:pt x="44472" y="37998"/>
                  <a:pt x="47447" y="35368"/>
                </a:cubicBezTo>
                <a:cubicBezTo>
                  <a:pt x="50422" y="32737"/>
                  <a:pt x="51909" y="29034"/>
                  <a:pt x="51909" y="24260"/>
                </a:cubicBezTo>
                <a:cubicBezTo>
                  <a:pt x="51909" y="20803"/>
                  <a:pt x="51033" y="17843"/>
                  <a:pt x="49282" y="15381"/>
                </a:cubicBezTo>
                <a:cubicBezTo>
                  <a:pt x="47531" y="12920"/>
                  <a:pt x="45225" y="11294"/>
                  <a:pt x="42363" y="10504"/>
                </a:cubicBezTo>
                <a:cubicBezTo>
                  <a:pt x="40518" y="10016"/>
                  <a:pt x="37110" y="9772"/>
                  <a:pt x="32140" y="9772"/>
                </a:cubicBezTo>
                <a:lnTo>
                  <a:pt x="10958" y="9772"/>
                </a:lnTo>
                <a:lnTo>
                  <a:pt x="10958" y="39313"/>
                </a:lnTo>
                <a:close/>
                <a:moveTo>
                  <a:pt x="115037" y="75399"/>
                </a:moveTo>
                <a:cubicBezTo>
                  <a:pt x="111272" y="78602"/>
                  <a:pt x="107647" y="80864"/>
                  <a:pt x="104164" y="82183"/>
                </a:cubicBezTo>
                <a:cubicBezTo>
                  <a:pt x="100681" y="83502"/>
                  <a:pt x="96944" y="84161"/>
                  <a:pt x="92952" y="84161"/>
                </a:cubicBezTo>
                <a:cubicBezTo>
                  <a:pt x="86362" y="84161"/>
                  <a:pt x="81298" y="82550"/>
                  <a:pt x="77758" y="79329"/>
                </a:cubicBezTo>
                <a:cubicBezTo>
                  <a:pt x="74218" y="76107"/>
                  <a:pt x="72448" y="71990"/>
                  <a:pt x="72448" y="66978"/>
                </a:cubicBezTo>
                <a:cubicBezTo>
                  <a:pt x="72448" y="64040"/>
                  <a:pt x="73117" y="61355"/>
                  <a:pt x="74454" y="58925"/>
                </a:cubicBezTo>
                <a:cubicBezTo>
                  <a:pt x="75790" y="56494"/>
                  <a:pt x="77541" y="54544"/>
                  <a:pt x="79707" y="53074"/>
                </a:cubicBezTo>
                <a:cubicBezTo>
                  <a:pt x="81872" y="51604"/>
                  <a:pt x="84310" y="50493"/>
                  <a:pt x="87021" y="49740"/>
                </a:cubicBezTo>
                <a:cubicBezTo>
                  <a:pt x="89017" y="49211"/>
                  <a:pt x="92030" y="48702"/>
                  <a:pt x="96059" y="48213"/>
                </a:cubicBezTo>
                <a:cubicBezTo>
                  <a:pt x="104268" y="47241"/>
                  <a:pt x="110312" y="46082"/>
                  <a:pt x="114190" y="44735"/>
                </a:cubicBezTo>
                <a:cubicBezTo>
                  <a:pt x="114228" y="43348"/>
                  <a:pt x="114247" y="42467"/>
                  <a:pt x="114247" y="42091"/>
                </a:cubicBezTo>
                <a:cubicBezTo>
                  <a:pt x="114247" y="37964"/>
                  <a:pt x="113286" y="35057"/>
                  <a:pt x="111366" y="33370"/>
                </a:cubicBezTo>
                <a:cubicBezTo>
                  <a:pt x="108768" y="31081"/>
                  <a:pt x="104908" y="29937"/>
                  <a:pt x="99787" y="29937"/>
                </a:cubicBezTo>
                <a:cubicBezTo>
                  <a:pt x="95004" y="29937"/>
                  <a:pt x="91474" y="30774"/>
                  <a:pt x="89196" y="32450"/>
                </a:cubicBezTo>
                <a:cubicBezTo>
                  <a:pt x="86918" y="34126"/>
                  <a:pt x="85233" y="37091"/>
                  <a:pt x="84141" y="41346"/>
                </a:cubicBezTo>
                <a:lnTo>
                  <a:pt x="74199" y="39991"/>
                </a:lnTo>
                <a:cubicBezTo>
                  <a:pt x="75103" y="35723"/>
                  <a:pt x="76590" y="32276"/>
                  <a:pt x="78662" y="29651"/>
                </a:cubicBezTo>
                <a:cubicBezTo>
                  <a:pt x="80733" y="27025"/>
                  <a:pt x="83726" y="25005"/>
                  <a:pt x="87643" y="23589"/>
                </a:cubicBezTo>
                <a:cubicBezTo>
                  <a:pt x="91559" y="22172"/>
                  <a:pt x="96096" y="21464"/>
                  <a:pt x="101255" y="21464"/>
                </a:cubicBezTo>
                <a:cubicBezTo>
                  <a:pt x="106376" y="21464"/>
                  <a:pt x="110537" y="22066"/>
                  <a:pt x="113738" y="23271"/>
                </a:cubicBezTo>
                <a:cubicBezTo>
                  <a:pt x="116939" y="24476"/>
                  <a:pt x="119293" y="25992"/>
                  <a:pt x="120799" y="27818"/>
                </a:cubicBezTo>
                <a:cubicBezTo>
                  <a:pt x="122305" y="29645"/>
                  <a:pt x="123359" y="31951"/>
                  <a:pt x="123962" y="34738"/>
                </a:cubicBezTo>
                <a:cubicBezTo>
                  <a:pt x="124301" y="36470"/>
                  <a:pt x="124470" y="39595"/>
                  <a:pt x="124470" y="44114"/>
                </a:cubicBezTo>
                <a:lnTo>
                  <a:pt x="124470" y="57670"/>
                </a:lnTo>
                <a:cubicBezTo>
                  <a:pt x="124470" y="67122"/>
                  <a:pt x="124687" y="73100"/>
                  <a:pt x="125120" y="75604"/>
                </a:cubicBezTo>
                <a:cubicBezTo>
                  <a:pt x="125553" y="78108"/>
                  <a:pt x="126410" y="80509"/>
                  <a:pt x="127690" y="82806"/>
                </a:cubicBezTo>
                <a:lnTo>
                  <a:pt x="117071" y="82806"/>
                </a:lnTo>
                <a:cubicBezTo>
                  <a:pt x="116016" y="80695"/>
                  <a:pt x="115339" y="78226"/>
                  <a:pt x="115037" y="75399"/>
                </a:cubicBezTo>
                <a:moveTo>
                  <a:pt x="114190" y="52643"/>
                </a:moveTo>
                <a:cubicBezTo>
                  <a:pt x="110500" y="54162"/>
                  <a:pt x="104964" y="55453"/>
                  <a:pt x="97584" y="56516"/>
                </a:cubicBezTo>
                <a:cubicBezTo>
                  <a:pt x="93404" y="57121"/>
                  <a:pt x="90448" y="57802"/>
                  <a:pt x="88716" y="58558"/>
                </a:cubicBezTo>
                <a:cubicBezTo>
                  <a:pt x="86984" y="59314"/>
                  <a:pt x="85647" y="60420"/>
                  <a:pt x="84705" y="61877"/>
                </a:cubicBezTo>
                <a:cubicBezTo>
                  <a:pt x="83764" y="63332"/>
                  <a:pt x="83293" y="64949"/>
                  <a:pt x="83293" y="66725"/>
                </a:cubicBezTo>
                <a:cubicBezTo>
                  <a:pt x="83293" y="69447"/>
                  <a:pt x="84319" y="71716"/>
                  <a:pt x="86372" y="73532"/>
                </a:cubicBezTo>
                <a:cubicBezTo>
                  <a:pt x="88424" y="75346"/>
                  <a:pt x="91427" y="76254"/>
                  <a:pt x="95381" y="76254"/>
                </a:cubicBezTo>
                <a:cubicBezTo>
                  <a:pt x="99297" y="76254"/>
                  <a:pt x="102780" y="75393"/>
                  <a:pt x="105830" y="73671"/>
                </a:cubicBezTo>
                <a:cubicBezTo>
                  <a:pt x="108881" y="71950"/>
                  <a:pt x="111121" y="69594"/>
                  <a:pt x="112552" y="66605"/>
                </a:cubicBezTo>
                <a:cubicBezTo>
                  <a:pt x="113644" y="64297"/>
                  <a:pt x="114190" y="60891"/>
                  <a:pt x="114190" y="56389"/>
                </a:cubicBezTo>
                <a:lnTo>
                  <a:pt x="114190" y="52643"/>
                </a:lnTo>
                <a:close/>
                <a:moveTo>
                  <a:pt x="162445" y="73825"/>
                </a:moveTo>
                <a:lnTo>
                  <a:pt x="163913" y="82806"/>
                </a:lnTo>
                <a:cubicBezTo>
                  <a:pt x="161051" y="83333"/>
                  <a:pt x="158491" y="83597"/>
                  <a:pt x="156231" y="83597"/>
                </a:cubicBezTo>
                <a:cubicBezTo>
                  <a:pt x="152541" y="83597"/>
                  <a:pt x="149679" y="83013"/>
                  <a:pt x="147646" y="81846"/>
                </a:cubicBezTo>
                <a:cubicBezTo>
                  <a:pt x="145612" y="80678"/>
                  <a:pt x="144182" y="79144"/>
                  <a:pt x="143353" y="77242"/>
                </a:cubicBezTo>
                <a:cubicBezTo>
                  <a:pt x="142525" y="75340"/>
                  <a:pt x="142110" y="71340"/>
                  <a:pt x="142110" y="65239"/>
                </a:cubicBezTo>
                <a:lnTo>
                  <a:pt x="142110" y="30727"/>
                </a:lnTo>
                <a:lnTo>
                  <a:pt x="134655" y="30727"/>
                </a:lnTo>
                <a:lnTo>
                  <a:pt x="134655" y="22820"/>
                </a:lnTo>
                <a:lnTo>
                  <a:pt x="142110" y="22820"/>
                </a:lnTo>
                <a:lnTo>
                  <a:pt x="142110" y="7924"/>
                </a:lnTo>
                <a:lnTo>
                  <a:pt x="152221" y="1807"/>
                </a:lnTo>
                <a:lnTo>
                  <a:pt x="152221" y="22820"/>
                </a:lnTo>
                <a:lnTo>
                  <a:pt x="162445" y="22820"/>
                </a:lnTo>
                <a:lnTo>
                  <a:pt x="162445" y="30727"/>
                </a:lnTo>
                <a:lnTo>
                  <a:pt x="152221" y="30727"/>
                </a:lnTo>
                <a:lnTo>
                  <a:pt x="152221" y="65804"/>
                </a:lnTo>
                <a:cubicBezTo>
                  <a:pt x="152221" y="68704"/>
                  <a:pt x="152400" y="70568"/>
                  <a:pt x="152758" y="71396"/>
                </a:cubicBezTo>
                <a:cubicBezTo>
                  <a:pt x="153115" y="72224"/>
                  <a:pt x="153699" y="72883"/>
                  <a:pt x="154509" y="73373"/>
                </a:cubicBezTo>
                <a:cubicBezTo>
                  <a:pt x="155318" y="73862"/>
                  <a:pt x="156476" y="74107"/>
                  <a:pt x="157982" y="74107"/>
                </a:cubicBezTo>
                <a:cubicBezTo>
                  <a:pt x="159112" y="74107"/>
                  <a:pt x="160600" y="74013"/>
                  <a:pt x="162445" y="73825"/>
                </a:cubicBezTo>
                <a:close/>
                <a:moveTo>
                  <a:pt x="211584" y="60777"/>
                </a:moveTo>
                <a:lnTo>
                  <a:pt x="221581" y="62076"/>
                </a:lnTo>
                <a:cubicBezTo>
                  <a:pt x="220489" y="68985"/>
                  <a:pt x="217693" y="74393"/>
                  <a:pt x="213193" y="78301"/>
                </a:cubicBezTo>
                <a:cubicBezTo>
                  <a:pt x="208694" y="82208"/>
                  <a:pt x="203168" y="84161"/>
                  <a:pt x="196615" y="84161"/>
                </a:cubicBezTo>
                <a:cubicBezTo>
                  <a:pt x="188406" y="84161"/>
                  <a:pt x="181807" y="81478"/>
                  <a:pt x="176818" y="76112"/>
                </a:cubicBezTo>
                <a:cubicBezTo>
                  <a:pt x="171828" y="70746"/>
                  <a:pt x="169333" y="63055"/>
                  <a:pt x="169333" y="53039"/>
                </a:cubicBezTo>
                <a:cubicBezTo>
                  <a:pt x="169333" y="46562"/>
                  <a:pt x="170407" y="40895"/>
                  <a:pt x="172553" y="36037"/>
                </a:cubicBezTo>
                <a:cubicBezTo>
                  <a:pt x="174699" y="31179"/>
                  <a:pt x="177966" y="27536"/>
                  <a:pt x="182353" y="25107"/>
                </a:cubicBezTo>
                <a:cubicBezTo>
                  <a:pt x="186740" y="22678"/>
                  <a:pt x="191513" y="21464"/>
                  <a:pt x="196672" y="21464"/>
                </a:cubicBezTo>
                <a:cubicBezTo>
                  <a:pt x="203186" y="21464"/>
                  <a:pt x="208515" y="23117"/>
                  <a:pt x="212657" y="26422"/>
                </a:cubicBezTo>
                <a:cubicBezTo>
                  <a:pt x="216799" y="29727"/>
                  <a:pt x="219454" y="34419"/>
                  <a:pt x="220621" y="40499"/>
                </a:cubicBezTo>
                <a:lnTo>
                  <a:pt x="210736" y="42024"/>
                </a:lnTo>
                <a:cubicBezTo>
                  <a:pt x="209795" y="38014"/>
                  <a:pt x="208129" y="34997"/>
                  <a:pt x="205738" y="32973"/>
                </a:cubicBezTo>
                <a:cubicBezTo>
                  <a:pt x="203346" y="30949"/>
                  <a:pt x="200456" y="29937"/>
                  <a:pt x="197067" y="29937"/>
                </a:cubicBezTo>
                <a:cubicBezTo>
                  <a:pt x="191946" y="29937"/>
                  <a:pt x="187785" y="31764"/>
                  <a:pt x="184584" y="35417"/>
                </a:cubicBezTo>
                <a:cubicBezTo>
                  <a:pt x="181383" y="39070"/>
                  <a:pt x="179783" y="44850"/>
                  <a:pt x="179783" y="52756"/>
                </a:cubicBezTo>
                <a:cubicBezTo>
                  <a:pt x="179783" y="60776"/>
                  <a:pt x="181327" y="66603"/>
                  <a:pt x="184415" y="70238"/>
                </a:cubicBezTo>
                <a:cubicBezTo>
                  <a:pt x="187503" y="73872"/>
                  <a:pt x="191532" y="75689"/>
                  <a:pt x="196502" y="75689"/>
                </a:cubicBezTo>
                <a:cubicBezTo>
                  <a:pt x="200494" y="75689"/>
                  <a:pt x="203826" y="74470"/>
                  <a:pt x="206500" y="72031"/>
                </a:cubicBezTo>
                <a:cubicBezTo>
                  <a:pt x="209174" y="69593"/>
                  <a:pt x="210868" y="65842"/>
                  <a:pt x="211584" y="60777"/>
                </a:cubicBezTo>
                <a:close/>
                <a:moveTo>
                  <a:pt x="230315" y="82806"/>
                </a:moveTo>
                <a:lnTo>
                  <a:pt x="230315" y="0"/>
                </a:lnTo>
                <a:lnTo>
                  <a:pt x="240482" y="0"/>
                </a:lnTo>
                <a:lnTo>
                  <a:pt x="240482" y="29711"/>
                </a:lnTo>
                <a:cubicBezTo>
                  <a:pt x="245226" y="24213"/>
                  <a:pt x="251214" y="21464"/>
                  <a:pt x="258444" y="21464"/>
                </a:cubicBezTo>
                <a:cubicBezTo>
                  <a:pt x="262887" y="21464"/>
                  <a:pt x="266747" y="22339"/>
                  <a:pt x="270023" y="24091"/>
                </a:cubicBezTo>
                <a:cubicBezTo>
                  <a:pt x="273299" y="25842"/>
                  <a:pt x="275643" y="28261"/>
                  <a:pt x="277055" y="31349"/>
                </a:cubicBezTo>
                <a:cubicBezTo>
                  <a:pt x="278467" y="34437"/>
                  <a:pt x="279173" y="38918"/>
                  <a:pt x="279173" y="44792"/>
                </a:cubicBezTo>
                <a:lnTo>
                  <a:pt x="279173" y="82806"/>
                </a:lnTo>
                <a:lnTo>
                  <a:pt x="269006" y="82806"/>
                </a:lnTo>
                <a:lnTo>
                  <a:pt x="269006" y="44792"/>
                </a:lnTo>
                <a:cubicBezTo>
                  <a:pt x="269006" y="39708"/>
                  <a:pt x="267905" y="36009"/>
                  <a:pt x="265702" y="33693"/>
                </a:cubicBezTo>
                <a:cubicBezTo>
                  <a:pt x="263499" y="31377"/>
                  <a:pt x="260383" y="30219"/>
                  <a:pt x="256354" y="30219"/>
                </a:cubicBezTo>
                <a:cubicBezTo>
                  <a:pt x="253341" y="30219"/>
                  <a:pt x="250508" y="31000"/>
                  <a:pt x="247853" y="32563"/>
                </a:cubicBezTo>
                <a:cubicBezTo>
                  <a:pt x="245198" y="34126"/>
                  <a:pt x="243306" y="36244"/>
                  <a:pt x="242176" y="38918"/>
                </a:cubicBezTo>
                <a:cubicBezTo>
                  <a:pt x="241047" y="41591"/>
                  <a:pt x="240482" y="45281"/>
                  <a:pt x="240482" y="49989"/>
                </a:cubicBezTo>
                <a:lnTo>
                  <a:pt x="240482" y="82806"/>
                </a:lnTo>
                <a:lnTo>
                  <a:pt x="230315" y="82806"/>
                </a:lnTo>
                <a:close/>
                <a:moveTo>
                  <a:pt x="327672" y="82806"/>
                </a:moveTo>
                <a:lnTo>
                  <a:pt x="327672" y="0"/>
                </a:lnTo>
                <a:lnTo>
                  <a:pt x="383535" y="0"/>
                </a:lnTo>
                <a:lnTo>
                  <a:pt x="383535" y="9772"/>
                </a:lnTo>
                <a:lnTo>
                  <a:pt x="338630" y="9772"/>
                </a:lnTo>
                <a:lnTo>
                  <a:pt x="338630" y="35359"/>
                </a:lnTo>
                <a:lnTo>
                  <a:pt x="377491" y="35359"/>
                </a:lnTo>
                <a:lnTo>
                  <a:pt x="377491" y="45131"/>
                </a:lnTo>
                <a:lnTo>
                  <a:pt x="338630" y="45131"/>
                </a:lnTo>
                <a:lnTo>
                  <a:pt x="338630" y="82806"/>
                </a:lnTo>
                <a:lnTo>
                  <a:pt x="327672" y="82806"/>
                </a:lnTo>
                <a:close/>
                <a:moveTo>
                  <a:pt x="435836" y="82806"/>
                </a:moveTo>
                <a:lnTo>
                  <a:pt x="435836" y="73994"/>
                </a:lnTo>
                <a:cubicBezTo>
                  <a:pt x="431167" y="80772"/>
                  <a:pt x="424822" y="84161"/>
                  <a:pt x="416801" y="84161"/>
                </a:cubicBezTo>
                <a:cubicBezTo>
                  <a:pt x="413261" y="84161"/>
                  <a:pt x="409957" y="83484"/>
                  <a:pt x="406888" y="82128"/>
                </a:cubicBezTo>
                <a:cubicBezTo>
                  <a:pt x="403819" y="80772"/>
                  <a:pt x="401541" y="79068"/>
                  <a:pt x="400053" y="77016"/>
                </a:cubicBezTo>
                <a:cubicBezTo>
                  <a:pt x="398566" y="74964"/>
                  <a:pt x="397521" y="72450"/>
                  <a:pt x="396919" y="69476"/>
                </a:cubicBezTo>
                <a:cubicBezTo>
                  <a:pt x="396504" y="67480"/>
                  <a:pt x="396297" y="64317"/>
                  <a:pt x="396297" y="59986"/>
                </a:cubicBezTo>
                <a:lnTo>
                  <a:pt x="396297" y="22820"/>
                </a:lnTo>
                <a:lnTo>
                  <a:pt x="406464" y="22820"/>
                </a:lnTo>
                <a:lnTo>
                  <a:pt x="406464" y="56089"/>
                </a:lnTo>
                <a:cubicBezTo>
                  <a:pt x="406464" y="61398"/>
                  <a:pt x="406671" y="64976"/>
                  <a:pt x="407086" y="66821"/>
                </a:cubicBezTo>
                <a:cubicBezTo>
                  <a:pt x="407726" y="69494"/>
                  <a:pt x="409081" y="71594"/>
                  <a:pt x="411153" y="73119"/>
                </a:cubicBezTo>
                <a:cubicBezTo>
                  <a:pt x="413224" y="74644"/>
                  <a:pt x="415784" y="75406"/>
                  <a:pt x="418834" y="75406"/>
                </a:cubicBezTo>
                <a:cubicBezTo>
                  <a:pt x="421885" y="75406"/>
                  <a:pt x="424746" y="74625"/>
                  <a:pt x="427420" y="73062"/>
                </a:cubicBezTo>
                <a:cubicBezTo>
                  <a:pt x="430094" y="71500"/>
                  <a:pt x="431986" y="69372"/>
                  <a:pt x="433097" y="66680"/>
                </a:cubicBezTo>
                <a:cubicBezTo>
                  <a:pt x="434207" y="63987"/>
                  <a:pt x="434763" y="60080"/>
                  <a:pt x="434763" y="54959"/>
                </a:cubicBezTo>
                <a:lnTo>
                  <a:pt x="434763" y="22820"/>
                </a:lnTo>
                <a:lnTo>
                  <a:pt x="444930" y="22820"/>
                </a:lnTo>
                <a:lnTo>
                  <a:pt x="444930" y="82806"/>
                </a:lnTo>
                <a:lnTo>
                  <a:pt x="435836" y="82806"/>
                </a:lnTo>
                <a:close/>
                <a:moveTo>
                  <a:pt x="460876" y="82806"/>
                </a:moveTo>
                <a:lnTo>
                  <a:pt x="460876" y="22820"/>
                </a:lnTo>
                <a:lnTo>
                  <a:pt x="470026" y="22820"/>
                </a:lnTo>
                <a:lnTo>
                  <a:pt x="470026" y="31292"/>
                </a:lnTo>
                <a:cubicBezTo>
                  <a:pt x="474432" y="24740"/>
                  <a:pt x="480796" y="21464"/>
                  <a:pt x="489118" y="21464"/>
                </a:cubicBezTo>
                <a:cubicBezTo>
                  <a:pt x="492733" y="21464"/>
                  <a:pt x="496056" y="22114"/>
                  <a:pt x="499087" y="23413"/>
                </a:cubicBezTo>
                <a:cubicBezTo>
                  <a:pt x="502119" y="24712"/>
                  <a:pt x="504387" y="26416"/>
                  <a:pt x="505894" y="28525"/>
                </a:cubicBezTo>
                <a:cubicBezTo>
                  <a:pt x="507400" y="30633"/>
                  <a:pt x="508454" y="33137"/>
                  <a:pt x="509057" y="36037"/>
                </a:cubicBezTo>
                <a:cubicBezTo>
                  <a:pt x="509433" y="37920"/>
                  <a:pt x="509622" y="41215"/>
                  <a:pt x="509622" y="45922"/>
                </a:cubicBezTo>
                <a:lnTo>
                  <a:pt x="509622" y="82806"/>
                </a:lnTo>
                <a:lnTo>
                  <a:pt x="499454" y="82806"/>
                </a:lnTo>
                <a:lnTo>
                  <a:pt x="499454" y="46278"/>
                </a:lnTo>
                <a:cubicBezTo>
                  <a:pt x="499454" y="42131"/>
                  <a:pt x="499059" y="39031"/>
                  <a:pt x="498268" y="36976"/>
                </a:cubicBezTo>
                <a:cubicBezTo>
                  <a:pt x="497477" y="34921"/>
                  <a:pt x="496075" y="33282"/>
                  <a:pt x="494060" y="32057"/>
                </a:cubicBezTo>
                <a:cubicBezTo>
                  <a:pt x="492046" y="30832"/>
                  <a:pt x="489683" y="30219"/>
                  <a:pt x="486971" y="30219"/>
                </a:cubicBezTo>
                <a:cubicBezTo>
                  <a:pt x="482641" y="30219"/>
                  <a:pt x="478904" y="31595"/>
                  <a:pt x="475759" y="34348"/>
                </a:cubicBezTo>
                <a:cubicBezTo>
                  <a:pt x="472615" y="37099"/>
                  <a:pt x="471043" y="42320"/>
                  <a:pt x="471043" y="50010"/>
                </a:cubicBezTo>
                <a:lnTo>
                  <a:pt x="471043" y="82806"/>
                </a:lnTo>
                <a:lnTo>
                  <a:pt x="460876" y="82806"/>
                </a:lnTo>
                <a:close/>
                <a:moveTo>
                  <a:pt x="564372" y="60777"/>
                </a:moveTo>
                <a:lnTo>
                  <a:pt x="574370" y="62076"/>
                </a:lnTo>
                <a:cubicBezTo>
                  <a:pt x="573278" y="68985"/>
                  <a:pt x="570482" y="74393"/>
                  <a:pt x="565982" y="78301"/>
                </a:cubicBezTo>
                <a:cubicBezTo>
                  <a:pt x="561482" y="82208"/>
                  <a:pt x="555956" y="84161"/>
                  <a:pt x="549404" y="84161"/>
                </a:cubicBezTo>
                <a:cubicBezTo>
                  <a:pt x="541194" y="84161"/>
                  <a:pt x="534595" y="81478"/>
                  <a:pt x="529606" y="76112"/>
                </a:cubicBezTo>
                <a:cubicBezTo>
                  <a:pt x="524616" y="70746"/>
                  <a:pt x="522122" y="63055"/>
                  <a:pt x="522122" y="53039"/>
                </a:cubicBezTo>
                <a:cubicBezTo>
                  <a:pt x="522122" y="46562"/>
                  <a:pt x="523195" y="40895"/>
                  <a:pt x="525341" y="36037"/>
                </a:cubicBezTo>
                <a:cubicBezTo>
                  <a:pt x="527488" y="31179"/>
                  <a:pt x="530754" y="27536"/>
                  <a:pt x="535141" y="25107"/>
                </a:cubicBezTo>
                <a:cubicBezTo>
                  <a:pt x="539528" y="22678"/>
                  <a:pt x="544301" y="21464"/>
                  <a:pt x="549460" y="21464"/>
                </a:cubicBezTo>
                <a:cubicBezTo>
                  <a:pt x="555975" y="21464"/>
                  <a:pt x="561303" y="23117"/>
                  <a:pt x="565445" y="26422"/>
                </a:cubicBezTo>
                <a:cubicBezTo>
                  <a:pt x="569587" y="29727"/>
                  <a:pt x="572242" y="34419"/>
                  <a:pt x="573409" y="40499"/>
                </a:cubicBezTo>
                <a:lnTo>
                  <a:pt x="563525" y="42024"/>
                </a:lnTo>
                <a:cubicBezTo>
                  <a:pt x="562583" y="38014"/>
                  <a:pt x="560917" y="34997"/>
                  <a:pt x="558526" y="32973"/>
                </a:cubicBezTo>
                <a:cubicBezTo>
                  <a:pt x="556135" y="30949"/>
                  <a:pt x="553244" y="29937"/>
                  <a:pt x="549855" y="29937"/>
                </a:cubicBezTo>
                <a:cubicBezTo>
                  <a:pt x="544734" y="29937"/>
                  <a:pt x="540573" y="31764"/>
                  <a:pt x="537372" y="35417"/>
                </a:cubicBezTo>
                <a:cubicBezTo>
                  <a:pt x="534172" y="39070"/>
                  <a:pt x="532571" y="44850"/>
                  <a:pt x="532571" y="52756"/>
                </a:cubicBezTo>
                <a:cubicBezTo>
                  <a:pt x="532571" y="60776"/>
                  <a:pt x="534115" y="66603"/>
                  <a:pt x="537203" y="70238"/>
                </a:cubicBezTo>
                <a:cubicBezTo>
                  <a:pt x="540291" y="73872"/>
                  <a:pt x="544320" y="75689"/>
                  <a:pt x="549291" y="75689"/>
                </a:cubicBezTo>
                <a:cubicBezTo>
                  <a:pt x="553282" y="75689"/>
                  <a:pt x="556615" y="74470"/>
                  <a:pt x="559288" y="72031"/>
                </a:cubicBezTo>
                <a:cubicBezTo>
                  <a:pt x="561962" y="69593"/>
                  <a:pt x="563656" y="65842"/>
                  <a:pt x="564372" y="60777"/>
                </a:cubicBezTo>
                <a:close/>
                <a:moveTo>
                  <a:pt x="605301" y="73825"/>
                </a:moveTo>
                <a:lnTo>
                  <a:pt x="606770" y="82806"/>
                </a:lnTo>
                <a:cubicBezTo>
                  <a:pt x="603908" y="83333"/>
                  <a:pt x="601347" y="83597"/>
                  <a:pt x="599088" y="83597"/>
                </a:cubicBezTo>
                <a:cubicBezTo>
                  <a:pt x="595398" y="83597"/>
                  <a:pt x="592536" y="83013"/>
                  <a:pt x="590502" y="81846"/>
                </a:cubicBezTo>
                <a:cubicBezTo>
                  <a:pt x="588469" y="80678"/>
                  <a:pt x="587038" y="79144"/>
                  <a:pt x="586209" y="77242"/>
                </a:cubicBezTo>
                <a:cubicBezTo>
                  <a:pt x="585381" y="75340"/>
                  <a:pt x="584967" y="71340"/>
                  <a:pt x="584967" y="65239"/>
                </a:cubicBezTo>
                <a:lnTo>
                  <a:pt x="584967" y="30727"/>
                </a:lnTo>
                <a:lnTo>
                  <a:pt x="577511" y="30727"/>
                </a:lnTo>
                <a:lnTo>
                  <a:pt x="577511" y="22820"/>
                </a:lnTo>
                <a:lnTo>
                  <a:pt x="584967" y="22820"/>
                </a:lnTo>
                <a:lnTo>
                  <a:pt x="584967" y="7924"/>
                </a:lnTo>
                <a:lnTo>
                  <a:pt x="595077" y="1807"/>
                </a:lnTo>
                <a:lnTo>
                  <a:pt x="595077" y="22820"/>
                </a:lnTo>
                <a:lnTo>
                  <a:pt x="605301" y="22820"/>
                </a:lnTo>
                <a:lnTo>
                  <a:pt x="605301" y="30727"/>
                </a:lnTo>
                <a:lnTo>
                  <a:pt x="595077" y="30727"/>
                </a:lnTo>
                <a:lnTo>
                  <a:pt x="595077" y="65804"/>
                </a:lnTo>
                <a:cubicBezTo>
                  <a:pt x="595077" y="68704"/>
                  <a:pt x="595256" y="70568"/>
                  <a:pt x="595614" y="71396"/>
                </a:cubicBezTo>
                <a:cubicBezTo>
                  <a:pt x="595972" y="72224"/>
                  <a:pt x="596555" y="72883"/>
                  <a:pt x="597365" y="73373"/>
                </a:cubicBezTo>
                <a:cubicBezTo>
                  <a:pt x="598175" y="73862"/>
                  <a:pt x="599333" y="74107"/>
                  <a:pt x="600839" y="74107"/>
                </a:cubicBezTo>
                <a:cubicBezTo>
                  <a:pt x="601969" y="74107"/>
                  <a:pt x="603456" y="74013"/>
                  <a:pt x="605301" y="73825"/>
                </a:cubicBezTo>
                <a:close/>
                <a:moveTo>
                  <a:pt x="615353" y="11749"/>
                </a:moveTo>
                <a:lnTo>
                  <a:pt x="615353" y="0"/>
                </a:lnTo>
                <a:lnTo>
                  <a:pt x="625520" y="0"/>
                </a:lnTo>
                <a:lnTo>
                  <a:pt x="625520" y="11749"/>
                </a:lnTo>
                <a:lnTo>
                  <a:pt x="615353" y="11749"/>
                </a:lnTo>
                <a:moveTo>
                  <a:pt x="615353" y="82806"/>
                </a:moveTo>
                <a:lnTo>
                  <a:pt x="615353" y="22820"/>
                </a:lnTo>
                <a:lnTo>
                  <a:pt x="625520" y="22820"/>
                </a:lnTo>
                <a:lnTo>
                  <a:pt x="625520" y="82806"/>
                </a:lnTo>
                <a:lnTo>
                  <a:pt x="615353" y="82806"/>
                </a:lnTo>
                <a:close/>
                <a:moveTo>
                  <a:pt x="637228" y="52813"/>
                </a:moveTo>
                <a:cubicBezTo>
                  <a:pt x="637228" y="41704"/>
                  <a:pt x="640315" y="33476"/>
                  <a:pt x="646491" y="28129"/>
                </a:cubicBezTo>
                <a:cubicBezTo>
                  <a:pt x="651650" y="23686"/>
                  <a:pt x="657939" y="21464"/>
                  <a:pt x="665357" y="21464"/>
                </a:cubicBezTo>
                <a:cubicBezTo>
                  <a:pt x="673603" y="21464"/>
                  <a:pt x="680344" y="24166"/>
                  <a:pt x="685578" y="29569"/>
                </a:cubicBezTo>
                <a:cubicBezTo>
                  <a:pt x="690812" y="34973"/>
                  <a:pt x="693429" y="42438"/>
                  <a:pt x="693429" y="51965"/>
                </a:cubicBezTo>
                <a:cubicBezTo>
                  <a:pt x="693429" y="59685"/>
                  <a:pt x="692271" y="65757"/>
                  <a:pt x="689956" y="70182"/>
                </a:cubicBezTo>
                <a:cubicBezTo>
                  <a:pt x="687640" y="74606"/>
                  <a:pt x="684270" y="78042"/>
                  <a:pt x="679845" y="80490"/>
                </a:cubicBezTo>
                <a:cubicBezTo>
                  <a:pt x="675420" y="82938"/>
                  <a:pt x="670591" y="84161"/>
                  <a:pt x="665357" y="84161"/>
                </a:cubicBezTo>
                <a:cubicBezTo>
                  <a:pt x="656959" y="84161"/>
                  <a:pt x="650172" y="81469"/>
                  <a:pt x="644994" y="76084"/>
                </a:cubicBezTo>
                <a:cubicBezTo>
                  <a:pt x="639816" y="70699"/>
                  <a:pt x="637228" y="62942"/>
                  <a:pt x="637228" y="52813"/>
                </a:cubicBezTo>
                <a:moveTo>
                  <a:pt x="647677" y="52784"/>
                </a:moveTo>
                <a:cubicBezTo>
                  <a:pt x="647677" y="60438"/>
                  <a:pt x="649353" y="66169"/>
                  <a:pt x="652704" y="69977"/>
                </a:cubicBezTo>
                <a:cubicBezTo>
                  <a:pt x="656056" y="73785"/>
                  <a:pt x="660273" y="75689"/>
                  <a:pt x="665357" y="75689"/>
                </a:cubicBezTo>
                <a:cubicBezTo>
                  <a:pt x="670403" y="75689"/>
                  <a:pt x="674601" y="73775"/>
                  <a:pt x="677953" y="69949"/>
                </a:cubicBezTo>
                <a:cubicBezTo>
                  <a:pt x="681304" y="66122"/>
                  <a:pt x="682980" y="60288"/>
                  <a:pt x="682980" y="52447"/>
                </a:cubicBezTo>
                <a:cubicBezTo>
                  <a:pt x="682980" y="45056"/>
                  <a:pt x="681295" y="39457"/>
                  <a:pt x="677924" y="35649"/>
                </a:cubicBezTo>
                <a:cubicBezTo>
                  <a:pt x="674554" y="31841"/>
                  <a:pt x="670365" y="29937"/>
                  <a:pt x="665357" y="29937"/>
                </a:cubicBezTo>
                <a:cubicBezTo>
                  <a:pt x="660273" y="29937"/>
                  <a:pt x="656056" y="31831"/>
                  <a:pt x="652704" y="35620"/>
                </a:cubicBezTo>
                <a:cubicBezTo>
                  <a:pt x="649353" y="39409"/>
                  <a:pt x="647677" y="45131"/>
                  <a:pt x="647677" y="52784"/>
                </a:cubicBezTo>
                <a:close/>
                <a:moveTo>
                  <a:pt x="705365" y="82806"/>
                </a:moveTo>
                <a:lnTo>
                  <a:pt x="705365" y="22820"/>
                </a:lnTo>
                <a:lnTo>
                  <a:pt x="714515" y="22820"/>
                </a:lnTo>
                <a:lnTo>
                  <a:pt x="714515" y="31292"/>
                </a:lnTo>
                <a:cubicBezTo>
                  <a:pt x="718921" y="24740"/>
                  <a:pt x="725285" y="21464"/>
                  <a:pt x="733607" y="21464"/>
                </a:cubicBezTo>
                <a:cubicBezTo>
                  <a:pt x="737222" y="21464"/>
                  <a:pt x="740545" y="22114"/>
                  <a:pt x="743576" y="23413"/>
                </a:cubicBezTo>
                <a:cubicBezTo>
                  <a:pt x="746607" y="24712"/>
                  <a:pt x="748876" y="26416"/>
                  <a:pt x="750383" y="28525"/>
                </a:cubicBezTo>
                <a:cubicBezTo>
                  <a:pt x="751889" y="30633"/>
                  <a:pt x="752943" y="33137"/>
                  <a:pt x="753546" y="36037"/>
                </a:cubicBezTo>
                <a:cubicBezTo>
                  <a:pt x="753922" y="37920"/>
                  <a:pt x="754110" y="41215"/>
                  <a:pt x="754110" y="45922"/>
                </a:cubicBezTo>
                <a:lnTo>
                  <a:pt x="754110" y="82806"/>
                </a:lnTo>
                <a:lnTo>
                  <a:pt x="743943" y="82806"/>
                </a:lnTo>
                <a:lnTo>
                  <a:pt x="743943" y="46278"/>
                </a:lnTo>
                <a:cubicBezTo>
                  <a:pt x="743943" y="42131"/>
                  <a:pt x="743548" y="39031"/>
                  <a:pt x="742757" y="36976"/>
                </a:cubicBezTo>
                <a:cubicBezTo>
                  <a:pt x="741966" y="34921"/>
                  <a:pt x="740564" y="33282"/>
                  <a:pt x="738549" y="32057"/>
                </a:cubicBezTo>
                <a:cubicBezTo>
                  <a:pt x="736534" y="30832"/>
                  <a:pt x="734172" y="30219"/>
                  <a:pt x="731460" y="30219"/>
                </a:cubicBezTo>
                <a:cubicBezTo>
                  <a:pt x="727130" y="30219"/>
                  <a:pt x="723392" y="31595"/>
                  <a:pt x="720248" y="34348"/>
                </a:cubicBezTo>
                <a:cubicBezTo>
                  <a:pt x="717104" y="37099"/>
                  <a:pt x="715532" y="42320"/>
                  <a:pt x="715532" y="50010"/>
                </a:cubicBezTo>
                <a:lnTo>
                  <a:pt x="715532" y="82806"/>
                </a:lnTo>
                <a:lnTo>
                  <a:pt x="705365" y="8280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Pairs">
            <a:extLst xmlns:a="http://schemas.openxmlformats.org/drawingml/2006/main">
              <a:ext uri="{FF2B5EF4-FFF2-40B4-BE49-F238E27FC236}">
                <a16:creationId xmlns:a16="http://schemas.microsoft.com/office/drawing/2014/main" id="{15DAB7D6-EABB-44A2-9C0C-02F7DE1E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4" y="2179121"/>
            <a:ext cx="250085" cy="84161"/>
          </a:xfrm>
          <a:custGeom xmlns:a="http://schemas.openxmlformats.org/drawingml/2006/main">
            <a:pathLst>
              <a:path w="250085" h="84161">
                <a:moveTo>
                  <a:pt x="0" y="82806"/>
                </a:moveTo>
                <a:lnTo>
                  <a:pt x="0" y="0"/>
                </a:lnTo>
                <a:lnTo>
                  <a:pt x="31236" y="0"/>
                </a:lnTo>
                <a:cubicBezTo>
                  <a:pt x="36734" y="0"/>
                  <a:pt x="40932" y="263"/>
                  <a:pt x="43832" y="789"/>
                </a:cubicBezTo>
                <a:cubicBezTo>
                  <a:pt x="47899" y="1467"/>
                  <a:pt x="51306" y="2755"/>
                  <a:pt x="54055" y="4655"/>
                </a:cubicBezTo>
                <a:cubicBezTo>
                  <a:pt x="56804" y="6554"/>
                  <a:pt x="59017" y="9215"/>
                  <a:pt x="60692" y="12638"/>
                </a:cubicBezTo>
                <a:cubicBezTo>
                  <a:pt x="62368" y="16060"/>
                  <a:pt x="63206" y="19821"/>
                  <a:pt x="63206" y="23921"/>
                </a:cubicBezTo>
                <a:cubicBezTo>
                  <a:pt x="63206" y="30956"/>
                  <a:pt x="60965" y="36908"/>
                  <a:pt x="56484" y="41779"/>
                </a:cubicBezTo>
                <a:cubicBezTo>
                  <a:pt x="52003" y="46649"/>
                  <a:pt x="43907" y="49085"/>
                  <a:pt x="32196" y="49085"/>
                </a:cubicBezTo>
                <a:lnTo>
                  <a:pt x="10958" y="49085"/>
                </a:lnTo>
                <a:lnTo>
                  <a:pt x="10958" y="82806"/>
                </a:lnTo>
                <a:lnTo>
                  <a:pt x="0" y="82806"/>
                </a:lnTo>
                <a:moveTo>
                  <a:pt x="10958" y="39313"/>
                </a:moveTo>
                <a:lnTo>
                  <a:pt x="32365" y="39313"/>
                </a:lnTo>
                <a:cubicBezTo>
                  <a:pt x="39445" y="39313"/>
                  <a:pt x="44472" y="37998"/>
                  <a:pt x="47447" y="35368"/>
                </a:cubicBezTo>
                <a:cubicBezTo>
                  <a:pt x="50422" y="32737"/>
                  <a:pt x="51909" y="29034"/>
                  <a:pt x="51909" y="24260"/>
                </a:cubicBezTo>
                <a:cubicBezTo>
                  <a:pt x="51909" y="20803"/>
                  <a:pt x="51033" y="17843"/>
                  <a:pt x="49282" y="15381"/>
                </a:cubicBezTo>
                <a:cubicBezTo>
                  <a:pt x="47531" y="12920"/>
                  <a:pt x="45225" y="11294"/>
                  <a:pt x="42363" y="10504"/>
                </a:cubicBezTo>
                <a:cubicBezTo>
                  <a:pt x="40518" y="10016"/>
                  <a:pt x="37110" y="9772"/>
                  <a:pt x="32140" y="9772"/>
                </a:cubicBezTo>
                <a:lnTo>
                  <a:pt x="10958" y="9772"/>
                </a:lnTo>
                <a:lnTo>
                  <a:pt x="10958" y="39313"/>
                </a:lnTo>
                <a:close/>
                <a:moveTo>
                  <a:pt x="114991" y="75399"/>
                </a:moveTo>
                <a:cubicBezTo>
                  <a:pt x="111226" y="78602"/>
                  <a:pt x="107601" y="80864"/>
                  <a:pt x="104118" y="82183"/>
                </a:cubicBezTo>
                <a:cubicBezTo>
                  <a:pt x="100635" y="83502"/>
                  <a:pt x="96897" y="84161"/>
                  <a:pt x="92906" y="84161"/>
                </a:cubicBezTo>
                <a:cubicBezTo>
                  <a:pt x="86316" y="84161"/>
                  <a:pt x="81251" y="82550"/>
                  <a:pt x="77712" y="79329"/>
                </a:cubicBezTo>
                <a:cubicBezTo>
                  <a:pt x="74172" y="76107"/>
                  <a:pt x="72402" y="71990"/>
                  <a:pt x="72402" y="66978"/>
                </a:cubicBezTo>
                <a:cubicBezTo>
                  <a:pt x="72402" y="64040"/>
                  <a:pt x="73070" y="61355"/>
                  <a:pt x="74407" y="58925"/>
                </a:cubicBezTo>
                <a:cubicBezTo>
                  <a:pt x="75744" y="56494"/>
                  <a:pt x="77495" y="54544"/>
                  <a:pt x="79660" y="53074"/>
                </a:cubicBezTo>
                <a:cubicBezTo>
                  <a:pt x="81826" y="51604"/>
                  <a:pt x="84264" y="50493"/>
                  <a:pt x="86975" y="49740"/>
                </a:cubicBezTo>
                <a:cubicBezTo>
                  <a:pt x="88971" y="49211"/>
                  <a:pt x="91983" y="48702"/>
                  <a:pt x="96012" y="48213"/>
                </a:cubicBezTo>
                <a:cubicBezTo>
                  <a:pt x="104222" y="47241"/>
                  <a:pt x="110265" y="46082"/>
                  <a:pt x="114144" y="44735"/>
                </a:cubicBezTo>
                <a:cubicBezTo>
                  <a:pt x="114182" y="43348"/>
                  <a:pt x="114200" y="42467"/>
                  <a:pt x="114200" y="42091"/>
                </a:cubicBezTo>
                <a:cubicBezTo>
                  <a:pt x="114200" y="37964"/>
                  <a:pt x="113240" y="35057"/>
                  <a:pt x="111320" y="33370"/>
                </a:cubicBezTo>
                <a:cubicBezTo>
                  <a:pt x="108721" y="31081"/>
                  <a:pt x="104862" y="29937"/>
                  <a:pt x="99740" y="29937"/>
                </a:cubicBezTo>
                <a:cubicBezTo>
                  <a:pt x="94958" y="29937"/>
                  <a:pt x="91428" y="30774"/>
                  <a:pt x="89150" y="32450"/>
                </a:cubicBezTo>
                <a:cubicBezTo>
                  <a:pt x="86871" y="34126"/>
                  <a:pt x="85186" y="37091"/>
                  <a:pt x="84094" y="41346"/>
                </a:cubicBezTo>
                <a:lnTo>
                  <a:pt x="74153" y="39991"/>
                </a:lnTo>
                <a:cubicBezTo>
                  <a:pt x="75057" y="35723"/>
                  <a:pt x="76544" y="32276"/>
                  <a:pt x="78615" y="29651"/>
                </a:cubicBezTo>
                <a:cubicBezTo>
                  <a:pt x="80686" y="27025"/>
                  <a:pt x="83680" y="25005"/>
                  <a:pt x="87596" y="23589"/>
                </a:cubicBezTo>
                <a:cubicBezTo>
                  <a:pt x="91513" y="22172"/>
                  <a:pt x="96050" y="21464"/>
                  <a:pt x="101209" y="21464"/>
                </a:cubicBezTo>
                <a:cubicBezTo>
                  <a:pt x="106330" y="21464"/>
                  <a:pt x="110491" y="22066"/>
                  <a:pt x="113692" y="23271"/>
                </a:cubicBezTo>
                <a:cubicBezTo>
                  <a:pt x="116893" y="24476"/>
                  <a:pt x="119246" y="25992"/>
                  <a:pt x="120753" y="27818"/>
                </a:cubicBezTo>
                <a:cubicBezTo>
                  <a:pt x="122259" y="29645"/>
                  <a:pt x="123313" y="31951"/>
                  <a:pt x="123916" y="34738"/>
                </a:cubicBezTo>
                <a:cubicBezTo>
                  <a:pt x="124255" y="36470"/>
                  <a:pt x="124424" y="39595"/>
                  <a:pt x="124424" y="44114"/>
                </a:cubicBezTo>
                <a:lnTo>
                  <a:pt x="124424" y="57670"/>
                </a:lnTo>
                <a:cubicBezTo>
                  <a:pt x="124424" y="67122"/>
                  <a:pt x="124641" y="73100"/>
                  <a:pt x="125074" y="75604"/>
                </a:cubicBezTo>
                <a:cubicBezTo>
                  <a:pt x="125507" y="78108"/>
                  <a:pt x="126363" y="80509"/>
                  <a:pt x="127644" y="82806"/>
                </a:cubicBezTo>
                <a:lnTo>
                  <a:pt x="117025" y="82806"/>
                </a:lnTo>
                <a:cubicBezTo>
                  <a:pt x="115970" y="80695"/>
                  <a:pt x="115292" y="78226"/>
                  <a:pt x="114991" y="75399"/>
                </a:cubicBezTo>
                <a:moveTo>
                  <a:pt x="114144" y="52643"/>
                </a:moveTo>
                <a:cubicBezTo>
                  <a:pt x="110454" y="54162"/>
                  <a:pt x="104918" y="55453"/>
                  <a:pt x="97538" y="56516"/>
                </a:cubicBezTo>
                <a:cubicBezTo>
                  <a:pt x="93358" y="57121"/>
                  <a:pt x="90402" y="57802"/>
                  <a:pt x="88670" y="58558"/>
                </a:cubicBezTo>
                <a:cubicBezTo>
                  <a:pt x="86937" y="59314"/>
                  <a:pt x="85601" y="60420"/>
                  <a:pt x="84659" y="61877"/>
                </a:cubicBezTo>
                <a:cubicBezTo>
                  <a:pt x="83718" y="63332"/>
                  <a:pt x="83247" y="64949"/>
                  <a:pt x="83247" y="66725"/>
                </a:cubicBezTo>
                <a:cubicBezTo>
                  <a:pt x="83247" y="69447"/>
                  <a:pt x="84273" y="71716"/>
                  <a:pt x="86325" y="73532"/>
                </a:cubicBezTo>
                <a:cubicBezTo>
                  <a:pt x="88378" y="75346"/>
                  <a:pt x="91381" y="76254"/>
                  <a:pt x="95335" y="76254"/>
                </a:cubicBezTo>
                <a:cubicBezTo>
                  <a:pt x="99251" y="76254"/>
                  <a:pt x="102734" y="75393"/>
                  <a:pt x="105784" y="73671"/>
                </a:cubicBezTo>
                <a:cubicBezTo>
                  <a:pt x="108834" y="71950"/>
                  <a:pt x="111075" y="69594"/>
                  <a:pt x="112506" y="66605"/>
                </a:cubicBezTo>
                <a:cubicBezTo>
                  <a:pt x="113598" y="64297"/>
                  <a:pt x="114144" y="60891"/>
                  <a:pt x="114144" y="56389"/>
                </a:cubicBezTo>
                <a:lnTo>
                  <a:pt x="114144" y="52643"/>
                </a:lnTo>
                <a:close/>
                <a:moveTo>
                  <a:pt x="140210" y="11749"/>
                </a:moveTo>
                <a:lnTo>
                  <a:pt x="140210" y="0"/>
                </a:lnTo>
                <a:lnTo>
                  <a:pt x="150378" y="0"/>
                </a:lnTo>
                <a:lnTo>
                  <a:pt x="150378" y="11749"/>
                </a:lnTo>
                <a:lnTo>
                  <a:pt x="140210" y="11749"/>
                </a:lnTo>
                <a:moveTo>
                  <a:pt x="140210" y="82806"/>
                </a:moveTo>
                <a:lnTo>
                  <a:pt x="140210" y="22820"/>
                </a:lnTo>
                <a:lnTo>
                  <a:pt x="150378" y="22820"/>
                </a:lnTo>
                <a:lnTo>
                  <a:pt x="150378" y="82806"/>
                </a:lnTo>
                <a:lnTo>
                  <a:pt x="140210" y="82806"/>
                </a:lnTo>
                <a:close/>
                <a:moveTo>
                  <a:pt x="165710" y="82806"/>
                </a:moveTo>
                <a:lnTo>
                  <a:pt x="165710" y="22820"/>
                </a:lnTo>
                <a:lnTo>
                  <a:pt x="174861" y="22820"/>
                </a:lnTo>
                <a:lnTo>
                  <a:pt x="174861" y="31857"/>
                </a:lnTo>
                <a:cubicBezTo>
                  <a:pt x="177195" y="27625"/>
                  <a:pt x="179351" y="24835"/>
                  <a:pt x="181328" y="23487"/>
                </a:cubicBezTo>
                <a:cubicBezTo>
                  <a:pt x="183305" y="22138"/>
                  <a:pt x="185480" y="21464"/>
                  <a:pt x="187852" y="21464"/>
                </a:cubicBezTo>
                <a:cubicBezTo>
                  <a:pt x="191279" y="21464"/>
                  <a:pt x="194762" y="22551"/>
                  <a:pt x="198302" y="24726"/>
                </a:cubicBezTo>
                <a:lnTo>
                  <a:pt x="194800" y="34116"/>
                </a:lnTo>
                <a:cubicBezTo>
                  <a:pt x="192314" y="32648"/>
                  <a:pt x="189829" y="31914"/>
                  <a:pt x="187344" y="31914"/>
                </a:cubicBezTo>
                <a:cubicBezTo>
                  <a:pt x="185122" y="31914"/>
                  <a:pt x="183126" y="32583"/>
                  <a:pt x="181356" y="33922"/>
                </a:cubicBezTo>
                <a:cubicBezTo>
                  <a:pt x="179587" y="35260"/>
                  <a:pt x="178325" y="37117"/>
                  <a:pt x="177572" y="39491"/>
                </a:cubicBezTo>
                <a:cubicBezTo>
                  <a:pt x="176442" y="43110"/>
                  <a:pt x="175877" y="47068"/>
                  <a:pt x="175877" y="51365"/>
                </a:cubicBezTo>
                <a:lnTo>
                  <a:pt x="175877" y="82806"/>
                </a:lnTo>
                <a:lnTo>
                  <a:pt x="165710" y="82806"/>
                </a:lnTo>
                <a:close/>
                <a:moveTo>
                  <a:pt x="200266" y="64844"/>
                </a:moveTo>
                <a:lnTo>
                  <a:pt x="210320" y="63262"/>
                </a:lnTo>
                <a:cubicBezTo>
                  <a:pt x="210885" y="67274"/>
                  <a:pt x="212457" y="70348"/>
                  <a:pt x="215037" y="72485"/>
                </a:cubicBezTo>
                <a:cubicBezTo>
                  <a:pt x="217616" y="74621"/>
                  <a:pt x="221222" y="75689"/>
                  <a:pt x="225853" y="75689"/>
                </a:cubicBezTo>
                <a:cubicBezTo>
                  <a:pt x="230523" y="75689"/>
                  <a:pt x="233987" y="74746"/>
                  <a:pt x="236247" y="72859"/>
                </a:cubicBezTo>
                <a:cubicBezTo>
                  <a:pt x="238506" y="70972"/>
                  <a:pt x="239636" y="68758"/>
                  <a:pt x="239636" y="66219"/>
                </a:cubicBezTo>
                <a:cubicBezTo>
                  <a:pt x="239636" y="63940"/>
                  <a:pt x="238638" y="62146"/>
                  <a:pt x="236642" y="60839"/>
                </a:cubicBezTo>
                <a:cubicBezTo>
                  <a:pt x="235249" y="59942"/>
                  <a:pt x="231784" y="58802"/>
                  <a:pt x="226249" y="57420"/>
                </a:cubicBezTo>
                <a:cubicBezTo>
                  <a:pt x="218793" y="55536"/>
                  <a:pt x="213625" y="53906"/>
                  <a:pt x="210744" y="52530"/>
                </a:cubicBezTo>
                <a:cubicBezTo>
                  <a:pt x="207863" y="51155"/>
                  <a:pt x="205679" y="49251"/>
                  <a:pt x="204192" y="46820"/>
                </a:cubicBezTo>
                <a:cubicBezTo>
                  <a:pt x="202704" y="44389"/>
                  <a:pt x="201961" y="41704"/>
                  <a:pt x="201961" y="38764"/>
                </a:cubicBezTo>
                <a:cubicBezTo>
                  <a:pt x="201961" y="36088"/>
                  <a:pt x="202573" y="33610"/>
                  <a:pt x="203796" y="31329"/>
                </a:cubicBezTo>
                <a:cubicBezTo>
                  <a:pt x="205020" y="29049"/>
                  <a:pt x="206687" y="27155"/>
                  <a:pt x="208795" y="25647"/>
                </a:cubicBezTo>
                <a:cubicBezTo>
                  <a:pt x="210377" y="24479"/>
                  <a:pt x="212533" y="23490"/>
                  <a:pt x="215263" y="22680"/>
                </a:cubicBezTo>
                <a:cubicBezTo>
                  <a:pt x="217993" y="21869"/>
                  <a:pt x="220921" y="21464"/>
                  <a:pt x="224046" y="21464"/>
                </a:cubicBezTo>
                <a:cubicBezTo>
                  <a:pt x="228753" y="21464"/>
                  <a:pt x="232886" y="22147"/>
                  <a:pt x="236444" y="23512"/>
                </a:cubicBezTo>
                <a:cubicBezTo>
                  <a:pt x="240003" y="24875"/>
                  <a:pt x="242629" y="26723"/>
                  <a:pt x="244324" y="29056"/>
                </a:cubicBezTo>
                <a:cubicBezTo>
                  <a:pt x="246018" y="31387"/>
                  <a:pt x="247186" y="34505"/>
                  <a:pt x="247826" y="38409"/>
                </a:cubicBezTo>
                <a:lnTo>
                  <a:pt x="237885" y="39765"/>
                </a:lnTo>
                <a:cubicBezTo>
                  <a:pt x="237433" y="36677"/>
                  <a:pt x="236124" y="34267"/>
                  <a:pt x="233959" y="32535"/>
                </a:cubicBezTo>
                <a:cubicBezTo>
                  <a:pt x="231794" y="30803"/>
                  <a:pt x="228734" y="29937"/>
                  <a:pt x="224780" y="29937"/>
                </a:cubicBezTo>
                <a:cubicBezTo>
                  <a:pt x="220111" y="29937"/>
                  <a:pt x="216778" y="30705"/>
                  <a:pt x="214783" y="32242"/>
                </a:cubicBezTo>
                <a:cubicBezTo>
                  <a:pt x="212787" y="33778"/>
                  <a:pt x="211789" y="35576"/>
                  <a:pt x="211789" y="37638"/>
                </a:cubicBezTo>
                <a:cubicBezTo>
                  <a:pt x="211789" y="38949"/>
                  <a:pt x="212203" y="40129"/>
                  <a:pt x="213032" y="41179"/>
                </a:cubicBezTo>
                <a:cubicBezTo>
                  <a:pt x="213860" y="42265"/>
                  <a:pt x="215159" y="43164"/>
                  <a:pt x="216929" y="43876"/>
                </a:cubicBezTo>
                <a:cubicBezTo>
                  <a:pt x="217946" y="44251"/>
                  <a:pt x="220939" y="45113"/>
                  <a:pt x="225910" y="46462"/>
                </a:cubicBezTo>
                <a:cubicBezTo>
                  <a:pt x="233102" y="48381"/>
                  <a:pt x="238120" y="49952"/>
                  <a:pt x="240963" y="51175"/>
                </a:cubicBezTo>
                <a:cubicBezTo>
                  <a:pt x="243806" y="52397"/>
                  <a:pt x="246037" y="54175"/>
                  <a:pt x="247656" y="56509"/>
                </a:cubicBezTo>
                <a:cubicBezTo>
                  <a:pt x="249276" y="58841"/>
                  <a:pt x="250085" y="61738"/>
                  <a:pt x="250085" y="65199"/>
                </a:cubicBezTo>
                <a:cubicBezTo>
                  <a:pt x="250085" y="68585"/>
                  <a:pt x="249097" y="71774"/>
                  <a:pt x="247120" y="74766"/>
                </a:cubicBezTo>
                <a:cubicBezTo>
                  <a:pt x="245143" y="77756"/>
                  <a:pt x="242290" y="80069"/>
                  <a:pt x="238562" y="81706"/>
                </a:cubicBezTo>
                <a:cubicBezTo>
                  <a:pt x="234834" y="83343"/>
                  <a:pt x="230617" y="84161"/>
                  <a:pt x="225910" y="84161"/>
                </a:cubicBezTo>
                <a:cubicBezTo>
                  <a:pt x="218115" y="84161"/>
                  <a:pt x="212175" y="82538"/>
                  <a:pt x="208089" y="79290"/>
                </a:cubicBezTo>
                <a:cubicBezTo>
                  <a:pt x="204004" y="76042"/>
                  <a:pt x="201396" y="71227"/>
                  <a:pt x="200266" y="64844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f">
            <a:extLst xmlns:a="http://schemas.openxmlformats.org/drawingml/2006/main">
              <a:ext uri="{FF2B5EF4-FFF2-40B4-BE49-F238E27FC236}">
                <a16:creationId xmlns:a16="http://schemas.microsoft.com/office/drawing/2014/main" id="{41E89B3D-F7AC-404B-8F13-A2AA77CD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00" y="1371909"/>
            <a:ext cx="48570" cy="100927"/>
          </a:xfrm>
          <a:custGeom xmlns:a="http://schemas.openxmlformats.org/drawingml/2006/main">
            <a:pathLst>
              <a:path w="48570" h="100927">
                <a:moveTo>
                  <a:pt x="0" y="29088"/>
                </a:moveTo>
                <a:lnTo>
                  <a:pt x="10553" y="29088"/>
                </a:lnTo>
                <a:lnTo>
                  <a:pt x="10553" y="23663"/>
                </a:lnTo>
                <a:cubicBezTo>
                  <a:pt x="10553" y="17606"/>
                  <a:pt x="11195" y="13086"/>
                  <a:pt x="12481" y="10102"/>
                </a:cubicBezTo>
                <a:cubicBezTo>
                  <a:pt x="13766" y="7119"/>
                  <a:pt x="16134" y="4689"/>
                  <a:pt x="19583" y="2814"/>
                </a:cubicBezTo>
                <a:cubicBezTo>
                  <a:pt x="23033" y="938"/>
                  <a:pt x="27397" y="0"/>
                  <a:pt x="32673" y="0"/>
                </a:cubicBezTo>
                <a:cubicBezTo>
                  <a:pt x="38085" y="0"/>
                  <a:pt x="43383" y="812"/>
                  <a:pt x="48570" y="2435"/>
                </a:cubicBezTo>
                <a:lnTo>
                  <a:pt x="45999" y="15694"/>
                </a:lnTo>
                <a:cubicBezTo>
                  <a:pt x="42978" y="14972"/>
                  <a:pt x="40069" y="14611"/>
                  <a:pt x="37273" y="14611"/>
                </a:cubicBezTo>
                <a:cubicBezTo>
                  <a:pt x="34522" y="14611"/>
                  <a:pt x="32549" y="15258"/>
                  <a:pt x="31354" y="16550"/>
                </a:cubicBezTo>
                <a:cubicBezTo>
                  <a:pt x="30159" y="17841"/>
                  <a:pt x="29561" y="20321"/>
                  <a:pt x="29561" y="23991"/>
                </a:cubicBezTo>
                <a:lnTo>
                  <a:pt x="29561" y="29088"/>
                </a:lnTo>
                <a:lnTo>
                  <a:pt x="43767" y="29088"/>
                </a:lnTo>
                <a:lnTo>
                  <a:pt x="43767" y="44105"/>
                </a:lnTo>
                <a:lnTo>
                  <a:pt x="29561" y="44105"/>
                </a:lnTo>
                <a:lnTo>
                  <a:pt x="29561" y="100927"/>
                </a:lnTo>
                <a:lnTo>
                  <a:pt x="10553" y="100927"/>
                </a:lnTo>
                <a:lnTo>
                  <a:pt x="10553" y="44105"/>
                </a:lnTo>
                <a:lnTo>
                  <a:pt x="0" y="44105"/>
                </a:lnTo>
                <a:lnTo>
                  <a:pt x="0" y="2908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vul">
            <a:extLst xmlns:a="http://schemas.openxmlformats.org/drawingml/2006/main">
              <a:ext uri="{FF2B5EF4-FFF2-40B4-BE49-F238E27FC236}">
                <a16:creationId xmlns:a16="http://schemas.microsoft.com/office/drawing/2014/main" id="{4A57EAA5-7EC9-4258-9CAD-8AB1F1D3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81" y="1440831"/>
            <a:ext cx="124245" cy="67027"/>
          </a:xfrm>
          <a:custGeom xmlns:a="http://schemas.openxmlformats.org/drawingml/2006/main">
            <a:pathLst>
              <a:path w="124245" h="67027">
                <a:moveTo>
                  <a:pt x="19253" y="65947"/>
                </a:moveTo>
                <a:lnTo>
                  <a:pt x="0" y="18174"/>
                </a:lnTo>
                <a:lnTo>
                  <a:pt x="13270" y="18174"/>
                </a:lnTo>
                <a:lnTo>
                  <a:pt x="22267" y="42555"/>
                </a:lnTo>
                <a:lnTo>
                  <a:pt x="24876" y="50697"/>
                </a:lnTo>
                <a:cubicBezTo>
                  <a:pt x="25566" y="48628"/>
                  <a:pt x="26001" y="47264"/>
                  <a:pt x="26181" y="46604"/>
                </a:cubicBezTo>
                <a:cubicBezTo>
                  <a:pt x="26601" y="45254"/>
                  <a:pt x="27051" y="43905"/>
                  <a:pt x="27530" y="42555"/>
                </a:cubicBezTo>
                <a:lnTo>
                  <a:pt x="36617" y="18174"/>
                </a:lnTo>
                <a:lnTo>
                  <a:pt x="49618" y="18174"/>
                </a:lnTo>
                <a:lnTo>
                  <a:pt x="30634" y="65947"/>
                </a:lnTo>
                <a:lnTo>
                  <a:pt x="19253" y="65947"/>
                </a:lnTo>
                <a:close/>
                <a:moveTo>
                  <a:pt x="86740" y="65947"/>
                </a:moveTo>
                <a:lnTo>
                  <a:pt x="86740" y="58795"/>
                </a:lnTo>
                <a:cubicBezTo>
                  <a:pt x="85001" y="61344"/>
                  <a:pt x="82714" y="63353"/>
                  <a:pt x="79880" y="64823"/>
                </a:cubicBezTo>
                <a:cubicBezTo>
                  <a:pt x="77046" y="66292"/>
                  <a:pt x="74054" y="67027"/>
                  <a:pt x="70905" y="67027"/>
                </a:cubicBezTo>
                <a:cubicBezTo>
                  <a:pt x="67697" y="67027"/>
                  <a:pt x="64818" y="66322"/>
                  <a:pt x="62268" y="64913"/>
                </a:cubicBezTo>
                <a:cubicBezTo>
                  <a:pt x="59719" y="63503"/>
                  <a:pt x="57875" y="61524"/>
                  <a:pt x="56735" y="58975"/>
                </a:cubicBezTo>
                <a:cubicBezTo>
                  <a:pt x="55596" y="56425"/>
                  <a:pt x="55026" y="52902"/>
                  <a:pt x="55026" y="48403"/>
                </a:cubicBezTo>
                <a:lnTo>
                  <a:pt x="55026" y="18174"/>
                </a:lnTo>
                <a:lnTo>
                  <a:pt x="67667" y="18174"/>
                </a:lnTo>
                <a:lnTo>
                  <a:pt x="67667" y="40075"/>
                </a:lnTo>
                <a:cubicBezTo>
                  <a:pt x="67667" y="46778"/>
                  <a:pt x="67899" y="50885"/>
                  <a:pt x="68364" y="52396"/>
                </a:cubicBezTo>
                <a:cubicBezTo>
                  <a:pt x="68829" y="53906"/>
                  <a:pt x="69676" y="55103"/>
                  <a:pt x="70905" y="55986"/>
                </a:cubicBezTo>
                <a:cubicBezTo>
                  <a:pt x="72135" y="56869"/>
                  <a:pt x="73694" y="57310"/>
                  <a:pt x="75584" y="57310"/>
                </a:cubicBezTo>
                <a:cubicBezTo>
                  <a:pt x="77743" y="57310"/>
                  <a:pt x="79677" y="56719"/>
                  <a:pt x="81387" y="55537"/>
                </a:cubicBezTo>
                <a:cubicBezTo>
                  <a:pt x="83096" y="54356"/>
                  <a:pt x="84266" y="52889"/>
                  <a:pt x="84896" y="51139"/>
                </a:cubicBezTo>
                <a:cubicBezTo>
                  <a:pt x="85525" y="49388"/>
                  <a:pt x="85840" y="45102"/>
                  <a:pt x="85840" y="38280"/>
                </a:cubicBezTo>
                <a:lnTo>
                  <a:pt x="85840" y="18174"/>
                </a:lnTo>
                <a:lnTo>
                  <a:pt x="98481" y="18174"/>
                </a:lnTo>
                <a:lnTo>
                  <a:pt x="98481" y="65947"/>
                </a:lnTo>
                <a:lnTo>
                  <a:pt x="86740" y="65947"/>
                </a:lnTo>
                <a:close/>
                <a:moveTo>
                  <a:pt x="111605" y="65947"/>
                </a:moveTo>
                <a:lnTo>
                  <a:pt x="111605" y="0"/>
                </a:lnTo>
                <a:lnTo>
                  <a:pt x="124245" y="0"/>
                </a:lnTo>
                <a:lnTo>
                  <a:pt x="124245" y="65947"/>
                </a:lnTo>
                <a:lnTo>
                  <a:pt x="111605" y="6594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f">
            <a:extLst xmlns:a="http://schemas.openxmlformats.org/drawingml/2006/main">
              <a:ext uri="{FF2B5EF4-FFF2-40B4-BE49-F238E27FC236}">
                <a16:creationId xmlns:a16="http://schemas.microsoft.com/office/drawing/2014/main" id="{C9114489-F743-4CC0-A3A0-A362B708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80" y="625301"/>
            <a:ext cx="48570" cy="100927"/>
          </a:xfrm>
          <a:custGeom xmlns:a="http://schemas.openxmlformats.org/drawingml/2006/main">
            <a:pathLst>
              <a:path w="48570" h="100927">
                <a:moveTo>
                  <a:pt x="0" y="29088"/>
                </a:moveTo>
                <a:lnTo>
                  <a:pt x="10553" y="29088"/>
                </a:lnTo>
                <a:lnTo>
                  <a:pt x="10553" y="23663"/>
                </a:lnTo>
                <a:cubicBezTo>
                  <a:pt x="10553" y="17606"/>
                  <a:pt x="11195" y="13086"/>
                  <a:pt x="12481" y="10102"/>
                </a:cubicBezTo>
                <a:cubicBezTo>
                  <a:pt x="13766" y="7119"/>
                  <a:pt x="16134" y="4689"/>
                  <a:pt x="19583" y="2814"/>
                </a:cubicBezTo>
                <a:cubicBezTo>
                  <a:pt x="23033" y="938"/>
                  <a:pt x="27397" y="0"/>
                  <a:pt x="32673" y="0"/>
                </a:cubicBezTo>
                <a:cubicBezTo>
                  <a:pt x="38085" y="0"/>
                  <a:pt x="43383" y="812"/>
                  <a:pt x="48570" y="2435"/>
                </a:cubicBezTo>
                <a:lnTo>
                  <a:pt x="45999" y="15694"/>
                </a:lnTo>
                <a:cubicBezTo>
                  <a:pt x="42978" y="14972"/>
                  <a:pt x="40069" y="14611"/>
                  <a:pt x="37273" y="14611"/>
                </a:cubicBezTo>
                <a:cubicBezTo>
                  <a:pt x="34522" y="14611"/>
                  <a:pt x="32549" y="15258"/>
                  <a:pt x="31354" y="16550"/>
                </a:cubicBezTo>
                <a:cubicBezTo>
                  <a:pt x="30159" y="17841"/>
                  <a:pt x="29561" y="20321"/>
                  <a:pt x="29561" y="23991"/>
                </a:cubicBezTo>
                <a:lnTo>
                  <a:pt x="29561" y="29088"/>
                </a:lnTo>
                <a:lnTo>
                  <a:pt x="43767" y="29088"/>
                </a:lnTo>
                <a:lnTo>
                  <a:pt x="43767" y="44105"/>
                </a:lnTo>
                <a:lnTo>
                  <a:pt x="29561" y="44105"/>
                </a:lnTo>
                <a:lnTo>
                  <a:pt x="29561" y="100927"/>
                </a:lnTo>
                <a:lnTo>
                  <a:pt x="10553" y="100927"/>
                </a:lnTo>
                <a:lnTo>
                  <a:pt x="10553" y="44105"/>
                </a:lnTo>
                <a:lnTo>
                  <a:pt x="0" y="44105"/>
                </a:lnTo>
                <a:lnTo>
                  <a:pt x="0" y="2908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pre">
            <a:extLst xmlns:a="http://schemas.openxmlformats.org/drawingml/2006/main">
              <a:ext uri="{FF2B5EF4-FFF2-40B4-BE49-F238E27FC236}">
                <a16:creationId xmlns:a16="http://schemas.microsoft.com/office/drawing/2014/main" id="{35ECBC60-C868-49D4-9C58-BB9BD97B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20" y="711318"/>
            <a:ext cx="133604" cy="67027"/>
          </a:xfrm>
          <a:custGeom xmlns:a="http://schemas.openxmlformats.org/drawingml/2006/main">
            <a:pathLst>
              <a:path w="133604" h="67027">
                <a:moveTo>
                  <a:pt x="0" y="1080"/>
                </a:moveTo>
                <a:lnTo>
                  <a:pt x="11786" y="1080"/>
                </a:lnTo>
                <a:lnTo>
                  <a:pt x="11786" y="8097"/>
                </a:lnTo>
                <a:cubicBezTo>
                  <a:pt x="13315" y="5698"/>
                  <a:pt x="15385" y="3749"/>
                  <a:pt x="17994" y="2249"/>
                </a:cubicBezTo>
                <a:cubicBezTo>
                  <a:pt x="20603" y="750"/>
                  <a:pt x="23497" y="0"/>
                  <a:pt x="26676" y="0"/>
                </a:cubicBezTo>
                <a:cubicBezTo>
                  <a:pt x="32224" y="0"/>
                  <a:pt x="36932" y="2174"/>
                  <a:pt x="40801" y="6523"/>
                </a:cubicBezTo>
                <a:cubicBezTo>
                  <a:pt x="44670" y="10871"/>
                  <a:pt x="46604" y="16929"/>
                  <a:pt x="46604" y="24696"/>
                </a:cubicBezTo>
                <a:cubicBezTo>
                  <a:pt x="46604" y="32674"/>
                  <a:pt x="44655" y="38874"/>
                  <a:pt x="40756" y="43297"/>
                </a:cubicBezTo>
                <a:cubicBezTo>
                  <a:pt x="36857" y="47721"/>
                  <a:pt x="32134" y="49933"/>
                  <a:pt x="26586" y="49933"/>
                </a:cubicBezTo>
                <a:cubicBezTo>
                  <a:pt x="23947" y="49933"/>
                  <a:pt x="21555" y="49408"/>
                  <a:pt x="19411" y="48358"/>
                </a:cubicBezTo>
                <a:cubicBezTo>
                  <a:pt x="17267" y="47309"/>
                  <a:pt x="15010" y="45509"/>
                  <a:pt x="12641" y="42960"/>
                </a:cubicBezTo>
                <a:lnTo>
                  <a:pt x="12641" y="67027"/>
                </a:lnTo>
                <a:lnTo>
                  <a:pt x="0" y="67027"/>
                </a:lnTo>
                <a:lnTo>
                  <a:pt x="0" y="1080"/>
                </a:lnTo>
                <a:moveTo>
                  <a:pt x="12506" y="24136"/>
                </a:moveTo>
                <a:cubicBezTo>
                  <a:pt x="12506" y="29495"/>
                  <a:pt x="13570" y="33455"/>
                  <a:pt x="15700" y="36016"/>
                </a:cubicBezTo>
                <a:cubicBezTo>
                  <a:pt x="17829" y="38576"/>
                  <a:pt x="20423" y="39856"/>
                  <a:pt x="23482" y="39856"/>
                </a:cubicBezTo>
                <a:cubicBezTo>
                  <a:pt x="26421" y="39856"/>
                  <a:pt x="28865" y="38681"/>
                  <a:pt x="30814" y="36331"/>
                </a:cubicBezTo>
                <a:cubicBezTo>
                  <a:pt x="32764" y="33980"/>
                  <a:pt x="33738" y="30125"/>
                  <a:pt x="33738" y="24764"/>
                </a:cubicBezTo>
                <a:cubicBezTo>
                  <a:pt x="33738" y="19763"/>
                  <a:pt x="32734" y="16050"/>
                  <a:pt x="30724" y="13625"/>
                </a:cubicBezTo>
                <a:cubicBezTo>
                  <a:pt x="28715" y="11199"/>
                  <a:pt x="26226" y="9987"/>
                  <a:pt x="23257" y="9987"/>
                </a:cubicBezTo>
                <a:cubicBezTo>
                  <a:pt x="20168" y="9987"/>
                  <a:pt x="17604" y="11177"/>
                  <a:pt x="15565" y="13557"/>
                </a:cubicBezTo>
                <a:cubicBezTo>
                  <a:pt x="13525" y="15938"/>
                  <a:pt x="12506" y="19464"/>
                  <a:pt x="12506" y="24136"/>
                </a:cubicBezTo>
                <a:close/>
                <a:moveTo>
                  <a:pt x="68751" y="48853"/>
                </a:moveTo>
                <a:lnTo>
                  <a:pt x="56110" y="48853"/>
                </a:lnTo>
                <a:lnTo>
                  <a:pt x="56110" y="1080"/>
                </a:lnTo>
                <a:lnTo>
                  <a:pt x="67851" y="1080"/>
                </a:lnTo>
                <a:lnTo>
                  <a:pt x="67851" y="7872"/>
                </a:lnTo>
                <a:cubicBezTo>
                  <a:pt x="69861" y="4663"/>
                  <a:pt x="71667" y="2549"/>
                  <a:pt x="73272" y="1529"/>
                </a:cubicBezTo>
                <a:cubicBezTo>
                  <a:pt x="74876" y="510"/>
                  <a:pt x="76698" y="0"/>
                  <a:pt x="78738" y="0"/>
                </a:cubicBezTo>
                <a:cubicBezTo>
                  <a:pt x="81617" y="0"/>
                  <a:pt x="84391" y="795"/>
                  <a:pt x="87060" y="2384"/>
                </a:cubicBezTo>
                <a:lnTo>
                  <a:pt x="83146" y="13405"/>
                </a:lnTo>
                <a:cubicBezTo>
                  <a:pt x="81017" y="12026"/>
                  <a:pt x="79037" y="11336"/>
                  <a:pt x="77208" y="11336"/>
                </a:cubicBezTo>
                <a:cubicBezTo>
                  <a:pt x="75439" y="11336"/>
                  <a:pt x="73939" y="11823"/>
                  <a:pt x="72710" y="12798"/>
                </a:cubicBezTo>
                <a:cubicBezTo>
                  <a:pt x="71480" y="13773"/>
                  <a:pt x="70513" y="15535"/>
                  <a:pt x="69808" y="18084"/>
                </a:cubicBezTo>
                <a:cubicBezTo>
                  <a:pt x="69103" y="20633"/>
                  <a:pt x="68751" y="25971"/>
                  <a:pt x="68751" y="34098"/>
                </a:cubicBezTo>
                <a:lnTo>
                  <a:pt x="68751" y="48853"/>
                </a:lnTo>
                <a:close/>
                <a:moveTo>
                  <a:pt x="120153" y="33648"/>
                </a:moveTo>
                <a:lnTo>
                  <a:pt x="132749" y="35808"/>
                </a:lnTo>
                <a:cubicBezTo>
                  <a:pt x="131130" y="40411"/>
                  <a:pt x="128573" y="43916"/>
                  <a:pt x="125079" y="46323"/>
                </a:cubicBezTo>
                <a:cubicBezTo>
                  <a:pt x="121585" y="48729"/>
                  <a:pt x="117214" y="49933"/>
                  <a:pt x="111966" y="49933"/>
                </a:cubicBezTo>
                <a:cubicBezTo>
                  <a:pt x="103659" y="49933"/>
                  <a:pt x="97511" y="47219"/>
                  <a:pt x="93523" y="41791"/>
                </a:cubicBezTo>
                <a:cubicBezTo>
                  <a:pt x="90374" y="37442"/>
                  <a:pt x="88799" y="31954"/>
                  <a:pt x="88799" y="25326"/>
                </a:cubicBezTo>
                <a:cubicBezTo>
                  <a:pt x="88799" y="17409"/>
                  <a:pt x="90869" y="11209"/>
                  <a:pt x="95007" y="6725"/>
                </a:cubicBezTo>
                <a:cubicBezTo>
                  <a:pt x="99146" y="2242"/>
                  <a:pt x="104379" y="0"/>
                  <a:pt x="110707" y="0"/>
                </a:cubicBezTo>
                <a:cubicBezTo>
                  <a:pt x="117814" y="0"/>
                  <a:pt x="123422" y="2347"/>
                  <a:pt x="127531" y="7040"/>
                </a:cubicBezTo>
                <a:cubicBezTo>
                  <a:pt x="131639" y="11733"/>
                  <a:pt x="133604" y="18923"/>
                  <a:pt x="133424" y="28610"/>
                </a:cubicBezTo>
                <a:lnTo>
                  <a:pt x="101755" y="28610"/>
                </a:lnTo>
                <a:cubicBezTo>
                  <a:pt x="101845" y="32359"/>
                  <a:pt x="102864" y="35275"/>
                  <a:pt x="104814" y="37360"/>
                </a:cubicBezTo>
                <a:cubicBezTo>
                  <a:pt x="106763" y="39444"/>
                  <a:pt x="109192" y="40486"/>
                  <a:pt x="112101" y="40486"/>
                </a:cubicBezTo>
                <a:cubicBezTo>
                  <a:pt x="114081" y="40486"/>
                  <a:pt x="115745" y="39946"/>
                  <a:pt x="117094" y="38867"/>
                </a:cubicBezTo>
                <a:cubicBezTo>
                  <a:pt x="118444" y="37787"/>
                  <a:pt x="119464" y="36048"/>
                  <a:pt x="120153" y="33648"/>
                </a:cubicBezTo>
                <a:moveTo>
                  <a:pt x="120873" y="20873"/>
                </a:moveTo>
                <a:cubicBezTo>
                  <a:pt x="120783" y="17229"/>
                  <a:pt x="119839" y="14459"/>
                  <a:pt x="118039" y="12562"/>
                </a:cubicBezTo>
                <a:cubicBezTo>
                  <a:pt x="116240" y="10665"/>
                  <a:pt x="114051" y="9717"/>
                  <a:pt x="111471" y="9717"/>
                </a:cubicBezTo>
                <a:cubicBezTo>
                  <a:pt x="108712" y="9717"/>
                  <a:pt x="106433" y="10717"/>
                  <a:pt x="104634" y="12718"/>
                </a:cubicBezTo>
                <a:cubicBezTo>
                  <a:pt x="102834" y="14720"/>
                  <a:pt x="101950" y="17438"/>
                  <a:pt x="101980" y="20873"/>
                </a:cubicBezTo>
                <a:lnTo>
                  <a:pt x="120873" y="20873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f">
            <a:extLst xmlns:a="http://schemas.openxmlformats.org/drawingml/2006/main">
              <a:ext uri="{FF2B5EF4-FFF2-40B4-BE49-F238E27FC236}">
                <a16:creationId xmlns:a16="http://schemas.microsoft.com/office/drawing/2014/main" id="{DEABB569-D783-4E27-9CAA-96F5BE93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85" y="625778"/>
            <a:ext cx="48618" cy="101028"/>
          </a:xfrm>
          <a:custGeom xmlns:a="http://schemas.openxmlformats.org/drawingml/2006/main">
            <a:pathLst>
              <a:path w="48618" h="101028">
                <a:moveTo>
                  <a:pt x="0" y="29117"/>
                </a:moveTo>
                <a:lnTo>
                  <a:pt x="10563" y="29117"/>
                </a:lnTo>
                <a:lnTo>
                  <a:pt x="10563" y="23687"/>
                </a:lnTo>
                <a:cubicBezTo>
                  <a:pt x="10563" y="17624"/>
                  <a:pt x="11207" y="13099"/>
                  <a:pt x="12493" y="10113"/>
                </a:cubicBezTo>
                <a:cubicBezTo>
                  <a:pt x="13780" y="7126"/>
                  <a:pt x="16150" y="4694"/>
                  <a:pt x="19603" y="2816"/>
                </a:cubicBezTo>
                <a:cubicBezTo>
                  <a:pt x="23056" y="939"/>
                  <a:pt x="27424" y="0"/>
                  <a:pt x="32706" y="0"/>
                </a:cubicBezTo>
                <a:cubicBezTo>
                  <a:pt x="38123" y="0"/>
                  <a:pt x="43427" y="813"/>
                  <a:pt x="48618" y="2438"/>
                </a:cubicBezTo>
                <a:lnTo>
                  <a:pt x="46045" y="15709"/>
                </a:lnTo>
                <a:cubicBezTo>
                  <a:pt x="43021" y="14987"/>
                  <a:pt x="40109" y="14626"/>
                  <a:pt x="37310" y="14626"/>
                </a:cubicBezTo>
                <a:cubicBezTo>
                  <a:pt x="34556" y="14626"/>
                  <a:pt x="32581" y="15273"/>
                  <a:pt x="31385" y="16566"/>
                </a:cubicBezTo>
                <a:cubicBezTo>
                  <a:pt x="30189" y="17859"/>
                  <a:pt x="29591" y="20342"/>
                  <a:pt x="29591" y="24015"/>
                </a:cubicBezTo>
                <a:lnTo>
                  <a:pt x="29591" y="29117"/>
                </a:lnTo>
                <a:lnTo>
                  <a:pt x="43811" y="29117"/>
                </a:lnTo>
                <a:lnTo>
                  <a:pt x="43811" y="44149"/>
                </a:lnTo>
                <a:lnTo>
                  <a:pt x="29591" y="44149"/>
                </a:lnTo>
                <a:lnTo>
                  <a:pt x="29591" y="101028"/>
                </a:lnTo>
                <a:lnTo>
                  <a:pt x="10563" y="101028"/>
                </a:lnTo>
                <a:lnTo>
                  <a:pt x="10563" y="44149"/>
                </a:lnTo>
                <a:lnTo>
                  <a:pt x="0" y="44149"/>
                </a:lnTo>
                <a:lnTo>
                  <a:pt x="0" y="29117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post">
            <a:extLst xmlns:a="http://schemas.openxmlformats.org/drawingml/2006/main">
              <a:ext uri="{FF2B5EF4-FFF2-40B4-BE49-F238E27FC236}">
                <a16:creationId xmlns:a16="http://schemas.microsoft.com/office/drawing/2014/main" id="{C6A923C8-3FBF-41C9-9230-8D528E8C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23" y="695970"/>
            <a:ext cx="186829" cy="82951"/>
          </a:xfrm>
          <a:custGeom xmlns:a="http://schemas.openxmlformats.org/drawingml/2006/main">
            <a:pathLst>
              <a:path w="186829" h="82951">
                <a:moveTo>
                  <a:pt x="0" y="17004"/>
                </a:moveTo>
                <a:lnTo>
                  <a:pt x="11786" y="17004"/>
                </a:lnTo>
                <a:lnTo>
                  <a:pt x="11786" y="24022"/>
                </a:lnTo>
                <a:cubicBezTo>
                  <a:pt x="13315" y="21623"/>
                  <a:pt x="15385" y="19673"/>
                  <a:pt x="17994" y="18174"/>
                </a:cubicBezTo>
                <a:cubicBezTo>
                  <a:pt x="20603" y="16674"/>
                  <a:pt x="23497" y="15924"/>
                  <a:pt x="26676" y="15924"/>
                </a:cubicBezTo>
                <a:cubicBezTo>
                  <a:pt x="32224" y="15924"/>
                  <a:pt x="36932" y="18099"/>
                  <a:pt x="40801" y="22447"/>
                </a:cubicBezTo>
                <a:cubicBezTo>
                  <a:pt x="44670" y="26796"/>
                  <a:pt x="46604" y="32854"/>
                  <a:pt x="46604" y="40621"/>
                </a:cubicBezTo>
                <a:cubicBezTo>
                  <a:pt x="46604" y="48598"/>
                  <a:pt x="44655" y="54799"/>
                  <a:pt x="40756" y="59222"/>
                </a:cubicBezTo>
                <a:cubicBezTo>
                  <a:pt x="36857" y="63645"/>
                  <a:pt x="32134" y="65857"/>
                  <a:pt x="26586" y="65857"/>
                </a:cubicBezTo>
                <a:cubicBezTo>
                  <a:pt x="23947" y="65857"/>
                  <a:pt x="21555" y="65332"/>
                  <a:pt x="19411" y="64283"/>
                </a:cubicBezTo>
                <a:cubicBezTo>
                  <a:pt x="17267" y="63233"/>
                  <a:pt x="15010" y="61434"/>
                  <a:pt x="12641" y="58885"/>
                </a:cubicBezTo>
                <a:lnTo>
                  <a:pt x="12641" y="82951"/>
                </a:lnTo>
                <a:lnTo>
                  <a:pt x="0" y="82951"/>
                </a:lnTo>
                <a:lnTo>
                  <a:pt x="0" y="17004"/>
                </a:lnTo>
                <a:moveTo>
                  <a:pt x="12506" y="40060"/>
                </a:moveTo>
                <a:cubicBezTo>
                  <a:pt x="12506" y="45420"/>
                  <a:pt x="13570" y="49380"/>
                  <a:pt x="15700" y="51940"/>
                </a:cubicBezTo>
                <a:cubicBezTo>
                  <a:pt x="17829" y="54500"/>
                  <a:pt x="20423" y="55781"/>
                  <a:pt x="23482" y="55781"/>
                </a:cubicBezTo>
                <a:cubicBezTo>
                  <a:pt x="26421" y="55781"/>
                  <a:pt x="28865" y="54605"/>
                  <a:pt x="30814" y="52255"/>
                </a:cubicBezTo>
                <a:cubicBezTo>
                  <a:pt x="32764" y="49905"/>
                  <a:pt x="33738" y="46049"/>
                  <a:pt x="33738" y="40688"/>
                </a:cubicBezTo>
                <a:cubicBezTo>
                  <a:pt x="33738" y="35688"/>
                  <a:pt x="32734" y="31975"/>
                  <a:pt x="30724" y="29549"/>
                </a:cubicBezTo>
                <a:cubicBezTo>
                  <a:pt x="28715" y="27124"/>
                  <a:pt x="26226" y="25911"/>
                  <a:pt x="23257" y="25911"/>
                </a:cubicBezTo>
                <a:cubicBezTo>
                  <a:pt x="20168" y="25911"/>
                  <a:pt x="17604" y="27101"/>
                  <a:pt x="15565" y="29482"/>
                </a:cubicBezTo>
                <a:cubicBezTo>
                  <a:pt x="13525" y="31862"/>
                  <a:pt x="12506" y="35388"/>
                  <a:pt x="12506" y="40060"/>
                </a:cubicBezTo>
                <a:close/>
                <a:moveTo>
                  <a:pt x="53634" y="40216"/>
                </a:moveTo>
                <a:cubicBezTo>
                  <a:pt x="53634" y="36018"/>
                  <a:pt x="54669" y="31954"/>
                  <a:pt x="56738" y="28025"/>
                </a:cubicBezTo>
                <a:cubicBezTo>
                  <a:pt x="58807" y="24097"/>
                  <a:pt x="61739" y="21098"/>
                  <a:pt x="65532" y="19028"/>
                </a:cubicBezTo>
                <a:cubicBezTo>
                  <a:pt x="69326" y="16959"/>
                  <a:pt x="73562" y="15924"/>
                  <a:pt x="78240" y="15924"/>
                </a:cubicBezTo>
                <a:cubicBezTo>
                  <a:pt x="85468" y="15924"/>
                  <a:pt x="91391" y="18271"/>
                  <a:pt x="96009" y="22965"/>
                </a:cubicBezTo>
                <a:cubicBezTo>
                  <a:pt x="100628" y="27658"/>
                  <a:pt x="102937" y="33588"/>
                  <a:pt x="102937" y="40756"/>
                </a:cubicBezTo>
                <a:cubicBezTo>
                  <a:pt x="102937" y="47983"/>
                  <a:pt x="100605" y="53974"/>
                  <a:pt x="95942" y="58727"/>
                </a:cubicBezTo>
                <a:cubicBezTo>
                  <a:pt x="91278" y="63481"/>
                  <a:pt x="85408" y="65857"/>
                  <a:pt x="78330" y="65857"/>
                </a:cubicBezTo>
                <a:cubicBezTo>
                  <a:pt x="73952" y="65857"/>
                  <a:pt x="69776" y="64868"/>
                  <a:pt x="65802" y="62888"/>
                </a:cubicBezTo>
                <a:cubicBezTo>
                  <a:pt x="61829" y="60909"/>
                  <a:pt x="58807" y="58007"/>
                  <a:pt x="56738" y="54184"/>
                </a:cubicBezTo>
                <a:cubicBezTo>
                  <a:pt x="54669" y="50360"/>
                  <a:pt x="53634" y="45704"/>
                  <a:pt x="53634" y="40216"/>
                </a:cubicBezTo>
                <a:moveTo>
                  <a:pt x="66589" y="40891"/>
                </a:moveTo>
                <a:cubicBezTo>
                  <a:pt x="66589" y="45614"/>
                  <a:pt x="67714" y="49232"/>
                  <a:pt x="69963" y="51743"/>
                </a:cubicBezTo>
                <a:cubicBezTo>
                  <a:pt x="72213" y="54255"/>
                  <a:pt x="74987" y="55511"/>
                  <a:pt x="78285" y="55511"/>
                </a:cubicBezTo>
                <a:cubicBezTo>
                  <a:pt x="81584" y="55511"/>
                  <a:pt x="84351" y="54255"/>
                  <a:pt x="86585" y="51743"/>
                </a:cubicBezTo>
                <a:cubicBezTo>
                  <a:pt x="88819" y="49232"/>
                  <a:pt x="89936" y="45584"/>
                  <a:pt x="89936" y="40801"/>
                </a:cubicBezTo>
                <a:cubicBezTo>
                  <a:pt x="89936" y="36137"/>
                  <a:pt x="88819" y="32550"/>
                  <a:pt x="86585" y="30038"/>
                </a:cubicBezTo>
                <a:cubicBezTo>
                  <a:pt x="84351" y="27527"/>
                  <a:pt x="81584" y="26271"/>
                  <a:pt x="78285" y="26271"/>
                </a:cubicBezTo>
                <a:cubicBezTo>
                  <a:pt x="74987" y="26271"/>
                  <a:pt x="72213" y="27527"/>
                  <a:pt x="69963" y="30038"/>
                </a:cubicBezTo>
                <a:cubicBezTo>
                  <a:pt x="67714" y="32550"/>
                  <a:pt x="66589" y="36167"/>
                  <a:pt x="66589" y="40891"/>
                </a:cubicBezTo>
                <a:close/>
                <a:moveTo>
                  <a:pt x="108303" y="51192"/>
                </a:moveTo>
                <a:lnTo>
                  <a:pt x="120988" y="49213"/>
                </a:lnTo>
                <a:cubicBezTo>
                  <a:pt x="121528" y="51657"/>
                  <a:pt x="122623" y="53513"/>
                  <a:pt x="124272" y="54780"/>
                </a:cubicBezTo>
                <a:cubicBezTo>
                  <a:pt x="125921" y="56047"/>
                  <a:pt x="128231" y="56680"/>
                  <a:pt x="131200" y="56680"/>
                </a:cubicBezTo>
                <a:cubicBezTo>
                  <a:pt x="134469" y="56680"/>
                  <a:pt x="136928" y="56082"/>
                  <a:pt x="138577" y="54884"/>
                </a:cubicBezTo>
                <a:cubicBezTo>
                  <a:pt x="139687" y="54045"/>
                  <a:pt x="140242" y="52922"/>
                  <a:pt x="140242" y="51514"/>
                </a:cubicBezTo>
                <a:cubicBezTo>
                  <a:pt x="140242" y="50555"/>
                  <a:pt x="139942" y="49762"/>
                  <a:pt x="139342" y="49133"/>
                </a:cubicBezTo>
                <a:cubicBezTo>
                  <a:pt x="138712" y="48534"/>
                  <a:pt x="137303" y="47980"/>
                  <a:pt x="135113" y="47471"/>
                </a:cubicBezTo>
                <a:cubicBezTo>
                  <a:pt x="124917" y="45226"/>
                  <a:pt x="118454" y="43174"/>
                  <a:pt x="115725" y="41317"/>
                </a:cubicBezTo>
                <a:cubicBezTo>
                  <a:pt x="111946" y="38740"/>
                  <a:pt x="110057" y="35159"/>
                  <a:pt x="110057" y="30575"/>
                </a:cubicBezTo>
                <a:cubicBezTo>
                  <a:pt x="110057" y="26441"/>
                  <a:pt x="111691" y="22965"/>
                  <a:pt x="114960" y="20149"/>
                </a:cubicBezTo>
                <a:cubicBezTo>
                  <a:pt x="118229" y="17333"/>
                  <a:pt x="123297" y="15924"/>
                  <a:pt x="130165" y="15924"/>
                </a:cubicBezTo>
                <a:cubicBezTo>
                  <a:pt x="136703" y="15924"/>
                  <a:pt x="141561" y="16985"/>
                  <a:pt x="144740" y="19107"/>
                </a:cubicBezTo>
                <a:cubicBezTo>
                  <a:pt x="147919" y="21229"/>
                  <a:pt x="150108" y="24367"/>
                  <a:pt x="151308" y="28520"/>
                </a:cubicBezTo>
                <a:lnTo>
                  <a:pt x="139387" y="30769"/>
                </a:lnTo>
                <a:cubicBezTo>
                  <a:pt x="138877" y="28910"/>
                  <a:pt x="137910" y="27485"/>
                  <a:pt x="136485" y="26496"/>
                </a:cubicBezTo>
                <a:cubicBezTo>
                  <a:pt x="135061" y="25506"/>
                  <a:pt x="133029" y="25011"/>
                  <a:pt x="130390" y="25011"/>
                </a:cubicBezTo>
                <a:cubicBezTo>
                  <a:pt x="127061" y="25011"/>
                  <a:pt x="124677" y="25476"/>
                  <a:pt x="123237" y="26404"/>
                </a:cubicBezTo>
                <a:cubicBezTo>
                  <a:pt x="122278" y="27062"/>
                  <a:pt x="121798" y="27916"/>
                  <a:pt x="121798" y="28964"/>
                </a:cubicBezTo>
                <a:cubicBezTo>
                  <a:pt x="121798" y="29862"/>
                  <a:pt x="122218" y="30625"/>
                  <a:pt x="123057" y="31254"/>
                </a:cubicBezTo>
                <a:cubicBezTo>
                  <a:pt x="124197" y="32093"/>
                  <a:pt x="128133" y="33276"/>
                  <a:pt x="134866" y="34804"/>
                </a:cubicBezTo>
                <a:cubicBezTo>
                  <a:pt x="141599" y="36331"/>
                  <a:pt x="146299" y="38205"/>
                  <a:pt x="148968" y="40426"/>
                </a:cubicBezTo>
                <a:cubicBezTo>
                  <a:pt x="151608" y="42677"/>
                  <a:pt x="152927" y="45812"/>
                  <a:pt x="152927" y="49833"/>
                </a:cubicBezTo>
                <a:cubicBezTo>
                  <a:pt x="152927" y="54214"/>
                  <a:pt x="151098" y="57980"/>
                  <a:pt x="147439" y="61131"/>
                </a:cubicBezTo>
                <a:cubicBezTo>
                  <a:pt x="143780" y="64282"/>
                  <a:pt x="138367" y="65857"/>
                  <a:pt x="131200" y="65857"/>
                </a:cubicBezTo>
                <a:cubicBezTo>
                  <a:pt x="124692" y="65857"/>
                  <a:pt x="119541" y="64542"/>
                  <a:pt x="115748" y="61911"/>
                </a:cubicBezTo>
                <a:cubicBezTo>
                  <a:pt x="111954" y="59280"/>
                  <a:pt x="109472" y="55707"/>
                  <a:pt x="108303" y="51192"/>
                </a:cubicBezTo>
                <a:close/>
                <a:moveTo>
                  <a:pt x="185795" y="17004"/>
                </a:moveTo>
                <a:lnTo>
                  <a:pt x="185795" y="27081"/>
                </a:lnTo>
                <a:lnTo>
                  <a:pt x="177158" y="27081"/>
                </a:lnTo>
                <a:lnTo>
                  <a:pt x="177158" y="46303"/>
                </a:lnTo>
                <a:cubicBezTo>
                  <a:pt x="177158" y="50196"/>
                  <a:pt x="177240" y="52464"/>
                  <a:pt x="177405" y="53108"/>
                </a:cubicBezTo>
                <a:cubicBezTo>
                  <a:pt x="177570" y="53751"/>
                  <a:pt x="177945" y="54283"/>
                  <a:pt x="178530" y="54702"/>
                </a:cubicBezTo>
                <a:cubicBezTo>
                  <a:pt x="179114" y="55121"/>
                  <a:pt x="179827" y="55331"/>
                  <a:pt x="180666" y="55331"/>
                </a:cubicBezTo>
                <a:cubicBezTo>
                  <a:pt x="181836" y="55331"/>
                  <a:pt x="183530" y="54926"/>
                  <a:pt x="185750" y="54116"/>
                </a:cubicBezTo>
                <a:lnTo>
                  <a:pt x="186829" y="63959"/>
                </a:lnTo>
                <a:cubicBezTo>
                  <a:pt x="183890" y="65225"/>
                  <a:pt x="180561" y="65857"/>
                  <a:pt x="176843" y="65857"/>
                </a:cubicBezTo>
                <a:cubicBezTo>
                  <a:pt x="174563" y="65857"/>
                  <a:pt x="172509" y="65475"/>
                  <a:pt x="170680" y="64710"/>
                </a:cubicBezTo>
                <a:cubicBezTo>
                  <a:pt x="168850" y="63945"/>
                  <a:pt x="167508" y="62956"/>
                  <a:pt x="166654" y="61741"/>
                </a:cubicBezTo>
                <a:cubicBezTo>
                  <a:pt x="165799" y="60527"/>
                  <a:pt x="165207" y="58885"/>
                  <a:pt x="164877" y="56815"/>
                </a:cubicBezTo>
                <a:cubicBezTo>
                  <a:pt x="164607" y="55346"/>
                  <a:pt x="164472" y="52377"/>
                  <a:pt x="164472" y="47908"/>
                </a:cubicBezTo>
                <a:lnTo>
                  <a:pt x="164472" y="27081"/>
                </a:lnTo>
                <a:lnTo>
                  <a:pt x="158669" y="27081"/>
                </a:lnTo>
                <a:lnTo>
                  <a:pt x="158669" y="17004"/>
                </a:lnTo>
                <a:lnTo>
                  <a:pt x="164472" y="17004"/>
                </a:lnTo>
                <a:lnTo>
                  <a:pt x="164472" y="7467"/>
                </a:lnTo>
                <a:lnTo>
                  <a:pt x="177158" y="0"/>
                </a:lnTo>
                <a:lnTo>
                  <a:pt x="177158" y="17004"/>
                </a:lnTo>
                <a:lnTo>
                  <a:pt x="185795" y="1700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09DAD-A178-45EB-BAC1-B76E433A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213" y="1900977"/>
            <a:ext cx="291219" cy="34635"/>
          </a:xfrm>
          <a:custGeom xmlns:a="http://schemas.openxmlformats.org/drawingml/2006/main">
            <a:pathLst>
              <a:path w="291219" h="34635">
                <a:moveTo>
                  <a:pt x="0" y="14431"/>
                </a:moveTo>
                <a:lnTo>
                  <a:pt x="0" y="20204"/>
                </a:lnTo>
                <a:lnTo>
                  <a:pt x="256585" y="20204"/>
                </a:lnTo>
                <a:lnTo>
                  <a:pt x="256585" y="34635"/>
                </a:lnTo>
                <a:lnTo>
                  <a:pt x="291219" y="17317"/>
                </a:lnTo>
                <a:lnTo>
                  <a:pt x="256585" y="0"/>
                </a:lnTo>
                <a:lnTo>
                  <a:pt x="256585" y="14431"/>
                </a:lnTo>
                <a:lnTo>
                  <a:pt x="0" y="14431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83FB31-A4BE-4230-B2FD-3FC09372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03" y="1681082"/>
            <a:ext cx="315914" cy="288414"/>
          </a:xfrm>
          <a:custGeom xmlns:a="http://schemas.openxmlformats.org/drawingml/2006/main">
            <a:pathLst>
              <a:path w="315914" h="288414">
                <a:moveTo>
                  <a:pt x="165161" y="61736"/>
                </a:moveTo>
                <a:lnTo>
                  <a:pt x="239446" y="61736"/>
                </a:lnTo>
                <a:lnTo>
                  <a:pt x="239446" y="93219"/>
                </a:lnTo>
                <a:cubicBezTo>
                  <a:pt x="243949" y="97664"/>
                  <a:pt x="249941" y="97664"/>
                  <a:pt x="254443" y="93219"/>
                </a:cubicBezTo>
                <a:lnTo>
                  <a:pt x="311411" y="56241"/>
                </a:lnTo>
                <a:cubicBezTo>
                  <a:pt x="315914" y="53268"/>
                  <a:pt x="315914" y="47369"/>
                  <a:pt x="311411" y="42924"/>
                </a:cubicBezTo>
                <a:lnTo>
                  <a:pt x="254443" y="4445"/>
                </a:lnTo>
                <a:cubicBezTo>
                  <a:pt x="249941" y="0"/>
                  <a:pt x="243949" y="0"/>
                  <a:pt x="239446" y="4445"/>
                </a:cubicBezTo>
                <a:lnTo>
                  <a:pt x="239446" y="32129"/>
                </a:lnTo>
                <a:lnTo>
                  <a:pt x="150164" y="32129"/>
                </a:lnTo>
                <a:lnTo>
                  <a:pt x="90189" y="135727"/>
                </a:lnTo>
                <a:lnTo>
                  <a:pt x="30219" y="135727"/>
                </a:lnTo>
                <a:lnTo>
                  <a:pt x="30219" y="135802"/>
                </a:lnTo>
                <a:lnTo>
                  <a:pt x="14997" y="135802"/>
                </a:lnTo>
                <a:cubicBezTo>
                  <a:pt x="7498" y="135802"/>
                  <a:pt x="0" y="143203"/>
                  <a:pt x="0" y="150609"/>
                </a:cubicBezTo>
                <a:cubicBezTo>
                  <a:pt x="0" y="158009"/>
                  <a:pt x="7498" y="165392"/>
                  <a:pt x="14997" y="165392"/>
                </a:cubicBezTo>
                <a:lnTo>
                  <a:pt x="104954" y="165392"/>
                </a:lnTo>
                <a:lnTo>
                  <a:pt x="104897" y="165299"/>
                </a:lnTo>
                <a:lnTo>
                  <a:pt x="105185" y="165299"/>
                </a:lnTo>
                <a:lnTo>
                  <a:pt x="165138" y="61736"/>
                </a:lnTo>
                <a:lnTo>
                  <a:pt x="165161" y="61736"/>
                </a:lnTo>
                <a:close/>
                <a:moveTo>
                  <a:pt x="254443" y="195195"/>
                </a:moveTo>
                <a:cubicBezTo>
                  <a:pt x="249941" y="190756"/>
                  <a:pt x="243949" y="190756"/>
                  <a:pt x="239446" y="195195"/>
                </a:cubicBezTo>
                <a:lnTo>
                  <a:pt x="239446" y="224502"/>
                </a:lnTo>
                <a:lnTo>
                  <a:pt x="195131" y="224502"/>
                </a:lnTo>
                <a:lnTo>
                  <a:pt x="150164" y="150510"/>
                </a:lnTo>
                <a:lnTo>
                  <a:pt x="135167" y="180100"/>
                </a:lnTo>
                <a:cubicBezTo>
                  <a:pt x="135167" y="180100"/>
                  <a:pt x="177139" y="249641"/>
                  <a:pt x="180135" y="254074"/>
                </a:cubicBezTo>
                <a:lnTo>
                  <a:pt x="239446" y="254074"/>
                </a:lnTo>
                <a:lnTo>
                  <a:pt x="239446" y="283981"/>
                </a:lnTo>
                <a:cubicBezTo>
                  <a:pt x="243949" y="288414"/>
                  <a:pt x="249941" y="288414"/>
                  <a:pt x="254443" y="283981"/>
                </a:cubicBezTo>
                <a:lnTo>
                  <a:pt x="311411" y="246979"/>
                </a:lnTo>
                <a:cubicBezTo>
                  <a:pt x="315914" y="244018"/>
                  <a:pt x="315914" y="238107"/>
                  <a:pt x="311411" y="233668"/>
                </a:cubicBezTo>
                <a:lnTo>
                  <a:pt x="254443" y="195178"/>
                </a:lnTo>
              </a:path>
            </a:pathLst>
          </a:custGeom>
          <a:solidFill xmlns:a="http://schemas.openxmlformats.org/drawingml/2006/main">
            <a:srgbClr val="52525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8BC59-BE69-432F-9236-18CDD376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199" y="1790551"/>
            <a:ext cx="174328" cy="51952"/>
          </a:xfrm>
          <a:custGeom xmlns:a="http://schemas.openxmlformats.org/drawingml/2006/main">
            <a:pathLst>
              <a:path w="174328" h="51952">
                <a:moveTo>
                  <a:pt x="0" y="17317"/>
                </a:moveTo>
                <a:lnTo>
                  <a:pt x="0" y="34635"/>
                </a:lnTo>
                <a:lnTo>
                  <a:pt x="122376" y="34635"/>
                </a:lnTo>
                <a:lnTo>
                  <a:pt x="122376" y="51952"/>
                </a:lnTo>
                <a:lnTo>
                  <a:pt x="174328" y="25976"/>
                </a:lnTo>
                <a:lnTo>
                  <a:pt x="122376" y="0"/>
                </a:lnTo>
                <a:lnTo>
                  <a:pt x="122376" y="17317"/>
                </a:lnTo>
                <a:lnTo>
                  <a:pt x="0" y="17317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62159-F110-4ADE-A295-8A8C21B6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65" y="701176"/>
            <a:ext cx="174385" cy="51952"/>
          </a:xfrm>
          <a:custGeom xmlns:a="http://schemas.openxmlformats.org/drawingml/2006/main">
            <a:pathLst>
              <a:path w="174385" h="51952">
                <a:moveTo>
                  <a:pt x="0" y="17317"/>
                </a:moveTo>
                <a:lnTo>
                  <a:pt x="0" y="34635"/>
                </a:lnTo>
                <a:lnTo>
                  <a:pt x="122433" y="34635"/>
                </a:lnTo>
                <a:lnTo>
                  <a:pt x="122433" y="51952"/>
                </a:lnTo>
                <a:lnTo>
                  <a:pt x="174385" y="25976"/>
                </a:lnTo>
                <a:lnTo>
                  <a:pt x="122433" y="0"/>
                </a:lnTo>
                <a:lnTo>
                  <a:pt x="122433" y="17317"/>
                </a:lnTo>
                <a:lnTo>
                  <a:pt x="0" y="17317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5D2C8-8E86-4698-8CB0-30BBD47B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199" y="701176"/>
            <a:ext cx="174328" cy="51952"/>
          </a:xfrm>
          <a:custGeom xmlns:a="http://schemas.openxmlformats.org/drawingml/2006/main">
            <a:pathLst>
              <a:path w="174328" h="51952">
                <a:moveTo>
                  <a:pt x="0" y="17317"/>
                </a:moveTo>
                <a:lnTo>
                  <a:pt x="0" y="34635"/>
                </a:lnTo>
                <a:lnTo>
                  <a:pt x="122376" y="34635"/>
                </a:lnTo>
                <a:lnTo>
                  <a:pt x="122376" y="51952"/>
                </a:lnTo>
                <a:lnTo>
                  <a:pt x="174328" y="25976"/>
                </a:lnTo>
                <a:lnTo>
                  <a:pt x="122376" y="0"/>
                </a:lnTo>
                <a:lnTo>
                  <a:pt x="122376" y="17317"/>
                </a:lnTo>
                <a:lnTo>
                  <a:pt x="0" y="17317"/>
                </a:lnTo>
                <a:close/>
              </a:path>
            </a:pathLst>
          </a:custGeom>
          <a:solidFill xmlns:a="http://schemas.openxmlformats.org/drawingml/2006/main">
            <a:srgbClr val="333132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677907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2026-09-05T08:52:40.8840000Z</dcterms:created>
  <dcterms:modified xsi:type="dcterms:W3CDTF">2026-09-05T08:52:40.8840000Z</dcterms:modified>
</coreProperties>
</file>