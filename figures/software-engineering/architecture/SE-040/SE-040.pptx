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893af0059ef4d84" /><Relationship Type="http://schemas.openxmlformats.org/officeDocument/2006/relationships/extended-properties" Target="/docProps/app.xml" Id="R658fd7c59d1847b5" /><Relationship Type="http://schemas.openxmlformats.org/officeDocument/2006/relationships/officeDocument" Target="/ppt/presentation.xml" Id="Rb2cd0bbe8135479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ae39ef2ada94842"/>
  </p:sldMasterIdLst>
  <p:notesMasterIdLst>
    <p:notesMasterId xmlns:r="http://schemas.openxmlformats.org/officeDocument/2006/relationships" r:id="Rc221b2dac57e4736"/>
  </p:notesMasterIdLst>
  <p:sldIdLst>
    <p:sldId xmlns:r="http://schemas.openxmlformats.org/officeDocument/2006/relationships" id="256" r:id="Rda9419c456fb4cea"/>
  </p:sldIdLst>
  <p:sldSz cx="14744700" cy="3743325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e538fe51890498a" /><Relationship Type="http://schemas.openxmlformats.org/officeDocument/2006/relationships/slideMaster" Target="/ppt/slideMasters/slideMaster1.xml" Id="R2ae39ef2ada94842" /><Relationship Type="http://schemas.openxmlformats.org/officeDocument/2006/relationships/notesMaster" Target="/ppt/notesMasters/notesMaster1.xml" Id="Rc221b2dac57e4736" /><Relationship Type="http://schemas.openxmlformats.org/officeDocument/2006/relationships/presProps" Target="/ppt/presProps.xml" Id="Rf3420d9f577d4119" /><Relationship Type="http://schemas.openxmlformats.org/officeDocument/2006/relationships/tableStyles" Target="/ppt/tableStyles.xml" Id="Re68972deaacf4064" /><Relationship Type="http://schemas.openxmlformats.org/officeDocument/2006/relationships/slide" Target="/ppt/slides/slide1.xml" Id="Rda9419c456fb4ce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fba8dade813418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a085d8f548b4eae" /><Relationship Type="http://schemas.openxmlformats.org/officeDocument/2006/relationships/notesMaster" Target="/ppt/notesMasters/notesMaster1.xml" Id="Rc1d967ecfe1248e6" /></Relationships>
</file>

<file path=ppt/notesSlides/notesSlide1.xml><?xml version="1.0" encoding="utf-8"?>
<ns0:notes xmlns:ns0="http://schemas.openxmlformats.org/presentationml/2006/main" xmlns:ns1="http://schemas.openxmlformats.org/drawingml/2006/main">
  <ns0:cSld>
    <ns0:spTree>
      <ns0:nvGrpSpPr>
        <ns0:cNvPr id="1" name=""/>
        <ns0:cNvGrpSpPr/>
        <ns0:nvPr/>
      </ns0:nvGrpSpPr>
      <ns0:grpSpPr>
        <ns1:xfrm/>
      </ns0:grpSpPr>
      <ns0:sp>
        <ns0:nvSpPr>
          <ns0:cNvPr id="2" name="Slide Image Placeholder 1"/>
          <ns0:cNvSpPr>
            <ns1:spLocks noGrp="1"/>
          </ns0:cNvSpPr>
          <ns0:nvPr>
            <ns0:ph type="sldImg" idx="0"/>
          </ns0:nvPr>
        </ns0:nvSpPr>
        <ns0:spPr/>
      </ns0:sp>
      <ns0:sp>
        <ns0:nvSpPr>
          <ns0:cNvPr id="3" name="Notes Placeholder 2"/>
          <ns0:cNvSpPr>
            <ns1:spLocks noGrp="1"/>
          </ns0:cNvSpPr>
          <ns0:nvPr>
            <ns0:ph type="body" idx="1"/>
          </ns0:nvPr>
        </ns0:nvSpPr>
        <ns0:spPr/>
        <ns0:txBody>
          <ns1:bodyPr/>
          <ns1:lstStyle/>
          <ns1:p>
            <ns1:r>
              <ns1:t>素材ID：SE-040</ns1:t>
            </ns1:r>
          </ns1:p>
          <ns1:p>
            <ns1:r>
              <ns1:t>论文：Search-Based LLMs for Code Optimization</ns1:t>
            </ns1:r>
          </ns1:p>
          <ns1:p>
            <ns1:r>
              <ns1:t>会议：ICSE 2025</ns1:t>
            </ns1:r>
          </ns1:p>
          <ns1:p>
            <ns1:r>
              <ns1:t>奖项：ACM SIGSOFT Distinguished Paper Award</ns1:t>
            </ns1:r>
          </ns1:p>
          <ns1:p>
            <ns1:r>
              <ns1:t>图号：Figure 1，PDF第2页</ns1:t>
            </ns1:r>
          </ns1:p>
          <ns1:p>
            <ns1:r>
              <ns1:t>类型：系统架构</ns1:t>
            </ns1:r>
          </ns1:p>
          <ns1:p>
            <ns1:r>
              <ns1:t>借鉴点：三个模块通过粗回路连接，内部嵌套AST、适应度排序、模式库及遗传操作提示；适合表现搜索生成与执行评价相互推动。</ns1:t>
            </ns1:r>
          </ns1:p>
          <ns1:p>
            <ns1:r>
              <ns1:t>论文URL：https://arxiv.org/pdf/2408.12159</ns1:t>
            </ns1:r>
          </ns1:p>
          <ns1:p>
            <ns1:r>
              <ns1:t>官方获奖URL：https://www2.sigsoft.org/awards/distinguishedpaper/#the-47th-international-conference-on-software-engineering-icse-2025</ns1:t>
            </ns1:r>
          </ns1:p>
          <ns1:p>
            <ns1:r>
              <ns1:t>原始论文与绘图来源：见本页论文链接及仓库 catalog/papers.md。</ns1:t>
            </ns1:r>
          </ns1:p>
        </ns0:txBody>
      </ns0:sp>
      <ns0:sp>
        <ns0:nvSpPr>
          <ns0:cNvPr id="4" name="Slide Number Placeholder 3"/>
          <ns0:cNvSpPr>
            <ns1:spLocks noGrp="1"/>
          </ns0:cNvSpPr>
          <ns0:nvPr>
            <ns0:ph type="sldNum" idx="5"/>
          </ns0:nvPr>
        </ns0:nvSpPr>
        <ns0:spPr/>
        <ns0:txBody>
          <ns1:bodyPr/>
          <ns1:lstStyle/>
          <ns1:p/>
        </ns0:txBody>
      </ns0:sp>
    </ns0:spTree>
  </ns0:cSld>
  <ns0:clrMapOvr>
    <ns1:masterClrMapping/>
  </ns0:clrMapOvr>
</ns0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d133a173d2442e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c7dd128e9a24189" /><Relationship Type="http://schemas.openxmlformats.org/officeDocument/2006/relationships/slideLayout" Target="/ppt/slideLayouts/slideLayout1.xml" Id="Rb67542ad28f34b2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67542ad28f34b2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95fb6a79e944e4c" /><Relationship Type="http://schemas.openxmlformats.org/officeDocument/2006/relationships/image" Target="/ppt/media/image.png" Id="R983b13abc9414bc2" /><Relationship Type="http://schemas.openxmlformats.org/officeDocument/2006/relationships/image" Target="/ppt/media/image2.png" Id="R96d724c166d14512" /><Relationship Type="http://schemas.openxmlformats.org/officeDocument/2006/relationships/image" Target="/ppt/media/image3.png" Id="R9f78293091774f09" /><Relationship Type="http://schemas.openxmlformats.org/officeDocument/2006/relationships/image" Target="/ppt/media/image4.png" Id="R0816fb68c84146d1" /><Relationship Type="http://schemas.openxmlformats.org/officeDocument/2006/relationships/image" Target="/ppt/media/image5.png" Id="Ref5b240428c94471" /><Relationship Type="http://schemas.openxmlformats.org/officeDocument/2006/relationships/image" Target="/ppt/media/image6.png" Id="Rce29cef97681410d" /><Relationship Type="http://schemas.openxmlformats.org/officeDocument/2006/relationships/image" Target="/ppt/media/image7.png" Id="Ra332b5bd37dc4edf" /><Relationship Type="http://schemas.openxmlformats.org/officeDocument/2006/relationships/image" Target="/ppt/media/image8.png" Id="Rf867fc3450ab4507" /><Relationship Type="http://schemas.openxmlformats.org/officeDocument/2006/relationships/image" Target="/ppt/media/image9.png" Id="R8838042ad33f4843" /><Relationship Type="http://schemas.openxmlformats.org/officeDocument/2006/relationships/image" Target="/ppt/media/image10.png" Id="R24ef3496ce9c4c62" /><Relationship Type="http://schemas.openxmlformats.org/officeDocument/2006/relationships/image" Target="/ppt/media/image11.png" Id="R5ba80da1715e4e56" /><Relationship Type="http://schemas.openxmlformats.org/officeDocument/2006/relationships/image" Target="/ppt/media/image12.png" Id="R2e68c26301404214" /><Relationship Type="http://schemas.openxmlformats.org/officeDocument/2006/relationships/image" Target="/ppt/media/image13.png" Id="R8504d8ce51744361" /><Relationship Type="http://schemas.openxmlformats.org/officeDocument/2006/relationships/image" Target="/ppt/media/image14.png" Id="R16449759c72c4f17" /><Relationship Type="http://schemas.openxmlformats.org/officeDocument/2006/relationships/image" Target="/ppt/media/image15.png" Id="R1406c740bf9a4786" /><Relationship Type="http://schemas.openxmlformats.org/officeDocument/2006/relationships/notesSlide" Target="/ppt/notesSlides/notesSlide1.xml" Id="R5bee01475fc5408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8674FC9-3F9B-4510-A3F2-DD4CE952A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48" y="15394"/>
            <a:ext cx="14690129" cy="3727931"/>
          </a:xfrm>
          <a:custGeom xmlns:a="http://schemas.openxmlformats.org/drawingml/2006/main">
            <a:pathLst>
              <a:path w="14690129" h="3727931">
                <a:moveTo>
                  <a:pt x="0" y="0"/>
                </a:moveTo>
                <a:lnTo>
                  <a:pt x="14690129" y="0"/>
                </a:lnTo>
                <a:lnTo>
                  <a:pt x="14690129" y="3727931"/>
                </a:lnTo>
                <a:lnTo>
                  <a:pt x="0" y="372793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A269C83-7308-44F5-9EA3-01F8F11D6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41" y="83183"/>
            <a:ext cx="1922875" cy="671413"/>
          </a:xfrm>
          <a:custGeom xmlns:a="http://schemas.openxmlformats.org/drawingml/2006/main">
            <a:pathLst>
              <a:path w="1922875" h="671413">
                <a:moveTo>
                  <a:pt x="0" y="0"/>
                </a:moveTo>
                <a:lnTo>
                  <a:pt x="1922875" y="0"/>
                </a:lnTo>
                <a:lnTo>
                  <a:pt x="1922875" y="671413"/>
                </a:lnTo>
                <a:lnTo>
                  <a:pt x="0" y="671413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E7E6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D4A1DD9-496B-4B4C-90B9-16559C205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78" y="79831"/>
            <a:ext cx="1929999" cy="678259"/>
          </a:xfrm>
          <a:custGeom xmlns:a="http://schemas.openxmlformats.org/drawingml/2006/main">
            <a:pathLst>
              <a:path w="1929999" h="678259">
                <a:moveTo>
                  <a:pt x="0" y="678259"/>
                </a:moveTo>
                <a:lnTo>
                  <a:pt x="1929999" y="678259"/>
                </a:lnTo>
                <a:lnTo>
                  <a:pt x="1929999" y="0"/>
                </a:lnTo>
                <a:lnTo>
                  <a:pt x="0" y="0"/>
                </a:lnTo>
                <a:lnTo>
                  <a:pt x="0" y="678259"/>
                </a:lnTo>
                <a:close/>
                <a:moveTo>
                  <a:pt x="1923014" y="671274"/>
                </a:moveTo>
                <a:lnTo>
                  <a:pt x="6985" y="671274"/>
                </a:lnTo>
                <a:lnTo>
                  <a:pt x="6985" y="6985"/>
                </a:lnTo>
                <a:lnTo>
                  <a:pt x="1923014" y="6985"/>
                </a:lnTo>
                <a:lnTo>
                  <a:pt x="1923014" y="671274"/>
                </a:lnTo>
                <a:close/>
              </a:path>
            </a:pathLst>
          </a:custGeom>
          <a:solidFill xmlns:a="http://schemas.openxmlformats.org/drawingml/2006/main">
            <a:srgbClr val="E7E6E6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16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83b13abc9414bc2"/>
          <a:stretch xmlns:a="http://schemas.openxmlformats.org/drawingml/2006/main"/>
        </p:blipFill>
        <p:spPr>
          <a:xfrm xmlns:a="http://schemas.openxmlformats.org/drawingml/2006/main">
            <a:off x="10248364" y="2320521"/>
            <a:ext cx="467726" cy="542067"/>
          </a:xfrm>
          <a:prstGeom xmlns:a="http://schemas.openxmlformats.org/drawingml/2006/main" prst="rect">
            <a:avLst/>
          </a:prstGeom>
        </p:spPr>
      </p:pic>
      <p:sp>
        <p:nvSpPr>
          <p:cNvPr id="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0B80D5C-7EED-445D-8447-C0C46CC2C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9573" y="2152746"/>
            <a:ext cx="2253971" cy="594297"/>
          </a:xfrm>
          <a:custGeom xmlns:a="http://schemas.openxmlformats.org/drawingml/2006/main">
            <a:pathLst>
              <a:path w="2253971" h="594297">
                <a:moveTo>
                  <a:pt x="0" y="0"/>
                </a:moveTo>
                <a:lnTo>
                  <a:pt x="2253971" y="0"/>
                </a:lnTo>
                <a:lnTo>
                  <a:pt x="2253971" y="594297"/>
                </a:lnTo>
                <a:lnTo>
                  <a:pt x="0" y="594297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E3F2D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4760918-D65A-4AF3-9114-79B6BEDD0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8735" y="1499774"/>
            <a:ext cx="2254809" cy="593459"/>
          </a:xfrm>
          <a:custGeom xmlns:a="http://schemas.openxmlformats.org/drawingml/2006/main">
            <a:pathLst>
              <a:path w="2254809" h="593459">
                <a:moveTo>
                  <a:pt x="0" y="0"/>
                </a:moveTo>
                <a:lnTo>
                  <a:pt x="2254809" y="0"/>
                </a:lnTo>
                <a:lnTo>
                  <a:pt x="2254809" y="593459"/>
                </a:lnTo>
                <a:lnTo>
                  <a:pt x="0" y="59345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2C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3710052-FBB2-48B1-83F5-E3F61EE04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9573" y="830875"/>
            <a:ext cx="2253971" cy="593459"/>
          </a:xfrm>
          <a:custGeom xmlns:a="http://schemas.openxmlformats.org/drawingml/2006/main">
            <a:pathLst>
              <a:path w="2253971" h="593459">
                <a:moveTo>
                  <a:pt x="0" y="0"/>
                </a:moveTo>
                <a:lnTo>
                  <a:pt x="2253971" y="0"/>
                </a:lnTo>
                <a:lnTo>
                  <a:pt x="2253971" y="593459"/>
                </a:lnTo>
                <a:lnTo>
                  <a:pt x="0" y="59345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AE3F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" name="Text (a)Fitness">
            <a:extLst xmlns:a="http://schemas.openxmlformats.org/drawingml/2006/main">
              <a:ext uri="{FF2B5EF4-FFF2-40B4-BE49-F238E27FC236}">
                <a16:creationId xmlns:a16="http://schemas.microsoft.com/office/drawing/2014/main" id="{D8129CCB-DBCE-421A-A34A-8A1210587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9906" y="2076602"/>
            <a:ext cx="753661" cy="144041"/>
          </a:xfrm>
          <a:custGeom xmlns:a="http://schemas.openxmlformats.org/drawingml/2006/main">
            <a:pathLst>
              <a:path w="753661" h="144041">
                <a:moveTo>
                  <a:pt x="37882" y="144041"/>
                </a:moveTo>
                <a:lnTo>
                  <a:pt x="23433" y="144041"/>
                </a:lnTo>
                <a:cubicBezTo>
                  <a:pt x="15797" y="132499"/>
                  <a:pt x="9982" y="120508"/>
                  <a:pt x="5989" y="108068"/>
                </a:cubicBezTo>
                <a:cubicBezTo>
                  <a:pt x="1996" y="95628"/>
                  <a:pt x="0" y="83587"/>
                  <a:pt x="0" y="71946"/>
                </a:cubicBezTo>
                <a:cubicBezTo>
                  <a:pt x="0" y="57506"/>
                  <a:pt x="2471" y="43841"/>
                  <a:pt x="7412" y="30952"/>
                </a:cubicBezTo>
                <a:cubicBezTo>
                  <a:pt x="11704" y="19760"/>
                  <a:pt x="17144" y="9442"/>
                  <a:pt x="23732" y="0"/>
                </a:cubicBezTo>
                <a:lnTo>
                  <a:pt x="38106" y="0"/>
                </a:lnTo>
                <a:cubicBezTo>
                  <a:pt x="31269" y="15138"/>
                  <a:pt x="26565" y="28016"/>
                  <a:pt x="23994" y="38633"/>
                </a:cubicBezTo>
                <a:cubicBezTo>
                  <a:pt x="21424" y="49250"/>
                  <a:pt x="20139" y="60504"/>
                  <a:pt x="20139" y="72395"/>
                </a:cubicBezTo>
                <a:cubicBezTo>
                  <a:pt x="20139" y="80589"/>
                  <a:pt x="20900" y="88984"/>
                  <a:pt x="22422" y="97578"/>
                </a:cubicBezTo>
                <a:cubicBezTo>
                  <a:pt x="23944" y="106170"/>
                  <a:pt x="26028" y="114338"/>
                  <a:pt x="28673" y="122082"/>
                </a:cubicBezTo>
                <a:cubicBezTo>
                  <a:pt x="30420" y="127179"/>
                  <a:pt x="33490" y="134499"/>
                  <a:pt x="37882" y="144041"/>
                </a:cubicBezTo>
                <a:close/>
                <a:moveTo>
                  <a:pt x="70057" y="56748"/>
                </a:moveTo>
                <a:lnTo>
                  <a:pt x="50966" y="53304"/>
                </a:lnTo>
                <a:cubicBezTo>
                  <a:pt x="53113" y="45517"/>
                  <a:pt x="56806" y="39752"/>
                  <a:pt x="62046" y="36010"/>
                </a:cubicBezTo>
                <a:cubicBezTo>
                  <a:pt x="67287" y="32267"/>
                  <a:pt x="75073" y="30395"/>
                  <a:pt x="85404" y="30395"/>
                </a:cubicBezTo>
                <a:cubicBezTo>
                  <a:pt x="94788" y="30395"/>
                  <a:pt x="101775" y="31506"/>
                  <a:pt x="106367" y="33727"/>
                </a:cubicBezTo>
                <a:cubicBezTo>
                  <a:pt x="110958" y="35948"/>
                  <a:pt x="114190" y="38768"/>
                  <a:pt x="116062" y="42187"/>
                </a:cubicBezTo>
                <a:cubicBezTo>
                  <a:pt x="117933" y="45605"/>
                  <a:pt x="118869" y="51882"/>
                  <a:pt x="118869" y="61015"/>
                </a:cubicBezTo>
                <a:lnTo>
                  <a:pt x="118645" y="85571"/>
                </a:lnTo>
                <a:cubicBezTo>
                  <a:pt x="118645" y="92559"/>
                  <a:pt x="118982" y="97712"/>
                  <a:pt x="119655" y="101031"/>
                </a:cubicBezTo>
                <a:cubicBezTo>
                  <a:pt x="120329" y="104350"/>
                  <a:pt x="121589" y="107906"/>
                  <a:pt x="123436" y="111699"/>
                </a:cubicBezTo>
                <a:lnTo>
                  <a:pt x="102623" y="111699"/>
                </a:lnTo>
                <a:cubicBezTo>
                  <a:pt x="102074" y="110302"/>
                  <a:pt x="101401" y="108230"/>
                  <a:pt x="100602" y="105485"/>
                </a:cubicBezTo>
                <a:cubicBezTo>
                  <a:pt x="100253" y="104238"/>
                  <a:pt x="100003" y="103414"/>
                  <a:pt x="99853" y="103015"/>
                </a:cubicBezTo>
                <a:cubicBezTo>
                  <a:pt x="96260" y="106508"/>
                  <a:pt x="92417" y="109129"/>
                  <a:pt x="88324" y="110876"/>
                </a:cubicBezTo>
                <a:cubicBezTo>
                  <a:pt x="84232" y="112622"/>
                  <a:pt x="79864" y="113496"/>
                  <a:pt x="75223" y="113496"/>
                </a:cubicBezTo>
                <a:cubicBezTo>
                  <a:pt x="67037" y="113496"/>
                  <a:pt x="60587" y="111284"/>
                  <a:pt x="55870" y="106861"/>
                </a:cubicBezTo>
                <a:cubicBezTo>
                  <a:pt x="51154" y="102438"/>
                  <a:pt x="48795" y="96846"/>
                  <a:pt x="48795" y="90086"/>
                </a:cubicBezTo>
                <a:cubicBezTo>
                  <a:pt x="48795" y="85613"/>
                  <a:pt x="49868" y="81625"/>
                  <a:pt x="52014" y="78122"/>
                </a:cubicBezTo>
                <a:cubicBezTo>
                  <a:pt x="54161" y="74617"/>
                  <a:pt x="57168" y="71933"/>
                  <a:pt x="61036" y="70069"/>
                </a:cubicBezTo>
                <a:cubicBezTo>
                  <a:pt x="64904" y="68205"/>
                  <a:pt x="70481" y="66578"/>
                  <a:pt x="77768" y="65187"/>
                </a:cubicBezTo>
                <a:cubicBezTo>
                  <a:pt x="87600" y="63348"/>
                  <a:pt x="94413" y="61633"/>
                  <a:pt x="98206" y="60042"/>
                </a:cubicBezTo>
                <a:lnTo>
                  <a:pt x="98206" y="57922"/>
                </a:lnTo>
                <a:cubicBezTo>
                  <a:pt x="98206" y="53834"/>
                  <a:pt x="97208" y="50920"/>
                  <a:pt x="95212" y="49180"/>
                </a:cubicBezTo>
                <a:cubicBezTo>
                  <a:pt x="93215" y="47437"/>
                  <a:pt x="89447" y="46566"/>
                  <a:pt x="83907" y="46566"/>
                </a:cubicBezTo>
                <a:cubicBezTo>
                  <a:pt x="80164" y="46566"/>
                  <a:pt x="77244" y="47320"/>
                  <a:pt x="75148" y="48826"/>
                </a:cubicBezTo>
                <a:cubicBezTo>
                  <a:pt x="73052" y="50331"/>
                  <a:pt x="71355" y="52972"/>
                  <a:pt x="70057" y="56748"/>
                </a:cubicBezTo>
                <a:moveTo>
                  <a:pt x="98206" y="73817"/>
                </a:moveTo>
                <a:cubicBezTo>
                  <a:pt x="95511" y="74705"/>
                  <a:pt x="91244" y="75765"/>
                  <a:pt x="85404" y="76999"/>
                </a:cubicBezTo>
                <a:cubicBezTo>
                  <a:pt x="79565" y="78231"/>
                  <a:pt x="75747" y="79439"/>
                  <a:pt x="73950" y="80623"/>
                </a:cubicBezTo>
                <a:cubicBezTo>
                  <a:pt x="71205" y="82546"/>
                  <a:pt x="69832" y="84987"/>
                  <a:pt x="69832" y="87946"/>
                </a:cubicBezTo>
                <a:cubicBezTo>
                  <a:pt x="69832" y="90856"/>
                  <a:pt x="70930" y="93372"/>
                  <a:pt x="73127" y="95493"/>
                </a:cubicBezTo>
                <a:cubicBezTo>
                  <a:pt x="75323" y="97613"/>
                  <a:pt x="78118" y="98673"/>
                  <a:pt x="81511" y="98673"/>
                </a:cubicBezTo>
                <a:cubicBezTo>
                  <a:pt x="85305" y="98673"/>
                  <a:pt x="88923" y="97440"/>
                  <a:pt x="92367" y="94974"/>
                </a:cubicBezTo>
                <a:cubicBezTo>
                  <a:pt x="94912" y="93101"/>
                  <a:pt x="96584" y="90807"/>
                  <a:pt x="97383" y="88093"/>
                </a:cubicBezTo>
                <a:cubicBezTo>
                  <a:pt x="97932" y="86318"/>
                  <a:pt x="98206" y="82941"/>
                  <a:pt x="98206" y="77961"/>
                </a:cubicBezTo>
                <a:lnTo>
                  <a:pt x="98206" y="73817"/>
                </a:lnTo>
                <a:close/>
                <a:moveTo>
                  <a:pt x="134028" y="144041"/>
                </a:moveTo>
                <a:cubicBezTo>
                  <a:pt x="138170" y="135148"/>
                  <a:pt x="141090" y="128328"/>
                  <a:pt x="142787" y="123582"/>
                </a:cubicBezTo>
                <a:cubicBezTo>
                  <a:pt x="144484" y="118835"/>
                  <a:pt x="146056" y="113365"/>
                  <a:pt x="147503" y="107170"/>
                </a:cubicBezTo>
                <a:cubicBezTo>
                  <a:pt x="148951" y="100973"/>
                  <a:pt x="150024" y="95090"/>
                  <a:pt x="150723" y="89520"/>
                </a:cubicBezTo>
                <a:cubicBezTo>
                  <a:pt x="151421" y="83949"/>
                  <a:pt x="151771" y="78241"/>
                  <a:pt x="151771" y="72395"/>
                </a:cubicBezTo>
                <a:cubicBezTo>
                  <a:pt x="151771" y="60504"/>
                  <a:pt x="150498" y="49250"/>
                  <a:pt x="147953" y="38633"/>
                </a:cubicBezTo>
                <a:cubicBezTo>
                  <a:pt x="145407" y="28016"/>
                  <a:pt x="140716" y="15138"/>
                  <a:pt x="133878" y="0"/>
                </a:cubicBezTo>
                <a:lnTo>
                  <a:pt x="148177" y="0"/>
                </a:lnTo>
                <a:cubicBezTo>
                  <a:pt x="155714" y="10742"/>
                  <a:pt x="161566" y="22133"/>
                  <a:pt x="165733" y="34174"/>
                </a:cubicBezTo>
                <a:cubicBezTo>
                  <a:pt x="169901" y="46215"/>
                  <a:pt x="171984" y="58430"/>
                  <a:pt x="171984" y="70820"/>
                </a:cubicBezTo>
                <a:cubicBezTo>
                  <a:pt x="171984" y="81262"/>
                  <a:pt x="170337" y="92454"/>
                  <a:pt x="167043" y="104395"/>
                </a:cubicBezTo>
                <a:cubicBezTo>
                  <a:pt x="163300" y="117785"/>
                  <a:pt x="157136" y="131000"/>
                  <a:pt x="148552" y="144041"/>
                </a:cubicBezTo>
                <a:lnTo>
                  <a:pt x="134028" y="144041"/>
                </a:lnTo>
                <a:close/>
                <a:moveTo>
                  <a:pt x="234117" y="111699"/>
                </a:moveTo>
                <a:lnTo>
                  <a:pt x="234117" y="1946"/>
                </a:lnTo>
                <a:lnTo>
                  <a:pt x="309357" y="1946"/>
                </a:lnTo>
                <a:lnTo>
                  <a:pt x="309357" y="20513"/>
                </a:lnTo>
                <a:lnTo>
                  <a:pt x="256277" y="20513"/>
                </a:lnTo>
                <a:lnTo>
                  <a:pt x="256277" y="46417"/>
                </a:lnTo>
                <a:lnTo>
                  <a:pt x="302095" y="46417"/>
                </a:lnTo>
                <a:lnTo>
                  <a:pt x="302095" y="64983"/>
                </a:lnTo>
                <a:lnTo>
                  <a:pt x="256277" y="64983"/>
                </a:lnTo>
                <a:lnTo>
                  <a:pt x="256277" y="111699"/>
                </a:lnTo>
                <a:lnTo>
                  <a:pt x="234117" y="111699"/>
                </a:lnTo>
                <a:close/>
                <a:moveTo>
                  <a:pt x="327768" y="21411"/>
                </a:moveTo>
                <a:lnTo>
                  <a:pt x="327768" y="1946"/>
                </a:lnTo>
                <a:lnTo>
                  <a:pt x="348806" y="1946"/>
                </a:lnTo>
                <a:lnTo>
                  <a:pt x="348806" y="21411"/>
                </a:lnTo>
                <a:lnTo>
                  <a:pt x="327768" y="21411"/>
                </a:lnTo>
                <a:moveTo>
                  <a:pt x="327768" y="111699"/>
                </a:moveTo>
                <a:lnTo>
                  <a:pt x="327768" y="32192"/>
                </a:lnTo>
                <a:lnTo>
                  <a:pt x="348806" y="32192"/>
                </a:lnTo>
                <a:lnTo>
                  <a:pt x="348806" y="111699"/>
                </a:lnTo>
                <a:lnTo>
                  <a:pt x="327768" y="111699"/>
                </a:lnTo>
                <a:close/>
                <a:moveTo>
                  <a:pt x="406837" y="32192"/>
                </a:moveTo>
                <a:lnTo>
                  <a:pt x="406837" y="48962"/>
                </a:lnTo>
                <a:lnTo>
                  <a:pt x="392463" y="48962"/>
                </a:lnTo>
                <a:lnTo>
                  <a:pt x="392463" y="80953"/>
                </a:lnTo>
                <a:cubicBezTo>
                  <a:pt x="392463" y="87432"/>
                  <a:pt x="392600" y="91207"/>
                  <a:pt x="392874" y="92279"/>
                </a:cubicBezTo>
                <a:cubicBezTo>
                  <a:pt x="393149" y="93349"/>
                  <a:pt x="393773" y="94233"/>
                  <a:pt x="394746" y="94932"/>
                </a:cubicBezTo>
                <a:cubicBezTo>
                  <a:pt x="395719" y="95629"/>
                  <a:pt x="396905" y="95977"/>
                  <a:pt x="398302" y="95977"/>
                </a:cubicBezTo>
                <a:cubicBezTo>
                  <a:pt x="400249" y="95977"/>
                  <a:pt x="403069" y="95304"/>
                  <a:pt x="406762" y="93956"/>
                </a:cubicBezTo>
                <a:lnTo>
                  <a:pt x="408559" y="110337"/>
                </a:lnTo>
                <a:cubicBezTo>
                  <a:pt x="403668" y="112443"/>
                  <a:pt x="398127" y="113496"/>
                  <a:pt x="391939" y="113496"/>
                </a:cubicBezTo>
                <a:cubicBezTo>
                  <a:pt x="388145" y="113496"/>
                  <a:pt x="384727" y="112860"/>
                  <a:pt x="381682" y="111587"/>
                </a:cubicBezTo>
                <a:cubicBezTo>
                  <a:pt x="378638" y="110314"/>
                  <a:pt x="376404" y="108667"/>
                  <a:pt x="374982" y="106646"/>
                </a:cubicBezTo>
                <a:cubicBezTo>
                  <a:pt x="373559" y="104624"/>
                  <a:pt x="372573" y="101892"/>
                  <a:pt x="372024" y="98448"/>
                </a:cubicBezTo>
                <a:cubicBezTo>
                  <a:pt x="371575" y="96002"/>
                  <a:pt x="371351" y="91061"/>
                  <a:pt x="371351" y="83625"/>
                </a:cubicBezTo>
                <a:lnTo>
                  <a:pt x="371351" y="48962"/>
                </a:lnTo>
                <a:lnTo>
                  <a:pt x="361693" y="48962"/>
                </a:lnTo>
                <a:lnTo>
                  <a:pt x="361693" y="32192"/>
                </a:lnTo>
                <a:lnTo>
                  <a:pt x="371351" y="32192"/>
                </a:lnTo>
                <a:lnTo>
                  <a:pt x="371351" y="16321"/>
                </a:lnTo>
                <a:lnTo>
                  <a:pt x="392463" y="3893"/>
                </a:lnTo>
                <a:lnTo>
                  <a:pt x="392463" y="32192"/>
                </a:lnTo>
                <a:lnTo>
                  <a:pt x="406837" y="32192"/>
                </a:lnTo>
                <a:close/>
                <a:moveTo>
                  <a:pt x="494038" y="111699"/>
                </a:moveTo>
                <a:lnTo>
                  <a:pt x="473001" y="111699"/>
                </a:lnTo>
                <a:lnTo>
                  <a:pt x="473001" y="71169"/>
                </a:lnTo>
                <a:cubicBezTo>
                  <a:pt x="473001" y="62594"/>
                  <a:pt x="472552" y="57047"/>
                  <a:pt x="471654" y="54530"/>
                </a:cubicBezTo>
                <a:cubicBezTo>
                  <a:pt x="470755" y="52013"/>
                  <a:pt x="469295" y="50056"/>
                  <a:pt x="467274" y="48660"/>
                </a:cubicBezTo>
                <a:cubicBezTo>
                  <a:pt x="465253" y="47264"/>
                  <a:pt x="462819" y="46566"/>
                  <a:pt x="459975" y="46566"/>
                </a:cubicBezTo>
                <a:cubicBezTo>
                  <a:pt x="456331" y="46566"/>
                  <a:pt x="453062" y="47564"/>
                  <a:pt x="450167" y="49559"/>
                </a:cubicBezTo>
                <a:cubicBezTo>
                  <a:pt x="447272" y="51552"/>
                  <a:pt x="445288" y="54194"/>
                  <a:pt x="444215" y="57485"/>
                </a:cubicBezTo>
                <a:cubicBezTo>
                  <a:pt x="443142" y="60774"/>
                  <a:pt x="442606" y="66856"/>
                  <a:pt x="442606" y="75731"/>
                </a:cubicBezTo>
                <a:lnTo>
                  <a:pt x="442606" y="111699"/>
                </a:lnTo>
                <a:lnTo>
                  <a:pt x="421569" y="111699"/>
                </a:lnTo>
                <a:lnTo>
                  <a:pt x="421569" y="32192"/>
                </a:lnTo>
                <a:lnTo>
                  <a:pt x="441109" y="32192"/>
                </a:lnTo>
                <a:lnTo>
                  <a:pt x="441109" y="43871"/>
                </a:lnTo>
                <a:cubicBezTo>
                  <a:pt x="448046" y="34887"/>
                  <a:pt x="456780" y="30395"/>
                  <a:pt x="467311" y="30395"/>
                </a:cubicBezTo>
                <a:cubicBezTo>
                  <a:pt x="471953" y="30395"/>
                  <a:pt x="476195" y="31231"/>
                  <a:pt x="480038" y="32903"/>
                </a:cubicBezTo>
                <a:cubicBezTo>
                  <a:pt x="483882" y="34575"/>
                  <a:pt x="486789" y="36709"/>
                  <a:pt x="488760" y="39304"/>
                </a:cubicBezTo>
                <a:cubicBezTo>
                  <a:pt x="490732" y="41900"/>
                  <a:pt x="492104" y="44844"/>
                  <a:pt x="492878" y="48138"/>
                </a:cubicBezTo>
                <a:cubicBezTo>
                  <a:pt x="493652" y="51432"/>
                  <a:pt x="494038" y="56149"/>
                  <a:pt x="494038" y="62288"/>
                </a:cubicBezTo>
                <a:lnTo>
                  <a:pt x="494038" y="111699"/>
                </a:lnTo>
                <a:close/>
                <a:moveTo>
                  <a:pt x="561711" y="86395"/>
                </a:moveTo>
                <a:lnTo>
                  <a:pt x="582673" y="89988"/>
                </a:lnTo>
                <a:cubicBezTo>
                  <a:pt x="579978" y="97649"/>
                  <a:pt x="575723" y="103483"/>
                  <a:pt x="569909" y="107488"/>
                </a:cubicBezTo>
                <a:cubicBezTo>
                  <a:pt x="564094" y="111493"/>
                  <a:pt x="556820" y="113496"/>
                  <a:pt x="548086" y="113496"/>
                </a:cubicBezTo>
                <a:cubicBezTo>
                  <a:pt x="534261" y="113496"/>
                  <a:pt x="524029" y="108979"/>
                  <a:pt x="517391" y="99945"/>
                </a:cubicBezTo>
                <a:cubicBezTo>
                  <a:pt x="512150" y="92708"/>
                  <a:pt x="509530" y="83575"/>
                  <a:pt x="509530" y="72545"/>
                </a:cubicBezTo>
                <a:cubicBezTo>
                  <a:pt x="509530" y="59368"/>
                  <a:pt x="512974" y="49049"/>
                  <a:pt x="519861" y="41588"/>
                </a:cubicBezTo>
                <a:cubicBezTo>
                  <a:pt x="526749" y="34126"/>
                  <a:pt x="535458" y="30395"/>
                  <a:pt x="545989" y="30395"/>
                </a:cubicBezTo>
                <a:cubicBezTo>
                  <a:pt x="557818" y="30395"/>
                  <a:pt x="567151" y="34301"/>
                  <a:pt x="573989" y="42112"/>
                </a:cubicBezTo>
                <a:cubicBezTo>
                  <a:pt x="580827" y="49923"/>
                  <a:pt x="584096" y="61889"/>
                  <a:pt x="583796" y="78010"/>
                </a:cubicBezTo>
                <a:lnTo>
                  <a:pt x="531091" y="78010"/>
                </a:lnTo>
                <a:cubicBezTo>
                  <a:pt x="531241" y="84248"/>
                  <a:pt x="532938" y="89102"/>
                  <a:pt x="536182" y="92571"/>
                </a:cubicBezTo>
                <a:cubicBezTo>
                  <a:pt x="539426" y="96040"/>
                  <a:pt x="543469" y="97774"/>
                  <a:pt x="548310" y="97774"/>
                </a:cubicBezTo>
                <a:cubicBezTo>
                  <a:pt x="551604" y="97774"/>
                  <a:pt x="554374" y="96876"/>
                  <a:pt x="556620" y="95079"/>
                </a:cubicBezTo>
                <a:cubicBezTo>
                  <a:pt x="558866" y="93282"/>
                  <a:pt x="560563" y="90387"/>
                  <a:pt x="561711" y="86395"/>
                </a:cubicBezTo>
                <a:moveTo>
                  <a:pt x="562909" y="65133"/>
                </a:moveTo>
                <a:cubicBezTo>
                  <a:pt x="562759" y="59069"/>
                  <a:pt x="561187" y="54458"/>
                  <a:pt x="558192" y="51301"/>
                </a:cubicBezTo>
                <a:cubicBezTo>
                  <a:pt x="555198" y="48145"/>
                  <a:pt x="551554" y="46566"/>
                  <a:pt x="547262" y="46566"/>
                </a:cubicBezTo>
                <a:cubicBezTo>
                  <a:pt x="542670" y="46566"/>
                  <a:pt x="538877" y="48231"/>
                  <a:pt x="535883" y="51561"/>
                </a:cubicBezTo>
                <a:cubicBezTo>
                  <a:pt x="532888" y="54893"/>
                  <a:pt x="531416" y="59417"/>
                  <a:pt x="531466" y="65133"/>
                </a:cubicBezTo>
                <a:lnTo>
                  <a:pt x="562909" y="65133"/>
                </a:lnTo>
                <a:close/>
                <a:moveTo>
                  <a:pt x="593826" y="89090"/>
                </a:moveTo>
                <a:lnTo>
                  <a:pt x="614938" y="85796"/>
                </a:lnTo>
                <a:cubicBezTo>
                  <a:pt x="615836" y="89863"/>
                  <a:pt x="617658" y="92952"/>
                  <a:pt x="620403" y="95060"/>
                </a:cubicBezTo>
                <a:cubicBezTo>
                  <a:pt x="623148" y="97169"/>
                  <a:pt x="626991" y="98223"/>
                  <a:pt x="631932" y="98223"/>
                </a:cubicBezTo>
                <a:cubicBezTo>
                  <a:pt x="637372" y="98223"/>
                  <a:pt x="641465" y="97227"/>
                  <a:pt x="644210" y="95233"/>
                </a:cubicBezTo>
                <a:cubicBezTo>
                  <a:pt x="646057" y="93837"/>
                  <a:pt x="646980" y="91968"/>
                  <a:pt x="646980" y="89626"/>
                </a:cubicBezTo>
                <a:cubicBezTo>
                  <a:pt x="646980" y="88030"/>
                  <a:pt x="646481" y="86709"/>
                  <a:pt x="645483" y="85662"/>
                </a:cubicBezTo>
                <a:cubicBezTo>
                  <a:pt x="644435" y="84666"/>
                  <a:pt x="642089" y="83744"/>
                  <a:pt x="638445" y="82897"/>
                </a:cubicBezTo>
                <a:cubicBezTo>
                  <a:pt x="621476" y="79160"/>
                  <a:pt x="610720" y="75746"/>
                  <a:pt x="606178" y="72654"/>
                </a:cubicBezTo>
                <a:cubicBezTo>
                  <a:pt x="599890" y="68365"/>
                  <a:pt x="596745" y="62407"/>
                  <a:pt x="596745" y="54778"/>
                </a:cubicBezTo>
                <a:cubicBezTo>
                  <a:pt x="596745" y="47897"/>
                  <a:pt x="599466" y="42113"/>
                  <a:pt x="604906" y="37426"/>
                </a:cubicBezTo>
                <a:cubicBezTo>
                  <a:pt x="610346" y="32739"/>
                  <a:pt x="618781" y="30395"/>
                  <a:pt x="630210" y="30395"/>
                </a:cubicBezTo>
                <a:cubicBezTo>
                  <a:pt x="641091" y="30395"/>
                  <a:pt x="649176" y="32161"/>
                  <a:pt x="654467" y="35692"/>
                </a:cubicBezTo>
                <a:cubicBezTo>
                  <a:pt x="659757" y="39223"/>
                  <a:pt x="663401" y="44445"/>
                  <a:pt x="665397" y="51358"/>
                </a:cubicBezTo>
                <a:lnTo>
                  <a:pt x="645558" y="55101"/>
                </a:lnTo>
                <a:cubicBezTo>
                  <a:pt x="644709" y="52006"/>
                  <a:pt x="643100" y="49636"/>
                  <a:pt x="640729" y="47989"/>
                </a:cubicBezTo>
                <a:cubicBezTo>
                  <a:pt x="638358" y="46342"/>
                  <a:pt x="634977" y="45518"/>
                  <a:pt x="630585" y="45518"/>
                </a:cubicBezTo>
                <a:cubicBezTo>
                  <a:pt x="625045" y="45518"/>
                  <a:pt x="621077" y="46291"/>
                  <a:pt x="618681" y="47837"/>
                </a:cubicBezTo>
                <a:cubicBezTo>
                  <a:pt x="617084" y="48932"/>
                  <a:pt x="616285" y="50352"/>
                  <a:pt x="616285" y="52097"/>
                </a:cubicBezTo>
                <a:cubicBezTo>
                  <a:pt x="616285" y="53591"/>
                  <a:pt x="616984" y="54861"/>
                  <a:pt x="618382" y="55908"/>
                </a:cubicBezTo>
                <a:cubicBezTo>
                  <a:pt x="620278" y="57304"/>
                  <a:pt x="626829" y="59273"/>
                  <a:pt x="638034" y="61815"/>
                </a:cubicBezTo>
                <a:cubicBezTo>
                  <a:pt x="649239" y="64358"/>
                  <a:pt x="657062" y="67476"/>
                  <a:pt x="661504" y="71171"/>
                </a:cubicBezTo>
                <a:cubicBezTo>
                  <a:pt x="665896" y="74918"/>
                  <a:pt x="668092" y="80136"/>
                  <a:pt x="668092" y="86827"/>
                </a:cubicBezTo>
                <a:cubicBezTo>
                  <a:pt x="668092" y="94119"/>
                  <a:pt x="665048" y="100387"/>
                  <a:pt x="658959" y="105630"/>
                </a:cubicBezTo>
                <a:cubicBezTo>
                  <a:pt x="652870" y="110874"/>
                  <a:pt x="643861" y="113496"/>
                  <a:pt x="631932" y="113496"/>
                </a:cubicBezTo>
                <a:cubicBezTo>
                  <a:pt x="621102" y="113496"/>
                  <a:pt x="612530" y="111307"/>
                  <a:pt x="606216" y="106929"/>
                </a:cubicBezTo>
                <a:cubicBezTo>
                  <a:pt x="599902" y="102549"/>
                  <a:pt x="595772" y="96603"/>
                  <a:pt x="593826" y="89090"/>
                </a:cubicBezTo>
                <a:close/>
                <a:moveTo>
                  <a:pt x="679394" y="89090"/>
                </a:moveTo>
                <a:lnTo>
                  <a:pt x="700506" y="85796"/>
                </a:lnTo>
                <a:cubicBezTo>
                  <a:pt x="701405" y="89863"/>
                  <a:pt x="703226" y="92952"/>
                  <a:pt x="705971" y="95060"/>
                </a:cubicBezTo>
                <a:cubicBezTo>
                  <a:pt x="708716" y="97169"/>
                  <a:pt x="712559" y="98223"/>
                  <a:pt x="717501" y="98223"/>
                </a:cubicBezTo>
                <a:cubicBezTo>
                  <a:pt x="722941" y="98223"/>
                  <a:pt x="727033" y="97227"/>
                  <a:pt x="729779" y="95233"/>
                </a:cubicBezTo>
                <a:cubicBezTo>
                  <a:pt x="731625" y="93837"/>
                  <a:pt x="732549" y="91968"/>
                  <a:pt x="732549" y="89626"/>
                </a:cubicBezTo>
                <a:cubicBezTo>
                  <a:pt x="732549" y="88030"/>
                  <a:pt x="732049" y="86709"/>
                  <a:pt x="731051" y="85662"/>
                </a:cubicBezTo>
                <a:cubicBezTo>
                  <a:pt x="730003" y="84666"/>
                  <a:pt x="727657" y="83744"/>
                  <a:pt x="724014" y="82897"/>
                </a:cubicBezTo>
                <a:cubicBezTo>
                  <a:pt x="707044" y="79160"/>
                  <a:pt x="696289" y="75746"/>
                  <a:pt x="691747" y="72654"/>
                </a:cubicBezTo>
                <a:cubicBezTo>
                  <a:pt x="685458" y="68365"/>
                  <a:pt x="682314" y="62407"/>
                  <a:pt x="682314" y="54778"/>
                </a:cubicBezTo>
                <a:cubicBezTo>
                  <a:pt x="682314" y="47897"/>
                  <a:pt x="685034" y="42113"/>
                  <a:pt x="690474" y="37426"/>
                </a:cubicBezTo>
                <a:cubicBezTo>
                  <a:pt x="695914" y="32739"/>
                  <a:pt x="704349" y="30395"/>
                  <a:pt x="715779" y="30395"/>
                </a:cubicBezTo>
                <a:cubicBezTo>
                  <a:pt x="726659" y="30395"/>
                  <a:pt x="734745" y="32161"/>
                  <a:pt x="740035" y="35692"/>
                </a:cubicBezTo>
                <a:cubicBezTo>
                  <a:pt x="745326" y="39223"/>
                  <a:pt x="748969" y="44445"/>
                  <a:pt x="750965" y="51358"/>
                </a:cubicBezTo>
                <a:lnTo>
                  <a:pt x="731126" y="55101"/>
                </a:lnTo>
                <a:cubicBezTo>
                  <a:pt x="730278" y="52006"/>
                  <a:pt x="728668" y="49636"/>
                  <a:pt x="726297" y="47989"/>
                </a:cubicBezTo>
                <a:cubicBezTo>
                  <a:pt x="723927" y="46342"/>
                  <a:pt x="720545" y="45518"/>
                  <a:pt x="716153" y="45518"/>
                </a:cubicBezTo>
                <a:cubicBezTo>
                  <a:pt x="710613" y="45518"/>
                  <a:pt x="706645" y="46291"/>
                  <a:pt x="704249" y="47837"/>
                </a:cubicBezTo>
                <a:cubicBezTo>
                  <a:pt x="702652" y="48932"/>
                  <a:pt x="701854" y="50352"/>
                  <a:pt x="701854" y="52097"/>
                </a:cubicBezTo>
                <a:cubicBezTo>
                  <a:pt x="701854" y="53591"/>
                  <a:pt x="702552" y="54861"/>
                  <a:pt x="703950" y="55908"/>
                </a:cubicBezTo>
                <a:cubicBezTo>
                  <a:pt x="705847" y="57304"/>
                  <a:pt x="712397" y="59273"/>
                  <a:pt x="723602" y="61815"/>
                </a:cubicBezTo>
                <a:cubicBezTo>
                  <a:pt x="734807" y="64358"/>
                  <a:pt x="742630" y="67476"/>
                  <a:pt x="747072" y="71171"/>
                </a:cubicBezTo>
                <a:cubicBezTo>
                  <a:pt x="751465" y="74918"/>
                  <a:pt x="753661" y="80136"/>
                  <a:pt x="753661" y="86827"/>
                </a:cubicBezTo>
                <a:cubicBezTo>
                  <a:pt x="753661" y="94119"/>
                  <a:pt x="750616" y="100387"/>
                  <a:pt x="744527" y="105630"/>
                </a:cubicBezTo>
                <a:cubicBezTo>
                  <a:pt x="738438" y="110874"/>
                  <a:pt x="729429" y="113496"/>
                  <a:pt x="717501" y="113496"/>
                </a:cubicBezTo>
                <a:cubicBezTo>
                  <a:pt x="706670" y="113496"/>
                  <a:pt x="698098" y="111307"/>
                  <a:pt x="691784" y="106929"/>
                </a:cubicBezTo>
                <a:cubicBezTo>
                  <a:pt x="685471" y="102549"/>
                  <a:pt x="681341" y="96603"/>
                  <a:pt x="679394" y="8909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" name="Text Estimation">
            <a:extLst xmlns:a="http://schemas.openxmlformats.org/drawingml/2006/main">
              <a:ext uri="{FF2B5EF4-FFF2-40B4-BE49-F238E27FC236}">
                <a16:creationId xmlns:a16="http://schemas.microsoft.com/office/drawing/2014/main" id="{3AF8B48F-396D-404A-A4CC-DD05E7534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7590" y="2262957"/>
            <a:ext cx="764051" cy="111549"/>
          </a:xfrm>
          <a:custGeom xmlns:a="http://schemas.openxmlformats.org/drawingml/2006/main">
            <a:pathLst>
              <a:path w="764051" h="111549">
                <a:moveTo>
                  <a:pt x="0" y="109753"/>
                </a:moveTo>
                <a:lnTo>
                  <a:pt x="0" y="0"/>
                </a:lnTo>
                <a:lnTo>
                  <a:pt x="81379" y="0"/>
                </a:lnTo>
                <a:lnTo>
                  <a:pt x="81379" y="18567"/>
                </a:lnTo>
                <a:lnTo>
                  <a:pt x="22160" y="18567"/>
                </a:lnTo>
                <a:lnTo>
                  <a:pt x="22160" y="42823"/>
                </a:lnTo>
                <a:lnTo>
                  <a:pt x="77261" y="42823"/>
                </a:lnTo>
                <a:lnTo>
                  <a:pt x="77261" y="61390"/>
                </a:lnTo>
                <a:lnTo>
                  <a:pt x="22160" y="61390"/>
                </a:lnTo>
                <a:lnTo>
                  <a:pt x="22160" y="91186"/>
                </a:lnTo>
                <a:lnTo>
                  <a:pt x="83475" y="91186"/>
                </a:lnTo>
                <a:lnTo>
                  <a:pt x="83475" y="109753"/>
                </a:lnTo>
                <a:lnTo>
                  <a:pt x="0" y="109753"/>
                </a:lnTo>
                <a:close/>
                <a:moveTo>
                  <a:pt x="94771" y="87143"/>
                </a:moveTo>
                <a:lnTo>
                  <a:pt x="115883" y="83849"/>
                </a:lnTo>
                <a:cubicBezTo>
                  <a:pt x="116782" y="87917"/>
                  <a:pt x="118603" y="91005"/>
                  <a:pt x="121348" y="93114"/>
                </a:cubicBezTo>
                <a:cubicBezTo>
                  <a:pt x="124093" y="95222"/>
                  <a:pt x="127936" y="96277"/>
                  <a:pt x="132878" y="96277"/>
                </a:cubicBezTo>
                <a:cubicBezTo>
                  <a:pt x="138318" y="96277"/>
                  <a:pt x="142410" y="95280"/>
                  <a:pt x="145155" y="93287"/>
                </a:cubicBezTo>
                <a:cubicBezTo>
                  <a:pt x="147002" y="91891"/>
                  <a:pt x="147926" y="90022"/>
                  <a:pt x="147926" y="87679"/>
                </a:cubicBezTo>
                <a:cubicBezTo>
                  <a:pt x="147926" y="86083"/>
                  <a:pt x="147426" y="84762"/>
                  <a:pt x="146428" y="83716"/>
                </a:cubicBezTo>
                <a:cubicBezTo>
                  <a:pt x="145380" y="82719"/>
                  <a:pt x="143034" y="81797"/>
                  <a:pt x="139391" y="80951"/>
                </a:cubicBezTo>
                <a:cubicBezTo>
                  <a:pt x="122421" y="77213"/>
                  <a:pt x="111666" y="73799"/>
                  <a:pt x="107124" y="70708"/>
                </a:cubicBezTo>
                <a:cubicBezTo>
                  <a:pt x="100835" y="66419"/>
                  <a:pt x="97691" y="60460"/>
                  <a:pt x="97691" y="52832"/>
                </a:cubicBezTo>
                <a:cubicBezTo>
                  <a:pt x="97691" y="45950"/>
                  <a:pt x="100411" y="40166"/>
                  <a:pt x="105851" y="35479"/>
                </a:cubicBezTo>
                <a:cubicBezTo>
                  <a:pt x="111291" y="30792"/>
                  <a:pt x="119726" y="28449"/>
                  <a:pt x="131156" y="28449"/>
                </a:cubicBezTo>
                <a:cubicBezTo>
                  <a:pt x="142036" y="28449"/>
                  <a:pt x="150122" y="30214"/>
                  <a:pt x="155412" y="33746"/>
                </a:cubicBezTo>
                <a:cubicBezTo>
                  <a:pt x="160703" y="37277"/>
                  <a:pt x="164346" y="42499"/>
                  <a:pt x="166342" y="49411"/>
                </a:cubicBezTo>
                <a:lnTo>
                  <a:pt x="146503" y="53154"/>
                </a:lnTo>
                <a:cubicBezTo>
                  <a:pt x="145655" y="50060"/>
                  <a:pt x="144045" y="47689"/>
                  <a:pt x="141674" y="46042"/>
                </a:cubicBezTo>
                <a:cubicBezTo>
                  <a:pt x="139304" y="44395"/>
                  <a:pt x="135922" y="43572"/>
                  <a:pt x="131530" y="43572"/>
                </a:cubicBezTo>
                <a:cubicBezTo>
                  <a:pt x="125990" y="43572"/>
                  <a:pt x="122022" y="44344"/>
                  <a:pt x="119626" y="45890"/>
                </a:cubicBezTo>
                <a:cubicBezTo>
                  <a:pt x="118029" y="46985"/>
                  <a:pt x="117231" y="48405"/>
                  <a:pt x="117231" y="50150"/>
                </a:cubicBezTo>
                <a:cubicBezTo>
                  <a:pt x="117231" y="51645"/>
                  <a:pt x="117929" y="52915"/>
                  <a:pt x="119327" y="53962"/>
                </a:cubicBezTo>
                <a:cubicBezTo>
                  <a:pt x="121224" y="55357"/>
                  <a:pt x="127774" y="57327"/>
                  <a:pt x="138979" y="59869"/>
                </a:cubicBezTo>
                <a:cubicBezTo>
                  <a:pt x="150184" y="62411"/>
                  <a:pt x="158007" y="65530"/>
                  <a:pt x="162449" y="69225"/>
                </a:cubicBezTo>
                <a:cubicBezTo>
                  <a:pt x="166841" y="72971"/>
                  <a:pt x="169038" y="78190"/>
                  <a:pt x="169038" y="84881"/>
                </a:cubicBezTo>
                <a:cubicBezTo>
                  <a:pt x="169038" y="92173"/>
                  <a:pt x="165993" y="98440"/>
                  <a:pt x="159904" y="103684"/>
                </a:cubicBezTo>
                <a:cubicBezTo>
                  <a:pt x="153815" y="108928"/>
                  <a:pt x="144806" y="111549"/>
                  <a:pt x="132878" y="111549"/>
                </a:cubicBezTo>
                <a:cubicBezTo>
                  <a:pt x="122047" y="111549"/>
                  <a:pt x="113475" y="109360"/>
                  <a:pt x="107161" y="104982"/>
                </a:cubicBezTo>
                <a:cubicBezTo>
                  <a:pt x="100848" y="100603"/>
                  <a:pt x="96718" y="94656"/>
                  <a:pt x="94771" y="87143"/>
                </a:cubicBezTo>
                <a:close/>
                <a:moveTo>
                  <a:pt x="224211" y="30246"/>
                </a:moveTo>
                <a:lnTo>
                  <a:pt x="224211" y="47015"/>
                </a:lnTo>
                <a:lnTo>
                  <a:pt x="209837" y="47015"/>
                </a:lnTo>
                <a:lnTo>
                  <a:pt x="209837" y="79006"/>
                </a:lnTo>
                <a:cubicBezTo>
                  <a:pt x="209837" y="85485"/>
                  <a:pt x="209974" y="89261"/>
                  <a:pt x="210249" y="90332"/>
                </a:cubicBezTo>
                <a:cubicBezTo>
                  <a:pt x="210523" y="91402"/>
                  <a:pt x="211147" y="92286"/>
                  <a:pt x="212120" y="92985"/>
                </a:cubicBezTo>
                <a:cubicBezTo>
                  <a:pt x="213094" y="93682"/>
                  <a:pt x="214279" y="94031"/>
                  <a:pt x="215677" y="94031"/>
                </a:cubicBezTo>
                <a:cubicBezTo>
                  <a:pt x="217623" y="94031"/>
                  <a:pt x="220443" y="93357"/>
                  <a:pt x="224136" y="92010"/>
                </a:cubicBezTo>
                <a:lnTo>
                  <a:pt x="225933" y="108391"/>
                </a:lnTo>
                <a:cubicBezTo>
                  <a:pt x="221042" y="110497"/>
                  <a:pt x="215502" y="111549"/>
                  <a:pt x="209313" y="111549"/>
                </a:cubicBezTo>
                <a:cubicBezTo>
                  <a:pt x="205520" y="111549"/>
                  <a:pt x="202101" y="110913"/>
                  <a:pt x="199056" y="109640"/>
                </a:cubicBezTo>
                <a:cubicBezTo>
                  <a:pt x="196012" y="108368"/>
                  <a:pt x="193778" y="106721"/>
                  <a:pt x="192356" y="104699"/>
                </a:cubicBezTo>
                <a:cubicBezTo>
                  <a:pt x="190934" y="102678"/>
                  <a:pt x="189948" y="99945"/>
                  <a:pt x="189399" y="96501"/>
                </a:cubicBezTo>
                <a:cubicBezTo>
                  <a:pt x="188950" y="94056"/>
                  <a:pt x="188725" y="89115"/>
                  <a:pt x="188725" y="81678"/>
                </a:cubicBezTo>
                <a:lnTo>
                  <a:pt x="188725" y="47015"/>
                </a:lnTo>
                <a:lnTo>
                  <a:pt x="179067" y="47015"/>
                </a:lnTo>
                <a:lnTo>
                  <a:pt x="179067" y="30246"/>
                </a:lnTo>
                <a:lnTo>
                  <a:pt x="188725" y="30246"/>
                </a:lnTo>
                <a:lnTo>
                  <a:pt x="188725" y="14374"/>
                </a:lnTo>
                <a:lnTo>
                  <a:pt x="209837" y="1946"/>
                </a:lnTo>
                <a:lnTo>
                  <a:pt x="209837" y="30246"/>
                </a:lnTo>
                <a:lnTo>
                  <a:pt x="224211" y="30246"/>
                </a:lnTo>
                <a:close/>
                <a:moveTo>
                  <a:pt x="239092" y="19465"/>
                </a:moveTo>
                <a:lnTo>
                  <a:pt x="239092" y="0"/>
                </a:lnTo>
                <a:lnTo>
                  <a:pt x="260129" y="0"/>
                </a:lnTo>
                <a:lnTo>
                  <a:pt x="260129" y="19465"/>
                </a:lnTo>
                <a:lnTo>
                  <a:pt x="239092" y="19465"/>
                </a:lnTo>
                <a:moveTo>
                  <a:pt x="239092" y="109753"/>
                </a:moveTo>
                <a:lnTo>
                  <a:pt x="239092" y="30246"/>
                </a:lnTo>
                <a:lnTo>
                  <a:pt x="260129" y="30246"/>
                </a:lnTo>
                <a:lnTo>
                  <a:pt x="260129" y="109753"/>
                </a:lnTo>
                <a:lnTo>
                  <a:pt x="239092" y="109753"/>
                </a:lnTo>
                <a:close/>
                <a:moveTo>
                  <a:pt x="280129" y="30246"/>
                </a:moveTo>
                <a:lnTo>
                  <a:pt x="299519" y="30246"/>
                </a:lnTo>
                <a:lnTo>
                  <a:pt x="299519" y="41101"/>
                </a:lnTo>
                <a:cubicBezTo>
                  <a:pt x="306457" y="32666"/>
                  <a:pt x="314717" y="28449"/>
                  <a:pt x="324300" y="28449"/>
                </a:cubicBezTo>
                <a:cubicBezTo>
                  <a:pt x="329391" y="28449"/>
                  <a:pt x="333808" y="29502"/>
                  <a:pt x="337551" y="31607"/>
                </a:cubicBezTo>
                <a:cubicBezTo>
                  <a:pt x="341294" y="33713"/>
                  <a:pt x="344364" y="36897"/>
                  <a:pt x="346759" y="41160"/>
                </a:cubicBezTo>
                <a:cubicBezTo>
                  <a:pt x="350253" y="36897"/>
                  <a:pt x="354021" y="33713"/>
                  <a:pt x="358064" y="31607"/>
                </a:cubicBezTo>
                <a:cubicBezTo>
                  <a:pt x="362107" y="29502"/>
                  <a:pt x="366424" y="28449"/>
                  <a:pt x="371016" y="28449"/>
                </a:cubicBezTo>
                <a:cubicBezTo>
                  <a:pt x="376855" y="28449"/>
                  <a:pt x="381796" y="29634"/>
                  <a:pt x="385839" y="32005"/>
                </a:cubicBezTo>
                <a:cubicBezTo>
                  <a:pt x="389882" y="34376"/>
                  <a:pt x="392902" y="37857"/>
                  <a:pt x="394898" y="42449"/>
                </a:cubicBezTo>
                <a:cubicBezTo>
                  <a:pt x="396345" y="45843"/>
                  <a:pt x="397069" y="51333"/>
                  <a:pt x="397069" y="58919"/>
                </a:cubicBezTo>
                <a:lnTo>
                  <a:pt x="397069" y="109753"/>
                </a:lnTo>
                <a:lnTo>
                  <a:pt x="376032" y="109753"/>
                </a:lnTo>
                <a:lnTo>
                  <a:pt x="376032" y="64361"/>
                </a:lnTo>
                <a:cubicBezTo>
                  <a:pt x="376032" y="56484"/>
                  <a:pt x="375308" y="51400"/>
                  <a:pt x="373861" y="49107"/>
                </a:cubicBezTo>
                <a:cubicBezTo>
                  <a:pt x="371914" y="46115"/>
                  <a:pt x="368920" y="44620"/>
                  <a:pt x="364877" y="44620"/>
                </a:cubicBezTo>
                <a:cubicBezTo>
                  <a:pt x="361932" y="44620"/>
                  <a:pt x="359162" y="45517"/>
                  <a:pt x="356567" y="47313"/>
                </a:cubicBezTo>
                <a:cubicBezTo>
                  <a:pt x="353972" y="49106"/>
                  <a:pt x="352100" y="51736"/>
                  <a:pt x="350952" y="55201"/>
                </a:cubicBezTo>
                <a:cubicBezTo>
                  <a:pt x="349804" y="58666"/>
                  <a:pt x="349230" y="64137"/>
                  <a:pt x="349230" y="71616"/>
                </a:cubicBezTo>
                <a:lnTo>
                  <a:pt x="349230" y="109753"/>
                </a:lnTo>
                <a:lnTo>
                  <a:pt x="328193" y="109753"/>
                </a:lnTo>
                <a:lnTo>
                  <a:pt x="328193" y="66230"/>
                </a:lnTo>
                <a:cubicBezTo>
                  <a:pt x="328193" y="58503"/>
                  <a:pt x="327819" y="53519"/>
                  <a:pt x="327070" y="51276"/>
                </a:cubicBezTo>
                <a:cubicBezTo>
                  <a:pt x="326321" y="49031"/>
                  <a:pt x="325161" y="47361"/>
                  <a:pt x="323589" y="46264"/>
                </a:cubicBezTo>
                <a:cubicBezTo>
                  <a:pt x="322016" y="45168"/>
                  <a:pt x="319883" y="44620"/>
                  <a:pt x="317188" y="44620"/>
                </a:cubicBezTo>
                <a:cubicBezTo>
                  <a:pt x="313944" y="44620"/>
                  <a:pt x="311024" y="45492"/>
                  <a:pt x="308428" y="47238"/>
                </a:cubicBezTo>
                <a:cubicBezTo>
                  <a:pt x="305833" y="48981"/>
                  <a:pt x="303974" y="51499"/>
                  <a:pt x="302851" y="54790"/>
                </a:cubicBezTo>
                <a:cubicBezTo>
                  <a:pt x="301728" y="58081"/>
                  <a:pt x="301166" y="63540"/>
                  <a:pt x="301166" y="71167"/>
                </a:cubicBezTo>
                <a:lnTo>
                  <a:pt x="301166" y="109753"/>
                </a:lnTo>
                <a:lnTo>
                  <a:pt x="280129" y="109753"/>
                </a:lnTo>
                <a:lnTo>
                  <a:pt x="280129" y="30246"/>
                </a:lnTo>
                <a:close/>
                <a:moveTo>
                  <a:pt x="433984" y="54801"/>
                </a:moveTo>
                <a:lnTo>
                  <a:pt x="414893" y="51358"/>
                </a:lnTo>
                <a:cubicBezTo>
                  <a:pt x="417039" y="43570"/>
                  <a:pt x="420733" y="37805"/>
                  <a:pt x="425973" y="34064"/>
                </a:cubicBezTo>
                <a:cubicBezTo>
                  <a:pt x="431214" y="30320"/>
                  <a:pt x="439000" y="28449"/>
                  <a:pt x="449331" y="28449"/>
                </a:cubicBezTo>
                <a:cubicBezTo>
                  <a:pt x="458714" y="28449"/>
                  <a:pt x="465702" y="29559"/>
                  <a:pt x="470293" y="31780"/>
                </a:cubicBezTo>
                <a:cubicBezTo>
                  <a:pt x="474885" y="34001"/>
                  <a:pt x="478117" y="36821"/>
                  <a:pt x="479988" y="40240"/>
                </a:cubicBezTo>
                <a:cubicBezTo>
                  <a:pt x="481860" y="43659"/>
                  <a:pt x="482796" y="49935"/>
                  <a:pt x="482796" y="59069"/>
                </a:cubicBezTo>
                <a:lnTo>
                  <a:pt x="482571" y="83625"/>
                </a:lnTo>
                <a:cubicBezTo>
                  <a:pt x="482571" y="90612"/>
                  <a:pt x="482908" y="95765"/>
                  <a:pt x="483582" y="99084"/>
                </a:cubicBezTo>
                <a:cubicBezTo>
                  <a:pt x="484256" y="102403"/>
                  <a:pt x="485516" y="105959"/>
                  <a:pt x="487363" y="109753"/>
                </a:cubicBezTo>
                <a:lnTo>
                  <a:pt x="466550" y="109753"/>
                </a:lnTo>
                <a:cubicBezTo>
                  <a:pt x="466001" y="108355"/>
                  <a:pt x="465327" y="106284"/>
                  <a:pt x="464529" y="103539"/>
                </a:cubicBezTo>
                <a:cubicBezTo>
                  <a:pt x="464179" y="102291"/>
                  <a:pt x="463930" y="101468"/>
                  <a:pt x="463780" y="101068"/>
                </a:cubicBezTo>
                <a:cubicBezTo>
                  <a:pt x="460187" y="104562"/>
                  <a:pt x="456344" y="107182"/>
                  <a:pt x="452251" y="108929"/>
                </a:cubicBezTo>
                <a:cubicBezTo>
                  <a:pt x="448158" y="110676"/>
                  <a:pt x="443791" y="111549"/>
                  <a:pt x="439149" y="111549"/>
                </a:cubicBezTo>
                <a:cubicBezTo>
                  <a:pt x="430964" y="111549"/>
                  <a:pt x="424513" y="109338"/>
                  <a:pt x="419797" y="104914"/>
                </a:cubicBezTo>
                <a:cubicBezTo>
                  <a:pt x="415080" y="100491"/>
                  <a:pt x="412722" y="94900"/>
                  <a:pt x="412722" y="88140"/>
                </a:cubicBezTo>
                <a:cubicBezTo>
                  <a:pt x="412722" y="83667"/>
                  <a:pt x="413795" y="79679"/>
                  <a:pt x="415941" y="76175"/>
                </a:cubicBezTo>
                <a:cubicBezTo>
                  <a:pt x="418087" y="72671"/>
                  <a:pt x="421094" y="69987"/>
                  <a:pt x="424962" y="68123"/>
                </a:cubicBezTo>
                <a:cubicBezTo>
                  <a:pt x="428830" y="66259"/>
                  <a:pt x="434408" y="64631"/>
                  <a:pt x="441695" y="63240"/>
                </a:cubicBezTo>
                <a:cubicBezTo>
                  <a:pt x="451527" y="61401"/>
                  <a:pt x="458340" y="59686"/>
                  <a:pt x="462133" y="58096"/>
                </a:cubicBezTo>
                <a:lnTo>
                  <a:pt x="462133" y="55976"/>
                </a:lnTo>
                <a:cubicBezTo>
                  <a:pt x="462133" y="51888"/>
                  <a:pt x="461135" y="48974"/>
                  <a:pt x="459138" y="47233"/>
                </a:cubicBezTo>
                <a:cubicBezTo>
                  <a:pt x="457142" y="45491"/>
                  <a:pt x="453374" y="44620"/>
                  <a:pt x="447834" y="44620"/>
                </a:cubicBezTo>
                <a:cubicBezTo>
                  <a:pt x="444091" y="44620"/>
                  <a:pt x="441171" y="45373"/>
                  <a:pt x="439075" y="46880"/>
                </a:cubicBezTo>
                <a:cubicBezTo>
                  <a:pt x="436978" y="48385"/>
                  <a:pt x="435281" y="51025"/>
                  <a:pt x="433984" y="54801"/>
                </a:cubicBezTo>
                <a:moveTo>
                  <a:pt x="462133" y="71871"/>
                </a:moveTo>
                <a:cubicBezTo>
                  <a:pt x="459438" y="72758"/>
                  <a:pt x="455171" y="73819"/>
                  <a:pt x="449331" y="75053"/>
                </a:cubicBezTo>
                <a:cubicBezTo>
                  <a:pt x="443492" y="76285"/>
                  <a:pt x="439673" y="77493"/>
                  <a:pt x="437877" y="78676"/>
                </a:cubicBezTo>
                <a:cubicBezTo>
                  <a:pt x="435132" y="80600"/>
                  <a:pt x="433759" y="83040"/>
                  <a:pt x="433759" y="85999"/>
                </a:cubicBezTo>
                <a:cubicBezTo>
                  <a:pt x="433759" y="88910"/>
                  <a:pt x="434857" y="91425"/>
                  <a:pt x="437053" y="93547"/>
                </a:cubicBezTo>
                <a:cubicBezTo>
                  <a:pt x="439249" y="95666"/>
                  <a:pt x="442044" y="96726"/>
                  <a:pt x="445438" y="96726"/>
                </a:cubicBezTo>
                <a:cubicBezTo>
                  <a:pt x="449231" y="96726"/>
                  <a:pt x="452850" y="95493"/>
                  <a:pt x="456294" y="93027"/>
                </a:cubicBezTo>
                <a:cubicBezTo>
                  <a:pt x="458839" y="91154"/>
                  <a:pt x="460511" y="88860"/>
                  <a:pt x="461310" y="86147"/>
                </a:cubicBezTo>
                <a:cubicBezTo>
                  <a:pt x="461859" y="84372"/>
                  <a:pt x="462133" y="80994"/>
                  <a:pt x="462133" y="76014"/>
                </a:cubicBezTo>
                <a:lnTo>
                  <a:pt x="462133" y="71871"/>
                </a:lnTo>
                <a:close/>
                <a:moveTo>
                  <a:pt x="540290" y="30246"/>
                </a:moveTo>
                <a:lnTo>
                  <a:pt x="540290" y="47015"/>
                </a:lnTo>
                <a:lnTo>
                  <a:pt x="525916" y="47015"/>
                </a:lnTo>
                <a:lnTo>
                  <a:pt x="525916" y="79006"/>
                </a:lnTo>
                <a:cubicBezTo>
                  <a:pt x="525916" y="85485"/>
                  <a:pt x="526053" y="89261"/>
                  <a:pt x="526327" y="90332"/>
                </a:cubicBezTo>
                <a:cubicBezTo>
                  <a:pt x="526602" y="91402"/>
                  <a:pt x="527226" y="92286"/>
                  <a:pt x="528199" y="92985"/>
                </a:cubicBezTo>
                <a:cubicBezTo>
                  <a:pt x="529172" y="93682"/>
                  <a:pt x="530358" y="94031"/>
                  <a:pt x="531755" y="94031"/>
                </a:cubicBezTo>
                <a:cubicBezTo>
                  <a:pt x="533702" y="94031"/>
                  <a:pt x="536522" y="93357"/>
                  <a:pt x="540215" y="92010"/>
                </a:cubicBezTo>
                <a:lnTo>
                  <a:pt x="542012" y="108391"/>
                </a:lnTo>
                <a:cubicBezTo>
                  <a:pt x="537121" y="110497"/>
                  <a:pt x="531580" y="111549"/>
                  <a:pt x="525392" y="111549"/>
                </a:cubicBezTo>
                <a:cubicBezTo>
                  <a:pt x="521598" y="111549"/>
                  <a:pt x="518180" y="110913"/>
                  <a:pt x="515135" y="109640"/>
                </a:cubicBezTo>
                <a:cubicBezTo>
                  <a:pt x="512091" y="108368"/>
                  <a:pt x="509857" y="106721"/>
                  <a:pt x="508435" y="104699"/>
                </a:cubicBezTo>
                <a:cubicBezTo>
                  <a:pt x="507012" y="102678"/>
                  <a:pt x="506026" y="99945"/>
                  <a:pt x="505477" y="96501"/>
                </a:cubicBezTo>
                <a:cubicBezTo>
                  <a:pt x="505028" y="94056"/>
                  <a:pt x="504804" y="89115"/>
                  <a:pt x="504804" y="81678"/>
                </a:cubicBezTo>
                <a:lnTo>
                  <a:pt x="504804" y="47015"/>
                </a:lnTo>
                <a:lnTo>
                  <a:pt x="495146" y="47015"/>
                </a:lnTo>
                <a:lnTo>
                  <a:pt x="495146" y="30246"/>
                </a:lnTo>
                <a:lnTo>
                  <a:pt x="504804" y="30246"/>
                </a:lnTo>
                <a:lnTo>
                  <a:pt x="504804" y="14374"/>
                </a:lnTo>
                <a:lnTo>
                  <a:pt x="525916" y="1946"/>
                </a:lnTo>
                <a:lnTo>
                  <a:pt x="525916" y="30246"/>
                </a:lnTo>
                <a:lnTo>
                  <a:pt x="540290" y="30246"/>
                </a:lnTo>
                <a:close/>
                <a:moveTo>
                  <a:pt x="555171" y="19465"/>
                </a:moveTo>
                <a:lnTo>
                  <a:pt x="555171" y="0"/>
                </a:lnTo>
                <a:lnTo>
                  <a:pt x="576209" y="0"/>
                </a:lnTo>
                <a:lnTo>
                  <a:pt x="576209" y="19465"/>
                </a:lnTo>
                <a:lnTo>
                  <a:pt x="555171" y="19465"/>
                </a:lnTo>
                <a:moveTo>
                  <a:pt x="555171" y="109753"/>
                </a:moveTo>
                <a:lnTo>
                  <a:pt x="555171" y="30246"/>
                </a:lnTo>
                <a:lnTo>
                  <a:pt x="576209" y="30246"/>
                </a:lnTo>
                <a:lnTo>
                  <a:pt x="576209" y="109753"/>
                </a:lnTo>
                <a:lnTo>
                  <a:pt x="555171" y="109753"/>
                </a:lnTo>
                <a:close/>
                <a:moveTo>
                  <a:pt x="592914" y="68876"/>
                </a:moveTo>
                <a:cubicBezTo>
                  <a:pt x="592914" y="61889"/>
                  <a:pt x="594636" y="55126"/>
                  <a:pt x="598080" y="48588"/>
                </a:cubicBezTo>
                <a:cubicBezTo>
                  <a:pt x="601524" y="42049"/>
                  <a:pt x="606402" y="37058"/>
                  <a:pt x="612716" y="33615"/>
                </a:cubicBezTo>
                <a:cubicBezTo>
                  <a:pt x="619030" y="30171"/>
                  <a:pt x="626080" y="28449"/>
                  <a:pt x="633866" y="28449"/>
                </a:cubicBezTo>
                <a:cubicBezTo>
                  <a:pt x="645894" y="28449"/>
                  <a:pt x="655751" y="32354"/>
                  <a:pt x="663437" y="40165"/>
                </a:cubicBezTo>
                <a:cubicBezTo>
                  <a:pt x="671124" y="47976"/>
                  <a:pt x="674967" y="57846"/>
                  <a:pt x="674967" y="69775"/>
                </a:cubicBezTo>
                <a:cubicBezTo>
                  <a:pt x="674967" y="81803"/>
                  <a:pt x="671086" y="91772"/>
                  <a:pt x="663325" y="99683"/>
                </a:cubicBezTo>
                <a:cubicBezTo>
                  <a:pt x="655564" y="107594"/>
                  <a:pt x="645794" y="111549"/>
                  <a:pt x="634015" y="111549"/>
                </a:cubicBezTo>
                <a:cubicBezTo>
                  <a:pt x="626728" y="111549"/>
                  <a:pt x="619778" y="109902"/>
                  <a:pt x="613165" y="106608"/>
                </a:cubicBezTo>
                <a:cubicBezTo>
                  <a:pt x="606552" y="103314"/>
                  <a:pt x="601524" y="98485"/>
                  <a:pt x="598080" y="92122"/>
                </a:cubicBezTo>
                <a:cubicBezTo>
                  <a:pt x="594636" y="85758"/>
                  <a:pt x="592914" y="78010"/>
                  <a:pt x="592914" y="68876"/>
                </a:cubicBezTo>
                <a:moveTo>
                  <a:pt x="614475" y="69999"/>
                </a:moveTo>
                <a:cubicBezTo>
                  <a:pt x="614475" y="77860"/>
                  <a:pt x="616347" y="83880"/>
                  <a:pt x="620090" y="88060"/>
                </a:cubicBezTo>
                <a:cubicBezTo>
                  <a:pt x="623834" y="92240"/>
                  <a:pt x="628450" y="94330"/>
                  <a:pt x="633940" y="94330"/>
                </a:cubicBezTo>
                <a:cubicBezTo>
                  <a:pt x="639431" y="94330"/>
                  <a:pt x="644035" y="92240"/>
                  <a:pt x="647753" y="88060"/>
                </a:cubicBezTo>
                <a:cubicBezTo>
                  <a:pt x="651471" y="83880"/>
                  <a:pt x="653331" y="77810"/>
                  <a:pt x="653331" y="69849"/>
                </a:cubicBezTo>
                <a:cubicBezTo>
                  <a:pt x="653331" y="62088"/>
                  <a:pt x="651471" y="56118"/>
                  <a:pt x="647753" y="51938"/>
                </a:cubicBezTo>
                <a:cubicBezTo>
                  <a:pt x="644035" y="47758"/>
                  <a:pt x="639431" y="45668"/>
                  <a:pt x="633940" y="45668"/>
                </a:cubicBezTo>
                <a:cubicBezTo>
                  <a:pt x="628450" y="45668"/>
                  <a:pt x="623834" y="47758"/>
                  <a:pt x="620090" y="51938"/>
                </a:cubicBezTo>
                <a:cubicBezTo>
                  <a:pt x="616347" y="56118"/>
                  <a:pt x="614475" y="62138"/>
                  <a:pt x="614475" y="69999"/>
                </a:cubicBezTo>
                <a:close/>
                <a:moveTo>
                  <a:pt x="764051" y="109753"/>
                </a:moveTo>
                <a:lnTo>
                  <a:pt x="743014" y="109753"/>
                </a:lnTo>
                <a:lnTo>
                  <a:pt x="743014" y="69222"/>
                </a:lnTo>
                <a:cubicBezTo>
                  <a:pt x="743014" y="60647"/>
                  <a:pt x="742564" y="55101"/>
                  <a:pt x="741666" y="52584"/>
                </a:cubicBezTo>
                <a:cubicBezTo>
                  <a:pt x="740768" y="50066"/>
                  <a:pt x="739308" y="48110"/>
                  <a:pt x="737286" y="46714"/>
                </a:cubicBezTo>
                <a:cubicBezTo>
                  <a:pt x="735265" y="45318"/>
                  <a:pt x="732832" y="44620"/>
                  <a:pt x="729987" y="44620"/>
                </a:cubicBezTo>
                <a:cubicBezTo>
                  <a:pt x="726343" y="44620"/>
                  <a:pt x="723074" y="45617"/>
                  <a:pt x="720180" y="47612"/>
                </a:cubicBezTo>
                <a:cubicBezTo>
                  <a:pt x="717285" y="49605"/>
                  <a:pt x="715301" y="52247"/>
                  <a:pt x="714228" y="55538"/>
                </a:cubicBezTo>
                <a:cubicBezTo>
                  <a:pt x="713155" y="58828"/>
                  <a:pt x="712618" y="64910"/>
                  <a:pt x="712618" y="73784"/>
                </a:cubicBezTo>
                <a:lnTo>
                  <a:pt x="712618" y="109753"/>
                </a:lnTo>
                <a:lnTo>
                  <a:pt x="691581" y="109753"/>
                </a:lnTo>
                <a:lnTo>
                  <a:pt x="691581" y="30246"/>
                </a:lnTo>
                <a:lnTo>
                  <a:pt x="711121" y="30246"/>
                </a:lnTo>
                <a:lnTo>
                  <a:pt x="711121" y="41925"/>
                </a:lnTo>
                <a:cubicBezTo>
                  <a:pt x="718058" y="32941"/>
                  <a:pt x="726793" y="28449"/>
                  <a:pt x="737324" y="28449"/>
                </a:cubicBezTo>
                <a:cubicBezTo>
                  <a:pt x="741965" y="28449"/>
                  <a:pt x="746208" y="29285"/>
                  <a:pt x="750051" y="30957"/>
                </a:cubicBezTo>
                <a:cubicBezTo>
                  <a:pt x="753894" y="32629"/>
                  <a:pt x="756801" y="34762"/>
                  <a:pt x="758773" y="37358"/>
                </a:cubicBezTo>
                <a:cubicBezTo>
                  <a:pt x="760744" y="39953"/>
                  <a:pt x="762117" y="42898"/>
                  <a:pt x="762890" y="46192"/>
                </a:cubicBezTo>
                <a:cubicBezTo>
                  <a:pt x="763664" y="49486"/>
                  <a:pt x="764051" y="54203"/>
                  <a:pt x="764051" y="60341"/>
                </a:cubicBezTo>
                <a:lnTo>
                  <a:pt x="764051" y="10975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86E8681-5E4C-4B93-9663-003E799E9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1968" y="1736151"/>
            <a:ext cx="706619" cy="205364"/>
          </a:xfrm>
          <a:custGeom xmlns:a="http://schemas.openxmlformats.org/drawingml/2006/main">
            <a:pathLst>
              <a:path w="706619" h="205364">
                <a:moveTo>
                  <a:pt x="0" y="51131"/>
                </a:moveTo>
                <a:lnTo>
                  <a:pt x="473594" y="51131"/>
                </a:lnTo>
                <a:lnTo>
                  <a:pt x="473594" y="0"/>
                </a:lnTo>
                <a:lnTo>
                  <a:pt x="706619" y="103101"/>
                </a:lnTo>
                <a:lnTo>
                  <a:pt x="473594" y="205364"/>
                </a:lnTo>
                <a:lnTo>
                  <a:pt x="473594" y="154232"/>
                </a:lnTo>
                <a:lnTo>
                  <a:pt x="0" y="154232"/>
                </a:lnTo>
                <a:lnTo>
                  <a:pt x="0" y="51131"/>
                </a:lnTo>
              </a:path>
            </a:pathLst>
          </a:custGeom>
          <a:solidFill xmlns:a="http://schemas.openxmlformats.org/drawingml/2006/main">
            <a:srgbClr val="BFBFB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15D896B-D2B3-42BF-B7FF-E097A0F8E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9220" y="778374"/>
            <a:ext cx="611900" cy="2183225"/>
          </a:xfrm>
          <a:custGeom xmlns:a="http://schemas.openxmlformats.org/drawingml/2006/main">
            <a:pathLst>
              <a:path w="611900" h="2183225">
                <a:moveTo>
                  <a:pt x="10478" y="302471"/>
                </a:moveTo>
                <a:lnTo>
                  <a:pt x="0" y="302471"/>
                </a:lnTo>
                <a:lnTo>
                  <a:pt x="0" y="344382"/>
                </a:lnTo>
                <a:lnTo>
                  <a:pt x="10478" y="344382"/>
                </a:lnTo>
                <a:lnTo>
                  <a:pt x="10478" y="302471"/>
                </a:lnTo>
                <a:close/>
                <a:moveTo>
                  <a:pt x="10478" y="375816"/>
                </a:moveTo>
                <a:lnTo>
                  <a:pt x="0" y="375816"/>
                </a:lnTo>
                <a:lnTo>
                  <a:pt x="0" y="417726"/>
                </a:lnTo>
                <a:lnTo>
                  <a:pt x="10478" y="417726"/>
                </a:lnTo>
                <a:lnTo>
                  <a:pt x="10478" y="375816"/>
                </a:lnTo>
                <a:close/>
                <a:moveTo>
                  <a:pt x="10478" y="449160"/>
                </a:moveTo>
                <a:lnTo>
                  <a:pt x="0" y="449160"/>
                </a:lnTo>
                <a:lnTo>
                  <a:pt x="0" y="491071"/>
                </a:lnTo>
                <a:lnTo>
                  <a:pt x="10478" y="491071"/>
                </a:lnTo>
                <a:lnTo>
                  <a:pt x="10478" y="449160"/>
                </a:lnTo>
                <a:close/>
                <a:moveTo>
                  <a:pt x="10478" y="522504"/>
                </a:moveTo>
                <a:lnTo>
                  <a:pt x="0" y="522504"/>
                </a:lnTo>
                <a:lnTo>
                  <a:pt x="0" y="564415"/>
                </a:lnTo>
                <a:lnTo>
                  <a:pt x="10478" y="564415"/>
                </a:lnTo>
                <a:lnTo>
                  <a:pt x="10478" y="522504"/>
                </a:lnTo>
                <a:close/>
                <a:moveTo>
                  <a:pt x="10478" y="595848"/>
                </a:moveTo>
                <a:lnTo>
                  <a:pt x="0" y="595848"/>
                </a:lnTo>
                <a:lnTo>
                  <a:pt x="0" y="637759"/>
                </a:lnTo>
                <a:lnTo>
                  <a:pt x="10478" y="637759"/>
                </a:lnTo>
                <a:lnTo>
                  <a:pt x="10478" y="595848"/>
                </a:lnTo>
                <a:close/>
                <a:moveTo>
                  <a:pt x="10478" y="669192"/>
                </a:moveTo>
                <a:lnTo>
                  <a:pt x="0" y="669192"/>
                </a:lnTo>
                <a:lnTo>
                  <a:pt x="0" y="711103"/>
                </a:lnTo>
                <a:lnTo>
                  <a:pt x="10478" y="711103"/>
                </a:lnTo>
                <a:lnTo>
                  <a:pt x="10478" y="669192"/>
                </a:lnTo>
                <a:close/>
                <a:moveTo>
                  <a:pt x="10478" y="742536"/>
                </a:moveTo>
                <a:lnTo>
                  <a:pt x="0" y="742536"/>
                </a:lnTo>
                <a:lnTo>
                  <a:pt x="0" y="784447"/>
                </a:lnTo>
                <a:lnTo>
                  <a:pt x="10478" y="784447"/>
                </a:lnTo>
                <a:lnTo>
                  <a:pt x="10478" y="742536"/>
                </a:lnTo>
                <a:close/>
                <a:moveTo>
                  <a:pt x="0" y="815881"/>
                </a:moveTo>
                <a:lnTo>
                  <a:pt x="0" y="857791"/>
                </a:lnTo>
                <a:lnTo>
                  <a:pt x="10478" y="857791"/>
                </a:lnTo>
                <a:lnTo>
                  <a:pt x="10478" y="815881"/>
                </a:lnTo>
                <a:lnTo>
                  <a:pt x="0" y="815881"/>
                </a:lnTo>
                <a:close/>
                <a:moveTo>
                  <a:pt x="0" y="889225"/>
                </a:moveTo>
                <a:lnTo>
                  <a:pt x="0" y="931136"/>
                </a:lnTo>
                <a:lnTo>
                  <a:pt x="10478" y="931136"/>
                </a:lnTo>
                <a:lnTo>
                  <a:pt x="10478" y="889225"/>
                </a:lnTo>
                <a:lnTo>
                  <a:pt x="0" y="889225"/>
                </a:lnTo>
                <a:close/>
                <a:moveTo>
                  <a:pt x="10478" y="962569"/>
                </a:moveTo>
                <a:lnTo>
                  <a:pt x="0" y="962569"/>
                </a:lnTo>
                <a:lnTo>
                  <a:pt x="0" y="1004480"/>
                </a:lnTo>
                <a:lnTo>
                  <a:pt x="10478" y="1004480"/>
                </a:lnTo>
                <a:lnTo>
                  <a:pt x="10478" y="962569"/>
                </a:lnTo>
                <a:close/>
                <a:moveTo>
                  <a:pt x="10478" y="1035913"/>
                </a:moveTo>
                <a:lnTo>
                  <a:pt x="0" y="1035913"/>
                </a:lnTo>
                <a:lnTo>
                  <a:pt x="0" y="1077824"/>
                </a:lnTo>
                <a:lnTo>
                  <a:pt x="10478" y="1077824"/>
                </a:lnTo>
                <a:lnTo>
                  <a:pt x="10478" y="1035913"/>
                </a:lnTo>
                <a:close/>
                <a:moveTo>
                  <a:pt x="10478" y="1109257"/>
                </a:moveTo>
                <a:lnTo>
                  <a:pt x="0" y="1109257"/>
                </a:lnTo>
                <a:lnTo>
                  <a:pt x="0" y="1151168"/>
                </a:lnTo>
                <a:lnTo>
                  <a:pt x="10478" y="1151168"/>
                </a:lnTo>
                <a:lnTo>
                  <a:pt x="10478" y="1109257"/>
                </a:lnTo>
                <a:close/>
                <a:moveTo>
                  <a:pt x="0" y="1182601"/>
                </a:moveTo>
                <a:lnTo>
                  <a:pt x="0" y="1224512"/>
                </a:lnTo>
                <a:lnTo>
                  <a:pt x="10478" y="1224512"/>
                </a:lnTo>
                <a:lnTo>
                  <a:pt x="10478" y="1182601"/>
                </a:lnTo>
                <a:lnTo>
                  <a:pt x="0" y="1182601"/>
                </a:lnTo>
                <a:close/>
                <a:moveTo>
                  <a:pt x="0" y="1255946"/>
                </a:moveTo>
                <a:lnTo>
                  <a:pt x="0" y="1297856"/>
                </a:lnTo>
                <a:lnTo>
                  <a:pt x="10478" y="1297856"/>
                </a:lnTo>
                <a:lnTo>
                  <a:pt x="10478" y="1255946"/>
                </a:lnTo>
                <a:lnTo>
                  <a:pt x="0" y="1255946"/>
                </a:lnTo>
                <a:close/>
                <a:moveTo>
                  <a:pt x="10478" y="1329290"/>
                </a:moveTo>
                <a:lnTo>
                  <a:pt x="0" y="1329290"/>
                </a:lnTo>
                <a:lnTo>
                  <a:pt x="0" y="1371201"/>
                </a:lnTo>
                <a:lnTo>
                  <a:pt x="10478" y="1371201"/>
                </a:lnTo>
                <a:lnTo>
                  <a:pt x="10478" y="1329290"/>
                </a:lnTo>
                <a:close/>
                <a:moveTo>
                  <a:pt x="10478" y="1402634"/>
                </a:moveTo>
                <a:lnTo>
                  <a:pt x="0" y="1402634"/>
                </a:lnTo>
                <a:lnTo>
                  <a:pt x="0" y="1444545"/>
                </a:lnTo>
                <a:lnTo>
                  <a:pt x="10478" y="1444545"/>
                </a:lnTo>
                <a:lnTo>
                  <a:pt x="10478" y="1402634"/>
                </a:lnTo>
                <a:close/>
                <a:moveTo>
                  <a:pt x="10478" y="1475978"/>
                </a:moveTo>
                <a:lnTo>
                  <a:pt x="0" y="1475978"/>
                </a:lnTo>
                <a:lnTo>
                  <a:pt x="0" y="1517889"/>
                </a:lnTo>
                <a:lnTo>
                  <a:pt x="10478" y="1517889"/>
                </a:lnTo>
                <a:lnTo>
                  <a:pt x="10478" y="1475978"/>
                </a:lnTo>
                <a:close/>
                <a:moveTo>
                  <a:pt x="0" y="1549322"/>
                </a:moveTo>
                <a:lnTo>
                  <a:pt x="0" y="1591233"/>
                </a:lnTo>
                <a:lnTo>
                  <a:pt x="10478" y="1591233"/>
                </a:lnTo>
                <a:lnTo>
                  <a:pt x="10478" y="1549322"/>
                </a:lnTo>
                <a:lnTo>
                  <a:pt x="0" y="1549322"/>
                </a:lnTo>
                <a:close/>
                <a:moveTo>
                  <a:pt x="0" y="1622666"/>
                </a:moveTo>
                <a:lnTo>
                  <a:pt x="0" y="1664577"/>
                </a:lnTo>
                <a:lnTo>
                  <a:pt x="10478" y="1664577"/>
                </a:lnTo>
                <a:lnTo>
                  <a:pt x="10478" y="1622666"/>
                </a:lnTo>
                <a:lnTo>
                  <a:pt x="0" y="1622666"/>
                </a:lnTo>
                <a:close/>
                <a:moveTo>
                  <a:pt x="10478" y="1696011"/>
                </a:moveTo>
                <a:lnTo>
                  <a:pt x="0" y="1696011"/>
                </a:lnTo>
                <a:lnTo>
                  <a:pt x="0" y="1737921"/>
                </a:lnTo>
                <a:lnTo>
                  <a:pt x="10478" y="1737921"/>
                </a:lnTo>
                <a:lnTo>
                  <a:pt x="10478" y="1696011"/>
                </a:lnTo>
                <a:close/>
                <a:moveTo>
                  <a:pt x="10478" y="1769355"/>
                </a:moveTo>
                <a:lnTo>
                  <a:pt x="0" y="1769355"/>
                </a:lnTo>
                <a:lnTo>
                  <a:pt x="0" y="1811266"/>
                </a:lnTo>
                <a:lnTo>
                  <a:pt x="10478" y="1811266"/>
                </a:lnTo>
                <a:lnTo>
                  <a:pt x="10478" y="1769355"/>
                </a:lnTo>
                <a:close/>
                <a:moveTo>
                  <a:pt x="10478" y="1842699"/>
                </a:moveTo>
                <a:lnTo>
                  <a:pt x="0" y="1842699"/>
                </a:lnTo>
                <a:lnTo>
                  <a:pt x="0" y="1884610"/>
                </a:lnTo>
                <a:lnTo>
                  <a:pt x="10478" y="1884610"/>
                </a:lnTo>
                <a:lnTo>
                  <a:pt x="10478" y="1842699"/>
                </a:lnTo>
                <a:close/>
                <a:moveTo>
                  <a:pt x="10478" y="1916043"/>
                </a:moveTo>
                <a:lnTo>
                  <a:pt x="0" y="1916043"/>
                </a:lnTo>
                <a:lnTo>
                  <a:pt x="0" y="1957954"/>
                </a:lnTo>
                <a:lnTo>
                  <a:pt x="10478" y="1957954"/>
                </a:lnTo>
                <a:lnTo>
                  <a:pt x="10478" y="1916043"/>
                </a:lnTo>
                <a:close/>
                <a:moveTo>
                  <a:pt x="10478" y="1989387"/>
                </a:moveTo>
                <a:lnTo>
                  <a:pt x="0" y="1989387"/>
                </a:lnTo>
                <a:lnTo>
                  <a:pt x="0" y="2031298"/>
                </a:lnTo>
                <a:lnTo>
                  <a:pt x="10478" y="2031298"/>
                </a:lnTo>
                <a:lnTo>
                  <a:pt x="10478" y="1989387"/>
                </a:lnTo>
                <a:close/>
                <a:moveTo>
                  <a:pt x="10478" y="2062731"/>
                </a:moveTo>
                <a:lnTo>
                  <a:pt x="0" y="2062731"/>
                </a:lnTo>
                <a:lnTo>
                  <a:pt x="0" y="2104642"/>
                </a:lnTo>
                <a:lnTo>
                  <a:pt x="10478" y="2104642"/>
                </a:lnTo>
                <a:lnTo>
                  <a:pt x="10478" y="2062731"/>
                </a:lnTo>
                <a:close/>
                <a:moveTo>
                  <a:pt x="10478" y="2136076"/>
                </a:moveTo>
                <a:lnTo>
                  <a:pt x="0" y="2136076"/>
                </a:lnTo>
                <a:lnTo>
                  <a:pt x="0" y="2177986"/>
                </a:lnTo>
                <a:lnTo>
                  <a:pt x="10478" y="2177986"/>
                </a:lnTo>
                <a:lnTo>
                  <a:pt x="10478" y="2136076"/>
                </a:lnTo>
                <a:close/>
                <a:moveTo>
                  <a:pt x="368097" y="0"/>
                </a:moveTo>
                <a:lnTo>
                  <a:pt x="326186" y="0"/>
                </a:lnTo>
                <a:lnTo>
                  <a:pt x="326186" y="10478"/>
                </a:lnTo>
                <a:lnTo>
                  <a:pt x="368097" y="10478"/>
                </a:lnTo>
                <a:lnTo>
                  <a:pt x="368097" y="0"/>
                </a:lnTo>
                <a:close/>
                <a:moveTo>
                  <a:pt x="74720" y="0"/>
                </a:moveTo>
                <a:lnTo>
                  <a:pt x="32809" y="0"/>
                </a:lnTo>
                <a:lnTo>
                  <a:pt x="32809" y="10478"/>
                </a:lnTo>
                <a:lnTo>
                  <a:pt x="74720" y="10478"/>
                </a:lnTo>
                <a:lnTo>
                  <a:pt x="74720" y="0"/>
                </a:lnTo>
                <a:close/>
                <a:moveTo>
                  <a:pt x="588129" y="10478"/>
                </a:moveTo>
                <a:lnTo>
                  <a:pt x="588129" y="0"/>
                </a:lnTo>
                <a:lnTo>
                  <a:pt x="546218" y="0"/>
                </a:lnTo>
                <a:lnTo>
                  <a:pt x="546218" y="10478"/>
                </a:lnTo>
                <a:lnTo>
                  <a:pt x="588129" y="10478"/>
                </a:lnTo>
                <a:close/>
                <a:moveTo>
                  <a:pt x="148064" y="10478"/>
                </a:moveTo>
                <a:lnTo>
                  <a:pt x="148064" y="0"/>
                </a:lnTo>
                <a:lnTo>
                  <a:pt x="106153" y="0"/>
                </a:lnTo>
                <a:lnTo>
                  <a:pt x="106153" y="10478"/>
                </a:lnTo>
                <a:lnTo>
                  <a:pt x="148064" y="10478"/>
                </a:lnTo>
                <a:close/>
                <a:moveTo>
                  <a:pt x="514785" y="10478"/>
                </a:moveTo>
                <a:lnTo>
                  <a:pt x="514785" y="0"/>
                </a:lnTo>
                <a:lnTo>
                  <a:pt x="472874" y="0"/>
                </a:lnTo>
                <a:lnTo>
                  <a:pt x="472874" y="10478"/>
                </a:lnTo>
                <a:lnTo>
                  <a:pt x="514785" y="10478"/>
                </a:lnTo>
                <a:close/>
                <a:moveTo>
                  <a:pt x="221409" y="0"/>
                </a:moveTo>
                <a:lnTo>
                  <a:pt x="179498" y="0"/>
                </a:lnTo>
                <a:lnTo>
                  <a:pt x="179498" y="10478"/>
                </a:lnTo>
                <a:lnTo>
                  <a:pt x="221409" y="10478"/>
                </a:lnTo>
                <a:lnTo>
                  <a:pt x="221409" y="0"/>
                </a:lnTo>
                <a:close/>
                <a:moveTo>
                  <a:pt x="441441" y="0"/>
                </a:moveTo>
                <a:lnTo>
                  <a:pt x="399530" y="0"/>
                </a:lnTo>
                <a:lnTo>
                  <a:pt x="399530" y="10478"/>
                </a:lnTo>
                <a:lnTo>
                  <a:pt x="441441" y="10478"/>
                </a:lnTo>
                <a:lnTo>
                  <a:pt x="441441" y="0"/>
                </a:lnTo>
                <a:close/>
                <a:moveTo>
                  <a:pt x="294753" y="10478"/>
                </a:moveTo>
                <a:lnTo>
                  <a:pt x="294753" y="0"/>
                </a:lnTo>
                <a:lnTo>
                  <a:pt x="252842" y="0"/>
                </a:lnTo>
                <a:lnTo>
                  <a:pt x="252842" y="10478"/>
                </a:lnTo>
                <a:lnTo>
                  <a:pt x="294753" y="10478"/>
                </a:lnTo>
                <a:close/>
                <a:moveTo>
                  <a:pt x="10478" y="9095"/>
                </a:moveTo>
                <a:lnTo>
                  <a:pt x="0" y="9095"/>
                </a:lnTo>
                <a:lnTo>
                  <a:pt x="0" y="51006"/>
                </a:lnTo>
                <a:lnTo>
                  <a:pt x="10478" y="51006"/>
                </a:lnTo>
                <a:lnTo>
                  <a:pt x="10478" y="9095"/>
                </a:lnTo>
                <a:close/>
                <a:moveTo>
                  <a:pt x="601422" y="60051"/>
                </a:moveTo>
                <a:lnTo>
                  <a:pt x="611900" y="60051"/>
                </a:lnTo>
                <a:lnTo>
                  <a:pt x="611900" y="18140"/>
                </a:lnTo>
                <a:lnTo>
                  <a:pt x="601422" y="18140"/>
                </a:lnTo>
                <a:lnTo>
                  <a:pt x="601422" y="60051"/>
                </a:lnTo>
                <a:close/>
                <a:moveTo>
                  <a:pt x="0" y="82439"/>
                </a:moveTo>
                <a:lnTo>
                  <a:pt x="0" y="124350"/>
                </a:lnTo>
                <a:lnTo>
                  <a:pt x="10478" y="124350"/>
                </a:lnTo>
                <a:lnTo>
                  <a:pt x="10478" y="82439"/>
                </a:lnTo>
                <a:lnTo>
                  <a:pt x="0" y="82439"/>
                </a:lnTo>
                <a:close/>
                <a:moveTo>
                  <a:pt x="0" y="155783"/>
                </a:moveTo>
                <a:lnTo>
                  <a:pt x="0" y="197694"/>
                </a:lnTo>
                <a:lnTo>
                  <a:pt x="10478" y="197694"/>
                </a:lnTo>
                <a:lnTo>
                  <a:pt x="10478" y="155783"/>
                </a:lnTo>
                <a:lnTo>
                  <a:pt x="0" y="155783"/>
                </a:lnTo>
                <a:close/>
                <a:moveTo>
                  <a:pt x="10478" y="229127"/>
                </a:moveTo>
                <a:lnTo>
                  <a:pt x="0" y="229127"/>
                </a:lnTo>
                <a:lnTo>
                  <a:pt x="0" y="271038"/>
                </a:lnTo>
                <a:lnTo>
                  <a:pt x="10478" y="271038"/>
                </a:lnTo>
                <a:lnTo>
                  <a:pt x="10478" y="229127"/>
                </a:lnTo>
                <a:close/>
                <a:moveTo>
                  <a:pt x="601422" y="940181"/>
                </a:moveTo>
                <a:lnTo>
                  <a:pt x="611900" y="940181"/>
                </a:lnTo>
                <a:lnTo>
                  <a:pt x="611900" y="898270"/>
                </a:lnTo>
                <a:lnTo>
                  <a:pt x="601422" y="898270"/>
                </a:lnTo>
                <a:lnTo>
                  <a:pt x="601422" y="940181"/>
                </a:lnTo>
                <a:close/>
                <a:moveTo>
                  <a:pt x="601422" y="1013526"/>
                </a:moveTo>
                <a:lnTo>
                  <a:pt x="611900" y="1013526"/>
                </a:lnTo>
                <a:lnTo>
                  <a:pt x="611900" y="971615"/>
                </a:lnTo>
                <a:lnTo>
                  <a:pt x="601422" y="971615"/>
                </a:lnTo>
                <a:lnTo>
                  <a:pt x="601422" y="1013526"/>
                </a:lnTo>
                <a:close/>
                <a:moveTo>
                  <a:pt x="601422" y="1233558"/>
                </a:moveTo>
                <a:lnTo>
                  <a:pt x="611900" y="1233558"/>
                </a:lnTo>
                <a:lnTo>
                  <a:pt x="611900" y="1191647"/>
                </a:lnTo>
                <a:lnTo>
                  <a:pt x="601422" y="1191647"/>
                </a:lnTo>
                <a:lnTo>
                  <a:pt x="601422" y="1233558"/>
                </a:lnTo>
                <a:close/>
                <a:moveTo>
                  <a:pt x="601422" y="2172747"/>
                </a:moveTo>
                <a:lnTo>
                  <a:pt x="597615" y="2172747"/>
                </a:lnTo>
                <a:lnTo>
                  <a:pt x="597615" y="2183225"/>
                </a:lnTo>
                <a:lnTo>
                  <a:pt x="611900" y="2183225"/>
                </a:lnTo>
                <a:lnTo>
                  <a:pt x="611900" y="2145121"/>
                </a:lnTo>
                <a:lnTo>
                  <a:pt x="601422" y="2145121"/>
                </a:lnTo>
                <a:lnTo>
                  <a:pt x="601422" y="2172747"/>
                </a:lnTo>
                <a:close/>
                <a:moveTo>
                  <a:pt x="304239" y="2172747"/>
                </a:moveTo>
                <a:lnTo>
                  <a:pt x="304239" y="2183225"/>
                </a:lnTo>
                <a:lnTo>
                  <a:pt x="346150" y="2183225"/>
                </a:lnTo>
                <a:lnTo>
                  <a:pt x="346150" y="2172747"/>
                </a:lnTo>
                <a:lnTo>
                  <a:pt x="304239" y="2172747"/>
                </a:lnTo>
                <a:close/>
                <a:moveTo>
                  <a:pt x="377583" y="2183225"/>
                </a:moveTo>
                <a:lnTo>
                  <a:pt x="419494" y="2183225"/>
                </a:lnTo>
                <a:lnTo>
                  <a:pt x="419494" y="2172747"/>
                </a:lnTo>
                <a:lnTo>
                  <a:pt x="377583" y="2172747"/>
                </a:lnTo>
                <a:lnTo>
                  <a:pt x="377583" y="2183225"/>
                </a:lnTo>
                <a:close/>
                <a:moveTo>
                  <a:pt x="230894" y="2183225"/>
                </a:moveTo>
                <a:lnTo>
                  <a:pt x="272805" y="2183225"/>
                </a:lnTo>
                <a:lnTo>
                  <a:pt x="272805" y="2172747"/>
                </a:lnTo>
                <a:lnTo>
                  <a:pt x="230894" y="2172747"/>
                </a:lnTo>
                <a:lnTo>
                  <a:pt x="230894" y="2183225"/>
                </a:lnTo>
                <a:close/>
                <a:moveTo>
                  <a:pt x="450927" y="2172747"/>
                </a:moveTo>
                <a:lnTo>
                  <a:pt x="450927" y="2183225"/>
                </a:lnTo>
                <a:lnTo>
                  <a:pt x="492838" y="2183225"/>
                </a:lnTo>
                <a:lnTo>
                  <a:pt x="492838" y="2172747"/>
                </a:lnTo>
                <a:lnTo>
                  <a:pt x="450927" y="2172747"/>
                </a:lnTo>
                <a:close/>
                <a:moveTo>
                  <a:pt x="157550" y="2172747"/>
                </a:moveTo>
                <a:lnTo>
                  <a:pt x="157550" y="2183225"/>
                </a:lnTo>
                <a:lnTo>
                  <a:pt x="199461" y="2183225"/>
                </a:lnTo>
                <a:lnTo>
                  <a:pt x="199461" y="2172747"/>
                </a:lnTo>
                <a:lnTo>
                  <a:pt x="157550" y="2172747"/>
                </a:lnTo>
                <a:close/>
                <a:moveTo>
                  <a:pt x="524271" y="2172747"/>
                </a:moveTo>
                <a:lnTo>
                  <a:pt x="524271" y="2183225"/>
                </a:lnTo>
                <a:lnTo>
                  <a:pt x="566182" y="2183225"/>
                </a:lnTo>
                <a:lnTo>
                  <a:pt x="566182" y="2172747"/>
                </a:lnTo>
                <a:lnTo>
                  <a:pt x="524271" y="2172747"/>
                </a:lnTo>
                <a:close/>
                <a:moveTo>
                  <a:pt x="84206" y="2183225"/>
                </a:moveTo>
                <a:lnTo>
                  <a:pt x="126117" y="2183225"/>
                </a:lnTo>
                <a:lnTo>
                  <a:pt x="126117" y="2172747"/>
                </a:lnTo>
                <a:lnTo>
                  <a:pt x="84206" y="2172747"/>
                </a:lnTo>
                <a:lnTo>
                  <a:pt x="84206" y="2183225"/>
                </a:lnTo>
                <a:close/>
                <a:moveTo>
                  <a:pt x="10862" y="2183225"/>
                </a:moveTo>
                <a:lnTo>
                  <a:pt x="52773" y="2183225"/>
                </a:lnTo>
                <a:lnTo>
                  <a:pt x="52773" y="2172747"/>
                </a:lnTo>
                <a:lnTo>
                  <a:pt x="10862" y="2172747"/>
                </a:lnTo>
                <a:lnTo>
                  <a:pt x="10862" y="2183225"/>
                </a:lnTo>
                <a:close/>
                <a:moveTo>
                  <a:pt x="601422" y="133396"/>
                </a:moveTo>
                <a:lnTo>
                  <a:pt x="611900" y="133396"/>
                </a:lnTo>
                <a:lnTo>
                  <a:pt x="611900" y="91485"/>
                </a:lnTo>
                <a:lnTo>
                  <a:pt x="601422" y="91485"/>
                </a:lnTo>
                <a:lnTo>
                  <a:pt x="601422" y="133396"/>
                </a:lnTo>
                <a:close/>
                <a:moveTo>
                  <a:pt x="601422" y="206740"/>
                </a:moveTo>
                <a:lnTo>
                  <a:pt x="611900" y="206740"/>
                </a:lnTo>
                <a:lnTo>
                  <a:pt x="611900" y="164829"/>
                </a:lnTo>
                <a:lnTo>
                  <a:pt x="601422" y="164829"/>
                </a:lnTo>
                <a:lnTo>
                  <a:pt x="601422" y="206740"/>
                </a:lnTo>
                <a:close/>
                <a:moveTo>
                  <a:pt x="601422" y="280084"/>
                </a:moveTo>
                <a:lnTo>
                  <a:pt x="611900" y="280084"/>
                </a:lnTo>
                <a:lnTo>
                  <a:pt x="611900" y="238173"/>
                </a:lnTo>
                <a:lnTo>
                  <a:pt x="601422" y="238173"/>
                </a:lnTo>
                <a:lnTo>
                  <a:pt x="601422" y="280084"/>
                </a:lnTo>
                <a:close/>
                <a:moveTo>
                  <a:pt x="611900" y="353428"/>
                </a:moveTo>
                <a:lnTo>
                  <a:pt x="611900" y="311517"/>
                </a:lnTo>
                <a:lnTo>
                  <a:pt x="601422" y="311517"/>
                </a:lnTo>
                <a:lnTo>
                  <a:pt x="601422" y="353428"/>
                </a:lnTo>
                <a:lnTo>
                  <a:pt x="611900" y="353428"/>
                </a:lnTo>
                <a:close/>
                <a:moveTo>
                  <a:pt x="611900" y="426772"/>
                </a:moveTo>
                <a:lnTo>
                  <a:pt x="611900" y="384861"/>
                </a:lnTo>
                <a:lnTo>
                  <a:pt x="601422" y="384861"/>
                </a:lnTo>
                <a:lnTo>
                  <a:pt x="601422" y="426772"/>
                </a:lnTo>
                <a:lnTo>
                  <a:pt x="611900" y="426772"/>
                </a:lnTo>
                <a:close/>
                <a:moveTo>
                  <a:pt x="601422" y="500116"/>
                </a:moveTo>
                <a:lnTo>
                  <a:pt x="611900" y="500116"/>
                </a:lnTo>
                <a:lnTo>
                  <a:pt x="611900" y="458205"/>
                </a:lnTo>
                <a:lnTo>
                  <a:pt x="601422" y="458205"/>
                </a:lnTo>
                <a:lnTo>
                  <a:pt x="601422" y="500116"/>
                </a:lnTo>
                <a:close/>
                <a:moveTo>
                  <a:pt x="601422" y="573461"/>
                </a:moveTo>
                <a:lnTo>
                  <a:pt x="611900" y="573461"/>
                </a:lnTo>
                <a:lnTo>
                  <a:pt x="611900" y="531550"/>
                </a:lnTo>
                <a:lnTo>
                  <a:pt x="601422" y="531550"/>
                </a:lnTo>
                <a:lnTo>
                  <a:pt x="601422" y="573461"/>
                </a:lnTo>
                <a:close/>
                <a:moveTo>
                  <a:pt x="601422" y="646805"/>
                </a:moveTo>
                <a:lnTo>
                  <a:pt x="611900" y="646805"/>
                </a:lnTo>
                <a:lnTo>
                  <a:pt x="611900" y="604894"/>
                </a:lnTo>
                <a:lnTo>
                  <a:pt x="601422" y="604894"/>
                </a:lnTo>
                <a:lnTo>
                  <a:pt x="601422" y="646805"/>
                </a:lnTo>
                <a:close/>
                <a:moveTo>
                  <a:pt x="611900" y="720149"/>
                </a:moveTo>
                <a:lnTo>
                  <a:pt x="611900" y="678238"/>
                </a:lnTo>
                <a:lnTo>
                  <a:pt x="601422" y="678238"/>
                </a:lnTo>
                <a:lnTo>
                  <a:pt x="601422" y="720149"/>
                </a:lnTo>
                <a:lnTo>
                  <a:pt x="611900" y="720149"/>
                </a:lnTo>
                <a:close/>
                <a:moveTo>
                  <a:pt x="611900" y="793493"/>
                </a:moveTo>
                <a:lnTo>
                  <a:pt x="611900" y="751582"/>
                </a:lnTo>
                <a:lnTo>
                  <a:pt x="601422" y="751582"/>
                </a:lnTo>
                <a:lnTo>
                  <a:pt x="601422" y="793493"/>
                </a:lnTo>
                <a:lnTo>
                  <a:pt x="611900" y="793493"/>
                </a:lnTo>
                <a:close/>
                <a:moveTo>
                  <a:pt x="601422" y="866837"/>
                </a:moveTo>
                <a:lnTo>
                  <a:pt x="611900" y="866837"/>
                </a:lnTo>
                <a:lnTo>
                  <a:pt x="611900" y="824926"/>
                </a:lnTo>
                <a:lnTo>
                  <a:pt x="601422" y="824926"/>
                </a:lnTo>
                <a:lnTo>
                  <a:pt x="601422" y="866837"/>
                </a:lnTo>
                <a:close/>
                <a:moveTo>
                  <a:pt x="601422" y="1086870"/>
                </a:moveTo>
                <a:lnTo>
                  <a:pt x="611900" y="1086870"/>
                </a:lnTo>
                <a:lnTo>
                  <a:pt x="611900" y="1044959"/>
                </a:lnTo>
                <a:lnTo>
                  <a:pt x="601422" y="1044959"/>
                </a:lnTo>
                <a:lnTo>
                  <a:pt x="601422" y="1086870"/>
                </a:lnTo>
                <a:close/>
                <a:moveTo>
                  <a:pt x="601422" y="1160214"/>
                </a:moveTo>
                <a:lnTo>
                  <a:pt x="611900" y="1160214"/>
                </a:lnTo>
                <a:lnTo>
                  <a:pt x="611900" y="1118303"/>
                </a:lnTo>
                <a:lnTo>
                  <a:pt x="601422" y="1118303"/>
                </a:lnTo>
                <a:lnTo>
                  <a:pt x="601422" y="1160214"/>
                </a:lnTo>
                <a:close/>
                <a:moveTo>
                  <a:pt x="611900" y="1306902"/>
                </a:moveTo>
                <a:lnTo>
                  <a:pt x="611900" y="1264991"/>
                </a:lnTo>
                <a:lnTo>
                  <a:pt x="601422" y="1264991"/>
                </a:lnTo>
                <a:lnTo>
                  <a:pt x="601422" y="1306902"/>
                </a:lnTo>
                <a:lnTo>
                  <a:pt x="611900" y="1306902"/>
                </a:lnTo>
                <a:close/>
                <a:moveTo>
                  <a:pt x="611900" y="1380246"/>
                </a:moveTo>
                <a:lnTo>
                  <a:pt x="611900" y="1338335"/>
                </a:lnTo>
                <a:lnTo>
                  <a:pt x="601422" y="1338335"/>
                </a:lnTo>
                <a:lnTo>
                  <a:pt x="601422" y="1380246"/>
                </a:lnTo>
                <a:lnTo>
                  <a:pt x="611900" y="1380246"/>
                </a:lnTo>
                <a:close/>
                <a:moveTo>
                  <a:pt x="601422" y="1453591"/>
                </a:moveTo>
                <a:lnTo>
                  <a:pt x="611900" y="1453591"/>
                </a:lnTo>
                <a:lnTo>
                  <a:pt x="611900" y="1411680"/>
                </a:lnTo>
                <a:lnTo>
                  <a:pt x="601422" y="1411680"/>
                </a:lnTo>
                <a:lnTo>
                  <a:pt x="601422" y="1453591"/>
                </a:lnTo>
                <a:close/>
                <a:moveTo>
                  <a:pt x="601422" y="1526935"/>
                </a:moveTo>
                <a:lnTo>
                  <a:pt x="611900" y="1526935"/>
                </a:lnTo>
                <a:lnTo>
                  <a:pt x="611900" y="1485024"/>
                </a:lnTo>
                <a:lnTo>
                  <a:pt x="601422" y="1485024"/>
                </a:lnTo>
                <a:lnTo>
                  <a:pt x="601422" y="1526935"/>
                </a:lnTo>
                <a:close/>
                <a:moveTo>
                  <a:pt x="601422" y="1600279"/>
                </a:moveTo>
                <a:lnTo>
                  <a:pt x="611900" y="1600279"/>
                </a:lnTo>
                <a:lnTo>
                  <a:pt x="611900" y="1558368"/>
                </a:lnTo>
                <a:lnTo>
                  <a:pt x="601422" y="1558368"/>
                </a:lnTo>
                <a:lnTo>
                  <a:pt x="601422" y="1600279"/>
                </a:lnTo>
                <a:close/>
                <a:moveTo>
                  <a:pt x="611900" y="1673623"/>
                </a:moveTo>
                <a:lnTo>
                  <a:pt x="611900" y="1631712"/>
                </a:lnTo>
                <a:lnTo>
                  <a:pt x="601422" y="1631712"/>
                </a:lnTo>
                <a:lnTo>
                  <a:pt x="601422" y="1673623"/>
                </a:lnTo>
                <a:lnTo>
                  <a:pt x="611900" y="1673623"/>
                </a:lnTo>
                <a:close/>
                <a:moveTo>
                  <a:pt x="611900" y="1746967"/>
                </a:moveTo>
                <a:lnTo>
                  <a:pt x="611900" y="1705056"/>
                </a:lnTo>
                <a:lnTo>
                  <a:pt x="601422" y="1705056"/>
                </a:lnTo>
                <a:lnTo>
                  <a:pt x="601422" y="1746967"/>
                </a:lnTo>
                <a:lnTo>
                  <a:pt x="611900" y="1746967"/>
                </a:lnTo>
                <a:close/>
                <a:moveTo>
                  <a:pt x="601422" y="1820311"/>
                </a:moveTo>
                <a:lnTo>
                  <a:pt x="611900" y="1820311"/>
                </a:lnTo>
                <a:lnTo>
                  <a:pt x="611900" y="1778400"/>
                </a:lnTo>
                <a:lnTo>
                  <a:pt x="601422" y="1778400"/>
                </a:lnTo>
                <a:lnTo>
                  <a:pt x="601422" y="1820311"/>
                </a:lnTo>
                <a:close/>
                <a:moveTo>
                  <a:pt x="601422" y="1893656"/>
                </a:moveTo>
                <a:lnTo>
                  <a:pt x="611900" y="1893656"/>
                </a:lnTo>
                <a:lnTo>
                  <a:pt x="611900" y="1851745"/>
                </a:lnTo>
                <a:lnTo>
                  <a:pt x="601422" y="1851745"/>
                </a:lnTo>
                <a:lnTo>
                  <a:pt x="601422" y="1893656"/>
                </a:lnTo>
                <a:close/>
                <a:moveTo>
                  <a:pt x="601422" y="1967000"/>
                </a:moveTo>
                <a:lnTo>
                  <a:pt x="611900" y="1967000"/>
                </a:lnTo>
                <a:lnTo>
                  <a:pt x="611900" y="1925089"/>
                </a:lnTo>
                <a:lnTo>
                  <a:pt x="601422" y="1925089"/>
                </a:lnTo>
                <a:lnTo>
                  <a:pt x="601422" y="1967000"/>
                </a:lnTo>
                <a:close/>
                <a:moveTo>
                  <a:pt x="611900" y="2040344"/>
                </a:moveTo>
                <a:lnTo>
                  <a:pt x="611900" y="1998433"/>
                </a:lnTo>
                <a:lnTo>
                  <a:pt x="601422" y="1998433"/>
                </a:lnTo>
                <a:lnTo>
                  <a:pt x="601422" y="2040344"/>
                </a:lnTo>
                <a:lnTo>
                  <a:pt x="611900" y="2040344"/>
                </a:lnTo>
                <a:close/>
                <a:moveTo>
                  <a:pt x="611900" y="2113688"/>
                </a:moveTo>
                <a:lnTo>
                  <a:pt x="611900" y="2071777"/>
                </a:lnTo>
                <a:lnTo>
                  <a:pt x="601422" y="2071777"/>
                </a:lnTo>
                <a:lnTo>
                  <a:pt x="601422" y="2113688"/>
                </a:lnTo>
                <a:lnTo>
                  <a:pt x="611900" y="211368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EAB2111-CF97-4161-B1FA-EAA965A66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3305" y="2249141"/>
            <a:ext cx="526402" cy="430006"/>
          </a:xfrm>
          <a:custGeom xmlns:a="http://schemas.openxmlformats.org/drawingml/2006/main">
            <a:pathLst>
              <a:path w="526402" h="430006">
                <a:moveTo>
                  <a:pt x="0" y="0"/>
                </a:moveTo>
                <a:lnTo>
                  <a:pt x="526402" y="0"/>
                </a:lnTo>
                <a:lnTo>
                  <a:pt x="526402" y="430006"/>
                </a:lnTo>
                <a:lnTo>
                  <a:pt x="0" y="430006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E3F2D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9EB60C4-E91B-4E63-85E3-BB1A4E273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3305" y="1644786"/>
            <a:ext cx="526402" cy="429168"/>
          </a:xfrm>
          <a:custGeom xmlns:a="http://schemas.openxmlformats.org/drawingml/2006/main">
            <a:pathLst>
              <a:path w="526402" h="429168">
                <a:moveTo>
                  <a:pt x="0" y="0"/>
                </a:moveTo>
                <a:lnTo>
                  <a:pt x="526402" y="0"/>
                </a:lnTo>
                <a:lnTo>
                  <a:pt x="526402" y="429168"/>
                </a:lnTo>
                <a:lnTo>
                  <a:pt x="0" y="429168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2C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41AF36C-95F7-43D0-BDBD-6F8D4BA23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3305" y="983431"/>
            <a:ext cx="526402" cy="502931"/>
          </a:xfrm>
          <a:custGeom xmlns:a="http://schemas.openxmlformats.org/drawingml/2006/main">
            <a:pathLst>
              <a:path w="526402" h="502931">
                <a:moveTo>
                  <a:pt x="0" y="0"/>
                </a:moveTo>
                <a:lnTo>
                  <a:pt x="526402" y="0"/>
                </a:lnTo>
                <a:lnTo>
                  <a:pt x="526402" y="502931"/>
                </a:lnTo>
                <a:lnTo>
                  <a:pt x="0" y="50293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AE3F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" name="Text ACC:1.0">
            <a:extLst xmlns:a="http://schemas.openxmlformats.org/drawingml/2006/main">
              <a:ext uri="{FF2B5EF4-FFF2-40B4-BE49-F238E27FC236}">
                <a16:creationId xmlns:a16="http://schemas.microsoft.com/office/drawing/2014/main" id="{F1EB3736-907E-420D-992A-954FAC428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4216" y="1229018"/>
            <a:ext cx="392651" cy="72648"/>
          </a:xfrm>
          <a:custGeom xmlns:a="http://schemas.openxmlformats.org/drawingml/2006/main">
            <a:pathLst>
              <a:path w="392651" h="72648">
                <a:moveTo>
                  <a:pt x="0" y="71498"/>
                </a:moveTo>
                <a:lnTo>
                  <a:pt x="26979" y="1246"/>
                </a:lnTo>
                <a:lnTo>
                  <a:pt x="36995" y="1246"/>
                </a:lnTo>
                <a:lnTo>
                  <a:pt x="65747" y="71498"/>
                </a:lnTo>
                <a:lnTo>
                  <a:pt x="55157" y="71498"/>
                </a:lnTo>
                <a:lnTo>
                  <a:pt x="46962" y="50317"/>
                </a:lnTo>
                <a:lnTo>
                  <a:pt x="17587" y="50317"/>
                </a:lnTo>
                <a:lnTo>
                  <a:pt x="9872" y="71498"/>
                </a:lnTo>
                <a:lnTo>
                  <a:pt x="0" y="71498"/>
                </a:lnTo>
                <a:moveTo>
                  <a:pt x="20270" y="42649"/>
                </a:moveTo>
                <a:lnTo>
                  <a:pt x="44087" y="42649"/>
                </a:lnTo>
                <a:lnTo>
                  <a:pt x="36755" y="23194"/>
                </a:lnTo>
                <a:cubicBezTo>
                  <a:pt x="34519" y="17283"/>
                  <a:pt x="32858" y="12427"/>
                  <a:pt x="31771" y="8626"/>
                </a:cubicBezTo>
                <a:cubicBezTo>
                  <a:pt x="30877" y="13130"/>
                  <a:pt x="29615" y="17603"/>
                  <a:pt x="27986" y="22043"/>
                </a:cubicBezTo>
                <a:lnTo>
                  <a:pt x="20270" y="42649"/>
                </a:lnTo>
                <a:close/>
                <a:moveTo>
                  <a:pt x="123152" y="46771"/>
                </a:moveTo>
                <a:lnTo>
                  <a:pt x="132448" y="49119"/>
                </a:lnTo>
                <a:cubicBezTo>
                  <a:pt x="130499" y="56770"/>
                  <a:pt x="126993" y="62604"/>
                  <a:pt x="121930" y="66622"/>
                </a:cubicBezTo>
                <a:cubicBezTo>
                  <a:pt x="116866" y="70639"/>
                  <a:pt x="110676" y="72648"/>
                  <a:pt x="103360" y="72648"/>
                </a:cubicBezTo>
                <a:cubicBezTo>
                  <a:pt x="95789" y="72648"/>
                  <a:pt x="89631" y="71106"/>
                  <a:pt x="84887" y="68023"/>
                </a:cubicBezTo>
                <a:cubicBezTo>
                  <a:pt x="80143" y="64940"/>
                  <a:pt x="76533" y="60476"/>
                  <a:pt x="74057" y="54630"/>
                </a:cubicBezTo>
                <a:cubicBezTo>
                  <a:pt x="71581" y="48783"/>
                  <a:pt x="70343" y="42506"/>
                  <a:pt x="70343" y="35797"/>
                </a:cubicBezTo>
                <a:cubicBezTo>
                  <a:pt x="70343" y="28481"/>
                  <a:pt x="71741" y="22099"/>
                  <a:pt x="74536" y="16652"/>
                </a:cubicBezTo>
                <a:cubicBezTo>
                  <a:pt x="77331" y="11205"/>
                  <a:pt x="81309" y="7068"/>
                  <a:pt x="86468" y="4241"/>
                </a:cubicBezTo>
                <a:cubicBezTo>
                  <a:pt x="91628" y="1414"/>
                  <a:pt x="97306" y="0"/>
                  <a:pt x="103504" y="0"/>
                </a:cubicBezTo>
                <a:cubicBezTo>
                  <a:pt x="110532" y="0"/>
                  <a:pt x="116443" y="1789"/>
                  <a:pt x="121235" y="5367"/>
                </a:cubicBezTo>
                <a:cubicBezTo>
                  <a:pt x="126027" y="8945"/>
                  <a:pt x="129365" y="13977"/>
                  <a:pt x="131250" y="20462"/>
                </a:cubicBezTo>
                <a:lnTo>
                  <a:pt x="122097" y="22619"/>
                </a:lnTo>
                <a:cubicBezTo>
                  <a:pt x="120468" y="17490"/>
                  <a:pt x="118104" y="13756"/>
                  <a:pt x="115005" y="11417"/>
                </a:cubicBezTo>
                <a:cubicBezTo>
                  <a:pt x="111906" y="9077"/>
                  <a:pt x="108009" y="7907"/>
                  <a:pt x="103312" y="7907"/>
                </a:cubicBezTo>
                <a:cubicBezTo>
                  <a:pt x="97913" y="7907"/>
                  <a:pt x="93401" y="9203"/>
                  <a:pt x="89775" y="11796"/>
                </a:cubicBezTo>
                <a:cubicBezTo>
                  <a:pt x="86149" y="14388"/>
                  <a:pt x="83601" y="17868"/>
                  <a:pt x="82131" y="22237"/>
                </a:cubicBezTo>
                <a:cubicBezTo>
                  <a:pt x="80662" y="26604"/>
                  <a:pt x="79927" y="31108"/>
                  <a:pt x="79927" y="35747"/>
                </a:cubicBezTo>
                <a:cubicBezTo>
                  <a:pt x="79927" y="41731"/>
                  <a:pt x="80798" y="46956"/>
                  <a:pt x="82539" y="51420"/>
                </a:cubicBezTo>
                <a:cubicBezTo>
                  <a:pt x="84280" y="55885"/>
                  <a:pt x="86987" y="59221"/>
                  <a:pt x="90661" y="61430"/>
                </a:cubicBezTo>
                <a:cubicBezTo>
                  <a:pt x="94335" y="63637"/>
                  <a:pt x="98313" y="64741"/>
                  <a:pt x="102594" y="64741"/>
                </a:cubicBezTo>
                <a:cubicBezTo>
                  <a:pt x="107801" y="64741"/>
                  <a:pt x="112210" y="63231"/>
                  <a:pt x="115820" y="60212"/>
                </a:cubicBezTo>
                <a:cubicBezTo>
                  <a:pt x="119430" y="57193"/>
                  <a:pt x="121874" y="52713"/>
                  <a:pt x="123152" y="46771"/>
                </a:cubicBezTo>
                <a:close/>
                <a:moveTo>
                  <a:pt x="193702" y="46771"/>
                </a:moveTo>
                <a:lnTo>
                  <a:pt x="202998" y="49119"/>
                </a:lnTo>
                <a:cubicBezTo>
                  <a:pt x="201050" y="56770"/>
                  <a:pt x="197543" y="62604"/>
                  <a:pt x="192480" y="66622"/>
                </a:cubicBezTo>
                <a:cubicBezTo>
                  <a:pt x="187416" y="70639"/>
                  <a:pt x="181226" y="72648"/>
                  <a:pt x="173911" y="72648"/>
                </a:cubicBezTo>
                <a:cubicBezTo>
                  <a:pt x="166339" y="72648"/>
                  <a:pt x="160181" y="71106"/>
                  <a:pt x="155437" y="68023"/>
                </a:cubicBezTo>
                <a:cubicBezTo>
                  <a:pt x="150693" y="64940"/>
                  <a:pt x="147083" y="60476"/>
                  <a:pt x="144607" y="54630"/>
                </a:cubicBezTo>
                <a:cubicBezTo>
                  <a:pt x="142131" y="48783"/>
                  <a:pt x="140893" y="42506"/>
                  <a:pt x="140893" y="35797"/>
                </a:cubicBezTo>
                <a:cubicBezTo>
                  <a:pt x="140893" y="28481"/>
                  <a:pt x="142291" y="22099"/>
                  <a:pt x="145086" y="16652"/>
                </a:cubicBezTo>
                <a:cubicBezTo>
                  <a:pt x="147882" y="11205"/>
                  <a:pt x="151859" y="7068"/>
                  <a:pt x="157019" y="4241"/>
                </a:cubicBezTo>
                <a:cubicBezTo>
                  <a:pt x="162178" y="1414"/>
                  <a:pt x="167857" y="0"/>
                  <a:pt x="174054" y="0"/>
                </a:cubicBezTo>
                <a:cubicBezTo>
                  <a:pt x="181083" y="0"/>
                  <a:pt x="186993" y="1789"/>
                  <a:pt x="191785" y="5367"/>
                </a:cubicBezTo>
                <a:cubicBezTo>
                  <a:pt x="196577" y="8945"/>
                  <a:pt x="199915" y="13977"/>
                  <a:pt x="201800" y="20462"/>
                </a:cubicBezTo>
                <a:lnTo>
                  <a:pt x="192648" y="22619"/>
                </a:lnTo>
                <a:cubicBezTo>
                  <a:pt x="191018" y="17490"/>
                  <a:pt x="188654" y="13756"/>
                  <a:pt x="185555" y="11417"/>
                </a:cubicBezTo>
                <a:cubicBezTo>
                  <a:pt x="182456" y="9077"/>
                  <a:pt x="178559" y="7907"/>
                  <a:pt x="173863" y="7907"/>
                </a:cubicBezTo>
                <a:cubicBezTo>
                  <a:pt x="168464" y="7907"/>
                  <a:pt x="163951" y="9203"/>
                  <a:pt x="160325" y="11796"/>
                </a:cubicBezTo>
                <a:cubicBezTo>
                  <a:pt x="156699" y="14388"/>
                  <a:pt x="154151" y="17868"/>
                  <a:pt x="152682" y="22237"/>
                </a:cubicBezTo>
                <a:cubicBezTo>
                  <a:pt x="151212" y="26604"/>
                  <a:pt x="150477" y="31108"/>
                  <a:pt x="150477" y="35747"/>
                </a:cubicBezTo>
                <a:cubicBezTo>
                  <a:pt x="150477" y="41731"/>
                  <a:pt x="151348" y="46956"/>
                  <a:pt x="153089" y="51420"/>
                </a:cubicBezTo>
                <a:cubicBezTo>
                  <a:pt x="154830" y="55885"/>
                  <a:pt x="157538" y="59221"/>
                  <a:pt x="161212" y="61430"/>
                </a:cubicBezTo>
                <a:cubicBezTo>
                  <a:pt x="164885" y="63637"/>
                  <a:pt x="168863" y="64741"/>
                  <a:pt x="173144" y="64741"/>
                </a:cubicBezTo>
                <a:cubicBezTo>
                  <a:pt x="178351" y="64741"/>
                  <a:pt x="182760" y="63231"/>
                  <a:pt x="186370" y="60212"/>
                </a:cubicBezTo>
                <a:cubicBezTo>
                  <a:pt x="189980" y="57193"/>
                  <a:pt x="192424" y="52713"/>
                  <a:pt x="193702" y="46771"/>
                </a:cubicBezTo>
                <a:close/>
                <a:moveTo>
                  <a:pt x="215420" y="30478"/>
                </a:moveTo>
                <a:lnTo>
                  <a:pt x="215420" y="20606"/>
                </a:lnTo>
                <a:lnTo>
                  <a:pt x="225244" y="20606"/>
                </a:lnTo>
                <a:lnTo>
                  <a:pt x="225244" y="30478"/>
                </a:lnTo>
                <a:lnTo>
                  <a:pt x="215420" y="30478"/>
                </a:lnTo>
                <a:moveTo>
                  <a:pt x="215420" y="71498"/>
                </a:moveTo>
                <a:lnTo>
                  <a:pt x="215420" y="61626"/>
                </a:lnTo>
                <a:lnTo>
                  <a:pt x="225244" y="61626"/>
                </a:lnTo>
                <a:lnTo>
                  <a:pt x="225244" y="71498"/>
                </a:lnTo>
                <a:lnTo>
                  <a:pt x="215420" y="71498"/>
                </a:lnTo>
                <a:close/>
                <a:moveTo>
                  <a:pt x="297603" y="71498"/>
                </a:moveTo>
                <a:lnTo>
                  <a:pt x="288977" y="71498"/>
                </a:lnTo>
                <a:lnTo>
                  <a:pt x="288977" y="16533"/>
                </a:lnTo>
                <a:cubicBezTo>
                  <a:pt x="286901" y="18513"/>
                  <a:pt x="284177" y="20494"/>
                  <a:pt x="280807" y="22475"/>
                </a:cubicBezTo>
                <a:cubicBezTo>
                  <a:pt x="277436" y="24455"/>
                  <a:pt x="274409" y="25941"/>
                  <a:pt x="271726" y="26931"/>
                </a:cubicBezTo>
                <a:lnTo>
                  <a:pt x="271726" y="18593"/>
                </a:lnTo>
                <a:cubicBezTo>
                  <a:pt x="276550" y="16325"/>
                  <a:pt x="280767" y="13578"/>
                  <a:pt x="284377" y="10351"/>
                </a:cubicBezTo>
                <a:cubicBezTo>
                  <a:pt x="287987" y="7124"/>
                  <a:pt x="290543" y="3993"/>
                  <a:pt x="292044" y="958"/>
                </a:cubicBezTo>
                <a:lnTo>
                  <a:pt x="297603" y="958"/>
                </a:lnTo>
                <a:lnTo>
                  <a:pt x="297603" y="71498"/>
                </a:lnTo>
                <a:close/>
                <a:moveTo>
                  <a:pt x="324437" y="71498"/>
                </a:moveTo>
                <a:lnTo>
                  <a:pt x="324437" y="61626"/>
                </a:lnTo>
                <a:lnTo>
                  <a:pt x="334261" y="61626"/>
                </a:lnTo>
                <a:lnTo>
                  <a:pt x="334261" y="71498"/>
                </a:lnTo>
                <a:lnTo>
                  <a:pt x="324437" y="71498"/>
                </a:lnTo>
                <a:close/>
                <a:moveTo>
                  <a:pt x="346839" y="36827"/>
                </a:moveTo>
                <a:cubicBezTo>
                  <a:pt x="346839" y="28527"/>
                  <a:pt x="347694" y="21846"/>
                  <a:pt x="349403" y="16786"/>
                </a:cubicBezTo>
                <a:cubicBezTo>
                  <a:pt x="351112" y="11725"/>
                  <a:pt x="353652" y="7822"/>
                  <a:pt x="357022" y="5077"/>
                </a:cubicBezTo>
                <a:cubicBezTo>
                  <a:pt x="360393" y="2331"/>
                  <a:pt x="364634" y="958"/>
                  <a:pt x="369745" y="958"/>
                </a:cubicBezTo>
                <a:cubicBezTo>
                  <a:pt x="373515" y="958"/>
                  <a:pt x="376822" y="1717"/>
                  <a:pt x="379665" y="3233"/>
                </a:cubicBezTo>
                <a:cubicBezTo>
                  <a:pt x="382508" y="4750"/>
                  <a:pt x="384856" y="6937"/>
                  <a:pt x="386709" y="9794"/>
                </a:cubicBezTo>
                <a:cubicBezTo>
                  <a:pt x="388562" y="12651"/>
                  <a:pt x="390016" y="16131"/>
                  <a:pt x="391070" y="20234"/>
                </a:cubicBezTo>
                <a:cubicBezTo>
                  <a:pt x="392124" y="24337"/>
                  <a:pt x="392651" y="29868"/>
                  <a:pt x="392651" y="36827"/>
                </a:cubicBezTo>
                <a:cubicBezTo>
                  <a:pt x="392651" y="45063"/>
                  <a:pt x="391805" y="51712"/>
                  <a:pt x="390112" y="56772"/>
                </a:cubicBezTo>
                <a:cubicBezTo>
                  <a:pt x="388418" y="61833"/>
                  <a:pt x="385887" y="65744"/>
                  <a:pt x="382516" y="68506"/>
                </a:cubicBezTo>
                <a:cubicBezTo>
                  <a:pt x="379146" y="71267"/>
                  <a:pt x="374889" y="72648"/>
                  <a:pt x="369745" y="72648"/>
                </a:cubicBezTo>
                <a:cubicBezTo>
                  <a:pt x="362973" y="72648"/>
                  <a:pt x="357653" y="70221"/>
                  <a:pt x="353788" y="65368"/>
                </a:cubicBezTo>
                <a:cubicBezTo>
                  <a:pt x="349155" y="59526"/>
                  <a:pt x="346839" y="50012"/>
                  <a:pt x="346839" y="36827"/>
                </a:cubicBezTo>
                <a:moveTo>
                  <a:pt x="355705" y="36803"/>
                </a:moveTo>
                <a:cubicBezTo>
                  <a:pt x="355705" y="48297"/>
                  <a:pt x="357054" y="55947"/>
                  <a:pt x="359754" y="59753"/>
                </a:cubicBezTo>
                <a:cubicBezTo>
                  <a:pt x="362453" y="63557"/>
                  <a:pt x="365784" y="65460"/>
                  <a:pt x="369745" y="65460"/>
                </a:cubicBezTo>
                <a:cubicBezTo>
                  <a:pt x="373707" y="65460"/>
                  <a:pt x="377037" y="63549"/>
                  <a:pt x="379737" y="59729"/>
                </a:cubicBezTo>
                <a:cubicBezTo>
                  <a:pt x="382436" y="55908"/>
                  <a:pt x="383786" y="48266"/>
                  <a:pt x="383786" y="36803"/>
                </a:cubicBezTo>
                <a:cubicBezTo>
                  <a:pt x="383786" y="25277"/>
                  <a:pt x="382436" y="17620"/>
                  <a:pt x="379737" y="13831"/>
                </a:cubicBezTo>
                <a:cubicBezTo>
                  <a:pt x="377037" y="10041"/>
                  <a:pt x="373675" y="8147"/>
                  <a:pt x="369649" y="8147"/>
                </a:cubicBezTo>
                <a:cubicBezTo>
                  <a:pt x="365688" y="8147"/>
                  <a:pt x="362525" y="9818"/>
                  <a:pt x="360161" y="13162"/>
                </a:cubicBezTo>
                <a:cubicBezTo>
                  <a:pt x="357190" y="17429"/>
                  <a:pt x="355705" y="25309"/>
                  <a:pt x="355705" y="36803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" name="Text SP:1.2">
            <a:extLst xmlns:a="http://schemas.openxmlformats.org/drawingml/2006/main">
              <a:ext uri="{FF2B5EF4-FFF2-40B4-BE49-F238E27FC236}">
                <a16:creationId xmlns:a16="http://schemas.microsoft.com/office/drawing/2014/main" id="{E3EC6693-8474-460E-A420-8A3AF4928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8768" y="1346368"/>
            <a:ext cx="311831" cy="72648"/>
          </a:xfrm>
          <a:custGeom xmlns:a="http://schemas.openxmlformats.org/drawingml/2006/main">
            <a:pathLst>
              <a:path w="311831" h="72648">
                <a:moveTo>
                  <a:pt x="0" y="48879"/>
                </a:moveTo>
                <a:lnTo>
                  <a:pt x="8769" y="48112"/>
                </a:lnTo>
                <a:cubicBezTo>
                  <a:pt x="9185" y="51627"/>
                  <a:pt x="10151" y="54510"/>
                  <a:pt x="11669" y="56762"/>
                </a:cubicBezTo>
                <a:cubicBezTo>
                  <a:pt x="13186" y="59014"/>
                  <a:pt x="15542" y="60835"/>
                  <a:pt x="18737" y="62225"/>
                </a:cubicBezTo>
                <a:cubicBezTo>
                  <a:pt x="21932" y="63615"/>
                  <a:pt x="25526" y="64310"/>
                  <a:pt x="29519" y="64310"/>
                </a:cubicBezTo>
                <a:cubicBezTo>
                  <a:pt x="33065" y="64310"/>
                  <a:pt x="36196" y="63782"/>
                  <a:pt x="38912" y="62728"/>
                </a:cubicBezTo>
                <a:cubicBezTo>
                  <a:pt x="41627" y="61674"/>
                  <a:pt x="43648" y="60228"/>
                  <a:pt x="44974" y="58391"/>
                </a:cubicBezTo>
                <a:cubicBezTo>
                  <a:pt x="46299" y="56554"/>
                  <a:pt x="46962" y="54550"/>
                  <a:pt x="46962" y="52377"/>
                </a:cubicBezTo>
                <a:cubicBezTo>
                  <a:pt x="46962" y="50173"/>
                  <a:pt x="46323" y="48248"/>
                  <a:pt x="45045" y="46603"/>
                </a:cubicBezTo>
                <a:cubicBezTo>
                  <a:pt x="43768" y="44958"/>
                  <a:pt x="41659" y="43576"/>
                  <a:pt x="38720" y="42458"/>
                </a:cubicBezTo>
                <a:cubicBezTo>
                  <a:pt x="36835" y="41723"/>
                  <a:pt x="32666" y="40581"/>
                  <a:pt x="26213" y="39031"/>
                </a:cubicBezTo>
                <a:cubicBezTo>
                  <a:pt x="19759" y="37482"/>
                  <a:pt x="15239" y="36020"/>
                  <a:pt x="12651" y="34647"/>
                </a:cubicBezTo>
                <a:cubicBezTo>
                  <a:pt x="9297" y="32890"/>
                  <a:pt x="6797" y="30709"/>
                  <a:pt x="5151" y="28105"/>
                </a:cubicBezTo>
                <a:cubicBezTo>
                  <a:pt x="3506" y="25502"/>
                  <a:pt x="2684" y="22587"/>
                  <a:pt x="2684" y="19360"/>
                </a:cubicBezTo>
                <a:cubicBezTo>
                  <a:pt x="2684" y="15814"/>
                  <a:pt x="3690" y="12499"/>
                  <a:pt x="5703" y="9416"/>
                </a:cubicBezTo>
                <a:cubicBezTo>
                  <a:pt x="7715" y="6334"/>
                  <a:pt x="10654" y="3993"/>
                  <a:pt x="14520" y="2396"/>
                </a:cubicBezTo>
                <a:cubicBezTo>
                  <a:pt x="18386" y="799"/>
                  <a:pt x="22682" y="0"/>
                  <a:pt x="27411" y="0"/>
                </a:cubicBezTo>
                <a:cubicBezTo>
                  <a:pt x="32618" y="0"/>
                  <a:pt x="37210" y="839"/>
                  <a:pt x="41188" y="2516"/>
                </a:cubicBezTo>
                <a:cubicBezTo>
                  <a:pt x="45165" y="4193"/>
                  <a:pt x="48224" y="6661"/>
                  <a:pt x="50365" y="9920"/>
                </a:cubicBezTo>
                <a:cubicBezTo>
                  <a:pt x="52505" y="13178"/>
                  <a:pt x="53655" y="16868"/>
                  <a:pt x="53815" y="20989"/>
                </a:cubicBezTo>
                <a:lnTo>
                  <a:pt x="44902" y="21660"/>
                </a:lnTo>
                <a:cubicBezTo>
                  <a:pt x="44422" y="17204"/>
                  <a:pt x="42801" y="13837"/>
                  <a:pt x="40038" y="11561"/>
                </a:cubicBezTo>
                <a:cubicBezTo>
                  <a:pt x="37274" y="9285"/>
                  <a:pt x="33193" y="8147"/>
                  <a:pt x="27794" y="8147"/>
                </a:cubicBezTo>
                <a:cubicBezTo>
                  <a:pt x="22171" y="8147"/>
                  <a:pt x="18074" y="9178"/>
                  <a:pt x="15502" y="11240"/>
                </a:cubicBezTo>
                <a:cubicBezTo>
                  <a:pt x="12931" y="13302"/>
                  <a:pt x="11645" y="15787"/>
                  <a:pt x="11645" y="18697"/>
                </a:cubicBezTo>
                <a:cubicBezTo>
                  <a:pt x="11645" y="21222"/>
                  <a:pt x="12555" y="23300"/>
                  <a:pt x="14376" y="24931"/>
                </a:cubicBezTo>
                <a:cubicBezTo>
                  <a:pt x="16165" y="26562"/>
                  <a:pt x="20837" y="28233"/>
                  <a:pt x="28393" y="29943"/>
                </a:cubicBezTo>
                <a:cubicBezTo>
                  <a:pt x="35948" y="31653"/>
                  <a:pt x="41132" y="33148"/>
                  <a:pt x="43943" y="34426"/>
                </a:cubicBezTo>
                <a:cubicBezTo>
                  <a:pt x="48032" y="36312"/>
                  <a:pt x="51051" y="38702"/>
                  <a:pt x="53000" y="41597"/>
                </a:cubicBezTo>
                <a:cubicBezTo>
                  <a:pt x="54949" y="44490"/>
                  <a:pt x="55923" y="47823"/>
                  <a:pt x="55923" y="51596"/>
                </a:cubicBezTo>
                <a:cubicBezTo>
                  <a:pt x="55923" y="55335"/>
                  <a:pt x="54853" y="58860"/>
                  <a:pt x="52713" y="62170"/>
                </a:cubicBezTo>
                <a:cubicBezTo>
                  <a:pt x="50572" y="65478"/>
                  <a:pt x="47497" y="68052"/>
                  <a:pt x="43488" y="69891"/>
                </a:cubicBezTo>
                <a:cubicBezTo>
                  <a:pt x="39479" y="71729"/>
                  <a:pt x="34966" y="72648"/>
                  <a:pt x="29950" y="72648"/>
                </a:cubicBezTo>
                <a:cubicBezTo>
                  <a:pt x="23593" y="72648"/>
                  <a:pt x="18266" y="71721"/>
                  <a:pt x="13969" y="69868"/>
                </a:cubicBezTo>
                <a:cubicBezTo>
                  <a:pt x="9672" y="68015"/>
                  <a:pt x="6302" y="65228"/>
                  <a:pt x="3858" y="61506"/>
                </a:cubicBezTo>
                <a:cubicBezTo>
                  <a:pt x="1414" y="57784"/>
                  <a:pt x="128" y="53575"/>
                  <a:pt x="0" y="48879"/>
                </a:cubicBezTo>
                <a:close/>
                <a:moveTo>
                  <a:pt x="68474" y="71498"/>
                </a:moveTo>
                <a:lnTo>
                  <a:pt x="68474" y="1246"/>
                </a:lnTo>
                <a:lnTo>
                  <a:pt x="94974" y="1246"/>
                </a:lnTo>
                <a:cubicBezTo>
                  <a:pt x="99638" y="1246"/>
                  <a:pt x="103201" y="1469"/>
                  <a:pt x="105660" y="1915"/>
                </a:cubicBezTo>
                <a:cubicBezTo>
                  <a:pt x="109111" y="2490"/>
                  <a:pt x="112002" y="3584"/>
                  <a:pt x="114334" y="5195"/>
                </a:cubicBezTo>
                <a:cubicBezTo>
                  <a:pt x="116666" y="6806"/>
                  <a:pt x="118543" y="9064"/>
                  <a:pt x="119965" y="11968"/>
                </a:cubicBezTo>
                <a:cubicBezTo>
                  <a:pt x="121386" y="14871"/>
                  <a:pt x="122097" y="18062"/>
                  <a:pt x="122097" y="21540"/>
                </a:cubicBezTo>
                <a:cubicBezTo>
                  <a:pt x="122097" y="27508"/>
                  <a:pt x="120196" y="32559"/>
                  <a:pt x="116395" y="36691"/>
                </a:cubicBezTo>
                <a:cubicBezTo>
                  <a:pt x="112593" y="40823"/>
                  <a:pt x="105724" y="42889"/>
                  <a:pt x="95789" y="42889"/>
                </a:cubicBezTo>
                <a:lnTo>
                  <a:pt x="77771" y="42889"/>
                </a:lnTo>
                <a:lnTo>
                  <a:pt x="77771" y="71498"/>
                </a:lnTo>
                <a:lnTo>
                  <a:pt x="68474" y="71498"/>
                </a:lnTo>
                <a:moveTo>
                  <a:pt x="77771" y="34599"/>
                </a:moveTo>
                <a:lnTo>
                  <a:pt x="95933" y="34599"/>
                </a:lnTo>
                <a:cubicBezTo>
                  <a:pt x="101939" y="34599"/>
                  <a:pt x="106204" y="33483"/>
                  <a:pt x="108727" y="31252"/>
                </a:cubicBezTo>
                <a:cubicBezTo>
                  <a:pt x="111251" y="29019"/>
                  <a:pt x="112513" y="25878"/>
                  <a:pt x="112513" y="21828"/>
                </a:cubicBezTo>
                <a:cubicBezTo>
                  <a:pt x="112513" y="18895"/>
                  <a:pt x="111770" y="16384"/>
                  <a:pt x="110285" y="14295"/>
                </a:cubicBezTo>
                <a:cubicBezTo>
                  <a:pt x="108799" y="12207"/>
                  <a:pt x="106843" y="10828"/>
                  <a:pt x="104415" y="10158"/>
                </a:cubicBezTo>
                <a:cubicBezTo>
                  <a:pt x="102849" y="9743"/>
                  <a:pt x="99958" y="9536"/>
                  <a:pt x="95741" y="9536"/>
                </a:cubicBezTo>
                <a:lnTo>
                  <a:pt x="77771" y="9536"/>
                </a:lnTo>
                <a:lnTo>
                  <a:pt x="77771" y="34599"/>
                </a:lnTo>
                <a:close/>
                <a:moveTo>
                  <a:pt x="135080" y="30478"/>
                </a:moveTo>
                <a:lnTo>
                  <a:pt x="135080" y="20606"/>
                </a:lnTo>
                <a:lnTo>
                  <a:pt x="144903" y="20606"/>
                </a:lnTo>
                <a:lnTo>
                  <a:pt x="144903" y="30478"/>
                </a:lnTo>
                <a:lnTo>
                  <a:pt x="135080" y="30478"/>
                </a:lnTo>
                <a:moveTo>
                  <a:pt x="135080" y="71498"/>
                </a:moveTo>
                <a:lnTo>
                  <a:pt x="135080" y="61626"/>
                </a:lnTo>
                <a:lnTo>
                  <a:pt x="144903" y="61626"/>
                </a:lnTo>
                <a:lnTo>
                  <a:pt x="144903" y="71498"/>
                </a:lnTo>
                <a:lnTo>
                  <a:pt x="135080" y="71498"/>
                </a:lnTo>
                <a:close/>
                <a:moveTo>
                  <a:pt x="217261" y="71498"/>
                </a:moveTo>
                <a:lnTo>
                  <a:pt x="208635" y="71498"/>
                </a:lnTo>
                <a:lnTo>
                  <a:pt x="208635" y="16533"/>
                </a:lnTo>
                <a:cubicBezTo>
                  <a:pt x="206559" y="18513"/>
                  <a:pt x="203835" y="20494"/>
                  <a:pt x="200465" y="22475"/>
                </a:cubicBezTo>
                <a:cubicBezTo>
                  <a:pt x="197094" y="24455"/>
                  <a:pt x="194067" y="25941"/>
                  <a:pt x="191384" y="26931"/>
                </a:cubicBezTo>
                <a:lnTo>
                  <a:pt x="191384" y="18593"/>
                </a:lnTo>
                <a:cubicBezTo>
                  <a:pt x="196208" y="16325"/>
                  <a:pt x="200425" y="13578"/>
                  <a:pt x="204035" y="10351"/>
                </a:cubicBezTo>
                <a:cubicBezTo>
                  <a:pt x="207645" y="7124"/>
                  <a:pt x="210201" y="3993"/>
                  <a:pt x="211702" y="958"/>
                </a:cubicBezTo>
                <a:lnTo>
                  <a:pt x="217261" y="958"/>
                </a:lnTo>
                <a:lnTo>
                  <a:pt x="217261" y="71498"/>
                </a:lnTo>
                <a:close/>
                <a:moveTo>
                  <a:pt x="244096" y="71498"/>
                </a:moveTo>
                <a:lnTo>
                  <a:pt x="244096" y="61626"/>
                </a:lnTo>
                <a:lnTo>
                  <a:pt x="253919" y="61626"/>
                </a:lnTo>
                <a:lnTo>
                  <a:pt x="253919" y="71498"/>
                </a:lnTo>
                <a:lnTo>
                  <a:pt x="244096" y="71498"/>
                </a:lnTo>
                <a:close/>
                <a:moveTo>
                  <a:pt x="311831" y="63207"/>
                </a:moveTo>
                <a:lnTo>
                  <a:pt x="311831" y="71498"/>
                </a:lnTo>
                <a:lnTo>
                  <a:pt x="265395" y="71498"/>
                </a:lnTo>
                <a:cubicBezTo>
                  <a:pt x="265332" y="69422"/>
                  <a:pt x="265667" y="67426"/>
                  <a:pt x="266402" y="65511"/>
                </a:cubicBezTo>
                <a:cubicBezTo>
                  <a:pt x="267584" y="62350"/>
                  <a:pt x="269477" y="59237"/>
                  <a:pt x="272080" y="56172"/>
                </a:cubicBezTo>
                <a:cubicBezTo>
                  <a:pt x="274684" y="53107"/>
                  <a:pt x="278446" y="49563"/>
                  <a:pt x="283366" y="45540"/>
                </a:cubicBezTo>
                <a:cubicBezTo>
                  <a:pt x="291001" y="39284"/>
                  <a:pt x="296161" y="34329"/>
                  <a:pt x="298844" y="30674"/>
                </a:cubicBezTo>
                <a:cubicBezTo>
                  <a:pt x="301528" y="27019"/>
                  <a:pt x="302869" y="23563"/>
                  <a:pt x="302869" y="20308"/>
                </a:cubicBezTo>
                <a:cubicBezTo>
                  <a:pt x="302869" y="16893"/>
                  <a:pt x="301647" y="14012"/>
                  <a:pt x="299203" y="11666"/>
                </a:cubicBezTo>
                <a:cubicBezTo>
                  <a:pt x="296760" y="9320"/>
                  <a:pt x="293573" y="8147"/>
                  <a:pt x="289643" y="8147"/>
                </a:cubicBezTo>
                <a:cubicBezTo>
                  <a:pt x="285490" y="8147"/>
                  <a:pt x="282168" y="9392"/>
                  <a:pt x="279676" y="11884"/>
                </a:cubicBezTo>
                <a:cubicBezTo>
                  <a:pt x="277184" y="14376"/>
                  <a:pt x="275922" y="17826"/>
                  <a:pt x="275890" y="22235"/>
                </a:cubicBezTo>
                <a:lnTo>
                  <a:pt x="267025" y="21323"/>
                </a:lnTo>
                <a:cubicBezTo>
                  <a:pt x="267632" y="14695"/>
                  <a:pt x="269916" y="9644"/>
                  <a:pt x="273877" y="6170"/>
                </a:cubicBezTo>
                <a:cubicBezTo>
                  <a:pt x="277839" y="2696"/>
                  <a:pt x="283158" y="958"/>
                  <a:pt x="289835" y="958"/>
                </a:cubicBezTo>
                <a:cubicBezTo>
                  <a:pt x="296576" y="958"/>
                  <a:pt x="301911" y="2828"/>
                  <a:pt x="305840" y="6567"/>
                </a:cubicBezTo>
                <a:cubicBezTo>
                  <a:pt x="309770" y="10305"/>
                  <a:pt x="311735" y="14939"/>
                  <a:pt x="311735" y="20468"/>
                </a:cubicBezTo>
                <a:cubicBezTo>
                  <a:pt x="311735" y="23280"/>
                  <a:pt x="311160" y="26045"/>
                  <a:pt x="310010" y="28761"/>
                </a:cubicBezTo>
                <a:cubicBezTo>
                  <a:pt x="308859" y="31478"/>
                  <a:pt x="306951" y="34338"/>
                  <a:pt x="304283" y="37342"/>
                </a:cubicBezTo>
                <a:cubicBezTo>
                  <a:pt x="301615" y="40345"/>
                  <a:pt x="297183" y="44467"/>
                  <a:pt x="290985" y="49709"/>
                </a:cubicBezTo>
                <a:cubicBezTo>
                  <a:pt x="285810" y="54048"/>
                  <a:pt x="282487" y="56993"/>
                  <a:pt x="281018" y="58541"/>
                </a:cubicBezTo>
                <a:cubicBezTo>
                  <a:pt x="279548" y="60088"/>
                  <a:pt x="278334" y="61644"/>
                  <a:pt x="277376" y="63207"/>
                </a:cubicBezTo>
                <a:lnTo>
                  <a:pt x="311831" y="6320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6507639-D574-4534-8646-15B420B94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8956" y="965578"/>
            <a:ext cx="520751" cy="190526"/>
          </a:xfrm>
          <a:custGeom xmlns:a="http://schemas.openxmlformats.org/drawingml/2006/main">
            <a:pathLst>
              <a:path w="520751" h="190526">
                <a:moveTo>
                  <a:pt x="32069" y="250"/>
                </a:moveTo>
                <a:lnTo>
                  <a:pt x="488898" y="250"/>
                </a:lnTo>
                <a:cubicBezTo>
                  <a:pt x="506193" y="0"/>
                  <a:pt x="520401" y="14201"/>
                  <a:pt x="520751" y="32102"/>
                </a:cubicBezTo>
                <a:lnTo>
                  <a:pt x="520751" y="190526"/>
                </a:lnTo>
                <a:lnTo>
                  <a:pt x="217" y="190526"/>
                </a:lnTo>
                <a:lnTo>
                  <a:pt x="217" y="32102"/>
                </a:lnTo>
                <a:cubicBezTo>
                  <a:pt x="0" y="14201"/>
                  <a:pt x="14208" y="0"/>
                  <a:pt x="32069" y="250"/>
                </a:cubicBezTo>
              </a:path>
            </a:pathLst>
          </a:custGeom>
          <a:solidFill xmlns:a="http://schemas.openxmlformats.org/drawingml/2006/main">
            <a:srgbClr val="DAE3F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0F58F65-D373-458C-AE7A-189633BC9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5464" y="962085"/>
            <a:ext cx="527386" cy="197329"/>
          </a:xfrm>
          <a:custGeom xmlns:a="http://schemas.openxmlformats.org/drawingml/2006/main">
            <a:pathLst>
              <a:path w="527386" h="197329">
                <a:moveTo>
                  <a:pt x="24748" y="1577"/>
                </a:moveTo>
                <a:lnTo>
                  <a:pt x="21507" y="2765"/>
                </a:lnTo>
                <a:lnTo>
                  <a:pt x="18427" y="4246"/>
                </a:lnTo>
                <a:lnTo>
                  <a:pt x="15528" y="6013"/>
                </a:lnTo>
                <a:lnTo>
                  <a:pt x="12811" y="8039"/>
                </a:lnTo>
                <a:lnTo>
                  <a:pt x="10317" y="10309"/>
                </a:lnTo>
                <a:lnTo>
                  <a:pt x="8040" y="12809"/>
                </a:lnTo>
                <a:lnTo>
                  <a:pt x="6016" y="15520"/>
                </a:lnTo>
                <a:lnTo>
                  <a:pt x="4248" y="18425"/>
                </a:lnTo>
                <a:lnTo>
                  <a:pt x="2766" y="21506"/>
                </a:lnTo>
                <a:lnTo>
                  <a:pt x="1579" y="24747"/>
                </a:lnTo>
                <a:lnTo>
                  <a:pt x="726" y="28080"/>
                </a:lnTo>
                <a:lnTo>
                  <a:pt x="405" y="29860"/>
                </a:lnTo>
                <a:lnTo>
                  <a:pt x="182" y="31620"/>
                </a:lnTo>
                <a:lnTo>
                  <a:pt x="49" y="33409"/>
                </a:lnTo>
                <a:lnTo>
                  <a:pt x="0" y="35169"/>
                </a:lnTo>
                <a:lnTo>
                  <a:pt x="0" y="197329"/>
                </a:lnTo>
                <a:lnTo>
                  <a:pt x="527386" y="197329"/>
                </a:lnTo>
                <a:lnTo>
                  <a:pt x="527386" y="35169"/>
                </a:lnTo>
                <a:lnTo>
                  <a:pt x="527338" y="33409"/>
                </a:lnTo>
                <a:lnTo>
                  <a:pt x="527205" y="31620"/>
                </a:lnTo>
                <a:lnTo>
                  <a:pt x="526981" y="29860"/>
                </a:lnTo>
                <a:lnTo>
                  <a:pt x="526660" y="28080"/>
                </a:lnTo>
                <a:lnTo>
                  <a:pt x="525809" y="24747"/>
                </a:lnTo>
                <a:lnTo>
                  <a:pt x="524622" y="21506"/>
                </a:lnTo>
                <a:lnTo>
                  <a:pt x="523133" y="18425"/>
                </a:lnTo>
                <a:lnTo>
                  <a:pt x="521372" y="15520"/>
                </a:lnTo>
                <a:lnTo>
                  <a:pt x="519347" y="12809"/>
                </a:lnTo>
                <a:lnTo>
                  <a:pt x="517069" y="10309"/>
                </a:lnTo>
                <a:lnTo>
                  <a:pt x="514576" y="8039"/>
                </a:lnTo>
                <a:lnTo>
                  <a:pt x="511858" y="6013"/>
                </a:lnTo>
                <a:lnTo>
                  <a:pt x="508961" y="4246"/>
                </a:lnTo>
                <a:lnTo>
                  <a:pt x="505879" y="2765"/>
                </a:lnTo>
                <a:lnTo>
                  <a:pt x="502638" y="1577"/>
                </a:lnTo>
                <a:lnTo>
                  <a:pt x="499306" y="718"/>
                </a:lnTo>
                <a:lnTo>
                  <a:pt x="497525" y="404"/>
                </a:lnTo>
                <a:lnTo>
                  <a:pt x="495765" y="182"/>
                </a:lnTo>
                <a:lnTo>
                  <a:pt x="493976" y="41"/>
                </a:lnTo>
                <a:lnTo>
                  <a:pt x="492211" y="0"/>
                </a:lnTo>
                <a:lnTo>
                  <a:pt x="35177" y="0"/>
                </a:lnTo>
                <a:lnTo>
                  <a:pt x="33410" y="41"/>
                </a:lnTo>
                <a:lnTo>
                  <a:pt x="31621" y="182"/>
                </a:lnTo>
                <a:lnTo>
                  <a:pt x="29863" y="404"/>
                </a:lnTo>
                <a:lnTo>
                  <a:pt x="28080" y="718"/>
                </a:lnTo>
                <a:lnTo>
                  <a:pt x="24748" y="1577"/>
                </a:lnTo>
                <a:close/>
                <a:moveTo>
                  <a:pt x="493538" y="7012"/>
                </a:moveTo>
                <a:lnTo>
                  <a:pt x="495117" y="7135"/>
                </a:lnTo>
                <a:lnTo>
                  <a:pt x="496561" y="7319"/>
                </a:lnTo>
                <a:lnTo>
                  <a:pt x="496386" y="7298"/>
                </a:lnTo>
                <a:lnTo>
                  <a:pt x="497754" y="7537"/>
                </a:lnTo>
                <a:lnTo>
                  <a:pt x="500531" y="8246"/>
                </a:lnTo>
                <a:lnTo>
                  <a:pt x="503154" y="9202"/>
                </a:lnTo>
                <a:lnTo>
                  <a:pt x="505654" y="10411"/>
                </a:lnTo>
                <a:lnTo>
                  <a:pt x="507947" y="11805"/>
                </a:lnTo>
                <a:lnTo>
                  <a:pt x="510140" y="13447"/>
                </a:lnTo>
                <a:lnTo>
                  <a:pt x="512137" y="15263"/>
                </a:lnTo>
                <a:lnTo>
                  <a:pt x="513935" y="17241"/>
                </a:lnTo>
                <a:lnTo>
                  <a:pt x="515584" y="19444"/>
                </a:lnTo>
                <a:lnTo>
                  <a:pt x="516997" y="21780"/>
                </a:lnTo>
                <a:lnTo>
                  <a:pt x="518177" y="24232"/>
                </a:lnTo>
                <a:lnTo>
                  <a:pt x="519118" y="26797"/>
                </a:lnTo>
                <a:lnTo>
                  <a:pt x="519832" y="29569"/>
                </a:lnTo>
                <a:lnTo>
                  <a:pt x="520067" y="30888"/>
                </a:lnTo>
                <a:lnTo>
                  <a:pt x="520259" y="32389"/>
                </a:lnTo>
                <a:lnTo>
                  <a:pt x="520363" y="33797"/>
                </a:lnTo>
                <a:lnTo>
                  <a:pt x="520401" y="35302"/>
                </a:lnTo>
                <a:lnTo>
                  <a:pt x="520401" y="190344"/>
                </a:lnTo>
                <a:lnTo>
                  <a:pt x="6985" y="190344"/>
                </a:lnTo>
                <a:lnTo>
                  <a:pt x="6985" y="35302"/>
                </a:lnTo>
                <a:lnTo>
                  <a:pt x="7024" y="33796"/>
                </a:lnTo>
                <a:lnTo>
                  <a:pt x="7127" y="32388"/>
                </a:lnTo>
                <a:lnTo>
                  <a:pt x="7319" y="30890"/>
                </a:lnTo>
                <a:lnTo>
                  <a:pt x="7559" y="29553"/>
                </a:lnTo>
                <a:lnTo>
                  <a:pt x="8268" y="26797"/>
                </a:lnTo>
                <a:lnTo>
                  <a:pt x="9206" y="24243"/>
                </a:lnTo>
                <a:lnTo>
                  <a:pt x="10389" y="21780"/>
                </a:lnTo>
                <a:lnTo>
                  <a:pt x="11809" y="19435"/>
                </a:lnTo>
                <a:lnTo>
                  <a:pt x="13451" y="17242"/>
                </a:lnTo>
                <a:lnTo>
                  <a:pt x="15258" y="15256"/>
                </a:lnTo>
                <a:lnTo>
                  <a:pt x="17243" y="13449"/>
                </a:lnTo>
                <a:lnTo>
                  <a:pt x="19439" y="11805"/>
                </a:lnTo>
                <a:lnTo>
                  <a:pt x="21732" y="10411"/>
                </a:lnTo>
                <a:lnTo>
                  <a:pt x="24233" y="9202"/>
                </a:lnTo>
                <a:lnTo>
                  <a:pt x="26860" y="8245"/>
                </a:lnTo>
                <a:lnTo>
                  <a:pt x="29633" y="7537"/>
                </a:lnTo>
                <a:lnTo>
                  <a:pt x="31000" y="7298"/>
                </a:lnTo>
                <a:lnTo>
                  <a:pt x="30826" y="7319"/>
                </a:lnTo>
                <a:lnTo>
                  <a:pt x="32269" y="7135"/>
                </a:lnTo>
                <a:lnTo>
                  <a:pt x="33850" y="7012"/>
                </a:lnTo>
                <a:lnTo>
                  <a:pt x="33675" y="7026"/>
                </a:lnTo>
                <a:lnTo>
                  <a:pt x="35310" y="6985"/>
                </a:lnTo>
                <a:lnTo>
                  <a:pt x="492076" y="6985"/>
                </a:lnTo>
                <a:lnTo>
                  <a:pt x="493711" y="7026"/>
                </a:lnTo>
                <a:lnTo>
                  <a:pt x="493538" y="7012"/>
                </a:lnTo>
                <a:close/>
              </a:path>
            </a:pathLst>
          </a:custGeom>
          <a:solidFill xmlns:a="http://schemas.openxmlformats.org/drawingml/2006/main">
            <a:srgbClr val="1E386B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" name="Text Sample1">
            <a:extLst xmlns:a="http://schemas.openxmlformats.org/drawingml/2006/main">
              <a:ext uri="{FF2B5EF4-FFF2-40B4-BE49-F238E27FC236}">
                <a16:creationId xmlns:a16="http://schemas.microsoft.com/office/drawing/2014/main" id="{BB00E1CD-67D3-4918-A37E-23FE365B0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26452" y="1017368"/>
            <a:ext cx="391192" cy="91049"/>
          </a:xfrm>
          <a:custGeom xmlns:a="http://schemas.openxmlformats.org/drawingml/2006/main">
            <a:pathLst>
              <a:path w="391192" h="91049">
                <a:moveTo>
                  <a:pt x="0" y="48879"/>
                </a:moveTo>
                <a:lnTo>
                  <a:pt x="8769" y="48112"/>
                </a:lnTo>
                <a:cubicBezTo>
                  <a:pt x="9185" y="51627"/>
                  <a:pt x="10151" y="54510"/>
                  <a:pt x="11669" y="56762"/>
                </a:cubicBezTo>
                <a:cubicBezTo>
                  <a:pt x="13186" y="59014"/>
                  <a:pt x="15542" y="60835"/>
                  <a:pt x="18737" y="62225"/>
                </a:cubicBezTo>
                <a:cubicBezTo>
                  <a:pt x="21932" y="63615"/>
                  <a:pt x="25526" y="64310"/>
                  <a:pt x="29519" y="64310"/>
                </a:cubicBezTo>
                <a:cubicBezTo>
                  <a:pt x="33065" y="64310"/>
                  <a:pt x="36196" y="63782"/>
                  <a:pt x="38912" y="62728"/>
                </a:cubicBezTo>
                <a:cubicBezTo>
                  <a:pt x="41627" y="61674"/>
                  <a:pt x="43648" y="60228"/>
                  <a:pt x="44974" y="58391"/>
                </a:cubicBezTo>
                <a:cubicBezTo>
                  <a:pt x="46299" y="56554"/>
                  <a:pt x="46962" y="54550"/>
                  <a:pt x="46962" y="52377"/>
                </a:cubicBezTo>
                <a:cubicBezTo>
                  <a:pt x="46962" y="50173"/>
                  <a:pt x="46323" y="48248"/>
                  <a:pt x="45045" y="46603"/>
                </a:cubicBezTo>
                <a:cubicBezTo>
                  <a:pt x="43768" y="44958"/>
                  <a:pt x="41659" y="43576"/>
                  <a:pt x="38720" y="42458"/>
                </a:cubicBezTo>
                <a:cubicBezTo>
                  <a:pt x="36835" y="41723"/>
                  <a:pt x="32666" y="40581"/>
                  <a:pt x="26213" y="39031"/>
                </a:cubicBezTo>
                <a:cubicBezTo>
                  <a:pt x="19759" y="37482"/>
                  <a:pt x="15239" y="36020"/>
                  <a:pt x="12651" y="34647"/>
                </a:cubicBezTo>
                <a:cubicBezTo>
                  <a:pt x="9297" y="32890"/>
                  <a:pt x="6797" y="30709"/>
                  <a:pt x="5151" y="28105"/>
                </a:cubicBezTo>
                <a:cubicBezTo>
                  <a:pt x="3506" y="25502"/>
                  <a:pt x="2684" y="22587"/>
                  <a:pt x="2684" y="19360"/>
                </a:cubicBezTo>
                <a:cubicBezTo>
                  <a:pt x="2684" y="15814"/>
                  <a:pt x="3690" y="12499"/>
                  <a:pt x="5703" y="9416"/>
                </a:cubicBezTo>
                <a:cubicBezTo>
                  <a:pt x="7715" y="6334"/>
                  <a:pt x="10654" y="3993"/>
                  <a:pt x="14520" y="2396"/>
                </a:cubicBezTo>
                <a:cubicBezTo>
                  <a:pt x="18386" y="799"/>
                  <a:pt x="22682" y="0"/>
                  <a:pt x="27411" y="0"/>
                </a:cubicBezTo>
                <a:cubicBezTo>
                  <a:pt x="32618" y="0"/>
                  <a:pt x="37210" y="839"/>
                  <a:pt x="41188" y="2516"/>
                </a:cubicBezTo>
                <a:cubicBezTo>
                  <a:pt x="45165" y="4193"/>
                  <a:pt x="48224" y="6661"/>
                  <a:pt x="50365" y="9920"/>
                </a:cubicBezTo>
                <a:cubicBezTo>
                  <a:pt x="52505" y="13178"/>
                  <a:pt x="53655" y="16868"/>
                  <a:pt x="53815" y="20989"/>
                </a:cubicBezTo>
                <a:lnTo>
                  <a:pt x="44902" y="21660"/>
                </a:lnTo>
                <a:cubicBezTo>
                  <a:pt x="44422" y="17204"/>
                  <a:pt x="42801" y="13837"/>
                  <a:pt x="40038" y="11561"/>
                </a:cubicBezTo>
                <a:cubicBezTo>
                  <a:pt x="37274" y="9285"/>
                  <a:pt x="33193" y="8147"/>
                  <a:pt x="27794" y="8147"/>
                </a:cubicBezTo>
                <a:cubicBezTo>
                  <a:pt x="22171" y="8147"/>
                  <a:pt x="18074" y="9178"/>
                  <a:pt x="15502" y="11240"/>
                </a:cubicBezTo>
                <a:cubicBezTo>
                  <a:pt x="12931" y="13302"/>
                  <a:pt x="11645" y="15787"/>
                  <a:pt x="11645" y="18697"/>
                </a:cubicBezTo>
                <a:cubicBezTo>
                  <a:pt x="11645" y="21222"/>
                  <a:pt x="12555" y="23300"/>
                  <a:pt x="14376" y="24931"/>
                </a:cubicBezTo>
                <a:cubicBezTo>
                  <a:pt x="16165" y="26562"/>
                  <a:pt x="20837" y="28233"/>
                  <a:pt x="28393" y="29943"/>
                </a:cubicBezTo>
                <a:cubicBezTo>
                  <a:pt x="35948" y="31653"/>
                  <a:pt x="41132" y="33148"/>
                  <a:pt x="43943" y="34426"/>
                </a:cubicBezTo>
                <a:cubicBezTo>
                  <a:pt x="48032" y="36312"/>
                  <a:pt x="51051" y="38702"/>
                  <a:pt x="53000" y="41597"/>
                </a:cubicBezTo>
                <a:cubicBezTo>
                  <a:pt x="54949" y="44490"/>
                  <a:pt x="55923" y="47823"/>
                  <a:pt x="55923" y="51596"/>
                </a:cubicBezTo>
                <a:cubicBezTo>
                  <a:pt x="55923" y="55335"/>
                  <a:pt x="54853" y="58860"/>
                  <a:pt x="52713" y="62170"/>
                </a:cubicBezTo>
                <a:cubicBezTo>
                  <a:pt x="50572" y="65478"/>
                  <a:pt x="47497" y="68052"/>
                  <a:pt x="43488" y="69891"/>
                </a:cubicBezTo>
                <a:cubicBezTo>
                  <a:pt x="39479" y="71729"/>
                  <a:pt x="34966" y="72648"/>
                  <a:pt x="29950" y="72648"/>
                </a:cubicBezTo>
                <a:cubicBezTo>
                  <a:pt x="23593" y="72648"/>
                  <a:pt x="18266" y="71721"/>
                  <a:pt x="13969" y="69868"/>
                </a:cubicBezTo>
                <a:cubicBezTo>
                  <a:pt x="9672" y="68015"/>
                  <a:pt x="6302" y="65228"/>
                  <a:pt x="3858" y="61506"/>
                </a:cubicBezTo>
                <a:cubicBezTo>
                  <a:pt x="1414" y="57784"/>
                  <a:pt x="128" y="53575"/>
                  <a:pt x="0" y="48879"/>
                </a:cubicBezTo>
                <a:close/>
                <a:moveTo>
                  <a:pt x="100581" y="65214"/>
                </a:moveTo>
                <a:cubicBezTo>
                  <a:pt x="97386" y="67932"/>
                  <a:pt x="94311" y="69850"/>
                  <a:pt x="91356" y="70969"/>
                </a:cubicBezTo>
                <a:cubicBezTo>
                  <a:pt x="88401" y="72088"/>
                  <a:pt x="85230" y="72648"/>
                  <a:pt x="81844" y="72648"/>
                </a:cubicBezTo>
                <a:cubicBezTo>
                  <a:pt x="76253" y="72648"/>
                  <a:pt x="71956" y="71281"/>
                  <a:pt x="68953" y="68547"/>
                </a:cubicBezTo>
                <a:cubicBezTo>
                  <a:pt x="65950" y="65814"/>
                  <a:pt x="64448" y="62321"/>
                  <a:pt x="64448" y="58069"/>
                </a:cubicBezTo>
                <a:cubicBezTo>
                  <a:pt x="64448" y="55576"/>
                  <a:pt x="65016" y="53299"/>
                  <a:pt x="66150" y="51238"/>
                </a:cubicBezTo>
                <a:cubicBezTo>
                  <a:pt x="67284" y="49175"/>
                  <a:pt x="68769" y="47520"/>
                  <a:pt x="70606" y="46273"/>
                </a:cubicBezTo>
                <a:cubicBezTo>
                  <a:pt x="72443" y="45026"/>
                  <a:pt x="74512" y="44083"/>
                  <a:pt x="76812" y="43445"/>
                </a:cubicBezTo>
                <a:cubicBezTo>
                  <a:pt x="78505" y="42996"/>
                  <a:pt x="81061" y="42565"/>
                  <a:pt x="84479" y="42149"/>
                </a:cubicBezTo>
                <a:cubicBezTo>
                  <a:pt x="91444" y="41325"/>
                  <a:pt x="96571" y="40341"/>
                  <a:pt x="99862" y="39199"/>
                </a:cubicBezTo>
                <a:cubicBezTo>
                  <a:pt x="99894" y="38022"/>
                  <a:pt x="99910" y="37274"/>
                  <a:pt x="99910" y="36956"/>
                </a:cubicBezTo>
                <a:cubicBezTo>
                  <a:pt x="99910" y="33455"/>
                  <a:pt x="99095" y="30988"/>
                  <a:pt x="97466" y="29557"/>
                </a:cubicBezTo>
                <a:cubicBezTo>
                  <a:pt x="95261" y="27615"/>
                  <a:pt x="91987" y="26644"/>
                  <a:pt x="87642" y="26644"/>
                </a:cubicBezTo>
                <a:cubicBezTo>
                  <a:pt x="83585" y="26644"/>
                  <a:pt x="80590" y="27355"/>
                  <a:pt x="78657" y="28776"/>
                </a:cubicBezTo>
                <a:cubicBezTo>
                  <a:pt x="76724" y="30198"/>
                  <a:pt x="75294" y="32714"/>
                  <a:pt x="74368" y="36324"/>
                </a:cubicBezTo>
                <a:lnTo>
                  <a:pt x="65934" y="35174"/>
                </a:lnTo>
                <a:cubicBezTo>
                  <a:pt x="66701" y="31553"/>
                  <a:pt x="67963" y="28629"/>
                  <a:pt x="69720" y="26401"/>
                </a:cubicBezTo>
                <a:cubicBezTo>
                  <a:pt x="71477" y="24174"/>
                  <a:pt x="74017" y="22460"/>
                  <a:pt x="77339" y="21259"/>
                </a:cubicBezTo>
                <a:cubicBezTo>
                  <a:pt x="80662" y="20057"/>
                  <a:pt x="84511" y="19456"/>
                  <a:pt x="88888" y="19456"/>
                </a:cubicBezTo>
                <a:cubicBezTo>
                  <a:pt x="93233" y="19456"/>
                  <a:pt x="96763" y="19967"/>
                  <a:pt x="99478" y="20989"/>
                </a:cubicBezTo>
                <a:cubicBezTo>
                  <a:pt x="102194" y="22012"/>
                  <a:pt x="104191" y="23297"/>
                  <a:pt x="105469" y="24847"/>
                </a:cubicBezTo>
                <a:cubicBezTo>
                  <a:pt x="106746" y="26396"/>
                  <a:pt x="107641" y="28353"/>
                  <a:pt x="108152" y="30717"/>
                </a:cubicBezTo>
                <a:cubicBezTo>
                  <a:pt x="108440" y="32187"/>
                  <a:pt x="108583" y="34838"/>
                  <a:pt x="108583" y="38672"/>
                </a:cubicBezTo>
                <a:lnTo>
                  <a:pt x="108583" y="50173"/>
                </a:lnTo>
                <a:cubicBezTo>
                  <a:pt x="108583" y="58192"/>
                  <a:pt x="108767" y="63263"/>
                  <a:pt x="109134" y="65388"/>
                </a:cubicBezTo>
                <a:cubicBezTo>
                  <a:pt x="109502" y="67512"/>
                  <a:pt x="110229" y="69549"/>
                  <a:pt x="111315" y="71498"/>
                </a:cubicBezTo>
                <a:lnTo>
                  <a:pt x="102306" y="71498"/>
                </a:lnTo>
                <a:cubicBezTo>
                  <a:pt x="101411" y="69707"/>
                  <a:pt x="100836" y="67612"/>
                  <a:pt x="100581" y="65214"/>
                </a:cubicBezTo>
                <a:moveTo>
                  <a:pt x="99862" y="45908"/>
                </a:moveTo>
                <a:cubicBezTo>
                  <a:pt x="96731" y="47197"/>
                  <a:pt x="92035" y="48292"/>
                  <a:pt x="85773" y="49194"/>
                </a:cubicBezTo>
                <a:cubicBezTo>
                  <a:pt x="82227" y="49707"/>
                  <a:pt x="79719" y="50284"/>
                  <a:pt x="78250" y="50926"/>
                </a:cubicBezTo>
                <a:cubicBezTo>
                  <a:pt x="76780" y="51567"/>
                  <a:pt x="75646" y="52506"/>
                  <a:pt x="74847" y="53742"/>
                </a:cubicBezTo>
                <a:cubicBezTo>
                  <a:pt x="74049" y="54976"/>
                  <a:pt x="73649" y="56348"/>
                  <a:pt x="73649" y="57855"/>
                </a:cubicBezTo>
                <a:cubicBezTo>
                  <a:pt x="73649" y="60164"/>
                  <a:pt x="74520" y="62089"/>
                  <a:pt x="76261" y="63630"/>
                </a:cubicBezTo>
                <a:cubicBezTo>
                  <a:pt x="78002" y="65169"/>
                  <a:pt x="80550" y="65939"/>
                  <a:pt x="83904" y="65939"/>
                </a:cubicBezTo>
                <a:cubicBezTo>
                  <a:pt x="87227" y="65939"/>
                  <a:pt x="90182" y="65209"/>
                  <a:pt x="92770" y="63748"/>
                </a:cubicBezTo>
                <a:cubicBezTo>
                  <a:pt x="95357" y="62287"/>
                  <a:pt x="97258" y="60289"/>
                  <a:pt x="98472" y="57753"/>
                </a:cubicBezTo>
                <a:cubicBezTo>
                  <a:pt x="99399" y="55795"/>
                  <a:pt x="99862" y="52905"/>
                  <a:pt x="99862" y="49086"/>
                </a:cubicBezTo>
                <a:lnTo>
                  <a:pt x="99862" y="45908"/>
                </a:lnTo>
                <a:close/>
                <a:moveTo>
                  <a:pt x="121856" y="71498"/>
                </a:moveTo>
                <a:lnTo>
                  <a:pt x="121856" y="20606"/>
                </a:lnTo>
                <a:lnTo>
                  <a:pt x="129571" y="20606"/>
                </a:lnTo>
                <a:lnTo>
                  <a:pt x="129571" y="27698"/>
                </a:lnTo>
                <a:cubicBezTo>
                  <a:pt x="131168" y="25220"/>
                  <a:pt x="133293" y="23227"/>
                  <a:pt x="135945" y="21719"/>
                </a:cubicBezTo>
                <a:cubicBezTo>
                  <a:pt x="138596" y="20210"/>
                  <a:pt x="141615" y="19456"/>
                  <a:pt x="145002" y="19456"/>
                </a:cubicBezTo>
                <a:cubicBezTo>
                  <a:pt x="148771" y="19456"/>
                  <a:pt x="151862" y="20234"/>
                  <a:pt x="154274" y="21792"/>
                </a:cubicBezTo>
                <a:cubicBezTo>
                  <a:pt x="156686" y="23348"/>
                  <a:pt x="158387" y="25525"/>
                  <a:pt x="159378" y="28321"/>
                </a:cubicBezTo>
                <a:cubicBezTo>
                  <a:pt x="163403" y="22411"/>
                  <a:pt x="168642" y="19456"/>
                  <a:pt x="175096" y="19456"/>
                </a:cubicBezTo>
                <a:cubicBezTo>
                  <a:pt x="180143" y="19456"/>
                  <a:pt x="184025" y="20853"/>
                  <a:pt x="186740" y="23649"/>
                </a:cubicBezTo>
                <a:cubicBezTo>
                  <a:pt x="189456" y="26444"/>
                  <a:pt x="190814" y="30749"/>
                  <a:pt x="190814" y="36563"/>
                </a:cubicBezTo>
                <a:lnTo>
                  <a:pt x="190814" y="71498"/>
                </a:lnTo>
                <a:lnTo>
                  <a:pt x="182236" y="71498"/>
                </a:lnTo>
                <a:lnTo>
                  <a:pt x="182236" y="39404"/>
                </a:lnTo>
                <a:cubicBezTo>
                  <a:pt x="182236" y="35950"/>
                  <a:pt x="181956" y="33464"/>
                  <a:pt x="181397" y="31945"/>
                </a:cubicBezTo>
                <a:cubicBezTo>
                  <a:pt x="180838" y="30426"/>
                  <a:pt x="179824" y="29202"/>
                  <a:pt x="178354" y="28275"/>
                </a:cubicBezTo>
                <a:cubicBezTo>
                  <a:pt x="176885" y="27347"/>
                  <a:pt x="175160" y="26883"/>
                  <a:pt x="173179" y="26883"/>
                </a:cubicBezTo>
                <a:cubicBezTo>
                  <a:pt x="169601" y="26883"/>
                  <a:pt x="166630" y="28075"/>
                  <a:pt x="164266" y="30458"/>
                </a:cubicBezTo>
                <a:cubicBezTo>
                  <a:pt x="161902" y="32840"/>
                  <a:pt x="160719" y="36654"/>
                  <a:pt x="160719" y="41899"/>
                </a:cubicBezTo>
                <a:lnTo>
                  <a:pt x="160719" y="71498"/>
                </a:lnTo>
                <a:lnTo>
                  <a:pt x="152094" y="71498"/>
                </a:lnTo>
                <a:lnTo>
                  <a:pt x="152094" y="38396"/>
                </a:lnTo>
                <a:cubicBezTo>
                  <a:pt x="152094" y="34559"/>
                  <a:pt x="151391" y="31681"/>
                  <a:pt x="149985" y="29762"/>
                </a:cubicBezTo>
                <a:cubicBezTo>
                  <a:pt x="148580" y="27843"/>
                  <a:pt x="146279" y="26883"/>
                  <a:pt x="143085" y="26883"/>
                </a:cubicBezTo>
                <a:cubicBezTo>
                  <a:pt x="140657" y="26883"/>
                  <a:pt x="138412" y="27523"/>
                  <a:pt x="136352" y="28803"/>
                </a:cubicBezTo>
                <a:cubicBezTo>
                  <a:pt x="134291" y="30082"/>
                  <a:pt x="132798" y="31953"/>
                  <a:pt x="131871" y="34416"/>
                </a:cubicBezTo>
                <a:cubicBezTo>
                  <a:pt x="130945" y="36878"/>
                  <a:pt x="130482" y="40428"/>
                  <a:pt x="130482" y="45065"/>
                </a:cubicBezTo>
                <a:lnTo>
                  <a:pt x="130482" y="71498"/>
                </a:lnTo>
                <a:lnTo>
                  <a:pt x="121856" y="71498"/>
                </a:lnTo>
                <a:close/>
                <a:moveTo>
                  <a:pt x="203233" y="91049"/>
                </a:moveTo>
                <a:lnTo>
                  <a:pt x="203233" y="20606"/>
                </a:lnTo>
                <a:lnTo>
                  <a:pt x="211092" y="20606"/>
                </a:lnTo>
                <a:lnTo>
                  <a:pt x="211092" y="27171"/>
                </a:lnTo>
                <a:cubicBezTo>
                  <a:pt x="212945" y="24599"/>
                  <a:pt x="215038" y="22670"/>
                  <a:pt x="217370" y="21385"/>
                </a:cubicBezTo>
                <a:cubicBezTo>
                  <a:pt x="219702" y="20099"/>
                  <a:pt x="222529" y="19456"/>
                  <a:pt x="225852" y="19456"/>
                </a:cubicBezTo>
                <a:cubicBezTo>
                  <a:pt x="230197" y="19456"/>
                  <a:pt x="234030" y="20574"/>
                  <a:pt x="237353" y="22810"/>
                </a:cubicBezTo>
                <a:cubicBezTo>
                  <a:pt x="240675" y="25047"/>
                  <a:pt x="243183" y="28201"/>
                  <a:pt x="244876" y="32275"/>
                </a:cubicBezTo>
                <a:cubicBezTo>
                  <a:pt x="246569" y="36348"/>
                  <a:pt x="247416" y="40812"/>
                  <a:pt x="247416" y="45668"/>
                </a:cubicBezTo>
                <a:cubicBezTo>
                  <a:pt x="247416" y="50876"/>
                  <a:pt x="246482" y="55564"/>
                  <a:pt x="244613" y="59733"/>
                </a:cubicBezTo>
                <a:cubicBezTo>
                  <a:pt x="242744" y="63902"/>
                  <a:pt x="240028" y="67097"/>
                  <a:pt x="236466" y="69317"/>
                </a:cubicBezTo>
                <a:cubicBezTo>
                  <a:pt x="232904" y="71538"/>
                  <a:pt x="229158" y="72648"/>
                  <a:pt x="225229" y="72648"/>
                </a:cubicBezTo>
                <a:cubicBezTo>
                  <a:pt x="222353" y="72648"/>
                  <a:pt x="219774" y="72033"/>
                  <a:pt x="217490" y="70803"/>
                </a:cubicBezTo>
                <a:cubicBezTo>
                  <a:pt x="215205" y="69572"/>
                  <a:pt x="213328" y="68017"/>
                  <a:pt x="211859" y="66139"/>
                </a:cubicBezTo>
                <a:lnTo>
                  <a:pt x="211859" y="91049"/>
                </a:lnTo>
                <a:lnTo>
                  <a:pt x="203233" y="91049"/>
                </a:lnTo>
                <a:moveTo>
                  <a:pt x="211044" y="46267"/>
                </a:moveTo>
                <a:cubicBezTo>
                  <a:pt x="211044" y="52809"/>
                  <a:pt x="212370" y="57643"/>
                  <a:pt x="215022" y="60769"/>
                </a:cubicBezTo>
                <a:cubicBezTo>
                  <a:pt x="217673" y="63896"/>
                  <a:pt x="220884" y="65460"/>
                  <a:pt x="224654" y="65460"/>
                </a:cubicBezTo>
                <a:cubicBezTo>
                  <a:pt x="228487" y="65460"/>
                  <a:pt x="231770" y="63840"/>
                  <a:pt x="234501" y="60602"/>
                </a:cubicBezTo>
                <a:cubicBezTo>
                  <a:pt x="237233" y="57363"/>
                  <a:pt x="238599" y="52345"/>
                  <a:pt x="238599" y="45549"/>
                </a:cubicBezTo>
                <a:cubicBezTo>
                  <a:pt x="238599" y="39071"/>
                  <a:pt x="237265" y="34221"/>
                  <a:pt x="234597" y="30999"/>
                </a:cubicBezTo>
                <a:cubicBezTo>
                  <a:pt x="231930" y="27776"/>
                  <a:pt x="228743" y="26165"/>
                  <a:pt x="225037" y="26165"/>
                </a:cubicBezTo>
                <a:cubicBezTo>
                  <a:pt x="221363" y="26165"/>
                  <a:pt x="218113" y="27880"/>
                  <a:pt x="215285" y="31310"/>
                </a:cubicBezTo>
                <a:cubicBezTo>
                  <a:pt x="212458" y="34740"/>
                  <a:pt x="211044" y="39726"/>
                  <a:pt x="211044" y="46267"/>
                </a:cubicBezTo>
                <a:close/>
                <a:moveTo>
                  <a:pt x="257526" y="71498"/>
                </a:moveTo>
                <a:lnTo>
                  <a:pt x="257526" y="1246"/>
                </a:lnTo>
                <a:lnTo>
                  <a:pt x="266151" y="1246"/>
                </a:lnTo>
                <a:lnTo>
                  <a:pt x="266151" y="71498"/>
                </a:lnTo>
                <a:lnTo>
                  <a:pt x="257526" y="71498"/>
                </a:lnTo>
                <a:close/>
                <a:moveTo>
                  <a:pt x="314210" y="55109"/>
                </a:moveTo>
                <a:lnTo>
                  <a:pt x="323123" y="56211"/>
                </a:lnTo>
                <a:cubicBezTo>
                  <a:pt x="321717" y="61418"/>
                  <a:pt x="319114" y="65460"/>
                  <a:pt x="315312" y="68335"/>
                </a:cubicBezTo>
                <a:cubicBezTo>
                  <a:pt x="311510" y="71210"/>
                  <a:pt x="306654" y="72648"/>
                  <a:pt x="300744" y="72648"/>
                </a:cubicBezTo>
                <a:cubicBezTo>
                  <a:pt x="293300" y="72648"/>
                  <a:pt x="287398" y="70355"/>
                  <a:pt x="283037" y="65771"/>
                </a:cubicBezTo>
                <a:cubicBezTo>
                  <a:pt x="278677" y="61187"/>
                  <a:pt x="276496" y="54757"/>
                  <a:pt x="276496" y="46483"/>
                </a:cubicBezTo>
                <a:cubicBezTo>
                  <a:pt x="276496" y="37921"/>
                  <a:pt x="278701" y="31276"/>
                  <a:pt x="283109" y="26548"/>
                </a:cubicBezTo>
                <a:cubicBezTo>
                  <a:pt x="287518" y="21820"/>
                  <a:pt x="293237" y="19456"/>
                  <a:pt x="300265" y="19456"/>
                </a:cubicBezTo>
                <a:cubicBezTo>
                  <a:pt x="307070" y="19456"/>
                  <a:pt x="312628" y="21768"/>
                  <a:pt x="316941" y="26394"/>
                </a:cubicBezTo>
                <a:cubicBezTo>
                  <a:pt x="321254" y="31018"/>
                  <a:pt x="323411" y="37524"/>
                  <a:pt x="323411" y="45912"/>
                </a:cubicBezTo>
                <a:cubicBezTo>
                  <a:pt x="323411" y="46423"/>
                  <a:pt x="323395" y="47188"/>
                  <a:pt x="323363" y="48208"/>
                </a:cubicBezTo>
                <a:lnTo>
                  <a:pt x="285410" y="48208"/>
                </a:lnTo>
                <a:cubicBezTo>
                  <a:pt x="285729" y="53783"/>
                  <a:pt x="287310" y="58052"/>
                  <a:pt x="290154" y="61015"/>
                </a:cubicBezTo>
                <a:cubicBezTo>
                  <a:pt x="292997" y="63978"/>
                  <a:pt x="296543" y="65460"/>
                  <a:pt x="300792" y="65460"/>
                </a:cubicBezTo>
                <a:cubicBezTo>
                  <a:pt x="303955" y="65460"/>
                  <a:pt x="306654" y="64637"/>
                  <a:pt x="308891" y="62992"/>
                </a:cubicBezTo>
                <a:cubicBezTo>
                  <a:pt x="311127" y="61345"/>
                  <a:pt x="312900" y="58718"/>
                  <a:pt x="314210" y="55109"/>
                </a:cubicBezTo>
                <a:moveTo>
                  <a:pt x="285889" y="41020"/>
                </a:moveTo>
                <a:lnTo>
                  <a:pt x="314306" y="41020"/>
                </a:lnTo>
                <a:cubicBezTo>
                  <a:pt x="313922" y="36809"/>
                  <a:pt x="312836" y="33651"/>
                  <a:pt x="311047" y="31545"/>
                </a:cubicBezTo>
                <a:cubicBezTo>
                  <a:pt x="308300" y="28278"/>
                  <a:pt x="304738" y="26644"/>
                  <a:pt x="300361" y="26644"/>
                </a:cubicBezTo>
                <a:cubicBezTo>
                  <a:pt x="296399" y="26644"/>
                  <a:pt x="293069" y="27948"/>
                  <a:pt x="290369" y="30557"/>
                </a:cubicBezTo>
                <a:cubicBezTo>
                  <a:pt x="287670" y="33165"/>
                  <a:pt x="286176" y="36652"/>
                  <a:pt x="285889" y="41020"/>
                </a:cubicBezTo>
                <a:close/>
                <a:moveTo>
                  <a:pt x="391192" y="71498"/>
                </a:moveTo>
                <a:lnTo>
                  <a:pt x="382566" y="71498"/>
                </a:lnTo>
                <a:lnTo>
                  <a:pt x="382566" y="16533"/>
                </a:lnTo>
                <a:cubicBezTo>
                  <a:pt x="380490" y="18513"/>
                  <a:pt x="377766" y="20494"/>
                  <a:pt x="374396" y="22475"/>
                </a:cubicBezTo>
                <a:cubicBezTo>
                  <a:pt x="371025" y="24455"/>
                  <a:pt x="367998" y="25941"/>
                  <a:pt x="365315" y="26931"/>
                </a:cubicBezTo>
                <a:lnTo>
                  <a:pt x="365315" y="18593"/>
                </a:lnTo>
                <a:cubicBezTo>
                  <a:pt x="370139" y="16325"/>
                  <a:pt x="374356" y="13578"/>
                  <a:pt x="377966" y="10351"/>
                </a:cubicBezTo>
                <a:cubicBezTo>
                  <a:pt x="381576" y="7124"/>
                  <a:pt x="384132" y="3993"/>
                  <a:pt x="385633" y="958"/>
                </a:cubicBezTo>
                <a:lnTo>
                  <a:pt x="391192" y="958"/>
                </a:lnTo>
                <a:lnTo>
                  <a:pt x="391192" y="71498"/>
                </a:lnTo>
                <a:close/>
              </a:path>
            </a:pathLst>
          </a:custGeom>
          <a:solidFill xmlns:a="http://schemas.openxmlformats.org/drawingml/2006/main">
            <a:srgbClr val="1E386B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" name="Text ACC:1.0">
            <a:extLst xmlns:a="http://schemas.openxmlformats.org/drawingml/2006/main">
              <a:ext uri="{FF2B5EF4-FFF2-40B4-BE49-F238E27FC236}">
                <a16:creationId xmlns:a16="http://schemas.microsoft.com/office/drawing/2014/main" id="{243C173C-47CD-425E-8754-3DEE58F65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4216" y="1833241"/>
            <a:ext cx="392651" cy="72648"/>
          </a:xfrm>
          <a:custGeom xmlns:a="http://schemas.openxmlformats.org/drawingml/2006/main">
            <a:pathLst>
              <a:path w="392651" h="72648">
                <a:moveTo>
                  <a:pt x="0" y="71498"/>
                </a:moveTo>
                <a:lnTo>
                  <a:pt x="26979" y="1246"/>
                </a:lnTo>
                <a:lnTo>
                  <a:pt x="36995" y="1246"/>
                </a:lnTo>
                <a:lnTo>
                  <a:pt x="65747" y="71498"/>
                </a:lnTo>
                <a:lnTo>
                  <a:pt x="55157" y="71498"/>
                </a:lnTo>
                <a:lnTo>
                  <a:pt x="46962" y="50317"/>
                </a:lnTo>
                <a:lnTo>
                  <a:pt x="17587" y="50317"/>
                </a:lnTo>
                <a:lnTo>
                  <a:pt x="9872" y="71498"/>
                </a:lnTo>
                <a:lnTo>
                  <a:pt x="0" y="71498"/>
                </a:lnTo>
                <a:moveTo>
                  <a:pt x="20270" y="42649"/>
                </a:moveTo>
                <a:lnTo>
                  <a:pt x="44087" y="42649"/>
                </a:lnTo>
                <a:lnTo>
                  <a:pt x="36755" y="23194"/>
                </a:lnTo>
                <a:cubicBezTo>
                  <a:pt x="34519" y="17283"/>
                  <a:pt x="32858" y="12427"/>
                  <a:pt x="31771" y="8626"/>
                </a:cubicBezTo>
                <a:cubicBezTo>
                  <a:pt x="30877" y="13130"/>
                  <a:pt x="29615" y="17603"/>
                  <a:pt x="27986" y="22043"/>
                </a:cubicBezTo>
                <a:lnTo>
                  <a:pt x="20270" y="42649"/>
                </a:lnTo>
                <a:close/>
                <a:moveTo>
                  <a:pt x="123152" y="46771"/>
                </a:moveTo>
                <a:lnTo>
                  <a:pt x="132448" y="49119"/>
                </a:lnTo>
                <a:cubicBezTo>
                  <a:pt x="130499" y="56770"/>
                  <a:pt x="126993" y="62604"/>
                  <a:pt x="121930" y="66622"/>
                </a:cubicBezTo>
                <a:cubicBezTo>
                  <a:pt x="116866" y="70639"/>
                  <a:pt x="110676" y="72648"/>
                  <a:pt x="103360" y="72648"/>
                </a:cubicBezTo>
                <a:cubicBezTo>
                  <a:pt x="95789" y="72648"/>
                  <a:pt x="89631" y="71106"/>
                  <a:pt x="84887" y="68023"/>
                </a:cubicBezTo>
                <a:cubicBezTo>
                  <a:pt x="80143" y="64940"/>
                  <a:pt x="76533" y="60476"/>
                  <a:pt x="74057" y="54630"/>
                </a:cubicBezTo>
                <a:cubicBezTo>
                  <a:pt x="71581" y="48783"/>
                  <a:pt x="70343" y="42506"/>
                  <a:pt x="70343" y="35797"/>
                </a:cubicBezTo>
                <a:cubicBezTo>
                  <a:pt x="70343" y="28481"/>
                  <a:pt x="71741" y="22099"/>
                  <a:pt x="74536" y="16652"/>
                </a:cubicBezTo>
                <a:cubicBezTo>
                  <a:pt x="77331" y="11205"/>
                  <a:pt x="81309" y="7068"/>
                  <a:pt x="86468" y="4241"/>
                </a:cubicBezTo>
                <a:cubicBezTo>
                  <a:pt x="91628" y="1414"/>
                  <a:pt x="97306" y="0"/>
                  <a:pt x="103504" y="0"/>
                </a:cubicBezTo>
                <a:cubicBezTo>
                  <a:pt x="110532" y="0"/>
                  <a:pt x="116443" y="1789"/>
                  <a:pt x="121235" y="5367"/>
                </a:cubicBezTo>
                <a:cubicBezTo>
                  <a:pt x="126027" y="8945"/>
                  <a:pt x="129365" y="13977"/>
                  <a:pt x="131250" y="20462"/>
                </a:cubicBezTo>
                <a:lnTo>
                  <a:pt x="122097" y="22619"/>
                </a:lnTo>
                <a:cubicBezTo>
                  <a:pt x="120468" y="17490"/>
                  <a:pt x="118104" y="13756"/>
                  <a:pt x="115005" y="11417"/>
                </a:cubicBezTo>
                <a:cubicBezTo>
                  <a:pt x="111906" y="9077"/>
                  <a:pt x="108009" y="7907"/>
                  <a:pt x="103312" y="7907"/>
                </a:cubicBezTo>
                <a:cubicBezTo>
                  <a:pt x="97913" y="7907"/>
                  <a:pt x="93401" y="9203"/>
                  <a:pt x="89775" y="11796"/>
                </a:cubicBezTo>
                <a:cubicBezTo>
                  <a:pt x="86149" y="14388"/>
                  <a:pt x="83601" y="17868"/>
                  <a:pt x="82131" y="22237"/>
                </a:cubicBezTo>
                <a:cubicBezTo>
                  <a:pt x="80662" y="26604"/>
                  <a:pt x="79927" y="31108"/>
                  <a:pt x="79927" y="35747"/>
                </a:cubicBezTo>
                <a:cubicBezTo>
                  <a:pt x="79927" y="41731"/>
                  <a:pt x="80798" y="46956"/>
                  <a:pt x="82539" y="51420"/>
                </a:cubicBezTo>
                <a:cubicBezTo>
                  <a:pt x="84280" y="55885"/>
                  <a:pt x="86987" y="59221"/>
                  <a:pt x="90661" y="61430"/>
                </a:cubicBezTo>
                <a:cubicBezTo>
                  <a:pt x="94335" y="63637"/>
                  <a:pt x="98313" y="64741"/>
                  <a:pt x="102594" y="64741"/>
                </a:cubicBezTo>
                <a:cubicBezTo>
                  <a:pt x="107801" y="64741"/>
                  <a:pt x="112210" y="63231"/>
                  <a:pt x="115820" y="60212"/>
                </a:cubicBezTo>
                <a:cubicBezTo>
                  <a:pt x="119430" y="57193"/>
                  <a:pt x="121874" y="52713"/>
                  <a:pt x="123152" y="46771"/>
                </a:cubicBezTo>
                <a:close/>
                <a:moveTo>
                  <a:pt x="193702" y="46771"/>
                </a:moveTo>
                <a:lnTo>
                  <a:pt x="202998" y="49119"/>
                </a:lnTo>
                <a:cubicBezTo>
                  <a:pt x="201050" y="56770"/>
                  <a:pt x="197543" y="62604"/>
                  <a:pt x="192480" y="66622"/>
                </a:cubicBezTo>
                <a:cubicBezTo>
                  <a:pt x="187416" y="70639"/>
                  <a:pt x="181226" y="72648"/>
                  <a:pt x="173911" y="72648"/>
                </a:cubicBezTo>
                <a:cubicBezTo>
                  <a:pt x="166339" y="72648"/>
                  <a:pt x="160181" y="71106"/>
                  <a:pt x="155437" y="68023"/>
                </a:cubicBezTo>
                <a:cubicBezTo>
                  <a:pt x="150693" y="64940"/>
                  <a:pt x="147083" y="60476"/>
                  <a:pt x="144607" y="54630"/>
                </a:cubicBezTo>
                <a:cubicBezTo>
                  <a:pt x="142131" y="48783"/>
                  <a:pt x="140893" y="42506"/>
                  <a:pt x="140893" y="35797"/>
                </a:cubicBezTo>
                <a:cubicBezTo>
                  <a:pt x="140893" y="28481"/>
                  <a:pt x="142291" y="22099"/>
                  <a:pt x="145086" y="16652"/>
                </a:cubicBezTo>
                <a:cubicBezTo>
                  <a:pt x="147882" y="11205"/>
                  <a:pt x="151859" y="7068"/>
                  <a:pt x="157019" y="4241"/>
                </a:cubicBezTo>
                <a:cubicBezTo>
                  <a:pt x="162178" y="1414"/>
                  <a:pt x="167857" y="0"/>
                  <a:pt x="174054" y="0"/>
                </a:cubicBezTo>
                <a:cubicBezTo>
                  <a:pt x="181083" y="0"/>
                  <a:pt x="186993" y="1789"/>
                  <a:pt x="191785" y="5367"/>
                </a:cubicBezTo>
                <a:cubicBezTo>
                  <a:pt x="196577" y="8945"/>
                  <a:pt x="199915" y="13977"/>
                  <a:pt x="201800" y="20462"/>
                </a:cubicBezTo>
                <a:lnTo>
                  <a:pt x="192648" y="22619"/>
                </a:lnTo>
                <a:cubicBezTo>
                  <a:pt x="191018" y="17490"/>
                  <a:pt x="188654" y="13756"/>
                  <a:pt x="185555" y="11417"/>
                </a:cubicBezTo>
                <a:cubicBezTo>
                  <a:pt x="182456" y="9077"/>
                  <a:pt x="178559" y="7907"/>
                  <a:pt x="173863" y="7907"/>
                </a:cubicBezTo>
                <a:cubicBezTo>
                  <a:pt x="168464" y="7907"/>
                  <a:pt x="163951" y="9203"/>
                  <a:pt x="160325" y="11796"/>
                </a:cubicBezTo>
                <a:cubicBezTo>
                  <a:pt x="156699" y="14388"/>
                  <a:pt x="154151" y="17868"/>
                  <a:pt x="152682" y="22237"/>
                </a:cubicBezTo>
                <a:cubicBezTo>
                  <a:pt x="151212" y="26604"/>
                  <a:pt x="150477" y="31108"/>
                  <a:pt x="150477" y="35747"/>
                </a:cubicBezTo>
                <a:cubicBezTo>
                  <a:pt x="150477" y="41731"/>
                  <a:pt x="151348" y="46956"/>
                  <a:pt x="153089" y="51420"/>
                </a:cubicBezTo>
                <a:cubicBezTo>
                  <a:pt x="154830" y="55885"/>
                  <a:pt x="157538" y="59221"/>
                  <a:pt x="161212" y="61430"/>
                </a:cubicBezTo>
                <a:cubicBezTo>
                  <a:pt x="164885" y="63637"/>
                  <a:pt x="168863" y="64741"/>
                  <a:pt x="173144" y="64741"/>
                </a:cubicBezTo>
                <a:cubicBezTo>
                  <a:pt x="178351" y="64741"/>
                  <a:pt x="182760" y="63231"/>
                  <a:pt x="186370" y="60212"/>
                </a:cubicBezTo>
                <a:cubicBezTo>
                  <a:pt x="189980" y="57193"/>
                  <a:pt x="192424" y="52713"/>
                  <a:pt x="193702" y="46771"/>
                </a:cubicBezTo>
                <a:close/>
                <a:moveTo>
                  <a:pt x="215420" y="30478"/>
                </a:moveTo>
                <a:lnTo>
                  <a:pt x="215420" y="20606"/>
                </a:lnTo>
                <a:lnTo>
                  <a:pt x="225244" y="20606"/>
                </a:lnTo>
                <a:lnTo>
                  <a:pt x="225244" y="30478"/>
                </a:lnTo>
                <a:lnTo>
                  <a:pt x="215420" y="30478"/>
                </a:lnTo>
                <a:moveTo>
                  <a:pt x="215420" y="71498"/>
                </a:moveTo>
                <a:lnTo>
                  <a:pt x="215420" y="61626"/>
                </a:lnTo>
                <a:lnTo>
                  <a:pt x="225244" y="61626"/>
                </a:lnTo>
                <a:lnTo>
                  <a:pt x="225244" y="71498"/>
                </a:lnTo>
                <a:lnTo>
                  <a:pt x="215420" y="71498"/>
                </a:lnTo>
                <a:close/>
                <a:moveTo>
                  <a:pt x="297603" y="71498"/>
                </a:moveTo>
                <a:lnTo>
                  <a:pt x="288977" y="71498"/>
                </a:lnTo>
                <a:lnTo>
                  <a:pt x="288977" y="16533"/>
                </a:lnTo>
                <a:cubicBezTo>
                  <a:pt x="286901" y="18513"/>
                  <a:pt x="284177" y="20494"/>
                  <a:pt x="280807" y="22475"/>
                </a:cubicBezTo>
                <a:cubicBezTo>
                  <a:pt x="277436" y="24455"/>
                  <a:pt x="274409" y="25941"/>
                  <a:pt x="271726" y="26931"/>
                </a:cubicBezTo>
                <a:lnTo>
                  <a:pt x="271726" y="18593"/>
                </a:lnTo>
                <a:cubicBezTo>
                  <a:pt x="276550" y="16325"/>
                  <a:pt x="280767" y="13578"/>
                  <a:pt x="284377" y="10351"/>
                </a:cubicBezTo>
                <a:cubicBezTo>
                  <a:pt x="287987" y="7124"/>
                  <a:pt x="290543" y="3993"/>
                  <a:pt x="292044" y="958"/>
                </a:cubicBezTo>
                <a:lnTo>
                  <a:pt x="297603" y="958"/>
                </a:lnTo>
                <a:lnTo>
                  <a:pt x="297603" y="71498"/>
                </a:lnTo>
                <a:close/>
                <a:moveTo>
                  <a:pt x="324437" y="71498"/>
                </a:moveTo>
                <a:lnTo>
                  <a:pt x="324437" y="61626"/>
                </a:lnTo>
                <a:lnTo>
                  <a:pt x="334261" y="61626"/>
                </a:lnTo>
                <a:lnTo>
                  <a:pt x="334261" y="71498"/>
                </a:lnTo>
                <a:lnTo>
                  <a:pt x="324437" y="71498"/>
                </a:lnTo>
                <a:close/>
                <a:moveTo>
                  <a:pt x="346839" y="36827"/>
                </a:moveTo>
                <a:cubicBezTo>
                  <a:pt x="346839" y="28527"/>
                  <a:pt x="347694" y="21846"/>
                  <a:pt x="349403" y="16786"/>
                </a:cubicBezTo>
                <a:cubicBezTo>
                  <a:pt x="351112" y="11725"/>
                  <a:pt x="353652" y="7822"/>
                  <a:pt x="357022" y="5077"/>
                </a:cubicBezTo>
                <a:cubicBezTo>
                  <a:pt x="360393" y="2331"/>
                  <a:pt x="364634" y="958"/>
                  <a:pt x="369745" y="958"/>
                </a:cubicBezTo>
                <a:cubicBezTo>
                  <a:pt x="373515" y="958"/>
                  <a:pt x="376822" y="1717"/>
                  <a:pt x="379665" y="3233"/>
                </a:cubicBezTo>
                <a:cubicBezTo>
                  <a:pt x="382508" y="4750"/>
                  <a:pt x="384856" y="6937"/>
                  <a:pt x="386709" y="9794"/>
                </a:cubicBezTo>
                <a:cubicBezTo>
                  <a:pt x="388562" y="12651"/>
                  <a:pt x="390016" y="16131"/>
                  <a:pt x="391070" y="20234"/>
                </a:cubicBezTo>
                <a:cubicBezTo>
                  <a:pt x="392124" y="24337"/>
                  <a:pt x="392651" y="29868"/>
                  <a:pt x="392651" y="36827"/>
                </a:cubicBezTo>
                <a:cubicBezTo>
                  <a:pt x="392651" y="45063"/>
                  <a:pt x="391805" y="51712"/>
                  <a:pt x="390112" y="56772"/>
                </a:cubicBezTo>
                <a:cubicBezTo>
                  <a:pt x="388418" y="61833"/>
                  <a:pt x="385887" y="65744"/>
                  <a:pt x="382516" y="68506"/>
                </a:cubicBezTo>
                <a:cubicBezTo>
                  <a:pt x="379146" y="71267"/>
                  <a:pt x="374889" y="72648"/>
                  <a:pt x="369745" y="72648"/>
                </a:cubicBezTo>
                <a:cubicBezTo>
                  <a:pt x="362973" y="72648"/>
                  <a:pt x="357653" y="70221"/>
                  <a:pt x="353788" y="65368"/>
                </a:cubicBezTo>
                <a:cubicBezTo>
                  <a:pt x="349155" y="59526"/>
                  <a:pt x="346839" y="50012"/>
                  <a:pt x="346839" y="36827"/>
                </a:cubicBezTo>
                <a:moveTo>
                  <a:pt x="355705" y="36803"/>
                </a:moveTo>
                <a:cubicBezTo>
                  <a:pt x="355705" y="48297"/>
                  <a:pt x="357054" y="55947"/>
                  <a:pt x="359754" y="59753"/>
                </a:cubicBezTo>
                <a:cubicBezTo>
                  <a:pt x="362453" y="63557"/>
                  <a:pt x="365784" y="65460"/>
                  <a:pt x="369745" y="65460"/>
                </a:cubicBezTo>
                <a:cubicBezTo>
                  <a:pt x="373707" y="65460"/>
                  <a:pt x="377037" y="63549"/>
                  <a:pt x="379737" y="59729"/>
                </a:cubicBezTo>
                <a:cubicBezTo>
                  <a:pt x="382436" y="55908"/>
                  <a:pt x="383786" y="48266"/>
                  <a:pt x="383786" y="36803"/>
                </a:cubicBezTo>
                <a:cubicBezTo>
                  <a:pt x="383786" y="25277"/>
                  <a:pt x="382436" y="17620"/>
                  <a:pt x="379737" y="13831"/>
                </a:cubicBezTo>
                <a:cubicBezTo>
                  <a:pt x="377037" y="10041"/>
                  <a:pt x="373675" y="8147"/>
                  <a:pt x="369649" y="8147"/>
                </a:cubicBezTo>
                <a:cubicBezTo>
                  <a:pt x="365688" y="8147"/>
                  <a:pt x="362525" y="9818"/>
                  <a:pt x="360161" y="13162"/>
                </a:cubicBezTo>
                <a:cubicBezTo>
                  <a:pt x="357190" y="17429"/>
                  <a:pt x="355705" y="25309"/>
                  <a:pt x="355705" y="36803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" name="Text SP:1.19">
            <a:extLst xmlns:a="http://schemas.openxmlformats.org/drawingml/2006/main">
              <a:ext uri="{FF2B5EF4-FFF2-40B4-BE49-F238E27FC236}">
                <a16:creationId xmlns:a16="http://schemas.microsoft.com/office/drawing/2014/main" id="{36122596-F7F4-4910-89FA-6F6B8CC74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8768" y="1950592"/>
            <a:ext cx="367177" cy="72648"/>
          </a:xfrm>
          <a:custGeom xmlns:a="http://schemas.openxmlformats.org/drawingml/2006/main">
            <a:pathLst>
              <a:path w="367177" h="72648">
                <a:moveTo>
                  <a:pt x="0" y="48879"/>
                </a:moveTo>
                <a:lnTo>
                  <a:pt x="8769" y="48112"/>
                </a:lnTo>
                <a:cubicBezTo>
                  <a:pt x="9185" y="51627"/>
                  <a:pt x="10151" y="54510"/>
                  <a:pt x="11669" y="56762"/>
                </a:cubicBezTo>
                <a:cubicBezTo>
                  <a:pt x="13186" y="59014"/>
                  <a:pt x="15542" y="60835"/>
                  <a:pt x="18737" y="62225"/>
                </a:cubicBezTo>
                <a:cubicBezTo>
                  <a:pt x="21932" y="63615"/>
                  <a:pt x="25526" y="64310"/>
                  <a:pt x="29519" y="64310"/>
                </a:cubicBezTo>
                <a:cubicBezTo>
                  <a:pt x="33065" y="64310"/>
                  <a:pt x="36196" y="63782"/>
                  <a:pt x="38912" y="62728"/>
                </a:cubicBezTo>
                <a:cubicBezTo>
                  <a:pt x="41627" y="61674"/>
                  <a:pt x="43648" y="60228"/>
                  <a:pt x="44974" y="58391"/>
                </a:cubicBezTo>
                <a:cubicBezTo>
                  <a:pt x="46299" y="56554"/>
                  <a:pt x="46962" y="54550"/>
                  <a:pt x="46962" y="52377"/>
                </a:cubicBezTo>
                <a:cubicBezTo>
                  <a:pt x="46962" y="50173"/>
                  <a:pt x="46323" y="48248"/>
                  <a:pt x="45045" y="46603"/>
                </a:cubicBezTo>
                <a:cubicBezTo>
                  <a:pt x="43768" y="44958"/>
                  <a:pt x="41659" y="43576"/>
                  <a:pt x="38720" y="42458"/>
                </a:cubicBezTo>
                <a:cubicBezTo>
                  <a:pt x="36835" y="41723"/>
                  <a:pt x="32666" y="40581"/>
                  <a:pt x="26213" y="39031"/>
                </a:cubicBezTo>
                <a:cubicBezTo>
                  <a:pt x="19759" y="37482"/>
                  <a:pt x="15239" y="36020"/>
                  <a:pt x="12651" y="34647"/>
                </a:cubicBezTo>
                <a:cubicBezTo>
                  <a:pt x="9297" y="32890"/>
                  <a:pt x="6797" y="30709"/>
                  <a:pt x="5151" y="28105"/>
                </a:cubicBezTo>
                <a:cubicBezTo>
                  <a:pt x="3506" y="25502"/>
                  <a:pt x="2684" y="22587"/>
                  <a:pt x="2684" y="19360"/>
                </a:cubicBezTo>
                <a:cubicBezTo>
                  <a:pt x="2684" y="15814"/>
                  <a:pt x="3690" y="12499"/>
                  <a:pt x="5703" y="9416"/>
                </a:cubicBezTo>
                <a:cubicBezTo>
                  <a:pt x="7715" y="6334"/>
                  <a:pt x="10654" y="3993"/>
                  <a:pt x="14520" y="2396"/>
                </a:cubicBezTo>
                <a:cubicBezTo>
                  <a:pt x="18386" y="799"/>
                  <a:pt x="22682" y="0"/>
                  <a:pt x="27411" y="0"/>
                </a:cubicBezTo>
                <a:cubicBezTo>
                  <a:pt x="32618" y="0"/>
                  <a:pt x="37210" y="839"/>
                  <a:pt x="41188" y="2516"/>
                </a:cubicBezTo>
                <a:cubicBezTo>
                  <a:pt x="45165" y="4193"/>
                  <a:pt x="48224" y="6661"/>
                  <a:pt x="50365" y="9920"/>
                </a:cubicBezTo>
                <a:cubicBezTo>
                  <a:pt x="52505" y="13178"/>
                  <a:pt x="53655" y="16868"/>
                  <a:pt x="53815" y="20989"/>
                </a:cubicBezTo>
                <a:lnTo>
                  <a:pt x="44902" y="21660"/>
                </a:lnTo>
                <a:cubicBezTo>
                  <a:pt x="44422" y="17204"/>
                  <a:pt x="42801" y="13837"/>
                  <a:pt x="40038" y="11561"/>
                </a:cubicBezTo>
                <a:cubicBezTo>
                  <a:pt x="37274" y="9285"/>
                  <a:pt x="33193" y="8147"/>
                  <a:pt x="27794" y="8147"/>
                </a:cubicBezTo>
                <a:cubicBezTo>
                  <a:pt x="22171" y="8147"/>
                  <a:pt x="18074" y="9178"/>
                  <a:pt x="15502" y="11240"/>
                </a:cubicBezTo>
                <a:cubicBezTo>
                  <a:pt x="12931" y="13302"/>
                  <a:pt x="11645" y="15787"/>
                  <a:pt x="11645" y="18697"/>
                </a:cubicBezTo>
                <a:cubicBezTo>
                  <a:pt x="11645" y="21222"/>
                  <a:pt x="12555" y="23300"/>
                  <a:pt x="14376" y="24931"/>
                </a:cubicBezTo>
                <a:cubicBezTo>
                  <a:pt x="16165" y="26562"/>
                  <a:pt x="20837" y="28233"/>
                  <a:pt x="28393" y="29943"/>
                </a:cubicBezTo>
                <a:cubicBezTo>
                  <a:pt x="35948" y="31653"/>
                  <a:pt x="41132" y="33148"/>
                  <a:pt x="43943" y="34426"/>
                </a:cubicBezTo>
                <a:cubicBezTo>
                  <a:pt x="48032" y="36312"/>
                  <a:pt x="51051" y="38702"/>
                  <a:pt x="53000" y="41597"/>
                </a:cubicBezTo>
                <a:cubicBezTo>
                  <a:pt x="54949" y="44490"/>
                  <a:pt x="55923" y="47823"/>
                  <a:pt x="55923" y="51596"/>
                </a:cubicBezTo>
                <a:cubicBezTo>
                  <a:pt x="55923" y="55335"/>
                  <a:pt x="54853" y="58860"/>
                  <a:pt x="52713" y="62170"/>
                </a:cubicBezTo>
                <a:cubicBezTo>
                  <a:pt x="50572" y="65478"/>
                  <a:pt x="47497" y="68052"/>
                  <a:pt x="43488" y="69891"/>
                </a:cubicBezTo>
                <a:cubicBezTo>
                  <a:pt x="39479" y="71729"/>
                  <a:pt x="34966" y="72648"/>
                  <a:pt x="29950" y="72648"/>
                </a:cubicBezTo>
                <a:cubicBezTo>
                  <a:pt x="23593" y="72648"/>
                  <a:pt x="18266" y="71721"/>
                  <a:pt x="13969" y="69868"/>
                </a:cubicBezTo>
                <a:cubicBezTo>
                  <a:pt x="9672" y="68015"/>
                  <a:pt x="6302" y="65228"/>
                  <a:pt x="3858" y="61506"/>
                </a:cubicBezTo>
                <a:cubicBezTo>
                  <a:pt x="1414" y="57784"/>
                  <a:pt x="128" y="53575"/>
                  <a:pt x="0" y="48879"/>
                </a:cubicBezTo>
                <a:close/>
                <a:moveTo>
                  <a:pt x="68474" y="71498"/>
                </a:moveTo>
                <a:lnTo>
                  <a:pt x="68474" y="1246"/>
                </a:lnTo>
                <a:lnTo>
                  <a:pt x="94974" y="1246"/>
                </a:lnTo>
                <a:cubicBezTo>
                  <a:pt x="99638" y="1246"/>
                  <a:pt x="103201" y="1469"/>
                  <a:pt x="105660" y="1915"/>
                </a:cubicBezTo>
                <a:cubicBezTo>
                  <a:pt x="109111" y="2490"/>
                  <a:pt x="112002" y="3584"/>
                  <a:pt x="114334" y="5195"/>
                </a:cubicBezTo>
                <a:cubicBezTo>
                  <a:pt x="116666" y="6806"/>
                  <a:pt x="118543" y="9064"/>
                  <a:pt x="119965" y="11968"/>
                </a:cubicBezTo>
                <a:cubicBezTo>
                  <a:pt x="121386" y="14871"/>
                  <a:pt x="122097" y="18062"/>
                  <a:pt x="122097" y="21540"/>
                </a:cubicBezTo>
                <a:cubicBezTo>
                  <a:pt x="122097" y="27508"/>
                  <a:pt x="120196" y="32559"/>
                  <a:pt x="116395" y="36691"/>
                </a:cubicBezTo>
                <a:cubicBezTo>
                  <a:pt x="112593" y="40823"/>
                  <a:pt x="105724" y="42889"/>
                  <a:pt x="95789" y="42889"/>
                </a:cubicBezTo>
                <a:lnTo>
                  <a:pt x="77771" y="42889"/>
                </a:lnTo>
                <a:lnTo>
                  <a:pt x="77771" y="71498"/>
                </a:lnTo>
                <a:lnTo>
                  <a:pt x="68474" y="71498"/>
                </a:lnTo>
                <a:moveTo>
                  <a:pt x="77771" y="34599"/>
                </a:moveTo>
                <a:lnTo>
                  <a:pt x="95933" y="34599"/>
                </a:lnTo>
                <a:cubicBezTo>
                  <a:pt x="101939" y="34599"/>
                  <a:pt x="106204" y="33483"/>
                  <a:pt x="108727" y="31252"/>
                </a:cubicBezTo>
                <a:cubicBezTo>
                  <a:pt x="111251" y="29019"/>
                  <a:pt x="112513" y="25878"/>
                  <a:pt x="112513" y="21828"/>
                </a:cubicBezTo>
                <a:cubicBezTo>
                  <a:pt x="112513" y="18895"/>
                  <a:pt x="111770" y="16384"/>
                  <a:pt x="110285" y="14295"/>
                </a:cubicBezTo>
                <a:cubicBezTo>
                  <a:pt x="108799" y="12207"/>
                  <a:pt x="106843" y="10828"/>
                  <a:pt x="104415" y="10158"/>
                </a:cubicBezTo>
                <a:cubicBezTo>
                  <a:pt x="102849" y="9743"/>
                  <a:pt x="99958" y="9536"/>
                  <a:pt x="95741" y="9536"/>
                </a:cubicBezTo>
                <a:lnTo>
                  <a:pt x="77771" y="9536"/>
                </a:lnTo>
                <a:lnTo>
                  <a:pt x="77771" y="34599"/>
                </a:lnTo>
                <a:close/>
                <a:moveTo>
                  <a:pt x="135080" y="30478"/>
                </a:moveTo>
                <a:lnTo>
                  <a:pt x="135080" y="20606"/>
                </a:lnTo>
                <a:lnTo>
                  <a:pt x="144903" y="20606"/>
                </a:lnTo>
                <a:lnTo>
                  <a:pt x="144903" y="30478"/>
                </a:lnTo>
                <a:lnTo>
                  <a:pt x="135080" y="30478"/>
                </a:lnTo>
                <a:moveTo>
                  <a:pt x="135080" y="71498"/>
                </a:moveTo>
                <a:lnTo>
                  <a:pt x="135080" y="61626"/>
                </a:lnTo>
                <a:lnTo>
                  <a:pt x="144903" y="61626"/>
                </a:lnTo>
                <a:lnTo>
                  <a:pt x="144903" y="71498"/>
                </a:lnTo>
                <a:lnTo>
                  <a:pt x="135080" y="71498"/>
                </a:lnTo>
                <a:close/>
                <a:moveTo>
                  <a:pt x="217261" y="71498"/>
                </a:moveTo>
                <a:lnTo>
                  <a:pt x="208635" y="71498"/>
                </a:lnTo>
                <a:lnTo>
                  <a:pt x="208635" y="16533"/>
                </a:lnTo>
                <a:cubicBezTo>
                  <a:pt x="206559" y="18513"/>
                  <a:pt x="203835" y="20494"/>
                  <a:pt x="200465" y="22475"/>
                </a:cubicBezTo>
                <a:cubicBezTo>
                  <a:pt x="197094" y="24455"/>
                  <a:pt x="194067" y="25941"/>
                  <a:pt x="191384" y="26931"/>
                </a:cubicBezTo>
                <a:lnTo>
                  <a:pt x="191384" y="18593"/>
                </a:lnTo>
                <a:cubicBezTo>
                  <a:pt x="196208" y="16325"/>
                  <a:pt x="200425" y="13578"/>
                  <a:pt x="204035" y="10351"/>
                </a:cubicBezTo>
                <a:cubicBezTo>
                  <a:pt x="207645" y="7124"/>
                  <a:pt x="210201" y="3993"/>
                  <a:pt x="211702" y="958"/>
                </a:cubicBezTo>
                <a:lnTo>
                  <a:pt x="217261" y="958"/>
                </a:lnTo>
                <a:lnTo>
                  <a:pt x="217261" y="71498"/>
                </a:lnTo>
                <a:close/>
                <a:moveTo>
                  <a:pt x="244096" y="71498"/>
                </a:moveTo>
                <a:lnTo>
                  <a:pt x="244096" y="61626"/>
                </a:lnTo>
                <a:lnTo>
                  <a:pt x="253919" y="61626"/>
                </a:lnTo>
                <a:lnTo>
                  <a:pt x="253919" y="71498"/>
                </a:lnTo>
                <a:lnTo>
                  <a:pt x="244096" y="71498"/>
                </a:lnTo>
                <a:close/>
                <a:moveTo>
                  <a:pt x="298988" y="71498"/>
                </a:moveTo>
                <a:lnTo>
                  <a:pt x="290362" y="71498"/>
                </a:lnTo>
                <a:lnTo>
                  <a:pt x="290362" y="16533"/>
                </a:lnTo>
                <a:cubicBezTo>
                  <a:pt x="288286" y="18513"/>
                  <a:pt x="285562" y="20494"/>
                  <a:pt x="282192" y="22475"/>
                </a:cubicBezTo>
                <a:cubicBezTo>
                  <a:pt x="278821" y="24455"/>
                  <a:pt x="275794" y="25941"/>
                  <a:pt x="273111" y="26931"/>
                </a:cubicBezTo>
                <a:lnTo>
                  <a:pt x="273111" y="18593"/>
                </a:lnTo>
                <a:cubicBezTo>
                  <a:pt x="277935" y="16325"/>
                  <a:pt x="282152" y="13578"/>
                  <a:pt x="285762" y="10351"/>
                </a:cubicBezTo>
                <a:cubicBezTo>
                  <a:pt x="289372" y="7124"/>
                  <a:pt x="291928" y="3993"/>
                  <a:pt x="293429" y="958"/>
                </a:cubicBezTo>
                <a:lnTo>
                  <a:pt x="298988" y="958"/>
                </a:lnTo>
                <a:lnTo>
                  <a:pt x="298988" y="71498"/>
                </a:lnTo>
                <a:close/>
                <a:moveTo>
                  <a:pt x="322276" y="55113"/>
                </a:moveTo>
                <a:lnTo>
                  <a:pt x="330566" y="54342"/>
                </a:lnTo>
                <a:cubicBezTo>
                  <a:pt x="331269" y="58240"/>
                  <a:pt x="332611" y="61067"/>
                  <a:pt x="334591" y="62824"/>
                </a:cubicBezTo>
                <a:cubicBezTo>
                  <a:pt x="336572" y="64581"/>
                  <a:pt x="339112" y="65460"/>
                  <a:pt x="342211" y="65460"/>
                </a:cubicBezTo>
                <a:cubicBezTo>
                  <a:pt x="344862" y="65460"/>
                  <a:pt x="347186" y="64853"/>
                  <a:pt x="349183" y="63639"/>
                </a:cubicBezTo>
                <a:cubicBezTo>
                  <a:pt x="351180" y="62425"/>
                  <a:pt x="352817" y="60803"/>
                  <a:pt x="354095" y="58775"/>
                </a:cubicBezTo>
                <a:cubicBezTo>
                  <a:pt x="355373" y="56746"/>
                  <a:pt x="356443" y="54007"/>
                  <a:pt x="357306" y="50556"/>
                </a:cubicBezTo>
                <a:cubicBezTo>
                  <a:pt x="358168" y="47106"/>
                  <a:pt x="358600" y="43592"/>
                  <a:pt x="358600" y="40014"/>
                </a:cubicBezTo>
                <a:cubicBezTo>
                  <a:pt x="358600" y="39630"/>
                  <a:pt x="358584" y="39055"/>
                  <a:pt x="358552" y="38289"/>
                </a:cubicBezTo>
                <a:cubicBezTo>
                  <a:pt x="356827" y="41036"/>
                  <a:pt x="354470" y="43264"/>
                  <a:pt x="351483" y="44974"/>
                </a:cubicBezTo>
                <a:cubicBezTo>
                  <a:pt x="348496" y="46683"/>
                  <a:pt x="345262" y="47537"/>
                  <a:pt x="341779" y="47537"/>
                </a:cubicBezTo>
                <a:cubicBezTo>
                  <a:pt x="335965" y="47537"/>
                  <a:pt x="331045" y="45435"/>
                  <a:pt x="327020" y="41231"/>
                </a:cubicBezTo>
                <a:cubicBezTo>
                  <a:pt x="322995" y="37027"/>
                  <a:pt x="320982" y="31485"/>
                  <a:pt x="320982" y="24606"/>
                </a:cubicBezTo>
                <a:cubicBezTo>
                  <a:pt x="320982" y="17504"/>
                  <a:pt x="323082" y="11787"/>
                  <a:pt x="327283" y="7456"/>
                </a:cubicBezTo>
                <a:cubicBezTo>
                  <a:pt x="331484" y="3124"/>
                  <a:pt x="336748" y="958"/>
                  <a:pt x="343073" y="958"/>
                </a:cubicBezTo>
                <a:cubicBezTo>
                  <a:pt x="347642" y="958"/>
                  <a:pt x="351819" y="2188"/>
                  <a:pt x="355605" y="4647"/>
                </a:cubicBezTo>
                <a:cubicBezTo>
                  <a:pt x="359390" y="7105"/>
                  <a:pt x="362265" y="10608"/>
                  <a:pt x="364230" y="15158"/>
                </a:cubicBezTo>
                <a:cubicBezTo>
                  <a:pt x="366195" y="19707"/>
                  <a:pt x="367177" y="26292"/>
                  <a:pt x="367177" y="34912"/>
                </a:cubicBezTo>
                <a:cubicBezTo>
                  <a:pt x="367177" y="43883"/>
                  <a:pt x="366203" y="51027"/>
                  <a:pt x="364254" y="56343"/>
                </a:cubicBezTo>
                <a:cubicBezTo>
                  <a:pt x="362305" y="61658"/>
                  <a:pt x="359406" y="65704"/>
                  <a:pt x="355557" y="68482"/>
                </a:cubicBezTo>
                <a:cubicBezTo>
                  <a:pt x="351707" y="71259"/>
                  <a:pt x="347194" y="72648"/>
                  <a:pt x="342019" y="72648"/>
                </a:cubicBezTo>
                <a:cubicBezTo>
                  <a:pt x="336524" y="72648"/>
                  <a:pt x="332036" y="71114"/>
                  <a:pt x="328553" y="68047"/>
                </a:cubicBezTo>
                <a:cubicBezTo>
                  <a:pt x="325071" y="64980"/>
                  <a:pt x="322979" y="60669"/>
                  <a:pt x="322276" y="55113"/>
                </a:cubicBezTo>
                <a:moveTo>
                  <a:pt x="357593" y="24198"/>
                </a:moveTo>
                <a:cubicBezTo>
                  <a:pt x="357593" y="19277"/>
                  <a:pt x="356275" y="15371"/>
                  <a:pt x="353640" y="12482"/>
                </a:cubicBezTo>
                <a:cubicBezTo>
                  <a:pt x="351004" y="9592"/>
                  <a:pt x="347833" y="8147"/>
                  <a:pt x="344128" y="8147"/>
                </a:cubicBezTo>
                <a:cubicBezTo>
                  <a:pt x="340294" y="8147"/>
                  <a:pt x="336955" y="9702"/>
                  <a:pt x="334112" y="12814"/>
                </a:cubicBezTo>
                <a:cubicBezTo>
                  <a:pt x="331269" y="15926"/>
                  <a:pt x="329847" y="19959"/>
                  <a:pt x="329847" y="24913"/>
                </a:cubicBezTo>
                <a:cubicBezTo>
                  <a:pt x="329847" y="29359"/>
                  <a:pt x="331197" y="32972"/>
                  <a:pt x="333896" y="35750"/>
                </a:cubicBezTo>
                <a:cubicBezTo>
                  <a:pt x="336596" y="38529"/>
                  <a:pt x="339926" y="39918"/>
                  <a:pt x="343888" y="39918"/>
                </a:cubicBezTo>
                <a:cubicBezTo>
                  <a:pt x="347881" y="39918"/>
                  <a:pt x="351164" y="38529"/>
                  <a:pt x="353736" y="35750"/>
                </a:cubicBezTo>
                <a:cubicBezTo>
                  <a:pt x="356307" y="32972"/>
                  <a:pt x="357593" y="29121"/>
                  <a:pt x="357593" y="24198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6E4BB3F-6FF0-44F3-8E0B-A6431B4BA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8956" y="1569800"/>
            <a:ext cx="520751" cy="190660"/>
          </a:xfrm>
          <a:custGeom xmlns:a="http://schemas.openxmlformats.org/drawingml/2006/main">
            <a:pathLst>
              <a:path w="520751" h="190660">
                <a:moveTo>
                  <a:pt x="32069" y="384"/>
                </a:moveTo>
                <a:lnTo>
                  <a:pt x="488898" y="384"/>
                </a:lnTo>
                <a:cubicBezTo>
                  <a:pt x="506193" y="0"/>
                  <a:pt x="520401" y="14201"/>
                  <a:pt x="520751" y="31398"/>
                </a:cubicBezTo>
                <a:lnTo>
                  <a:pt x="520751" y="190660"/>
                </a:lnTo>
                <a:lnTo>
                  <a:pt x="217" y="190660"/>
                </a:lnTo>
                <a:lnTo>
                  <a:pt x="217" y="31398"/>
                </a:lnTo>
                <a:cubicBezTo>
                  <a:pt x="0" y="14201"/>
                  <a:pt x="14208" y="0"/>
                  <a:pt x="32069" y="384"/>
                </a:cubicBezTo>
              </a:path>
            </a:pathLst>
          </a:custGeom>
          <a:solidFill xmlns:a="http://schemas.openxmlformats.org/drawingml/2006/main">
            <a:srgbClr val="FFF2C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DA8CC14-57BC-49C0-A850-8A163365F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5464" y="1566307"/>
            <a:ext cx="527386" cy="197331"/>
          </a:xfrm>
          <a:custGeom xmlns:a="http://schemas.openxmlformats.org/drawingml/2006/main">
            <a:pathLst>
              <a:path w="527386" h="197331">
                <a:moveTo>
                  <a:pt x="28080" y="719"/>
                </a:moveTo>
                <a:lnTo>
                  <a:pt x="24748" y="1579"/>
                </a:lnTo>
                <a:lnTo>
                  <a:pt x="21507" y="2766"/>
                </a:lnTo>
                <a:lnTo>
                  <a:pt x="18427" y="4247"/>
                </a:lnTo>
                <a:lnTo>
                  <a:pt x="15528" y="6014"/>
                </a:lnTo>
                <a:lnTo>
                  <a:pt x="12811" y="8040"/>
                </a:lnTo>
                <a:lnTo>
                  <a:pt x="10317" y="10310"/>
                </a:lnTo>
                <a:lnTo>
                  <a:pt x="8040" y="12811"/>
                </a:lnTo>
                <a:lnTo>
                  <a:pt x="6016" y="15521"/>
                </a:lnTo>
                <a:lnTo>
                  <a:pt x="4248" y="18427"/>
                </a:lnTo>
                <a:lnTo>
                  <a:pt x="2766" y="21509"/>
                </a:lnTo>
                <a:lnTo>
                  <a:pt x="1579" y="24741"/>
                </a:lnTo>
                <a:lnTo>
                  <a:pt x="726" y="28080"/>
                </a:lnTo>
                <a:lnTo>
                  <a:pt x="405" y="29855"/>
                </a:lnTo>
                <a:lnTo>
                  <a:pt x="182" y="31623"/>
                </a:lnTo>
                <a:lnTo>
                  <a:pt x="49" y="33410"/>
                </a:lnTo>
                <a:lnTo>
                  <a:pt x="0" y="35170"/>
                </a:lnTo>
                <a:lnTo>
                  <a:pt x="0" y="197331"/>
                </a:lnTo>
                <a:lnTo>
                  <a:pt x="527386" y="197331"/>
                </a:lnTo>
                <a:lnTo>
                  <a:pt x="527386" y="35170"/>
                </a:lnTo>
                <a:lnTo>
                  <a:pt x="527338" y="33410"/>
                </a:lnTo>
                <a:lnTo>
                  <a:pt x="527205" y="31623"/>
                </a:lnTo>
                <a:lnTo>
                  <a:pt x="526981" y="29855"/>
                </a:lnTo>
                <a:lnTo>
                  <a:pt x="526660" y="28080"/>
                </a:lnTo>
                <a:lnTo>
                  <a:pt x="525809" y="24741"/>
                </a:lnTo>
                <a:lnTo>
                  <a:pt x="524622" y="21509"/>
                </a:lnTo>
                <a:lnTo>
                  <a:pt x="523133" y="18427"/>
                </a:lnTo>
                <a:lnTo>
                  <a:pt x="521372" y="15521"/>
                </a:lnTo>
                <a:lnTo>
                  <a:pt x="519347" y="12811"/>
                </a:lnTo>
                <a:lnTo>
                  <a:pt x="517069" y="10310"/>
                </a:lnTo>
                <a:lnTo>
                  <a:pt x="514576" y="8040"/>
                </a:lnTo>
                <a:lnTo>
                  <a:pt x="511858" y="6014"/>
                </a:lnTo>
                <a:lnTo>
                  <a:pt x="508961" y="4247"/>
                </a:lnTo>
                <a:lnTo>
                  <a:pt x="505879" y="2766"/>
                </a:lnTo>
                <a:lnTo>
                  <a:pt x="502638" y="1579"/>
                </a:lnTo>
                <a:lnTo>
                  <a:pt x="499306" y="719"/>
                </a:lnTo>
                <a:lnTo>
                  <a:pt x="497525" y="405"/>
                </a:lnTo>
                <a:lnTo>
                  <a:pt x="495765" y="182"/>
                </a:lnTo>
                <a:lnTo>
                  <a:pt x="493976" y="42"/>
                </a:lnTo>
                <a:lnTo>
                  <a:pt x="492211" y="0"/>
                </a:lnTo>
                <a:lnTo>
                  <a:pt x="35177" y="0"/>
                </a:lnTo>
                <a:lnTo>
                  <a:pt x="33410" y="42"/>
                </a:lnTo>
                <a:lnTo>
                  <a:pt x="31621" y="182"/>
                </a:lnTo>
                <a:lnTo>
                  <a:pt x="29863" y="405"/>
                </a:lnTo>
                <a:lnTo>
                  <a:pt x="28080" y="719"/>
                </a:lnTo>
                <a:close/>
                <a:moveTo>
                  <a:pt x="496497" y="7312"/>
                </a:moveTo>
                <a:lnTo>
                  <a:pt x="497831" y="7552"/>
                </a:lnTo>
                <a:lnTo>
                  <a:pt x="500588" y="8261"/>
                </a:lnTo>
                <a:lnTo>
                  <a:pt x="503154" y="9203"/>
                </a:lnTo>
                <a:lnTo>
                  <a:pt x="505601" y="10381"/>
                </a:lnTo>
                <a:lnTo>
                  <a:pt x="507950" y="11808"/>
                </a:lnTo>
                <a:lnTo>
                  <a:pt x="510099" y="13411"/>
                </a:lnTo>
                <a:lnTo>
                  <a:pt x="512171" y="15296"/>
                </a:lnTo>
                <a:lnTo>
                  <a:pt x="513933" y="17240"/>
                </a:lnTo>
                <a:lnTo>
                  <a:pt x="515586" y="19447"/>
                </a:lnTo>
                <a:lnTo>
                  <a:pt x="516982" y="21750"/>
                </a:lnTo>
                <a:lnTo>
                  <a:pt x="518177" y="24233"/>
                </a:lnTo>
                <a:lnTo>
                  <a:pt x="519124" y="26814"/>
                </a:lnTo>
                <a:lnTo>
                  <a:pt x="519831" y="29567"/>
                </a:lnTo>
                <a:lnTo>
                  <a:pt x="520067" y="30889"/>
                </a:lnTo>
                <a:lnTo>
                  <a:pt x="520259" y="32390"/>
                </a:lnTo>
                <a:lnTo>
                  <a:pt x="520363" y="33802"/>
                </a:lnTo>
                <a:lnTo>
                  <a:pt x="520401" y="35303"/>
                </a:lnTo>
                <a:lnTo>
                  <a:pt x="520401" y="190346"/>
                </a:lnTo>
                <a:lnTo>
                  <a:pt x="6985" y="190346"/>
                </a:lnTo>
                <a:lnTo>
                  <a:pt x="6985" y="35303"/>
                </a:lnTo>
                <a:lnTo>
                  <a:pt x="7024" y="33801"/>
                </a:lnTo>
                <a:lnTo>
                  <a:pt x="7127" y="32389"/>
                </a:lnTo>
                <a:lnTo>
                  <a:pt x="7319" y="30892"/>
                </a:lnTo>
                <a:lnTo>
                  <a:pt x="7560" y="29551"/>
                </a:lnTo>
                <a:lnTo>
                  <a:pt x="8263" y="26814"/>
                </a:lnTo>
                <a:lnTo>
                  <a:pt x="9206" y="24245"/>
                </a:lnTo>
                <a:lnTo>
                  <a:pt x="10405" y="21750"/>
                </a:lnTo>
                <a:lnTo>
                  <a:pt x="11808" y="19438"/>
                </a:lnTo>
                <a:lnTo>
                  <a:pt x="13453" y="17241"/>
                </a:lnTo>
                <a:lnTo>
                  <a:pt x="15223" y="15289"/>
                </a:lnTo>
                <a:lnTo>
                  <a:pt x="17284" y="13414"/>
                </a:lnTo>
                <a:lnTo>
                  <a:pt x="19436" y="11808"/>
                </a:lnTo>
                <a:lnTo>
                  <a:pt x="21785" y="10381"/>
                </a:lnTo>
                <a:lnTo>
                  <a:pt x="24233" y="9203"/>
                </a:lnTo>
                <a:lnTo>
                  <a:pt x="26803" y="8260"/>
                </a:lnTo>
                <a:lnTo>
                  <a:pt x="29556" y="7552"/>
                </a:lnTo>
                <a:lnTo>
                  <a:pt x="30889" y="7312"/>
                </a:lnTo>
                <a:lnTo>
                  <a:pt x="32267" y="7138"/>
                </a:lnTo>
                <a:lnTo>
                  <a:pt x="33794" y="7018"/>
                </a:lnTo>
                <a:lnTo>
                  <a:pt x="35310" y="6985"/>
                </a:lnTo>
                <a:lnTo>
                  <a:pt x="492076" y="6985"/>
                </a:lnTo>
                <a:lnTo>
                  <a:pt x="493595" y="7018"/>
                </a:lnTo>
                <a:lnTo>
                  <a:pt x="495120" y="7138"/>
                </a:lnTo>
                <a:lnTo>
                  <a:pt x="496497" y="7312"/>
                </a:lnTo>
                <a:close/>
              </a:path>
            </a:pathLst>
          </a:custGeom>
          <a:solidFill xmlns:a="http://schemas.openxmlformats.org/drawingml/2006/main">
            <a:srgbClr val="795D0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" name="Text Sample2">
            <a:extLst xmlns:a="http://schemas.openxmlformats.org/drawingml/2006/main">
              <a:ext uri="{FF2B5EF4-FFF2-40B4-BE49-F238E27FC236}">
                <a16:creationId xmlns:a16="http://schemas.microsoft.com/office/drawing/2014/main" id="{8AEBCDD2-B79D-46C2-AD5C-547EC4E57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26452" y="1621591"/>
            <a:ext cx="404035" cy="91049"/>
          </a:xfrm>
          <a:custGeom xmlns:a="http://schemas.openxmlformats.org/drawingml/2006/main">
            <a:pathLst>
              <a:path w="404035" h="91049">
                <a:moveTo>
                  <a:pt x="0" y="48879"/>
                </a:moveTo>
                <a:lnTo>
                  <a:pt x="8769" y="48112"/>
                </a:lnTo>
                <a:cubicBezTo>
                  <a:pt x="9185" y="51627"/>
                  <a:pt x="10151" y="54510"/>
                  <a:pt x="11669" y="56762"/>
                </a:cubicBezTo>
                <a:cubicBezTo>
                  <a:pt x="13186" y="59014"/>
                  <a:pt x="15542" y="60835"/>
                  <a:pt x="18737" y="62225"/>
                </a:cubicBezTo>
                <a:cubicBezTo>
                  <a:pt x="21932" y="63615"/>
                  <a:pt x="25526" y="64310"/>
                  <a:pt x="29519" y="64310"/>
                </a:cubicBezTo>
                <a:cubicBezTo>
                  <a:pt x="33065" y="64310"/>
                  <a:pt x="36196" y="63782"/>
                  <a:pt x="38912" y="62728"/>
                </a:cubicBezTo>
                <a:cubicBezTo>
                  <a:pt x="41627" y="61674"/>
                  <a:pt x="43648" y="60228"/>
                  <a:pt x="44974" y="58391"/>
                </a:cubicBezTo>
                <a:cubicBezTo>
                  <a:pt x="46299" y="56554"/>
                  <a:pt x="46962" y="54550"/>
                  <a:pt x="46962" y="52377"/>
                </a:cubicBezTo>
                <a:cubicBezTo>
                  <a:pt x="46962" y="50173"/>
                  <a:pt x="46323" y="48248"/>
                  <a:pt x="45045" y="46603"/>
                </a:cubicBezTo>
                <a:cubicBezTo>
                  <a:pt x="43768" y="44958"/>
                  <a:pt x="41659" y="43576"/>
                  <a:pt x="38720" y="42458"/>
                </a:cubicBezTo>
                <a:cubicBezTo>
                  <a:pt x="36835" y="41723"/>
                  <a:pt x="32666" y="40581"/>
                  <a:pt x="26213" y="39031"/>
                </a:cubicBezTo>
                <a:cubicBezTo>
                  <a:pt x="19759" y="37482"/>
                  <a:pt x="15239" y="36020"/>
                  <a:pt x="12651" y="34647"/>
                </a:cubicBezTo>
                <a:cubicBezTo>
                  <a:pt x="9297" y="32890"/>
                  <a:pt x="6797" y="30709"/>
                  <a:pt x="5151" y="28105"/>
                </a:cubicBezTo>
                <a:cubicBezTo>
                  <a:pt x="3506" y="25502"/>
                  <a:pt x="2684" y="22587"/>
                  <a:pt x="2684" y="19360"/>
                </a:cubicBezTo>
                <a:cubicBezTo>
                  <a:pt x="2684" y="15814"/>
                  <a:pt x="3690" y="12499"/>
                  <a:pt x="5703" y="9416"/>
                </a:cubicBezTo>
                <a:cubicBezTo>
                  <a:pt x="7715" y="6334"/>
                  <a:pt x="10654" y="3993"/>
                  <a:pt x="14520" y="2396"/>
                </a:cubicBezTo>
                <a:cubicBezTo>
                  <a:pt x="18386" y="799"/>
                  <a:pt x="22682" y="0"/>
                  <a:pt x="27411" y="0"/>
                </a:cubicBezTo>
                <a:cubicBezTo>
                  <a:pt x="32618" y="0"/>
                  <a:pt x="37210" y="839"/>
                  <a:pt x="41188" y="2516"/>
                </a:cubicBezTo>
                <a:cubicBezTo>
                  <a:pt x="45165" y="4193"/>
                  <a:pt x="48224" y="6661"/>
                  <a:pt x="50365" y="9920"/>
                </a:cubicBezTo>
                <a:cubicBezTo>
                  <a:pt x="52505" y="13178"/>
                  <a:pt x="53655" y="16868"/>
                  <a:pt x="53815" y="20989"/>
                </a:cubicBezTo>
                <a:lnTo>
                  <a:pt x="44902" y="21660"/>
                </a:lnTo>
                <a:cubicBezTo>
                  <a:pt x="44422" y="17204"/>
                  <a:pt x="42801" y="13837"/>
                  <a:pt x="40038" y="11561"/>
                </a:cubicBezTo>
                <a:cubicBezTo>
                  <a:pt x="37274" y="9285"/>
                  <a:pt x="33193" y="8147"/>
                  <a:pt x="27794" y="8147"/>
                </a:cubicBezTo>
                <a:cubicBezTo>
                  <a:pt x="22171" y="8147"/>
                  <a:pt x="18074" y="9178"/>
                  <a:pt x="15502" y="11240"/>
                </a:cubicBezTo>
                <a:cubicBezTo>
                  <a:pt x="12931" y="13302"/>
                  <a:pt x="11645" y="15787"/>
                  <a:pt x="11645" y="18697"/>
                </a:cubicBezTo>
                <a:cubicBezTo>
                  <a:pt x="11645" y="21222"/>
                  <a:pt x="12555" y="23300"/>
                  <a:pt x="14376" y="24931"/>
                </a:cubicBezTo>
                <a:cubicBezTo>
                  <a:pt x="16165" y="26562"/>
                  <a:pt x="20837" y="28233"/>
                  <a:pt x="28393" y="29943"/>
                </a:cubicBezTo>
                <a:cubicBezTo>
                  <a:pt x="35948" y="31653"/>
                  <a:pt x="41132" y="33148"/>
                  <a:pt x="43943" y="34426"/>
                </a:cubicBezTo>
                <a:cubicBezTo>
                  <a:pt x="48032" y="36312"/>
                  <a:pt x="51051" y="38702"/>
                  <a:pt x="53000" y="41597"/>
                </a:cubicBezTo>
                <a:cubicBezTo>
                  <a:pt x="54949" y="44490"/>
                  <a:pt x="55923" y="47823"/>
                  <a:pt x="55923" y="51596"/>
                </a:cubicBezTo>
                <a:cubicBezTo>
                  <a:pt x="55923" y="55335"/>
                  <a:pt x="54853" y="58860"/>
                  <a:pt x="52713" y="62170"/>
                </a:cubicBezTo>
                <a:cubicBezTo>
                  <a:pt x="50572" y="65478"/>
                  <a:pt x="47497" y="68052"/>
                  <a:pt x="43488" y="69891"/>
                </a:cubicBezTo>
                <a:cubicBezTo>
                  <a:pt x="39479" y="71729"/>
                  <a:pt x="34966" y="72648"/>
                  <a:pt x="29950" y="72648"/>
                </a:cubicBezTo>
                <a:cubicBezTo>
                  <a:pt x="23593" y="72648"/>
                  <a:pt x="18266" y="71721"/>
                  <a:pt x="13969" y="69868"/>
                </a:cubicBezTo>
                <a:cubicBezTo>
                  <a:pt x="9672" y="68015"/>
                  <a:pt x="6302" y="65228"/>
                  <a:pt x="3858" y="61506"/>
                </a:cubicBezTo>
                <a:cubicBezTo>
                  <a:pt x="1414" y="57784"/>
                  <a:pt x="128" y="53575"/>
                  <a:pt x="0" y="48879"/>
                </a:cubicBezTo>
                <a:close/>
                <a:moveTo>
                  <a:pt x="100581" y="65214"/>
                </a:moveTo>
                <a:cubicBezTo>
                  <a:pt x="97386" y="67932"/>
                  <a:pt x="94311" y="69850"/>
                  <a:pt x="91356" y="70969"/>
                </a:cubicBezTo>
                <a:cubicBezTo>
                  <a:pt x="88401" y="72088"/>
                  <a:pt x="85230" y="72648"/>
                  <a:pt x="81844" y="72648"/>
                </a:cubicBezTo>
                <a:cubicBezTo>
                  <a:pt x="76253" y="72648"/>
                  <a:pt x="71956" y="71281"/>
                  <a:pt x="68953" y="68547"/>
                </a:cubicBezTo>
                <a:cubicBezTo>
                  <a:pt x="65950" y="65814"/>
                  <a:pt x="64448" y="62321"/>
                  <a:pt x="64448" y="58069"/>
                </a:cubicBezTo>
                <a:cubicBezTo>
                  <a:pt x="64448" y="55576"/>
                  <a:pt x="65016" y="53299"/>
                  <a:pt x="66150" y="51238"/>
                </a:cubicBezTo>
                <a:cubicBezTo>
                  <a:pt x="67284" y="49175"/>
                  <a:pt x="68769" y="47520"/>
                  <a:pt x="70606" y="46273"/>
                </a:cubicBezTo>
                <a:cubicBezTo>
                  <a:pt x="72443" y="45026"/>
                  <a:pt x="74512" y="44083"/>
                  <a:pt x="76812" y="43445"/>
                </a:cubicBezTo>
                <a:cubicBezTo>
                  <a:pt x="78505" y="42996"/>
                  <a:pt x="81061" y="42565"/>
                  <a:pt x="84479" y="42149"/>
                </a:cubicBezTo>
                <a:cubicBezTo>
                  <a:pt x="91444" y="41325"/>
                  <a:pt x="96571" y="40341"/>
                  <a:pt x="99862" y="39199"/>
                </a:cubicBezTo>
                <a:cubicBezTo>
                  <a:pt x="99894" y="38022"/>
                  <a:pt x="99910" y="37274"/>
                  <a:pt x="99910" y="36956"/>
                </a:cubicBezTo>
                <a:cubicBezTo>
                  <a:pt x="99910" y="33455"/>
                  <a:pt x="99095" y="30988"/>
                  <a:pt x="97466" y="29557"/>
                </a:cubicBezTo>
                <a:cubicBezTo>
                  <a:pt x="95261" y="27615"/>
                  <a:pt x="91987" y="26644"/>
                  <a:pt x="87642" y="26644"/>
                </a:cubicBezTo>
                <a:cubicBezTo>
                  <a:pt x="83585" y="26644"/>
                  <a:pt x="80590" y="27355"/>
                  <a:pt x="78657" y="28776"/>
                </a:cubicBezTo>
                <a:cubicBezTo>
                  <a:pt x="76724" y="30198"/>
                  <a:pt x="75294" y="32714"/>
                  <a:pt x="74368" y="36324"/>
                </a:cubicBezTo>
                <a:lnTo>
                  <a:pt x="65934" y="35174"/>
                </a:lnTo>
                <a:cubicBezTo>
                  <a:pt x="66701" y="31553"/>
                  <a:pt x="67963" y="28629"/>
                  <a:pt x="69720" y="26401"/>
                </a:cubicBezTo>
                <a:cubicBezTo>
                  <a:pt x="71477" y="24174"/>
                  <a:pt x="74017" y="22460"/>
                  <a:pt x="77339" y="21259"/>
                </a:cubicBezTo>
                <a:cubicBezTo>
                  <a:pt x="80662" y="20057"/>
                  <a:pt x="84511" y="19456"/>
                  <a:pt x="88888" y="19456"/>
                </a:cubicBezTo>
                <a:cubicBezTo>
                  <a:pt x="93233" y="19456"/>
                  <a:pt x="96763" y="19967"/>
                  <a:pt x="99478" y="20989"/>
                </a:cubicBezTo>
                <a:cubicBezTo>
                  <a:pt x="102194" y="22012"/>
                  <a:pt x="104191" y="23297"/>
                  <a:pt x="105469" y="24847"/>
                </a:cubicBezTo>
                <a:cubicBezTo>
                  <a:pt x="106746" y="26396"/>
                  <a:pt x="107641" y="28353"/>
                  <a:pt x="108152" y="30717"/>
                </a:cubicBezTo>
                <a:cubicBezTo>
                  <a:pt x="108440" y="32187"/>
                  <a:pt x="108583" y="34838"/>
                  <a:pt x="108583" y="38672"/>
                </a:cubicBezTo>
                <a:lnTo>
                  <a:pt x="108583" y="50173"/>
                </a:lnTo>
                <a:cubicBezTo>
                  <a:pt x="108583" y="58192"/>
                  <a:pt x="108767" y="63263"/>
                  <a:pt x="109134" y="65388"/>
                </a:cubicBezTo>
                <a:cubicBezTo>
                  <a:pt x="109502" y="67512"/>
                  <a:pt x="110229" y="69549"/>
                  <a:pt x="111315" y="71498"/>
                </a:cubicBezTo>
                <a:lnTo>
                  <a:pt x="102306" y="71498"/>
                </a:lnTo>
                <a:cubicBezTo>
                  <a:pt x="101411" y="69707"/>
                  <a:pt x="100836" y="67612"/>
                  <a:pt x="100581" y="65214"/>
                </a:cubicBezTo>
                <a:moveTo>
                  <a:pt x="99862" y="45908"/>
                </a:moveTo>
                <a:cubicBezTo>
                  <a:pt x="96731" y="47197"/>
                  <a:pt x="92035" y="48292"/>
                  <a:pt x="85773" y="49194"/>
                </a:cubicBezTo>
                <a:cubicBezTo>
                  <a:pt x="82227" y="49707"/>
                  <a:pt x="79719" y="50284"/>
                  <a:pt x="78250" y="50926"/>
                </a:cubicBezTo>
                <a:cubicBezTo>
                  <a:pt x="76780" y="51567"/>
                  <a:pt x="75646" y="52506"/>
                  <a:pt x="74847" y="53742"/>
                </a:cubicBezTo>
                <a:cubicBezTo>
                  <a:pt x="74049" y="54976"/>
                  <a:pt x="73649" y="56348"/>
                  <a:pt x="73649" y="57855"/>
                </a:cubicBezTo>
                <a:cubicBezTo>
                  <a:pt x="73649" y="60164"/>
                  <a:pt x="74520" y="62089"/>
                  <a:pt x="76261" y="63630"/>
                </a:cubicBezTo>
                <a:cubicBezTo>
                  <a:pt x="78002" y="65169"/>
                  <a:pt x="80550" y="65939"/>
                  <a:pt x="83904" y="65939"/>
                </a:cubicBezTo>
                <a:cubicBezTo>
                  <a:pt x="87227" y="65939"/>
                  <a:pt x="90182" y="65209"/>
                  <a:pt x="92770" y="63748"/>
                </a:cubicBezTo>
                <a:cubicBezTo>
                  <a:pt x="95357" y="62287"/>
                  <a:pt x="97258" y="60289"/>
                  <a:pt x="98472" y="57753"/>
                </a:cubicBezTo>
                <a:cubicBezTo>
                  <a:pt x="99399" y="55795"/>
                  <a:pt x="99862" y="52905"/>
                  <a:pt x="99862" y="49086"/>
                </a:cubicBezTo>
                <a:lnTo>
                  <a:pt x="99862" y="45908"/>
                </a:lnTo>
                <a:close/>
                <a:moveTo>
                  <a:pt x="121856" y="71498"/>
                </a:moveTo>
                <a:lnTo>
                  <a:pt x="121856" y="20606"/>
                </a:lnTo>
                <a:lnTo>
                  <a:pt x="129571" y="20606"/>
                </a:lnTo>
                <a:lnTo>
                  <a:pt x="129571" y="27698"/>
                </a:lnTo>
                <a:cubicBezTo>
                  <a:pt x="131168" y="25220"/>
                  <a:pt x="133293" y="23227"/>
                  <a:pt x="135945" y="21719"/>
                </a:cubicBezTo>
                <a:cubicBezTo>
                  <a:pt x="138596" y="20210"/>
                  <a:pt x="141615" y="19456"/>
                  <a:pt x="145002" y="19456"/>
                </a:cubicBezTo>
                <a:cubicBezTo>
                  <a:pt x="148771" y="19456"/>
                  <a:pt x="151862" y="20234"/>
                  <a:pt x="154274" y="21792"/>
                </a:cubicBezTo>
                <a:cubicBezTo>
                  <a:pt x="156686" y="23348"/>
                  <a:pt x="158387" y="25525"/>
                  <a:pt x="159378" y="28321"/>
                </a:cubicBezTo>
                <a:cubicBezTo>
                  <a:pt x="163403" y="22411"/>
                  <a:pt x="168642" y="19456"/>
                  <a:pt x="175096" y="19456"/>
                </a:cubicBezTo>
                <a:cubicBezTo>
                  <a:pt x="180143" y="19456"/>
                  <a:pt x="184025" y="20853"/>
                  <a:pt x="186740" y="23649"/>
                </a:cubicBezTo>
                <a:cubicBezTo>
                  <a:pt x="189456" y="26444"/>
                  <a:pt x="190814" y="30749"/>
                  <a:pt x="190814" y="36563"/>
                </a:cubicBezTo>
                <a:lnTo>
                  <a:pt x="190814" y="71498"/>
                </a:lnTo>
                <a:lnTo>
                  <a:pt x="182236" y="71498"/>
                </a:lnTo>
                <a:lnTo>
                  <a:pt x="182236" y="39404"/>
                </a:lnTo>
                <a:cubicBezTo>
                  <a:pt x="182236" y="35950"/>
                  <a:pt x="181956" y="33464"/>
                  <a:pt x="181397" y="31945"/>
                </a:cubicBezTo>
                <a:cubicBezTo>
                  <a:pt x="180838" y="30426"/>
                  <a:pt x="179824" y="29202"/>
                  <a:pt x="178354" y="28275"/>
                </a:cubicBezTo>
                <a:cubicBezTo>
                  <a:pt x="176885" y="27347"/>
                  <a:pt x="175160" y="26883"/>
                  <a:pt x="173179" y="26883"/>
                </a:cubicBezTo>
                <a:cubicBezTo>
                  <a:pt x="169601" y="26883"/>
                  <a:pt x="166630" y="28075"/>
                  <a:pt x="164266" y="30458"/>
                </a:cubicBezTo>
                <a:cubicBezTo>
                  <a:pt x="161902" y="32840"/>
                  <a:pt x="160719" y="36654"/>
                  <a:pt x="160719" y="41899"/>
                </a:cubicBezTo>
                <a:lnTo>
                  <a:pt x="160719" y="71498"/>
                </a:lnTo>
                <a:lnTo>
                  <a:pt x="152094" y="71498"/>
                </a:lnTo>
                <a:lnTo>
                  <a:pt x="152094" y="38396"/>
                </a:lnTo>
                <a:cubicBezTo>
                  <a:pt x="152094" y="34559"/>
                  <a:pt x="151391" y="31681"/>
                  <a:pt x="149985" y="29762"/>
                </a:cubicBezTo>
                <a:cubicBezTo>
                  <a:pt x="148580" y="27843"/>
                  <a:pt x="146279" y="26883"/>
                  <a:pt x="143085" y="26883"/>
                </a:cubicBezTo>
                <a:cubicBezTo>
                  <a:pt x="140657" y="26883"/>
                  <a:pt x="138412" y="27523"/>
                  <a:pt x="136352" y="28803"/>
                </a:cubicBezTo>
                <a:cubicBezTo>
                  <a:pt x="134291" y="30082"/>
                  <a:pt x="132798" y="31953"/>
                  <a:pt x="131871" y="34416"/>
                </a:cubicBezTo>
                <a:cubicBezTo>
                  <a:pt x="130945" y="36878"/>
                  <a:pt x="130482" y="40428"/>
                  <a:pt x="130482" y="45065"/>
                </a:cubicBezTo>
                <a:lnTo>
                  <a:pt x="130482" y="71498"/>
                </a:lnTo>
                <a:lnTo>
                  <a:pt x="121856" y="71498"/>
                </a:lnTo>
                <a:close/>
                <a:moveTo>
                  <a:pt x="203233" y="91049"/>
                </a:moveTo>
                <a:lnTo>
                  <a:pt x="203233" y="20606"/>
                </a:lnTo>
                <a:lnTo>
                  <a:pt x="211092" y="20606"/>
                </a:lnTo>
                <a:lnTo>
                  <a:pt x="211092" y="27171"/>
                </a:lnTo>
                <a:cubicBezTo>
                  <a:pt x="212945" y="24599"/>
                  <a:pt x="215038" y="22670"/>
                  <a:pt x="217370" y="21385"/>
                </a:cubicBezTo>
                <a:cubicBezTo>
                  <a:pt x="219702" y="20099"/>
                  <a:pt x="222529" y="19456"/>
                  <a:pt x="225852" y="19456"/>
                </a:cubicBezTo>
                <a:cubicBezTo>
                  <a:pt x="230197" y="19456"/>
                  <a:pt x="234030" y="20574"/>
                  <a:pt x="237353" y="22810"/>
                </a:cubicBezTo>
                <a:cubicBezTo>
                  <a:pt x="240675" y="25047"/>
                  <a:pt x="243183" y="28201"/>
                  <a:pt x="244876" y="32275"/>
                </a:cubicBezTo>
                <a:cubicBezTo>
                  <a:pt x="246569" y="36348"/>
                  <a:pt x="247416" y="40812"/>
                  <a:pt x="247416" y="45668"/>
                </a:cubicBezTo>
                <a:cubicBezTo>
                  <a:pt x="247416" y="50876"/>
                  <a:pt x="246482" y="55564"/>
                  <a:pt x="244613" y="59733"/>
                </a:cubicBezTo>
                <a:cubicBezTo>
                  <a:pt x="242744" y="63902"/>
                  <a:pt x="240028" y="67097"/>
                  <a:pt x="236466" y="69317"/>
                </a:cubicBezTo>
                <a:cubicBezTo>
                  <a:pt x="232904" y="71538"/>
                  <a:pt x="229158" y="72648"/>
                  <a:pt x="225229" y="72648"/>
                </a:cubicBezTo>
                <a:cubicBezTo>
                  <a:pt x="222353" y="72648"/>
                  <a:pt x="219774" y="72033"/>
                  <a:pt x="217490" y="70803"/>
                </a:cubicBezTo>
                <a:cubicBezTo>
                  <a:pt x="215205" y="69572"/>
                  <a:pt x="213328" y="68017"/>
                  <a:pt x="211859" y="66139"/>
                </a:cubicBezTo>
                <a:lnTo>
                  <a:pt x="211859" y="91049"/>
                </a:lnTo>
                <a:lnTo>
                  <a:pt x="203233" y="91049"/>
                </a:lnTo>
                <a:moveTo>
                  <a:pt x="211044" y="46267"/>
                </a:moveTo>
                <a:cubicBezTo>
                  <a:pt x="211044" y="52809"/>
                  <a:pt x="212370" y="57643"/>
                  <a:pt x="215022" y="60769"/>
                </a:cubicBezTo>
                <a:cubicBezTo>
                  <a:pt x="217673" y="63896"/>
                  <a:pt x="220884" y="65460"/>
                  <a:pt x="224654" y="65460"/>
                </a:cubicBezTo>
                <a:cubicBezTo>
                  <a:pt x="228487" y="65460"/>
                  <a:pt x="231770" y="63840"/>
                  <a:pt x="234501" y="60602"/>
                </a:cubicBezTo>
                <a:cubicBezTo>
                  <a:pt x="237233" y="57363"/>
                  <a:pt x="238599" y="52345"/>
                  <a:pt x="238599" y="45549"/>
                </a:cubicBezTo>
                <a:cubicBezTo>
                  <a:pt x="238599" y="39071"/>
                  <a:pt x="237265" y="34221"/>
                  <a:pt x="234597" y="30999"/>
                </a:cubicBezTo>
                <a:cubicBezTo>
                  <a:pt x="231930" y="27776"/>
                  <a:pt x="228743" y="26165"/>
                  <a:pt x="225037" y="26165"/>
                </a:cubicBezTo>
                <a:cubicBezTo>
                  <a:pt x="221363" y="26165"/>
                  <a:pt x="218113" y="27880"/>
                  <a:pt x="215285" y="31310"/>
                </a:cubicBezTo>
                <a:cubicBezTo>
                  <a:pt x="212458" y="34740"/>
                  <a:pt x="211044" y="39726"/>
                  <a:pt x="211044" y="46267"/>
                </a:cubicBezTo>
                <a:close/>
                <a:moveTo>
                  <a:pt x="257526" y="71498"/>
                </a:moveTo>
                <a:lnTo>
                  <a:pt x="257526" y="1246"/>
                </a:lnTo>
                <a:lnTo>
                  <a:pt x="266151" y="1246"/>
                </a:lnTo>
                <a:lnTo>
                  <a:pt x="266151" y="71498"/>
                </a:lnTo>
                <a:lnTo>
                  <a:pt x="257526" y="71498"/>
                </a:lnTo>
                <a:close/>
                <a:moveTo>
                  <a:pt x="314210" y="55109"/>
                </a:moveTo>
                <a:lnTo>
                  <a:pt x="323123" y="56211"/>
                </a:lnTo>
                <a:cubicBezTo>
                  <a:pt x="321717" y="61418"/>
                  <a:pt x="319114" y="65460"/>
                  <a:pt x="315312" y="68335"/>
                </a:cubicBezTo>
                <a:cubicBezTo>
                  <a:pt x="311510" y="71210"/>
                  <a:pt x="306654" y="72648"/>
                  <a:pt x="300744" y="72648"/>
                </a:cubicBezTo>
                <a:cubicBezTo>
                  <a:pt x="293300" y="72648"/>
                  <a:pt x="287398" y="70355"/>
                  <a:pt x="283037" y="65771"/>
                </a:cubicBezTo>
                <a:cubicBezTo>
                  <a:pt x="278677" y="61187"/>
                  <a:pt x="276496" y="54757"/>
                  <a:pt x="276496" y="46483"/>
                </a:cubicBezTo>
                <a:cubicBezTo>
                  <a:pt x="276496" y="37921"/>
                  <a:pt x="278701" y="31276"/>
                  <a:pt x="283109" y="26548"/>
                </a:cubicBezTo>
                <a:cubicBezTo>
                  <a:pt x="287518" y="21820"/>
                  <a:pt x="293237" y="19456"/>
                  <a:pt x="300265" y="19456"/>
                </a:cubicBezTo>
                <a:cubicBezTo>
                  <a:pt x="307070" y="19456"/>
                  <a:pt x="312628" y="21768"/>
                  <a:pt x="316941" y="26394"/>
                </a:cubicBezTo>
                <a:cubicBezTo>
                  <a:pt x="321254" y="31018"/>
                  <a:pt x="323411" y="37524"/>
                  <a:pt x="323411" y="45912"/>
                </a:cubicBezTo>
                <a:cubicBezTo>
                  <a:pt x="323411" y="46423"/>
                  <a:pt x="323395" y="47188"/>
                  <a:pt x="323363" y="48208"/>
                </a:cubicBezTo>
                <a:lnTo>
                  <a:pt x="285410" y="48208"/>
                </a:lnTo>
                <a:cubicBezTo>
                  <a:pt x="285729" y="53783"/>
                  <a:pt x="287310" y="58052"/>
                  <a:pt x="290154" y="61015"/>
                </a:cubicBezTo>
                <a:cubicBezTo>
                  <a:pt x="292997" y="63978"/>
                  <a:pt x="296543" y="65460"/>
                  <a:pt x="300792" y="65460"/>
                </a:cubicBezTo>
                <a:cubicBezTo>
                  <a:pt x="303955" y="65460"/>
                  <a:pt x="306654" y="64637"/>
                  <a:pt x="308891" y="62992"/>
                </a:cubicBezTo>
                <a:cubicBezTo>
                  <a:pt x="311127" y="61345"/>
                  <a:pt x="312900" y="58718"/>
                  <a:pt x="314210" y="55109"/>
                </a:cubicBezTo>
                <a:moveTo>
                  <a:pt x="285889" y="41020"/>
                </a:moveTo>
                <a:lnTo>
                  <a:pt x="314306" y="41020"/>
                </a:lnTo>
                <a:cubicBezTo>
                  <a:pt x="313922" y="36809"/>
                  <a:pt x="312836" y="33651"/>
                  <a:pt x="311047" y="31545"/>
                </a:cubicBezTo>
                <a:cubicBezTo>
                  <a:pt x="308300" y="28278"/>
                  <a:pt x="304738" y="26644"/>
                  <a:pt x="300361" y="26644"/>
                </a:cubicBezTo>
                <a:cubicBezTo>
                  <a:pt x="296399" y="26644"/>
                  <a:pt x="293069" y="27948"/>
                  <a:pt x="290369" y="30557"/>
                </a:cubicBezTo>
                <a:cubicBezTo>
                  <a:pt x="287670" y="33165"/>
                  <a:pt x="286176" y="36652"/>
                  <a:pt x="285889" y="41020"/>
                </a:cubicBezTo>
                <a:close/>
                <a:moveTo>
                  <a:pt x="404035" y="63207"/>
                </a:moveTo>
                <a:lnTo>
                  <a:pt x="404035" y="71498"/>
                </a:lnTo>
                <a:lnTo>
                  <a:pt x="357600" y="71498"/>
                </a:lnTo>
                <a:cubicBezTo>
                  <a:pt x="357536" y="69422"/>
                  <a:pt x="357871" y="67426"/>
                  <a:pt x="358606" y="65511"/>
                </a:cubicBezTo>
                <a:cubicBezTo>
                  <a:pt x="359788" y="62350"/>
                  <a:pt x="361681" y="59237"/>
                  <a:pt x="364284" y="56172"/>
                </a:cubicBezTo>
                <a:cubicBezTo>
                  <a:pt x="366888" y="53107"/>
                  <a:pt x="370650" y="49563"/>
                  <a:pt x="375570" y="45540"/>
                </a:cubicBezTo>
                <a:cubicBezTo>
                  <a:pt x="383205" y="39284"/>
                  <a:pt x="388365" y="34329"/>
                  <a:pt x="391048" y="30674"/>
                </a:cubicBezTo>
                <a:cubicBezTo>
                  <a:pt x="393732" y="27019"/>
                  <a:pt x="395073" y="23563"/>
                  <a:pt x="395073" y="20308"/>
                </a:cubicBezTo>
                <a:cubicBezTo>
                  <a:pt x="395073" y="16893"/>
                  <a:pt x="393852" y="14012"/>
                  <a:pt x="391408" y="11666"/>
                </a:cubicBezTo>
                <a:cubicBezTo>
                  <a:pt x="388964" y="9320"/>
                  <a:pt x="385777" y="8147"/>
                  <a:pt x="381847" y="8147"/>
                </a:cubicBezTo>
                <a:cubicBezTo>
                  <a:pt x="377694" y="8147"/>
                  <a:pt x="374372" y="9392"/>
                  <a:pt x="371880" y="11884"/>
                </a:cubicBezTo>
                <a:cubicBezTo>
                  <a:pt x="369388" y="14376"/>
                  <a:pt x="368126" y="17826"/>
                  <a:pt x="368094" y="22235"/>
                </a:cubicBezTo>
                <a:lnTo>
                  <a:pt x="359229" y="21323"/>
                </a:lnTo>
                <a:cubicBezTo>
                  <a:pt x="359836" y="14695"/>
                  <a:pt x="362120" y="9644"/>
                  <a:pt x="366081" y="6170"/>
                </a:cubicBezTo>
                <a:cubicBezTo>
                  <a:pt x="370043" y="2696"/>
                  <a:pt x="375362" y="958"/>
                  <a:pt x="382039" y="958"/>
                </a:cubicBezTo>
                <a:cubicBezTo>
                  <a:pt x="388780" y="958"/>
                  <a:pt x="394115" y="2828"/>
                  <a:pt x="398045" y="6567"/>
                </a:cubicBezTo>
                <a:cubicBezTo>
                  <a:pt x="401974" y="10305"/>
                  <a:pt x="403939" y="14939"/>
                  <a:pt x="403939" y="20468"/>
                </a:cubicBezTo>
                <a:cubicBezTo>
                  <a:pt x="403939" y="23280"/>
                  <a:pt x="403364" y="26045"/>
                  <a:pt x="402214" y="28761"/>
                </a:cubicBezTo>
                <a:cubicBezTo>
                  <a:pt x="401064" y="31478"/>
                  <a:pt x="399155" y="34338"/>
                  <a:pt x="396487" y="37342"/>
                </a:cubicBezTo>
                <a:cubicBezTo>
                  <a:pt x="393820" y="40345"/>
                  <a:pt x="389387" y="44467"/>
                  <a:pt x="383189" y="49709"/>
                </a:cubicBezTo>
                <a:cubicBezTo>
                  <a:pt x="378014" y="54048"/>
                  <a:pt x="374691" y="56993"/>
                  <a:pt x="373222" y="58541"/>
                </a:cubicBezTo>
                <a:cubicBezTo>
                  <a:pt x="371752" y="60088"/>
                  <a:pt x="370538" y="61644"/>
                  <a:pt x="369580" y="63207"/>
                </a:cubicBezTo>
                <a:lnTo>
                  <a:pt x="404035" y="63207"/>
                </a:lnTo>
                <a:close/>
              </a:path>
            </a:pathLst>
          </a:custGeom>
          <a:solidFill xmlns:a="http://schemas.openxmlformats.org/drawingml/2006/main">
            <a:srgbClr val="795D0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" name="Text ACC:1.0">
            <a:extLst xmlns:a="http://schemas.openxmlformats.org/drawingml/2006/main">
              <a:ext uri="{FF2B5EF4-FFF2-40B4-BE49-F238E27FC236}">
                <a16:creationId xmlns:a16="http://schemas.microsoft.com/office/drawing/2014/main" id="{A7B0094F-F335-437F-AE00-5F83BF2B9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3867" y="2430829"/>
            <a:ext cx="392651" cy="72648"/>
          </a:xfrm>
          <a:custGeom xmlns:a="http://schemas.openxmlformats.org/drawingml/2006/main">
            <a:pathLst>
              <a:path w="392651" h="72648">
                <a:moveTo>
                  <a:pt x="0" y="71498"/>
                </a:moveTo>
                <a:lnTo>
                  <a:pt x="26979" y="1246"/>
                </a:lnTo>
                <a:lnTo>
                  <a:pt x="36995" y="1246"/>
                </a:lnTo>
                <a:lnTo>
                  <a:pt x="65747" y="71498"/>
                </a:lnTo>
                <a:lnTo>
                  <a:pt x="55157" y="71498"/>
                </a:lnTo>
                <a:lnTo>
                  <a:pt x="46962" y="50317"/>
                </a:lnTo>
                <a:lnTo>
                  <a:pt x="17587" y="50317"/>
                </a:lnTo>
                <a:lnTo>
                  <a:pt x="9872" y="71498"/>
                </a:lnTo>
                <a:lnTo>
                  <a:pt x="0" y="71498"/>
                </a:lnTo>
                <a:moveTo>
                  <a:pt x="20270" y="42649"/>
                </a:moveTo>
                <a:lnTo>
                  <a:pt x="44087" y="42649"/>
                </a:lnTo>
                <a:lnTo>
                  <a:pt x="36755" y="23194"/>
                </a:lnTo>
                <a:cubicBezTo>
                  <a:pt x="34519" y="17283"/>
                  <a:pt x="32858" y="12427"/>
                  <a:pt x="31771" y="8626"/>
                </a:cubicBezTo>
                <a:cubicBezTo>
                  <a:pt x="30877" y="13130"/>
                  <a:pt x="29615" y="17603"/>
                  <a:pt x="27986" y="22043"/>
                </a:cubicBezTo>
                <a:lnTo>
                  <a:pt x="20270" y="42649"/>
                </a:lnTo>
                <a:close/>
                <a:moveTo>
                  <a:pt x="123152" y="46771"/>
                </a:moveTo>
                <a:lnTo>
                  <a:pt x="132448" y="49119"/>
                </a:lnTo>
                <a:cubicBezTo>
                  <a:pt x="130500" y="56770"/>
                  <a:pt x="126993" y="62604"/>
                  <a:pt x="121930" y="66622"/>
                </a:cubicBezTo>
                <a:cubicBezTo>
                  <a:pt x="116866" y="70639"/>
                  <a:pt x="110676" y="72648"/>
                  <a:pt x="103361" y="72648"/>
                </a:cubicBezTo>
                <a:cubicBezTo>
                  <a:pt x="95789" y="72648"/>
                  <a:pt x="89631" y="71106"/>
                  <a:pt x="84887" y="68023"/>
                </a:cubicBezTo>
                <a:cubicBezTo>
                  <a:pt x="80143" y="64940"/>
                  <a:pt x="76533" y="60476"/>
                  <a:pt x="74057" y="54630"/>
                </a:cubicBezTo>
                <a:cubicBezTo>
                  <a:pt x="71581" y="48783"/>
                  <a:pt x="70343" y="42506"/>
                  <a:pt x="70343" y="35797"/>
                </a:cubicBezTo>
                <a:cubicBezTo>
                  <a:pt x="70343" y="28481"/>
                  <a:pt x="71741" y="22099"/>
                  <a:pt x="74536" y="16652"/>
                </a:cubicBezTo>
                <a:cubicBezTo>
                  <a:pt x="77332" y="11205"/>
                  <a:pt x="81309" y="7068"/>
                  <a:pt x="86469" y="4241"/>
                </a:cubicBezTo>
                <a:cubicBezTo>
                  <a:pt x="91628" y="1414"/>
                  <a:pt x="97307" y="0"/>
                  <a:pt x="103504" y="0"/>
                </a:cubicBezTo>
                <a:cubicBezTo>
                  <a:pt x="110533" y="0"/>
                  <a:pt x="116443" y="1789"/>
                  <a:pt x="121235" y="5367"/>
                </a:cubicBezTo>
                <a:cubicBezTo>
                  <a:pt x="126027" y="8945"/>
                  <a:pt x="129366" y="13977"/>
                  <a:pt x="131250" y="20462"/>
                </a:cubicBezTo>
                <a:lnTo>
                  <a:pt x="122098" y="22619"/>
                </a:lnTo>
                <a:cubicBezTo>
                  <a:pt x="120468" y="17490"/>
                  <a:pt x="118104" y="13756"/>
                  <a:pt x="115005" y="11417"/>
                </a:cubicBezTo>
                <a:cubicBezTo>
                  <a:pt x="111906" y="9077"/>
                  <a:pt x="108009" y="7907"/>
                  <a:pt x="103313" y="7907"/>
                </a:cubicBezTo>
                <a:cubicBezTo>
                  <a:pt x="97914" y="7907"/>
                  <a:pt x="93401" y="9203"/>
                  <a:pt x="89775" y="11796"/>
                </a:cubicBezTo>
                <a:cubicBezTo>
                  <a:pt x="86149" y="14388"/>
                  <a:pt x="83601" y="17868"/>
                  <a:pt x="82132" y="22237"/>
                </a:cubicBezTo>
                <a:cubicBezTo>
                  <a:pt x="80662" y="26604"/>
                  <a:pt x="79927" y="31108"/>
                  <a:pt x="79927" y="35747"/>
                </a:cubicBezTo>
                <a:cubicBezTo>
                  <a:pt x="79927" y="41731"/>
                  <a:pt x="80798" y="46956"/>
                  <a:pt x="82539" y="51420"/>
                </a:cubicBezTo>
                <a:cubicBezTo>
                  <a:pt x="84280" y="55885"/>
                  <a:pt x="86988" y="59221"/>
                  <a:pt x="90662" y="61430"/>
                </a:cubicBezTo>
                <a:cubicBezTo>
                  <a:pt x="94336" y="63637"/>
                  <a:pt x="98313" y="64741"/>
                  <a:pt x="102594" y="64741"/>
                </a:cubicBezTo>
                <a:cubicBezTo>
                  <a:pt x="107801" y="64741"/>
                  <a:pt x="112210" y="63231"/>
                  <a:pt x="115820" y="60212"/>
                </a:cubicBezTo>
                <a:cubicBezTo>
                  <a:pt x="119430" y="57193"/>
                  <a:pt x="121874" y="52713"/>
                  <a:pt x="123152" y="46771"/>
                </a:cubicBezTo>
                <a:close/>
                <a:moveTo>
                  <a:pt x="193702" y="46771"/>
                </a:moveTo>
                <a:lnTo>
                  <a:pt x="202998" y="49119"/>
                </a:lnTo>
                <a:cubicBezTo>
                  <a:pt x="201050" y="56770"/>
                  <a:pt x="197543" y="62604"/>
                  <a:pt x="192480" y="66622"/>
                </a:cubicBezTo>
                <a:cubicBezTo>
                  <a:pt x="187416" y="70639"/>
                  <a:pt x="181226" y="72648"/>
                  <a:pt x="173911" y="72648"/>
                </a:cubicBezTo>
                <a:cubicBezTo>
                  <a:pt x="166339" y="72648"/>
                  <a:pt x="160181" y="71106"/>
                  <a:pt x="155437" y="68023"/>
                </a:cubicBezTo>
                <a:cubicBezTo>
                  <a:pt x="150693" y="64940"/>
                  <a:pt x="147083" y="60476"/>
                  <a:pt x="144607" y="54630"/>
                </a:cubicBezTo>
                <a:cubicBezTo>
                  <a:pt x="142131" y="48783"/>
                  <a:pt x="140893" y="42506"/>
                  <a:pt x="140893" y="35797"/>
                </a:cubicBezTo>
                <a:cubicBezTo>
                  <a:pt x="140893" y="28481"/>
                  <a:pt x="142291" y="22099"/>
                  <a:pt x="145086" y="16652"/>
                </a:cubicBezTo>
                <a:cubicBezTo>
                  <a:pt x="147882" y="11205"/>
                  <a:pt x="151859" y="7068"/>
                  <a:pt x="157019" y="4241"/>
                </a:cubicBezTo>
                <a:cubicBezTo>
                  <a:pt x="162178" y="1414"/>
                  <a:pt x="167857" y="0"/>
                  <a:pt x="174054" y="0"/>
                </a:cubicBezTo>
                <a:cubicBezTo>
                  <a:pt x="181083" y="0"/>
                  <a:pt x="186993" y="1789"/>
                  <a:pt x="191785" y="5367"/>
                </a:cubicBezTo>
                <a:cubicBezTo>
                  <a:pt x="196577" y="8945"/>
                  <a:pt x="199915" y="13977"/>
                  <a:pt x="201800" y="20462"/>
                </a:cubicBezTo>
                <a:lnTo>
                  <a:pt x="192648" y="22619"/>
                </a:lnTo>
                <a:cubicBezTo>
                  <a:pt x="191018" y="17490"/>
                  <a:pt x="188654" y="13756"/>
                  <a:pt x="185555" y="11417"/>
                </a:cubicBezTo>
                <a:cubicBezTo>
                  <a:pt x="182456" y="9077"/>
                  <a:pt x="178559" y="7907"/>
                  <a:pt x="173863" y="7907"/>
                </a:cubicBezTo>
                <a:cubicBezTo>
                  <a:pt x="168464" y="7907"/>
                  <a:pt x="163951" y="9203"/>
                  <a:pt x="160325" y="11796"/>
                </a:cubicBezTo>
                <a:cubicBezTo>
                  <a:pt x="156699" y="14388"/>
                  <a:pt x="154151" y="17868"/>
                  <a:pt x="152682" y="22237"/>
                </a:cubicBezTo>
                <a:cubicBezTo>
                  <a:pt x="151212" y="26604"/>
                  <a:pt x="150477" y="31108"/>
                  <a:pt x="150477" y="35747"/>
                </a:cubicBezTo>
                <a:cubicBezTo>
                  <a:pt x="150477" y="41731"/>
                  <a:pt x="151348" y="46956"/>
                  <a:pt x="153089" y="51420"/>
                </a:cubicBezTo>
                <a:cubicBezTo>
                  <a:pt x="154830" y="55885"/>
                  <a:pt x="157538" y="59221"/>
                  <a:pt x="161212" y="61430"/>
                </a:cubicBezTo>
                <a:cubicBezTo>
                  <a:pt x="164885" y="63637"/>
                  <a:pt x="168863" y="64741"/>
                  <a:pt x="173144" y="64741"/>
                </a:cubicBezTo>
                <a:cubicBezTo>
                  <a:pt x="178351" y="64741"/>
                  <a:pt x="182760" y="63231"/>
                  <a:pt x="186370" y="60212"/>
                </a:cubicBezTo>
                <a:cubicBezTo>
                  <a:pt x="189980" y="57193"/>
                  <a:pt x="192424" y="52713"/>
                  <a:pt x="193702" y="46771"/>
                </a:cubicBezTo>
                <a:close/>
                <a:moveTo>
                  <a:pt x="215420" y="30478"/>
                </a:moveTo>
                <a:lnTo>
                  <a:pt x="215420" y="20606"/>
                </a:lnTo>
                <a:lnTo>
                  <a:pt x="225244" y="20606"/>
                </a:lnTo>
                <a:lnTo>
                  <a:pt x="225244" y="30478"/>
                </a:lnTo>
                <a:lnTo>
                  <a:pt x="215420" y="30478"/>
                </a:lnTo>
                <a:moveTo>
                  <a:pt x="215420" y="71498"/>
                </a:moveTo>
                <a:lnTo>
                  <a:pt x="215420" y="61626"/>
                </a:lnTo>
                <a:lnTo>
                  <a:pt x="225244" y="61626"/>
                </a:lnTo>
                <a:lnTo>
                  <a:pt x="225244" y="71498"/>
                </a:lnTo>
                <a:lnTo>
                  <a:pt x="215420" y="71498"/>
                </a:lnTo>
                <a:close/>
                <a:moveTo>
                  <a:pt x="297603" y="71498"/>
                </a:moveTo>
                <a:lnTo>
                  <a:pt x="288977" y="71498"/>
                </a:lnTo>
                <a:lnTo>
                  <a:pt x="288977" y="16533"/>
                </a:lnTo>
                <a:cubicBezTo>
                  <a:pt x="286901" y="18513"/>
                  <a:pt x="284177" y="20494"/>
                  <a:pt x="280807" y="22475"/>
                </a:cubicBezTo>
                <a:cubicBezTo>
                  <a:pt x="277436" y="24455"/>
                  <a:pt x="274409" y="25941"/>
                  <a:pt x="271726" y="26931"/>
                </a:cubicBezTo>
                <a:lnTo>
                  <a:pt x="271726" y="18593"/>
                </a:lnTo>
                <a:cubicBezTo>
                  <a:pt x="276550" y="16325"/>
                  <a:pt x="280767" y="13578"/>
                  <a:pt x="284377" y="10351"/>
                </a:cubicBezTo>
                <a:cubicBezTo>
                  <a:pt x="287987" y="7124"/>
                  <a:pt x="290543" y="3993"/>
                  <a:pt x="292044" y="958"/>
                </a:cubicBezTo>
                <a:lnTo>
                  <a:pt x="297603" y="958"/>
                </a:lnTo>
                <a:lnTo>
                  <a:pt x="297603" y="71498"/>
                </a:lnTo>
                <a:close/>
                <a:moveTo>
                  <a:pt x="324437" y="71498"/>
                </a:moveTo>
                <a:lnTo>
                  <a:pt x="324437" y="61626"/>
                </a:lnTo>
                <a:lnTo>
                  <a:pt x="334261" y="61626"/>
                </a:lnTo>
                <a:lnTo>
                  <a:pt x="334261" y="71498"/>
                </a:lnTo>
                <a:lnTo>
                  <a:pt x="324437" y="71498"/>
                </a:lnTo>
                <a:close/>
                <a:moveTo>
                  <a:pt x="346839" y="36827"/>
                </a:moveTo>
                <a:cubicBezTo>
                  <a:pt x="346839" y="28527"/>
                  <a:pt x="347694" y="21846"/>
                  <a:pt x="349403" y="16786"/>
                </a:cubicBezTo>
                <a:cubicBezTo>
                  <a:pt x="351112" y="11725"/>
                  <a:pt x="353652" y="7822"/>
                  <a:pt x="357022" y="5077"/>
                </a:cubicBezTo>
                <a:cubicBezTo>
                  <a:pt x="360393" y="2331"/>
                  <a:pt x="364634" y="958"/>
                  <a:pt x="369745" y="958"/>
                </a:cubicBezTo>
                <a:cubicBezTo>
                  <a:pt x="373515" y="958"/>
                  <a:pt x="376822" y="1717"/>
                  <a:pt x="379665" y="3233"/>
                </a:cubicBezTo>
                <a:cubicBezTo>
                  <a:pt x="382508" y="4750"/>
                  <a:pt x="384856" y="6937"/>
                  <a:pt x="386709" y="9794"/>
                </a:cubicBezTo>
                <a:cubicBezTo>
                  <a:pt x="388562" y="12651"/>
                  <a:pt x="390016" y="16131"/>
                  <a:pt x="391070" y="20234"/>
                </a:cubicBezTo>
                <a:cubicBezTo>
                  <a:pt x="392124" y="24337"/>
                  <a:pt x="392651" y="29868"/>
                  <a:pt x="392651" y="36827"/>
                </a:cubicBezTo>
                <a:cubicBezTo>
                  <a:pt x="392651" y="45063"/>
                  <a:pt x="391805" y="51712"/>
                  <a:pt x="390112" y="56772"/>
                </a:cubicBezTo>
                <a:cubicBezTo>
                  <a:pt x="388418" y="61833"/>
                  <a:pt x="385887" y="65744"/>
                  <a:pt x="382516" y="68506"/>
                </a:cubicBezTo>
                <a:cubicBezTo>
                  <a:pt x="379146" y="71267"/>
                  <a:pt x="374889" y="72648"/>
                  <a:pt x="369745" y="72648"/>
                </a:cubicBezTo>
                <a:cubicBezTo>
                  <a:pt x="362973" y="72648"/>
                  <a:pt x="357653" y="70221"/>
                  <a:pt x="353788" y="65368"/>
                </a:cubicBezTo>
                <a:cubicBezTo>
                  <a:pt x="349155" y="59526"/>
                  <a:pt x="346839" y="50012"/>
                  <a:pt x="346839" y="36827"/>
                </a:cubicBezTo>
                <a:moveTo>
                  <a:pt x="355705" y="36803"/>
                </a:moveTo>
                <a:cubicBezTo>
                  <a:pt x="355705" y="48297"/>
                  <a:pt x="357054" y="55947"/>
                  <a:pt x="359754" y="59753"/>
                </a:cubicBezTo>
                <a:cubicBezTo>
                  <a:pt x="362453" y="63557"/>
                  <a:pt x="365784" y="65460"/>
                  <a:pt x="369745" y="65460"/>
                </a:cubicBezTo>
                <a:cubicBezTo>
                  <a:pt x="373707" y="65460"/>
                  <a:pt x="377037" y="63549"/>
                  <a:pt x="379737" y="59729"/>
                </a:cubicBezTo>
                <a:cubicBezTo>
                  <a:pt x="382436" y="55908"/>
                  <a:pt x="383786" y="48266"/>
                  <a:pt x="383786" y="36803"/>
                </a:cubicBezTo>
                <a:cubicBezTo>
                  <a:pt x="383786" y="25277"/>
                  <a:pt x="382436" y="17620"/>
                  <a:pt x="379737" y="13831"/>
                </a:cubicBezTo>
                <a:cubicBezTo>
                  <a:pt x="377037" y="10041"/>
                  <a:pt x="373675" y="8147"/>
                  <a:pt x="369649" y="8147"/>
                </a:cubicBezTo>
                <a:cubicBezTo>
                  <a:pt x="365688" y="8147"/>
                  <a:pt x="362525" y="9818"/>
                  <a:pt x="360161" y="13162"/>
                </a:cubicBezTo>
                <a:cubicBezTo>
                  <a:pt x="357190" y="17429"/>
                  <a:pt x="355705" y="25309"/>
                  <a:pt x="355705" y="36803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" name="Text SP:1.12">
            <a:extLst xmlns:a="http://schemas.openxmlformats.org/drawingml/2006/main">
              <a:ext uri="{FF2B5EF4-FFF2-40B4-BE49-F238E27FC236}">
                <a16:creationId xmlns:a16="http://schemas.microsoft.com/office/drawing/2014/main" id="{9C98E954-47B3-4FF0-A8E4-6AAACBD31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8419" y="2548179"/>
            <a:ext cx="366315" cy="72648"/>
          </a:xfrm>
          <a:custGeom xmlns:a="http://schemas.openxmlformats.org/drawingml/2006/main">
            <a:pathLst>
              <a:path w="366315" h="72648">
                <a:moveTo>
                  <a:pt x="0" y="48879"/>
                </a:moveTo>
                <a:lnTo>
                  <a:pt x="8769" y="48112"/>
                </a:lnTo>
                <a:cubicBezTo>
                  <a:pt x="9185" y="51627"/>
                  <a:pt x="10151" y="54510"/>
                  <a:pt x="11669" y="56762"/>
                </a:cubicBezTo>
                <a:cubicBezTo>
                  <a:pt x="13186" y="59014"/>
                  <a:pt x="15542" y="60835"/>
                  <a:pt x="18737" y="62225"/>
                </a:cubicBezTo>
                <a:cubicBezTo>
                  <a:pt x="21932" y="63615"/>
                  <a:pt x="25526" y="64310"/>
                  <a:pt x="29519" y="64310"/>
                </a:cubicBezTo>
                <a:cubicBezTo>
                  <a:pt x="33065" y="64310"/>
                  <a:pt x="36196" y="63782"/>
                  <a:pt x="38912" y="62728"/>
                </a:cubicBezTo>
                <a:cubicBezTo>
                  <a:pt x="41627" y="61674"/>
                  <a:pt x="43648" y="60228"/>
                  <a:pt x="44974" y="58391"/>
                </a:cubicBezTo>
                <a:cubicBezTo>
                  <a:pt x="46299" y="56554"/>
                  <a:pt x="46962" y="54550"/>
                  <a:pt x="46962" y="52377"/>
                </a:cubicBezTo>
                <a:cubicBezTo>
                  <a:pt x="46962" y="50173"/>
                  <a:pt x="46323" y="48248"/>
                  <a:pt x="45045" y="46603"/>
                </a:cubicBezTo>
                <a:cubicBezTo>
                  <a:pt x="43768" y="44958"/>
                  <a:pt x="41659" y="43576"/>
                  <a:pt x="38720" y="42458"/>
                </a:cubicBezTo>
                <a:cubicBezTo>
                  <a:pt x="36835" y="41723"/>
                  <a:pt x="32666" y="40581"/>
                  <a:pt x="26213" y="39031"/>
                </a:cubicBezTo>
                <a:cubicBezTo>
                  <a:pt x="19759" y="37482"/>
                  <a:pt x="15239" y="36020"/>
                  <a:pt x="12651" y="34647"/>
                </a:cubicBezTo>
                <a:cubicBezTo>
                  <a:pt x="9297" y="32890"/>
                  <a:pt x="6797" y="30709"/>
                  <a:pt x="5151" y="28105"/>
                </a:cubicBezTo>
                <a:cubicBezTo>
                  <a:pt x="3506" y="25502"/>
                  <a:pt x="2684" y="22587"/>
                  <a:pt x="2684" y="19360"/>
                </a:cubicBezTo>
                <a:cubicBezTo>
                  <a:pt x="2684" y="15814"/>
                  <a:pt x="3690" y="12499"/>
                  <a:pt x="5703" y="9416"/>
                </a:cubicBezTo>
                <a:cubicBezTo>
                  <a:pt x="7715" y="6334"/>
                  <a:pt x="10654" y="3993"/>
                  <a:pt x="14520" y="2396"/>
                </a:cubicBezTo>
                <a:cubicBezTo>
                  <a:pt x="18386" y="799"/>
                  <a:pt x="22682" y="0"/>
                  <a:pt x="27411" y="0"/>
                </a:cubicBezTo>
                <a:cubicBezTo>
                  <a:pt x="32618" y="0"/>
                  <a:pt x="37210" y="839"/>
                  <a:pt x="41188" y="2516"/>
                </a:cubicBezTo>
                <a:cubicBezTo>
                  <a:pt x="45165" y="4193"/>
                  <a:pt x="48224" y="6661"/>
                  <a:pt x="50365" y="9920"/>
                </a:cubicBezTo>
                <a:cubicBezTo>
                  <a:pt x="52505" y="13178"/>
                  <a:pt x="53655" y="16868"/>
                  <a:pt x="53815" y="20989"/>
                </a:cubicBezTo>
                <a:lnTo>
                  <a:pt x="44902" y="21660"/>
                </a:lnTo>
                <a:cubicBezTo>
                  <a:pt x="44422" y="17204"/>
                  <a:pt x="42801" y="13837"/>
                  <a:pt x="40038" y="11561"/>
                </a:cubicBezTo>
                <a:cubicBezTo>
                  <a:pt x="37274" y="9285"/>
                  <a:pt x="33193" y="8147"/>
                  <a:pt x="27794" y="8147"/>
                </a:cubicBezTo>
                <a:cubicBezTo>
                  <a:pt x="22171" y="8147"/>
                  <a:pt x="18074" y="9178"/>
                  <a:pt x="15502" y="11240"/>
                </a:cubicBezTo>
                <a:cubicBezTo>
                  <a:pt x="12931" y="13302"/>
                  <a:pt x="11645" y="15787"/>
                  <a:pt x="11645" y="18697"/>
                </a:cubicBezTo>
                <a:cubicBezTo>
                  <a:pt x="11645" y="21222"/>
                  <a:pt x="12555" y="23300"/>
                  <a:pt x="14376" y="24931"/>
                </a:cubicBezTo>
                <a:cubicBezTo>
                  <a:pt x="16165" y="26562"/>
                  <a:pt x="20837" y="28233"/>
                  <a:pt x="28393" y="29943"/>
                </a:cubicBezTo>
                <a:cubicBezTo>
                  <a:pt x="35948" y="31653"/>
                  <a:pt x="41132" y="33148"/>
                  <a:pt x="43943" y="34426"/>
                </a:cubicBezTo>
                <a:cubicBezTo>
                  <a:pt x="48032" y="36312"/>
                  <a:pt x="51051" y="38702"/>
                  <a:pt x="53000" y="41597"/>
                </a:cubicBezTo>
                <a:cubicBezTo>
                  <a:pt x="54949" y="44490"/>
                  <a:pt x="55923" y="47823"/>
                  <a:pt x="55923" y="51596"/>
                </a:cubicBezTo>
                <a:cubicBezTo>
                  <a:pt x="55923" y="55335"/>
                  <a:pt x="54853" y="58860"/>
                  <a:pt x="52713" y="62170"/>
                </a:cubicBezTo>
                <a:cubicBezTo>
                  <a:pt x="50572" y="65478"/>
                  <a:pt x="47497" y="68052"/>
                  <a:pt x="43488" y="69891"/>
                </a:cubicBezTo>
                <a:cubicBezTo>
                  <a:pt x="39479" y="71729"/>
                  <a:pt x="34966" y="72648"/>
                  <a:pt x="29950" y="72648"/>
                </a:cubicBezTo>
                <a:cubicBezTo>
                  <a:pt x="23593" y="72648"/>
                  <a:pt x="18266" y="71721"/>
                  <a:pt x="13969" y="69868"/>
                </a:cubicBezTo>
                <a:cubicBezTo>
                  <a:pt x="9672" y="68015"/>
                  <a:pt x="6302" y="65228"/>
                  <a:pt x="3858" y="61506"/>
                </a:cubicBezTo>
                <a:cubicBezTo>
                  <a:pt x="1414" y="57784"/>
                  <a:pt x="128" y="53575"/>
                  <a:pt x="0" y="48879"/>
                </a:cubicBezTo>
                <a:close/>
                <a:moveTo>
                  <a:pt x="68474" y="71498"/>
                </a:moveTo>
                <a:lnTo>
                  <a:pt x="68474" y="1246"/>
                </a:lnTo>
                <a:lnTo>
                  <a:pt x="94974" y="1246"/>
                </a:lnTo>
                <a:cubicBezTo>
                  <a:pt x="99639" y="1246"/>
                  <a:pt x="103201" y="1469"/>
                  <a:pt x="105661" y="1915"/>
                </a:cubicBezTo>
                <a:cubicBezTo>
                  <a:pt x="109111" y="2490"/>
                  <a:pt x="112002" y="3584"/>
                  <a:pt x="114334" y="5195"/>
                </a:cubicBezTo>
                <a:cubicBezTo>
                  <a:pt x="116667" y="6806"/>
                  <a:pt x="118543" y="9064"/>
                  <a:pt x="119965" y="11968"/>
                </a:cubicBezTo>
                <a:cubicBezTo>
                  <a:pt x="121387" y="14871"/>
                  <a:pt x="122098" y="18062"/>
                  <a:pt x="122098" y="21540"/>
                </a:cubicBezTo>
                <a:cubicBezTo>
                  <a:pt x="122098" y="27508"/>
                  <a:pt x="120197" y="32559"/>
                  <a:pt x="116395" y="36691"/>
                </a:cubicBezTo>
                <a:cubicBezTo>
                  <a:pt x="112593" y="40823"/>
                  <a:pt x="105725" y="42889"/>
                  <a:pt x="95789" y="42889"/>
                </a:cubicBezTo>
                <a:lnTo>
                  <a:pt x="77771" y="42889"/>
                </a:lnTo>
                <a:lnTo>
                  <a:pt x="77771" y="71498"/>
                </a:lnTo>
                <a:lnTo>
                  <a:pt x="68474" y="71498"/>
                </a:lnTo>
                <a:moveTo>
                  <a:pt x="77771" y="34599"/>
                </a:moveTo>
                <a:lnTo>
                  <a:pt x="95933" y="34599"/>
                </a:lnTo>
                <a:cubicBezTo>
                  <a:pt x="101939" y="34599"/>
                  <a:pt x="106204" y="33483"/>
                  <a:pt x="108728" y="31252"/>
                </a:cubicBezTo>
                <a:cubicBezTo>
                  <a:pt x="111252" y="29019"/>
                  <a:pt x="112513" y="25878"/>
                  <a:pt x="112513" y="21828"/>
                </a:cubicBezTo>
                <a:cubicBezTo>
                  <a:pt x="112513" y="18895"/>
                  <a:pt x="111771" y="16384"/>
                  <a:pt x="110285" y="14295"/>
                </a:cubicBezTo>
                <a:cubicBezTo>
                  <a:pt x="108800" y="12207"/>
                  <a:pt x="106843" y="10828"/>
                  <a:pt x="104415" y="10158"/>
                </a:cubicBezTo>
                <a:cubicBezTo>
                  <a:pt x="102849" y="9743"/>
                  <a:pt x="99958" y="9536"/>
                  <a:pt x="95741" y="9536"/>
                </a:cubicBezTo>
                <a:lnTo>
                  <a:pt x="77771" y="9536"/>
                </a:lnTo>
                <a:lnTo>
                  <a:pt x="77771" y="34599"/>
                </a:lnTo>
                <a:close/>
                <a:moveTo>
                  <a:pt x="135079" y="30478"/>
                </a:moveTo>
                <a:lnTo>
                  <a:pt x="135079" y="20606"/>
                </a:lnTo>
                <a:lnTo>
                  <a:pt x="144903" y="20606"/>
                </a:lnTo>
                <a:lnTo>
                  <a:pt x="144903" y="30478"/>
                </a:lnTo>
                <a:lnTo>
                  <a:pt x="135079" y="30478"/>
                </a:lnTo>
                <a:moveTo>
                  <a:pt x="135079" y="71498"/>
                </a:moveTo>
                <a:lnTo>
                  <a:pt x="135079" y="61626"/>
                </a:lnTo>
                <a:lnTo>
                  <a:pt x="144903" y="61626"/>
                </a:lnTo>
                <a:lnTo>
                  <a:pt x="144903" y="71498"/>
                </a:lnTo>
                <a:lnTo>
                  <a:pt x="135079" y="71498"/>
                </a:lnTo>
                <a:close/>
                <a:moveTo>
                  <a:pt x="217262" y="71498"/>
                </a:moveTo>
                <a:lnTo>
                  <a:pt x="208636" y="71498"/>
                </a:lnTo>
                <a:lnTo>
                  <a:pt x="208636" y="16533"/>
                </a:lnTo>
                <a:cubicBezTo>
                  <a:pt x="206559" y="18513"/>
                  <a:pt x="203836" y="20494"/>
                  <a:pt x="200465" y="22475"/>
                </a:cubicBezTo>
                <a:cubicBezTo>
                  <a:pt x="197095" y="24455"/>
                  <a:pt x="194068" y="25941"/>
                  <a:pt x="191384" y="26931"/>
                </a:cubicBezTo>
                <a:lnTo>
                  <a:pt x="191384" y="18593"/>
                </a:lnTo>
                <a:cubicBezTo>
                  <a:pt x="196208" y="16325"/>
                  <a:pt x="200425" y="13578"/>
                  <a:pt x="204036" y="10351"/>
                </a:cubicBezTo>
                <a:cubicBezTo>
                  <a:pt x="207646" y="7124"/>
                  <a:pt x="210201" y="3993"/>
                  <a:pt x="211703" y="958"/>
                </a:cubicBezTo>
                <a:lnTo>
                  <a:pt x="217262" y="958"/>
                </a:lnTo>
                <a:lnTo>
                  <a:pt x="217262" y="71498"/>
                </a:lnTo>
                <a:close/>
                <a:moveTo>
                  <a:pt x="244095" y="71498"/>
                </a:moveTo>
                <a:lnTo>
                  <a:pt x="244095" y="61626"/>
                </a:lnTo>
                <a:lnTo>
                  <a:pt x="253919" y="61626"/>
                </a:lnTo>
                <a:lnTo>
                  <a:pt x="253919" y="71498"/>
                </a:lnTo>
                <a:lnTo>
                  <a:pt x="244095" y="71498"/>
                </a:lnTo>
                <a:close/>
                <a:moveTo>
                  <a:pt x="298988" y="71498"/>
                </a:moveTo>
                <a:lnTo>
                  <a:pt x="290362" y="71498"/>
                </a:lnTo>
                <a:lnTo>
                  <a:pt x="290362" y="16533"/>
                </a:lnTo>
                <a:cubicBezTo>
                  <a:pt x="288286" y="18513"/>
                  <a:pt x="285562" y="20494"/>
                  <a:pt x="282192" y="22475"/>
                </a:cubicBezTo>
                <a:cubicBezTo>
                  <a:pt x="278821" y="24455"/>
                  <a:pt x="275794" y="25941"/>
                  <a:pt x="273111" y="26931"/>
                </a:cubicBezTo>
                <a:lnTo>
                  <a:pt x="273111" y="18593"/>
                </a:lnTo>
                <a:cubicBezTo>
                  <a:pt x="277935" y="16325"/>
                  <a:pt x="282152" y="13578"/>
                  <a:pt x="285762" y="10351"/>
                </a:cubicBezTo>
                <a:cubicBezTo>
                  <a:pt x="289372" y="7124"/>
                  <a:pt x="291928" y="3993"/>
                  <a:pt x="293429" y="958"/>
                </a:cubicBezTo>
                <a:lnTo>
                  <a:pt x="298988" y="958"/>
                </a:lnTo>
                <a:lnTo>
                  <a:pt x="298988" y="71498"/>
                </a:lnTo>
                <a:close/>
                <a:moveTo>
                  <a:pt x="366315" y="63207"/>
                </a:moveTo>
                <a:lnTo>
                  <a:pt x="366315" y="71498"/>
                </a:lnTo>
                <a:lnTo>
                  <a:pt x="319880" y="71498"/>
                </a:lnTo>
                <a:cubicBezTo>
                  <a:pt x="319816" y="69422"/>
                  <a:pt x="320151" y="67426"/>
                  <a:pt x="320886" y="65511"/>
                </a:cubicBezTo>
                <a:cubicBezTo>
                  <a:pt x="322068" y="62350"/>
                  <a:pt x="323961" y="59237"/>
                  <a:pt x="326565" y="56172"/>
                </a:cubicBezTo>
                <a:cubicBezTo>
                  <a:pt x="329168" y="53107"/>
                  <a:pt x="332930" y="49563"/>
                  <a:pt x="337850" y="45540"/>
                </a:cubicBezTo>
                <a:cubicBezTo>
                  <a:pt x="345485" y="39284"/>
                  <a:pt x="350645" y="34329"/>
                  <a:pt x="353328" y="30674"/>
                </a:cubicBezTo>
                <a:cubicBezTo>
                  <a:pt x="356012" y="27019"/>
                  <a:pt x="357354" y="23563"/>
                  <a:pt x="357354" y="20308"/>
                </a:cubicBezTo>
                <a:cubicBezTo>
                  <a:pt x="357354" y="16893"/>
                  <a:pt x="356132" y="14012"/>
                  <a:pt x="353688" y="11666"/>
                </a:cubicBezTo>
                <a:cubicBezTo>
                  <a:pt x="351244" y="9320"/>
                  <a:pt x="348057" y="8147"/>
                  <a:pt x="344128" y="8147"/>
                </a:cubicBezTo>
                <a:cubicBezTo>
                  <a:pt x="339974" y="8147"/>
                  <a:pt x="336652" y="9392"/>
                  <a:pt x="334160" y="11884"/>
                </a:cubicBezTo>
                <a:cubicBezTo>
                  <a:pt x="331668" y="14376"/>
                  <a:pt x="330406" y="17826"/>
                  <a:pt x="330374" y="22235"/>
                </a:cubicBezTo>
                <a:lnTo>
                  <a:pt x="321509" y="21323"/>
                </a:lnTo>
                <a:cubicBezTo>
                  <a:pt x="322116" y="14695"/>
                  <a:pt x="324400" y="9644"/>
                  <a:pt x="328362" y="6170"/>
                </a:cubicBezTo>
                <a:cubicBezTo>
                  <a:pt x="332323" y="2696"/>
                  <a:pt x="337642" y="958"/>
                  <a:pt x="344319" y="958"/>
                </a:cubicBezTo>
                <a:cubicBezTo>
                  <a:pt x="351060" y="958"/>
                  <a:pt x="356395" y="2828"/>
                  <a:pt x="360325" y="6567"/>
                </a:cubicBezTo>
                <a:cubicBezTo>
                  <a:pt x="364254" y="10305"/>
                  <a:pt x="366219" y="14939"/>
                  <a:pt x="366219" y="20468"/>
                </a:cubicBezTo>
                <a:cubicBezTo>
                  <a:pt x="366219" y="23280"/>
                  <a:pt x="365644" y="26045"/>
                  <a:pt x="364494" y="28761"/>
                </a:cubicBezTo>
                <a:cubicBezTo>
                  <a:pt x="363344" y="31478"/>
                  <a:pt x="361435" y="34338"/>
                  <a:pt x="358767" y="37342"/>
                </a:cubicBezTo>
                <a:cubicBezTo>
                  <a:pt x="356100" y="40345"/>
                  <a:pt x="351667" y="44467"/>
                  <a:pt x="345469" y="49709"/>
                </a:cubicBezTo>
                <a:cubicBezTo>
                  <a:pt x="340294" y="54048"/>
                  <a:pt x="336971" y="56993"/>
                  <a:pt x="335502" y="58541"/>
                </a:cubicBezTo>
                <a:cubicBezTo>
                  <a:pt x="334032" y="60088"/>
                  <a:pt x="332818" y="61644"/>
                  <a:pt x="331860" y="63207"/>
                </a:cubicBezTo>
                <a:lnTo>
                  <a:pt x="366315" y="6320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E896F66-0CBE-4440-A986-851C48BC3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8334" y="2166996"/>
            <a:ext cx="520674" cy="191114"/>
          </a:xfrm>
          <a:custGeom xmlns:a="http://schemas.openxmlformats.org/drawingml/2006/main">
            <a:pathLst>
              <a:path w="520674" h="191114">
                <a:moveTo>
                  <a:pt x="31852" y="0"/>
                </a:moveTo>
                <a:lnTo>
                  <a:pt x="488682" y="0"/>
                </a:lnTo>
                <a:cubicBezTo>
                  <a:pt x="506466" y="384"/>
                  <a:pt x="520674" y="14592"/>
                  <a:pt x="520534" y="31852"/>
                </a:cubicBezTo>
                <a:lnTo>
                  <a:pt x="520534" y="191114"/>
                </a:lnTo>
                <a:lnTo>
                  <a:pt x="0" y="191114"/>
                </a:lnTo>
                <a:lnTo>
                  <a:pt x="0" y="31852"/>
                </a:lnTo>
                <a:cubicBezTo>
                  <a:pt x="272" y="14592"/>
                  <a:pt x="14480" y="384"/>
                  <a:pt x="31852" y="0"/>
                </a:cubicBezTo>
              </a:path>
            </a:pathLst>
          </a:custGeom>
          <a:solidFill xmlns:a="http://schemas.openxmlformats.org/drawingml/2006/main">
            <a:srgbClr val="E3F2D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5DA49BD-89B1-419E-B461-98FF6347D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5114" y="2163888"/>
            <a:ext cx="527386" cy="197338"/>
          </a:xfrm>
          <a:custGeom xmlns:a="http://schemas.openxmlformats.org/drawingml/2006/main">
            <a:pathLst>
              <a:path w="527386" h="197338">
                <a:moveTo>
                  <a:pt x="28080" y="726"/>
                </a:moveTo>
                <a:lnTo>
                  <a:pt x="24748" y="1586"/>
                </a:lnTo>
                <a:lnTo>
                  <a:pt x="21507" y="2766"/>
                </a:lnTo>
                <a:lnTo>
                  <a:pt x="18427" y="4254"/>
                </a:lnTo>
                <a:lnTo>
                  <a:pt x="15521" y="6014"/>
                </a:lnTo>
                <a:lnTo>
                  <a:pt x="12811" y="8040"/>
                </a:lnTo>
                <a:lnTo>
                  <a:pt x="10310" y="10318"/>
                </a:lnTo>
                <a:lnTo>
                  <a:pt x="8040" y="12818"/>
                </a:lnTo>
                <a:lnTo>
                  <a:pt x="6014" y="15528"/>
                </a:lnTo>
                <a:lnTo>
                  <a:pt x="4247" y="18427"/>
                </a:lnTo>
                <a:lnTo>
                  <a:pt x="2766" y="21509"/>
                </a:lnTo>
                <a:lnTo>
                  <a:pt x="1579" y="24748"/>
                </a:lnTo>
                <a:lnTo>
                  <a:pt x="719" y="28080"/>
                </a:lnTo>
                <a:lnTo>
                  <a:pt x="405" y="29862"/>
                </a:lnTo>
                <a:lnTo>
                  <a:pt x="182" y="31623"/>
                </a:lnTo>
                <a:lnTo>
                  <a:pt x="49" y="33410"/>
                </a:lnTo>
                <a:lnTo>
                  <a:pt x="0" y="35177"/>
                </a:lnTo>
                <a:lnTo>
                  <a:pt x="0" y="197338"/>
                </a:lnTo>
                <a:lnTo>
                  <a:pt x="527386" y="197338"/>
                </a:lnTo>
                <a:lnTo>
                  <a:pt x="527386" y="35177"/>
                </a:lnTo>
                <a:lnTo>
                  <a:pt x="527338" y="33410"/>
                </a:lnTo>
                <a:lnTo>
                  <a:pt x="527205" y="31623"/>
                </a:lnTo>
                <a:lnTo>
                  <a:pt x="526981" y="29862"/>
                </a:lnTo>
                <a:lnTo>
                  <a:pt x="526660" y="28080"/>
                </a:lnTo>
                <a:lnTo>
                  <a:pt x="525808" y="24748"/>
                </a:lnTo>
                <a:lnTo>
                  <a:pt x="524620" y="21509"/>
                </a:lnTo>
                <a:lnTo>
                  <a:pt x="523133" y="18427"/>
                </a:lnTo>
                <a:lnTo>
                  <a:pt x="521372" y="15528"/>
                </a:lnTo>
                <a:lnTo>
                  <a:pt x="519347" y="12818"/>
                </a:lnTo>
                <a:lnTo>
                  <a:pt x="517069" y="10318"/>
                </a:lnTo>
                <a:lnTo>
                  <a:pt x="514569" y="8040"/>
                </a:lnTo>
                <a:lnTo>
                  <a:pt x="511858" y="6014"/>
                </a:lnTo>
                <a:lnTo>
                  <a:pt x="508960" y="4254"/>
                </a:lnTo>
                <a:lnTo>
                  <a:pt x="505879" y="2766"/>
                </a:lnTo>
                <a:lnTo>
                  <a:pt x="502638" y="1586"/>
                </a:lnTo>
                <a:lnTo>
                  <a:pt x="499306" y="726"/>
                </a:lnTo>
                <a:lnTo>
                  <a:pt x="497525" y="405"/>
                </a:lnTo>
                <a:lnTo>
                  <a:pt x="495765" y="182"/>
                </a:lnTo>
                <a:lnTo>
                  <a:pt x="493978" y="49"/>
                </a:lnTo>
                <a:lnTo>
                  <a:pt x="492209" y="0"/>
                </a:lnTo>
                <a:lnTo>
                  <a:pt x="35177" y="0"/>
                </a:lnTo>
                <a:lnTo>
                  <a:pt x="33410" y="49"/>
                </a:lnTo>
                <a:lnTo>
                  <a:pt x="31622" y="182"/>
                </a:lnTo>
                <a:lnTo>
                  <a:pt x="29862" y="405"/>
                </a:lnTo>
                <a:lnTo>
                  <a:pt x="28080" y="726"/>
                </a:lnTo>
                <a:close/>
                <a:moveTo>
                  <a:pt x="496496" y="7319"/>
                </a:moveTo>
                <a:lnTo>
                  <a:pt x="497831" y="7559"/>
                </a:lnTo>
                <a:lnTo>
                  <a:pt x="500588" y="8268"/>
                </a:lnTo>
                <a:lnTo>
                  <a:pt x="503154" y="9210"/>
                </a:lnTo>
                <a:lnTo>
                  <a:pt x="505604" y="10389"/>
                </a:lnTo>
                <a:lnTo>
                  <a:pt x="507950" y="11809"/>
                </a:lnTo>
                <a:lnTo>
                  <a:pt x="510100" y="13419"/>
                </a:lnTo>
                <a:lnTo>
                  <a:pt x="512124" y="15259"/>
                </a:lnTo>
                <a:lnTo>
                  <a:pt x="513910" y="17215"/>
                </a:lnTo>
                <a:lnTo>
                  <a:pt x="515573" y="19429"/>
                </a:lnTo>
                <a:lnTo>
                  <a:pt x="516998" y="21782"/>
                </a:lnTo>
                <a:lnTo>
                  <a:pt x="518177" y="24233"/>
                </a:lnTo>
                <a:lnTo>
                  <a:pt x="519118" y="26799"/>
                </a:lnTo>
                <a:lnTo>
                  <a:pt x="519832" y="29572"/>
                </a:lnTo>
                <a:lnTo>
                  <a:pt x="520064" y="30872"/>
                </a:lnTo>
                <a:lnTo>
                  <a:pt x="520259" y="32398"/>
                </a:lnTo>
                <a:lnTo>
                  <a:pt x="520363" y="33798"/>
                </a:lnTo>
                <a:lnTo>
                  <a:pt x="520401" y="35310"/>
                </a:lnTo>
                <a:lnTo>
                  <a:pt x="520401" y="190353"/>
                </a:lnTo>
                <a:lnTo>
                  <a:pt x="6985" y="190353"/>
                </a:lnTo>
                <a:lnTo>
                  <a:pt x="6985" y="35310"/>
                </a:lnTo>
                <a:lnTo>
                  <a:pt x="7024" y="33798"/>
                </a:lnTo>
                <a:lnTo>
                  <a:pt x="7127" y="32398"/>
                </a:lnTo>
                <a:lnTo>
                  <a:pt x="7322" y="30874"/>
                </a:lnTo>
                <a:lnTo>
                  <a:pt x="7560" y="29547"/>
                </a:lnTo>
                <a:lnTo>
                  <a:pt x="8268" y="26799"/>
                </a:lnTo>
                <a:lnTo>
                  <a:pt x="9210" y="24233"/>
                </a:lnTo>
                <a:lnTo>
                  <a:pt x="10389" y="21782"/>
                </a:lnTo>
                <a:lnTo>
                  <a:pt x="11808" y="19439"/>
                </a:lnTo>
                <a:lnTo>
                  <a:pt x="13479" y="17212"/>
                </a:lnTo>
                <a:lnTo>
                  <a:pt x="15224" y="15294"/>
                </a:lnTo>
                <a:lnTo>
                  <a:pt x="17286" y="13419"/>
                </a:lnTo>
                <a:lnTo>
                  <a:pt x="19439" y="11807"/>
                </a:lnTo>
                <a:lnTo>
                  <a:pt x="21782" y="10389"/>
                </a:lnTo>
                <a:lnTo>
                  <a:pt x="24233" y="9210"/>
                </a:lnTo>
                <a:lnTo>
                  <a:pt x="26799" y="8268"/>
                </a:lnTo>
                <a:lnTo>
                  <a:pt x="29553" y="7559"/>
                </a:lnTo>
                <a:lnTo>
                  <a:pt x="30887" y="7320"/>
                </a:lnTo>
                <a:lnTo>
                  <a:pt x="32374" y="7130"/>
                </a:lnTo>
                <a:lnTo>
                  <a:pt x="33799" y="7024"/>
                </a:lnTo>
                <a:lnTo>
                  <a:pt x="35310" y="6985"/>
                </a:lnTo>
                <a:lnTo>
                  <a:pt x="492076" y="6985"/>
                </a:lnTo>
                <a:lnTo>
                  <a:pt x="493590" y="7024"/>
                </a:lnTo>
                <a:lnTo>
                  <a:pt x="495010" y="7130"/>
                </a:lnTo>
                <a:lnTo>
                  <a:pt x="496496" y="7319"/>
                </a:lnTo>
                <a:close/>
              </a:path>
            </a:pathLst>
          </a:custGeom>
          <a:solidFill xmlns:a="http://schemas.openxmlformats.org/drawingml/2006/main">
            <a:srgbClr val="3B5F2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9" name="Text Sample3">
            <a:extLst xmlns:a="http://schemas.openxmlformats.org/drawingml/2006/main">
              <a:ext uri="{FF2B5EF4-FFF2-40B4-BE49-F238E27FC236}">
                <a16:creationId xmlns:a16="http://schemas.microsoft.com/office/drawing/2014/main" id="{30475002-680C-4F1C-8810-E0DB45BB9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26103" y="2219171"/>
            <a:ext cx="404754" cy="91049"/>
          </a:xfrm>
          <a:custGeom xmlns:a="http://schemas.openxmlformats.org/drawingml/2006/main">
            <a:pathLst>
              <a:path w="404754" h="91049">
                <a:moveTo>
                  <a:pt x="0" y="48879"/>
                </a:moveTo>
                <a:lnTo>
                  <a:pt x="8769" y="48112"/>
                </a:lnTo>
                <a:cubicBezTo>
                  <a:pt x="9185" y="51627"/>
                  <a:pt x="10151" y="54510"/>
                  <a:pt x="11669" y="56762"/>
                </a:cubicBezTo>
                <a:cubicBezTo>
                  <a:pt x="13186" y="59014"/>
                  <a:pt x="15542" y="60835"/>
                  <a:pt x="18737" y="62225"/>
                </a:cubicBezTo>
                <a:cubicBezTo>
                  <a:pt x="21932" y="63615"/>
                  <a:pt x="25526" y="64310"/>
                  <a:pt x="29519" y="64310"/>
                </a:cubicBezTo>
                <a:cubicBezTo>
                  <a:pt x="33065" y="64310"/>
                  <a:pt x="36196" y="63782"/>
                  <a:pt x="38912" y="62728"/>
                </a:cubicBezTo>
                <a:cubicBezTo>
                  <a:pt x="41627" y="61674"/>
                  <a:pt x="43648" y="60228"/>
                  <a:pt x="44974" y="58391"/>
                </a:cubicBezTo>
                <a:cubicBezTo>
                  <a:pt x="46299" y="56554"/>
                  <a:pt x="46962" y="54550"/>
                  <a:pt x="46962" y="52377"/>
                </a:cubicBezTo>
                <a:cubicBezTo>
                  <a:pt x="46962" y="50173"/>
                  <a:pt x="46323" y="48248"/>
                  <a:pt x="45045" y="46603"/>
                </a:cubicBezTo>
                <a:cubicBezTo>
                  <a:pt x="43768" y="44958"/>
                  <a:pt x="41659" y="43576"/>
                  <a:pt x="38720" y="42458"/>
                </a:cubicBezTo>
                <a:cubicBezTo>
                  <a:pt x="36835" y="41723"/>
                  <a:pt x="32666" y="40581"/>
                  <a:pt x="26213" y="39031"/>
                </a:cubicBezTo>
                <a:cubicBezTo>
                  <a:pt x="19759" y="37482"/>
                  <a:pt x="15239" y="36020"/>
                  <a:pt x="12651" y="34647"/>
                </a:cubicBezTo>
                <a:cubicBezTo>
                  <a:pt x="9297" y="32890"/>
                  <a:pt x="6797" y="30709"/>
                  <a:pt x="5151" y="28105"/>
                </a:cubicBezTo>
                <a:cubicBezTo>
                  <a:pt x="3506" y="25502"/>
                  <a:pt x="2684" y="22587"/>
                  <a:pt x="2684" y="19360"/>
                </a:cubicBezTo>
                <a:cubicBezTo>
                  <a:pt x="2684" y="15814"/>
                  <a:pt x="3690" y="12499"/>
                  <a:pt x="5703" y="9416"/>
                </a:cubicBezTo>
                <a:cubicBezTo>
                  <a:pt x="7715" y="6334"/>
                  <a:pt x="10654" y="3993"/>
                  <a:pt x="14520" y="2396"/>
                </a:cubicBezTo>
                <a:cubicBezTo>
                  <a:pt x="18386" y="799"/>
                  <a:pt x="22682" y="0"/>
                  <a:pt x="27411" y="0"/>
                </a:cubicBezTo>
                <a:cubicBezTo>
                  <a:pt x="32618" y="0"/>
                  <a:pt x="37210" y="839"/>
                  <a:pt x="41188" y="2516"/>
                </a:cubicBezTo>
                <a:cubicBezTo>
                  <a:pt x="45165" y="4193"/>
                  <a:pt x="48224" y="6661"/>
                  <a:pt x="50365" y="9920"/>
                </a:cubicBezTo>
                <a:cubicBezTo>
                  <a:pt x="52505" y="13178"/>
                  <a:pt x="53655" y="16868"/>
                  <a:pt x="53815" y="20989"/>
                </a:cubicBezTo>
                <a:lnTo>
                  <a:pt x="44902" y="21660"/>
                </a:lnTo>
                <a:cubicBezTo>
                  <a:pt x="44422" y="17204"/>
                  <a:pt x="42801" y="13837"/>
                  <a:pt x="40038" y="11561"/>
                </a:cubicBezTo>
                <a:cubicBezTo>
                  <a:pt x="37274" y="9285"/>
                  <a:pt x="33193" y="8147"/>
                  <a:pt x="27794" y="8147"/>
                </a:cubicBezTo>
                <a:cubicBezTo>
                  <a:pt x="22171" y="8147"/>
                  <a:pt x="18074" y="9178"/>
                  <a:pt x="15502" y="11240"/>
                </a:cubicBezTo>
                <a:cubicBezTo>
                  <a:pt x="12931" y="13302"/>
                  <a:pt x="11645" y="15787"/>
                  <a:pt x="11645" y="18697"/>
                </a:cubicBezTo>
                <a:cubicBezTo>
                  <a:pt x="11645" y="21222"/>
                  <a:pt x="12555" y="23300"/>
                  <a:pt x="14376" y="24931"/>
                </a:cubicBezTo>
                <a:cubicBezTo>
                  <a:pt x="16165" y="26562"/>
                  <a:pt x="20837" y="28233"/>
                  <a:pt x="28393" y="29943"/>
                </a:cubicBezTo>
                <a:cubicBezTo>
                  <a:pt x="35948" y="31653"/>
                  <a:pt x="41132" y="33148"/>
                  <a:pt x="43943" y="34426"/>
                </a:cubicBezTo>
                <a:cubicBezTo>
                  <a:pt x="48032" y="36312"/>
                  <a:pt x="51051" y="38702"/>
                  <a:pt x="53000" y="41597"/>
                </a:cubicBezTo>
                <a:cubicBezTo>
                  <a:pt x="54949" y="44490"/>
                  <a:pt x="55923" y="47823"/>
                  <a:pt x="55923" y="51596"/>
                </a:cubicBezTo>
                <a:cubicBezTo>
                  <a:pt x="55923" y="55335"/>
                  <a:pt x="54853" y="58860"/>
                  <a:pt x="52713" y="62170"/>
                </a:cubicBezTo>
                <a:cubicBezTo>
                  <a:pt x="50572" y="65478"/>
                  <a:pt x="47497" y="68052"/>
                  <a:pt x="43488" y="69891"/>
                </a:cubicBezTo>
                <a:cubicBezTo>
                  <a:pt x="39479" y="71729"/>
                  <a:pt x="34966" y="72648"/>
                  <a:pt x="29950" y="72648"/>
                </a:cubicBezTo>
                <a:cubicBezTo>
                  <a:pt x="23593" y="72648"/>
                  <a:pt x="18266" y="71721"/>
                  <a:pt x="13969" y="69868"/>
                </a:cubicBezTo>
                <a:cubicBezTo>
                  <a:pt x="9672" y="68015"/>
                  <a:pt x="6302" y="65228"/>
                  <a:pt x="3858" y="61506"/>
                </a:cubicBezTo>
                <a:cubicBezTo>
                  <a:pt x="1414" y="57784"/>
                  <a:pt x="128" y="53575"/>
                  <a:pt x="0" y="48879"/>
                </a:cubicBezTo>
                <a:close/>
                <a:moveTo>
                  <a:pt x="100580" y="65214"/>
                </a:moveTo>
                <a:cubicBezTo>
                  <a:pt x="97386" y="67932"/>
                  <a:pt x="94311" y="69850"/>
                  <a:pt x="91356" y="70969"/>
                </a:cubicBezTo>
                <a:cubicBezTo>
                  <a:pt x="88400" y="72088"/>
                  <a:pt x="85230" y="72648"/>
                  <a:pt x="81843" y="72648"/>
                </a:cubicBezTo>
                <a:cubicBezTo>
                  <a:pt x="76253" y="72648"/>
                  <a:pt x="71956" y="71281"/>
                  <a:pt x="68953" y="68547"/>
                </a:cubicBezTo>
                <a:cubicBezTo>
                  <a:pt x="65950" y="65814"/>
                  <a:pt x="64448" y="62321"/>
                  <a:pt x="64448" y="58069"/>
                </a:cubicBezTo>
                <a:cubicBezTo>
                  <a:pt x="64448" y="55576"/>
                  <a:pt x="65015" y="53299"/>
                  <a:pt x="66149" y="51238"/>
                </a:cubicBezTo>
                <a:cubicBezTo>
                  <a:pt x="67283" y="49175"/>
                  <a:pt x="68769" y="47520"/>
                  <a:pt x="70606" y="46273"/>
                </a:cubicBezTo>
                <a:cubicBezTo>
                  <a:pt x="72443" y="45026"/>
                  <a:pt x="74511" y="44083"/>
                  <a:pt x="76812" y="43445"/>
                </a:cubicBezTo>
                <a:cubicBezTo>
                  <a:pt x="78505" y="42996"/>
                  <a:pt x="81061" y="42565"/>
                  <a:pt x="84479" y="42149"/>
                </a:cubicBezTo>
                <a:cubicBezTo>
                  <a:pt x="91443" y="41325"/>
                  <a:pt x="96571" y="40341"/>
                  <a:pt x="99862" y="39199"/>
                </a:cubicBezTo>
                <a:cubicBezTo>
                  <a:pt x="99893" y="38022"/>
                  <a:pt x="99909" y="37274"/>
                  <a:pt x="99909" y="36956"/>
                </a:cubicBezTo>
                <a:cubicBezTo>
                  <a:pt x="99909" y="33455"/>
                  <a:pt x="99095" y="30988"/>
                  <a:pt x="97465" y="29557"/>
                </a:cubicBezTo>
                <a:cubicBezTo>
                  <a:pt x="95261" y="27615"/>
                  <a:pt x="91987" y="26644"/>
                  <a:pt x="87642" y="26644"/>
                </a:cubicBezTo>
                <a:cubicBezTo>
                  <a:pt x="83584" y="26644"/>
                  <a:pt x="80589" y="27355"/>
                  <a:pt x="78657" y="28776"/>
                </a:cubicBezTo>
                <a:cubicBezTo>
                  <a:pt x="76724" y="30198"/>
                  <a:pt x="75294" y="32714"/>
                  <a:pt x="74368" y="36324"/>
                </a:cubicBezTo>
                <a:lnTo>
                  <a:pt x="65934" y="35174"/>
                </a:lnTo>
                <a:cubicBezTo>
                  <a:pt x="66700" y="31553"/>
                  <a:pt x="67962" y="28629"/>
                  <a:pt x="69719" y="26401"/>
                </a:cubicBezTo>
                <a:cubicBezTo>
                  <a:pt x="71477" y="24174"/>
                  <a:pt x="74016" y="22460"/>
                  <a:pt x="77339" y="21259"/>
                </a:cubicBezTo>
                <a:cubicBezTo>
                  <a:pt x="80661" y="20057"/>
                  <a:pt x="84511" y="19456"/>
                  <a:pt x="88888" y="19456"/>
                </a:cubicBezTo>
                <a:cubicBezTo>
                  <a:pt x="93232" y="19456"/>
                  <a:pt x="96763" y="19967"/>
                  <a:pt x="99478" y="20989"/>
                </a:cubicBezTo>
                <a:cubicBezTo>
                  <a:pt x="102194" y="22012"/>
                  <a:pt x="104190" y="23297"/>
                  <a:pt x="105468" y="24847"/>
                </a:cubicBezTo>
                <a:cubicBezTo>
                  <a:pt x="106746" y="26396"/>
                  <a:pt x="107641" y="28353"/>
                  <a:pt x="108152" y="30717"/>
                </a:cubicBezTo>
                <a:cubicBezTo>
                  <a:pt x="108439" y="32187"/>
                  <a:pt x="108583" y="34838"/>
                  <a:pt x="108583" y="38672"/>
                </a:cubicBezTo>
                <a:lnTo>
                  <a:pt x="108583" y="50173"/>
                </a:lnTo>
                <a:cubicBezTo>
                  <a:pt x="108583" y="58192"/>
                  <a:pt x="108767" y="63263"/>
                  <a:pt x="109134" y="65388"/>
                </a:cubicBezTo>
                <a:cubicBezTo>
                  <a:pt x="109502" y="67512"/>
                  <a:pt x="110228" y="69549"/>
                  <a:pt x="111315" y="71498"/>
                </a:cubicBezTo>
                <a:lnTo>
                  <a:pt x="102305" y="71498"/>
                </a:lnTo>
                <a:cubicBezTo>
                  <a:pt x="101411" y="69707"/>
                  <a:pt x="100836" y="67612"/>
                  <a:pt x="100580" y="65214"/>
                </a:cubicBezTo>
                <a:moveTo>
                  <a:pt x="99862" y="45908"/>
                </a:moveTo>
                <a:cubicBezTo>
                  <a:pt x="96731" y="47197"/>
                  <a:pt x="92034" y="48292"/>
                  <a:pt x="85773" y="49194"/>
                </a:cubicBezTo>
                <a:cubicBezTo>
                  <a:pt x="82227" y="49707"/>
                  <a:pt x="79719" y="50284"/>
                  <a:pt x="78249" y="50926"/>
                </a:cubicBezTo>
                <a:cubicBezTo>
                  <a:pt x="76780" y="51567"/>
                  <a:pt x="75646" y="52506"/>
                  <a:pt x="74847" y="53742"/>
                </a:cubicBezTo>
                <a:cubicBezTo>
                  <a:pt x="74048" y="54976"/>
                  <a:pt x="73649" y="56348"/>
                  <a:pt x="73649" y="57855"/>
                </a:cubicBezTo>
                <a:cubicBezTo>
                  <a:pt x="73649" y="60164"/>
                  <a:pt x="74519" y="62089"/>
                  <a:pt x="76261" y="63630"/>
                </a:cubicBezTo>
                <a:cubicBezTo>
                  <a:pt x="78002" y="65169"/>
                  <a:pt x="80549" y="65939"/>
                  <a:pt x="83904" y="65939"/>
                </a:cubicBezTo>
                <a:cubicBezTo>
                  <a:pt x="87226" y="65939"/>
                  <a:pt x="90182" y="65209"/>
                  <a:pt x="92769" y="63748"/>
                </a:cubicBezTo>
                <a:cubicBezTo>
                  <a:pt x="95357" y="62287"/>
                  <a:pt x="97258" y="60289"/>
                  <a:pt x="98472" y="57753"/>
                </a:cubicBezTo>
                <a:cubicBezTo>
                  <a:pt x="99398" y="55795"/>
                  <a:pt x="99862" y="52905"/>
                  <a:pt x="99862" y="49086"/>
                </a:cubicBezTo>
                <a:lnTo>
                  <a:pt x="99862" y="45908"/>
                </a:lnTo>
                <a:close/>
                <a:moveTo>
                  <a:pt x="121856" y="71498"/>
                </a:moveTo>
                <a:lnTo>
                  <a:pt x="121856" y="20606"/>
                </a:lnTo>
                <a:lnTo>
                  <a:pt x="129571" y="20606"/>
                </a:lnTo>
                <a:lnTo>
                  <a:pt x="129571" y="27698"/>
                </a:lnTo>
                <a:cubicBezTo>
                  <a:pt x="131169" y="25220"/>
                  <a:pt x="133293" y="23227"/>
                  <a:pt x="135945" y="21719"/>
                </a:cubicBezTo>
                <a:cubicBezTo>
                  <a:pt x="138596" y="20210"/>
                  <a:pt x="141615" y="19456"/>
                  <a:pt x="145002" y="19456"/>
                </a:cubicBezTo>
                <a:cubicBezTo>
                  <a:pt x="148772" y="19456"/>
                  <a:pt x="151862" y="20234"/>
                  <a:pt x="154274" y="21792"/>
                </a:cubicBezTo>
                <a:cubicBezTo>
                  <a:pt x="156686" y="23348"/>
                  <a:pt x="158388" y="25525"/>
                  <a:pt x="159378" y="28321"/>
                </a:cubicBezTo>
                <a:cubicBezTo>
                  <a:pt x="163403" y="22411"/>
                  <a:pt x="168643" y="19456"/>
                  <a:pt x="175096" y="19456"/>
                </a:cubicBezTo>
                <a:cubicBezTo>
                  <a:pt x="180144" y="19456"/>
                  <a:pt x="184025" y="20853"/>
                  <a:pt x="186741" y="23649"/>
                </a:cubicBezTo>
                <a:cubicBezTo>
                  <a:pt x="189456" y="26444"/>
                  <a:pt x="190814" y="30749"/>
                  <a:pt x="190814" y="36563"/>
                </a:cubicBezTo>
                <a:lnTo>
                  <a:pt x="190814" y="71498"/>
                </a:lnTo>
                <a:lnTo>
                  <a:pt x="182236" y="71498"/>
                </a:lnTo>
                <a:lnTo>
                  <a:pt x="182236" y="39404"/>
                </a:lnTo>
                <a:cubicBezTo>
                  <a:pt x="182236" y="35950"/>
                  <a:pt x="181957" y="33464"/>
                  <a:pt x="181398" y="31945"/>
                </a:cubicBezTo>
                <a:cubicBezTo>
                  <a:pt x="180838" y="30426"/>
                  <a:pt x="179824" y="29202"/>
                  <a:pt x="178355" y="28275"/>
                </a:cubicBezTo>
                <a:cubicBezTo>
                  <a:pt x="176885" y="27347"/>
                  <a:pt x="175160" y="26883"/>
                  <a:pt x="173179" y="26883"/>
                </a:cubicBezTo>
                <a:cubicBezTo>
                  <a:pt x="169601" y="26883"/>
                  <a:pt x="166630" y="28075"/>
                  <a:pt x="164266" y="30458"/>
                </a:cubicBezTo>
                <a:cubicBezTo>
                  <a:pt x="161902" y="32840"/>
                  <a:pt x="160720" y="36654"/>
                  <a:pt x="160720" y="41899"/>
                </a:cubicBezTo>
                <a:lnTo>
                  <a:pt x="160720" y="71498"/>
                </a:lnTo>
                <a:lnTo>
                  <a:pt x="152094" y="71498"/>
                </a:lnTo>
                <a:lnTo>
                  <a:pt x="152094" y="38396"/>
                </a:lnTo>
                <a:cubicBezTo>
                  <a:pt x="152094" y="34559"/>
                  <a:pt x="151391" y="31681"/>
                  <a:pt x="149986" y="29762"/>
                </a:cubicBezTo>
                <a:cubicBezTo>
                  <a:pt x="148580" y="27843"/>
                  <a:pt x="146280" y="26883"/>
                  <a:pt x="143085" y="26883"/>
                </a:cubicBezTo>
                <a:cubicBezTo>
                  <a:pt x="140657" y="26883"/>
                  <a:pt x="138413" y="27523"/>
                  <a:pt x="136352" y="28803"/>
                </a:cubicBezTo>
                <a:cubicBezTo>
                  <a:pt x="134292" y="30082"/>
                  <a:pt x="132798" y="31953"/>
                  <a:pt x="131872" y="34416"/>
                </a:cubicBezTo>
                <a:cubicBezTo>
                  <a:pt x="130945" y="36878"/>
                  <a:pt x="130482" y="40428"/>
                  <a:pt x="130482" y="45065"/>
                </a:cubicBezTo>
                <a:lnTo>
                  <a:pt x="130482" y="71498"/>
                </a:lnTo>
                <a:lnTo>
                  <a:pt x="121856" y="71498"/>
                </a:lnTo>
                <a:close/>
                <a:moveTo>
                  <a:pt x="203233" y="91049"/>
                </a:moveTo>
                <a:lnTo>
                  <a:pt x="203233" y="20606"/>
                </a:lnTo>
                <a:lnTo>
                  <a:pt x="211092" y="20606"/>
                </a:lnTo>
                <a:lnTo>
                  <a:pt x="211092" y="27171"/>
                </a:lnTo>
                <a:cubicBezTo>
                  <a:pt x="212945" y="24599"/>
                  <a:pt x="215038" y="22670"/>
                  <a:pt x="217370" y="21385"/>
                </a:cubicBezTo>
                <a:cubicBezTo>
                  <a:pt x="219702" y="20099"/>
                  <a:pt x="222529" y="19456"/>
                  <a:pt x="225852" y="19456"/>
                </a:cubicBezTo>
                <a:cubicBezTo>
                  <a:pt x="230197" y="19456"/>
                  <a:pt x="234030" y="20574"/>
                  <a:pt x="237353" y="22810"/>
                </a:cubicBezTo>
                <a:cubicBezTo>
                  <a:pt x="240675" y="25047"/>
                  <a:pt x="243183" y="28201"/>
                  <a:pt x="244876" y="32275"/>
                </a:cubicBezTo>
                <a:cubicBezTo>
                  <a:pt x="246570" y="36348"/>
                  <a:pt x="247416" y="40812"/>
                  <a:pt x="247416" y="45668"/>
                </a:cubicBezTo>
                <a:cubicBezTo>
                  <a:pt x="247416" y="50876"/>
                  <a:pt x="246482" y="55564"/>
                  <a:pt x="244613" y="59733"/>
                </a:cubicBezTo>
                <a:cubicBezTo>
                  <a:pt x="242744" y="63902"/>
                  <a:pt x="240029" y="67097"/>
                  <a:pt x="236466" y="69317"/>
                </a:cubicBezTo>
                <a:cubicBezTo>
                  <a:pt x="232904" y="71538"/>
                  <a:pt x="229159" y="72648"/>
                  <a:pt x="225229" y="72648"/>
                </a:cubicBezTo>
                <a:cubicBezTo>
                  <a:pt x="222354" y="72648"/>
                  <a:pt x="219774" y="72033"/>
                  <a:pt x="217490" y="70803"/>
                </a:cubicBezTo>
                <a:cubicBezTo>
                  <a:pt x="215206" y="69572"/>
                  <a:pt x="213329" y="68017"/>
                  <a:pt x="211859" y="66139"/>
                </a:cubicBezTo>
                <a:lnTo>
                  <a:pt x="211859" y="91049"/>
                </a:lnTo>
                <a:lnTo>
                  <a:pt x="203233" y="91049"/>
                </a:lnTo>
                <a:moveTo>
                  <a:pt x="211045" y="46267"/>
                </a:moveTo>
                <a:cubicBezTo>
                  <a:pt x="211045" y="52809"/>
                  <a:pt x="212370" y="57643"/>
                  <a:pt x="215022" y="60769"/>
                </a:cubicBezTo>
                <a:cubicBezTo>
                  <a:pt x="217674" y="63896"/>
                  <a:pt x="220884" y="65460"/>
                  <a:pt x="224654" y="65460"/>
                </a:cubicBezTo>
                <a:cubicBezTo>
                  <a:pt x="228488" y="65460"/>
                  <a:pt x="231770" y="63840"/>
                  <a:pt x="234502" y="60602"/>
                </a:cubicBezTo>
                <a:cubicBezTo>
                  <a:pt x="237233" y="57363"/>
                  <a:pt x="238599" y="52345"/>
                  <a:pt x="238599" y="45549"/>
                </a:cubicBezTo>
                <a:cubicBezTo>
                  <a:pt x="238599" y="39071"/>
                  <a:pt x="237265" y="34221"/>
                  <a:pt x="234598" y="30999"/>
                </a:cubicBezTo>
                <a:cubicBezTo>
                  <a:pt x="231930" y="27776"/>
                  <a:pt x="228743" y="26165"/>
                  <a:pt x="225037" y="26165"/>
                </a:cubicBezTo>
                <a:cubicBezTo>
                  <a:pt x="221363" y="26165"/>
                  <a:pt x="218113" y="27880"/>
                  <a:pt x="215285" y="31310"/>
                </a:cubicBezTo>
                <a:cubicBezTo>
                  <a:pt x="212458" y="34740"/>
                  <a:pt x="211045" y="39726"/>
                  <a:pt x="211045" y="46267"/>
                </a:cubicBezTo>
                <a:close/>
                <a:moveTo>
                  <a:pt x="257525" y="71498"/>
                </a:moveTo>
                <a:lnTo>
                  <a:pt x="257525" y="1246"/>
                </a:lnTo>
                <a:lnTo>
                  <a:pt x="266151" y="1246"/>
                </a:lnTo>
                <a:lnTo>
                  <a:pt x="266151" y="71498"/>
                </a:lnTo>
                <a:lnTo>
                  <a:pt x="257525" y="71498"/>
                </a:lnTo>
                <a:close/>
                <a:moveTo>
                  <a:pt x="314210" y="55109"/>
                </a:moveTo>
                <a:lnTo>
                  <a:pt x="323123" y="56211"/>
                </a:lnTo>
                <a:cubicBezTo>
                  <a:pt x="321717" y="61418"/>
                  <a:pt x="319113" y="65460"/>
                  <a:pt x="315312" y="68335"/>
                </a:cubicBezTo>
                <a:cubicBezTo>
                  <a:pt x="311510" y="71210"/>
                  <a:pt x="306654" y="72648"/>
                  <a:pt x="300744" y="72648"/>
                </a:cubicBezTo>
                <a:cubicBezTo>
                  <a:pt x="293300" y="72648"/>
                  <a:pt x="287398" y="70355"/>
                  <a:pt x="283037" y="65771"/>
                </a:cubicBezTo>
                <a:cubicBezTo>
                  <a:pt x="278676" y="61187"/>
                  <a:pt x="276496" y="54757"/>
                  <a:pt x="276496" y="46483"/>
                </a:cubicBezTo>
                <a:cubicBezTo>
                  <a:pt x="276496" y="37921"/>
                  <a:pt x="278700" y="31276"/>
                  <a:pt x="283109" y="26548"/>
                </a:cubicBezTo>
                <a:cubicBezTo>
                  <a:pt x="287518" y="21820"/>
                  <a:pt x="293236" y="19456"/>
                  <a:pt x="300265" y="19456"/>
                </a:cubicBezTo>
                <a:cubicBezTo>
                  <a:pt x="307069" y="19456"/>
                  <a:pt x="312628" y="21768"/>
                  <a:pt x="316941" y="26394"/>
                </a:cubicBezTo>
                <a:cubicBezTo>
                  <a:pt x="321254" y="31018"/>
                  <a:pt x="323410" y="37524"/>
                  <a:pt x="323410" y="45912"/>
                </a:cubicBezTo>
                <a:cubicBezTo>
                  <a:pt x="323410" y="46423"/>
                  <a:pt x="323394" y="47188"/>
                  <a:pt x="323362" y="48208"/>
                </a:cubicBezTo>
                <a:lnTo>
                  <a:pt x="285409" y="48208"/>
                </a:lnTo>
                <a:cubicBezTo>
                  <a:pt x="285729" y="53783"/>
                  <a:pt x="287310" y="58052"/>
                  <a:pt x="290153" y="61015"/>
                </a:cubicBezTo>
                <a:cubicBezTo>
                  <a:pt x="292997" y="63978"/>
                  <a:pt x="296543" y="65460"/>
                  <a:pt x="300792" y="65460"/>
                </a:cubicBezTo>
                <a:cubicBezTo>
                  <a:pt x="303955" y="65460"/>
                  <a:pt x="306654" y="64637"/>
                  <a:pt x="308890" y="62992"/>
                </a:cubicBezTo>
                <a:cubicBezTo>
                  <a:pt x="311127" y="61345"/>
                  <a:pt x="312900" y="58718"/>
                  <a:pt x="314210" y="55109"/>
                </a:cubicBezTo>
                <a:moveTo>
                  <a:pt x="285888" y="41020"/>
                </a:moveTo>
                <a:lnTo>
                  <a:pt x="314305" y="41020"/>
                </a:lnTo>
                <a:cubicBezTo>
                  <a:pt x="313922" y="36809"/>
                  <a:pt x="312836" y="33651"/>
                  <a:pt x="311047" y="31545"/>
                </a:cubicBezTo>
                <a:cubicBezTo>
                  <a:pt x="308299" y="28278"/>
                  <a:pt x="304737" y="26644"/>
                  <a:pt x="300360" y="26644"/>
                </a:cubicBezTo>
                <a:cubicBezTo>
                  <a:pt x="296399" y="26644"/>
                  <a:pt x="293069" y="27948"/>
                  <a:pt x="290369" y="30557"/>
                </a:cubicBezTo>
                <a:cubicBezTo>
                  <a:pt x="287670" y="33165"/>
                  <a:pt x="286176" y="36652"/>
                  <a:pt x="285888" y="41020"/>
                </a:cubicBezTo>
                <a:close/>
                <a:moveTo>
                  <a:pt x="358750" y="52809"/>
                </a:moveTo>
                <a:lnTo>
                  <a:pt x="367376" y="51658"/>
                </a:lnTo>
                <a:cubicBezTo>
                  <a:pt x="368366" y="56546"/>
                  <a:pt x="370051" y="60069"/>
                  <a:pt x="372431" y="62225"/>
                </a:cubicBezTo>
                <a:cubicBezTo>
                  <a:pt x="374811" y="64381"/>
                  <a:pt x="377711" y="65460"/>
                  <a:pt x="381129" y="65460"/>
                </a:cubicBezTo>
                <a:cubicBezTo>
                  <a:pt x="385186" y="65460"/>
                  <a:pt x="388612" y="64056"/>
                  <a:pt x="391408" y="61250"/>
                </a:cubicBezTo>
                <a:cubicBezTo>
                  <a:pt x="394203" y="58444"/>
                  <a:pt x="395601" y="54967"/>
                  <a:pt x="395601" y="50821"/>
                </a:cubicBezTo>
                <a:cubicBezTo>
                  <a:pt x="395601" y="46866"/>
                  <a:pt x="394307" y="43605"/>
                  <a:pt x="391719" y="41038"/>
                </a:cubicBezTo>
                <a:cubicBezTo>
                  <a:pt x="389132" y="38470"/>
                  <a:pt x="385841" y="37186"/>
                  <a:pt x="381848" y="37186"/>
                </a:cubicBezTo>
                <a:cubicBezTo>
                  <a:pt x="380218" y="37186"/>
                  <a:pt x="378190" y="37506"/>
                  <a:pt x="375762" y="38145"/>
                </a:cubicBezTo>
                <a:lnTo>
                  <a:pt x="376720" y="30573"/>
                </a:lnTo>
                <a:cubicBezTo>
                  <a:pt x="377295" y="30637"/>
                  <a:pt x="377758" y="30669"/>
                  <a:pt x="378110" y="30669"/>
                </a:cubicBezTo>
                <a:cubicBezTo>
                  <a:pt x="381784" y="30669"/>
                  <a:pt x="385090" y="29719"/>
                  <a:pt x="388029" y="27818"/>
                </a:cubicBezTo>
                <a:cubicBezTo>
                  <a:pt x="390969" y="25917"/>
                  <a:pt x="392438" y="22987"/>
                  <a:pt x="392438" y="19027"/>
                </a:cubicBezTo>
                <a:cubicBezTo>
                  <a:pt x="392438" y="15892"/>
                  <a:pt x="391368" y="13294"/>
                  <a:pt x="389227" y="11236"/>
                </a:cubicBezTo>
                <a:cubicBezTo>
                  <a:pt x="387087" y="9176"/>
                  <a:pt x="384324" y="8147"/>
                  <a:pt x="380937" y="8147"/>
                </a:cubicBezTo>
                <a:cubicBezTo>
                  <a:pt x="377583" y="8147"/>
                  <a:pt x="374787" y="9201"/>
                  <a:pt x="372551" y="11309"/>
                </a:cubicBezTo>
                <a:cubicBezTo>
                  <a:pt x="370315" y="13418"/>
                  <a:pt x="368877" y="16581"/>
                  <a:pt x="368238" y="20798"/>
                </a:cubicBezTo>
                <a:lnTo>
                  <a:pt x="359612" y="19264"/>
                </a:lnTo>
                <a:cubicBezTo>
                  <a:pt x="360667" y="13452"/>
                  <a:pt x="363063" y="8948"/>
                  <a:pt x="366801" y="5752"/>
                </a:cubicBezTo>
                <a:cubicBezTo>
                  <a:pt x="370538" y="2556"/>
                  <a:pt x="375187" y="958"/>
                  <a:pt x="380745" y="958"/>
                </a:cubicBezTo>
                <a:cubicBezTo>
                  <a:pt x="384579" y="958"/>
                  <a:pt x="388109" y="1779"/>
                  <a:pt x="391336" y="3419"/>
                </a:cubicBezTo>
                <a:cubicBezTo>
                  <a:pt x="394563" y="5059"/>
                  <a:pt x="397031" y="7297"/>
                  <a:pt x="398740" y="10132"/>
                </a:cubicBezTo>
                <a:cubicBezTo>
                  <a:pt x="400449" y="12967"/>
                  <a:pt x="401303" y="15977"/>
                  <a:pt x="401303" y="19162"/>
                </a:cubicBezTo>
                <a:cubicBezTo>
                  <a:pt x="401303" y="22188"/>
                  <a:pt x="400489" y="24944"/>
                  <a:pt x="398860" y="27429"/>
                </a:cubicBezTo>
                <a:cubicBezTo>
                  <a:pt x="397230" y="29912"/>
                  <a:pt x="394818" y="31887"/>
                  <a:pt x="391623" y="33353"/>
                </a:cubicBezTo>
                <a:cubicBezTo>
                  <a:pt x="395777" y="34311"/>
                  <a:pt x="399003" y="36300"/>
                  <a:pt x="401303" y="39319"/>
                </a:cubicBezTo>
                <a:cubicBezTo>
                  <a:pt x="403604" y="42338"/>
                  <a:pt x="404754" y="46116"/>
                  <a:pt x="404754" y="50652"/>
                </a:cubicBezTo>
                <a:cubicBezTo>
                  <a:pt x="404754" y="56786"/>
                  <a:pt x="402517" y="61985"/>
                  <a:pt x="398045" y="66250"/>
                </a:cubicBezTo>
                <a:cubicBezTo>
                  <a:pt x="393572" y="70515"/>
                  <a:pt x="387918" y="72648"/>
                  <a:pt x="381081" y="72648"/>
                </a:cubicBezTo>
                <a:cubicBezTo>
                  <a:pt x="374915" y="72648"/>
                  <a:pt x="369796" y="70806"/>
                  <a:pt x="365722" y="67123"/>
                </a:cubicBezTo>
                <a:cubicBezTo>
                  <a:pt x="361649" y="63440"/>
                  <a:pt x="359325" y="58669"/>
                  <a:pt x="358750" y="52809"/>
                </a:cubicBezTo>
                <a:close/>
              </a:path>
            </a:pathLst>
          </a:custGeom>
          <a:solidFill xmlns:a="http://schemas.openxmlformats.org/drawingml/2006/main">
            <a:srgbClr val="3B5F2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BFC6B4F-4523-4A1C-A4A7-9BF4FDC22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7121" y="904456"/>
            <a:ext cx="111763" cy="108270"/>
          </a:xfrm>
          <a:custGeom xmlns:a="http://schemas.openxmlformats.org/drawingml/2006/main">
            <a:pathLst>
              <a:path w="111763" h="108270">
                <a:moveTo>
                  <a:pt x="63" y="53828"/>
                </a:moveTo>
                <a:cubicBezTo>
                  <a:pt x="0" y="24239"/>
                  <a:pt x="25021" y="0"/>
                  <a:pt x="55881" y="0"/>
                </a:cubicBezTo>
                <a:cubicBezTo>
                  <a:pt x="86742" y="0"/>
                  <a:pt x="111763" y="24239"/>
                  <a:pt x="111763" y="54136"/>
                </a:cubicBezTo>
                <a:cubicBezTo>
                  <a:pt x="111763" y="84031"/>
                  <a:pt x="86742" y="108270"/>
                  <a:pt x="55881" y="108270"/>
                </a:cubicBezTo>
                <a:cubicBezTo>
                  <a:pt x="25021" y="108270"/>
                  <a:pt x="0" y="84031"/>
                  <a:pt x="63" y="53828"/>
                </a:cubicBezTo>
              </a:path>
            </a:pathLst>
          </a:custGeom>
          <a:solidFill xmlns:a="http://schemas.openxmlformats.org/drawingml/2006/main">
            <a:srgbClr val="4874CB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D63EDE3-1E18-47C8-B858-535EFD55A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3628" y="900964"/>
            <a:ext cx="118748" cy="115255"/>
          </a:xfrm>
          <a:custGeom xmlns:a="http://schemas.openxmlformats.org/drawingml/2006/main">
            <a:pathLst>
              <a:path w="118748" h="115255">
                <a:moveTo>
                  <a:pt x="2677" y="74797"/>
                </a:moveTo>
                <a:lnTo>
                  <a:pt x="3611" y="77479"/>
                </a:lnTo>
                <a:lnTo>
                  <a:pt x="4680" y="80099"/>
                </a:lnTo>
                <a:lnTo>
                  <a:pt x="5875" y="82657"/>
                </a:lnTo>
                <a:lnTo>
                  <a:pt x="7188" y="85142"/>
                </a:lnTo>
                <a:lnTo>
                  <a:pt x="8620" y="87552"/>
                </a:lnTo>
                <a:lnTo>
                  <a:pt x="10172" y="89892"/>
                </a:lnTo>
                <a:lnTo>
                  <a:pt x="11827" y="92155"/>
                </a:lnTo>
                <a:lnTo>
                  <a:pt x="13595" y="94328"/>
                </a:lnTo>
                <a:lnTo>
                  <a:pt x="15458" y="96416"/>
                </a:lnTo>
                <a:lnTo>
                  <a:pt x="17428" y="98414"/>
                </a:lnTo>
                <a:lnTo>
                  <a:pt x="19489" y="100321"/>
                </a:lnTo>
                <a:lnTo>
                  <a:pt x="21647" y="102130"/>
                </a:lnTo>
                <a:lnTo>
                  <a:pt x="23889" y="103834"/>
                </a:lnTo>
                <a:lnTo>
                  <a:pt x="26217" y="105441"/>
                </a:lnTo>
                <a:lnTo>
                  <a:pt x="28625" y="106936"/>
                </a:lnTo>
                <a:lnTo>
                  <a:pt x="31112" y="108318"/>
                </a:lnTo>
                <a:lnTo>
                  <a:pt x="33668" y="109590"/>
                </a:lnTo>
                <a:lnTo>
                  <a:pt x="36296" y="110743"/>
                </a:lnTo>
                <a:lnTo>
                  <a:pt x="38991" y="111770"/>
                </a:lnTo>
                <a:lnTo>
                  <a:pt x="41750" y="112678"/>
                </a:lnTo>
                <a:lnTo>
                  <a:pt x="44565" y="113446"/>
                </a:lnTo>
                <a:lnTo>
                  <a:pt x="47429" y="114090"/>
                </a:lnTo>
                <a:lnTo>
                  <a:pt x="50349" y="114599"/>
                </a:lnTo>
                <a:lnTo>
                  <a:pt x="53318" y="114962"/>
                </a:lnTo>
                <a:lnTo>
                  <a:pt x="56328" y="115185"/>
                </a:lnTo>
                <a:lnTo>
                  <a:pt x="59374" y="115255"/>
                </a:lnTo>
                <a:lnTo>
                  <a:pt x="62419" y="115185"/>
                </a:lnTo>
                <a:lnTo>
                  <a:pt x="65430" y="114962"/>
                </a:lnTo>
                <a:lnTo>
                  <a:pt x="68392" y="114599"/>
                </a:lnTo>
                <a:lnTo>
                  <a:pt x="71311" y="114090"/>
                </a:lnTo>
                <a:lnTo>
                  <a:pt x="74182" y="113446"/>
                </a:lnTo>
                <a:lnTo>
                  <a:pt x="76997" y="112678"/>
                </a:lnTo>
                <a:lnTo>
                  <a:pt x="79757" y="111770"/>
                </a:lnTo>
                <a:lnTo>
                  <a:pt x="82446" y="110743"/>
                </a:lnTo>
                <a:lnTo>
                  <a:pt x="85079" y="109590"/>
                </a:lnTo>
                <a:lnTo>
                  <a:pt x="87636" y="108318"/>
                </a:lnTo>
                <a:lnTo>
                  <a:pt x="90123" y="106936"/>
                </a:lnTo>
                <a:lnTo>
                  <a:pt x="92532" y="105441"/>
                </a:lnTo>
                <a:lnTo>
                  <a:pt x="94858" y="103834"/>
                </a:lnTo>
                <a:lnTo>
                  <a:pt x="97102" y="102130"/>
                </a:lnTo>
                <a:lnTo>
                  <a:pt x="99252" y="100321"/>
                </a:lnTo>
                <a:lnTo>
                  <a:pt x="101320" y="98414"/>
                </a:lnTo>
                <a:lnTo>
                  <a:pt x="103283" y="96416"/>
                </a:lnTo>
                <a:lnTo>
                  <a:pt x="105155" y="94328"/>
                </a:lnTo>
                <a:lnTo>
                  <a:pt x="106915" y="92155"/>
                </a:lnTo>
                <a:lnTo>
                  <a:pt x="108577" y="89892"/>
                </a:lnTo>
                <a:lnTo>
                  <a:pt x="110121" y="87552"/>
                </a:lnTo>
                <a:lnTo>
                  <a:pt x="111560" y="85142"/>
                </a:lnTo>
                <a:lnTo>
                  <a:pt x="112873" y="82657"/>
                </a:lnTo>
                <a:lnTo>
                  <a:pt x="114068" y="80099"/>
                </a:lnTo>
                <a:lnTo>
                  <a:pt x="115129" y="77479"/>
                </a:lnTo>
                <a:lnTo>
                  <a:pt x="116065" y="74797"/>
                </a:lnTo>
                <a:lnTo>
                  <a:pt x="116869" y="72052"/>
                </a:lnTo>
                <a:lnTo>
                  <a:pt x="117539" y="69258"/>
                </a:lnTo>
                <a:lnTo>
                  <a:pt x="118063" y="66415"/>
                </a:lnTo>
                <a:lnTo>
                  <a:pt x="118442" y="63530"/>
                </a:lnTo>
                <a:lnTo>
                  <a:pt x="118671" y="60596"/>
                </a:lnTo>
                <a:lnTo>
                  <a:pt x="118748" y="57629"/>
                </a:lnTo>
                <a:lnTo>
                  <a:pt x="118671" y="54659"/>
                </a:lnTo>
                <a:lnTo>
                  <a:pt x="118442" y="51732"/>
                </a:lnTo>
                <a:lnTo>
                  <a:pt x="118063" y="48840"/>
                </a:lnTo>
                <a:lnTo>
                  <a:pt x="117539" y="45997"/>
                </a:lnTo>
                <a:lnTo>
                  <a:pt x="116869" y="43203"/>
                </a:lnTo>
                <a:lnTo>
                  <a:pt x="116065" y="40465"/>
                </a:lnTo>
                <a:lnTo>
                  <a:pt x="115129" y="37783"/>
                </a:lnTo>
                <a:lnTo>
                  <a:pt x="114068" y="35156"/>
                </a:lnTo>
                <a:lnTo>
                  <a:pt x="112873" y="32600"/>
                </a:lnTo>
                <a:lnTo>
                  <a:pt x="111560" y="30113"/>
                </a:lnTo>
                <a:lnTo>
                  <a:pt x="110121" y="27703"/>
                </a:lnTo>
                <a:lnTo>
                  <a:pt x="108577" y="25363"/>
                </a:lnTo>
                <a:lnTo>
                  <a:pt x="106915" y="23100"/>
                </a:lnTo>
                <a:lnTo>
                  <a:pt x="105155" y="20928"/>
                </a:lnTo>
                <a:lnTo>
                  <a:pt x="103283" y="18839"/>
                </a:lnTo>
                <a:lnTo>
                  <a:pt x="101320" y="16841"/>
                </a:lnTo>
                <a:lnTo>
                  <a:pt x="99252" y="14936"/>
                </a:lnTo>
                <a:lnTo>
                  <a:pt x="97102" y="13125"/>
                </a:lnTo>
                <a:lnTo>
                  <a:pt x="94858" y="11421"/>
                </a:lnTo>
                <a:lnTo>
                  <a:pt x="92532" y="9814"/>
                </a:lnTo>
                <a:lnTo>
                  <a:pt x="90123" y="8319"/>
                </a:lnTo>
                <a:lnTo>
                  <a:pt x="87636" y="6936"/>
                </a:lnTo>
                <a:lnTo>
                  <a:pt x="85079" y="5665"/>
                </a:lnTo>
                <a:lnTo>
                  <a:pt x="82446" y="4512"/>
                </a:lnTo>
                <a:lnTo>
                  <a:pt x="79757" y="3486"/>
                </a:lnTo>
                <a:lnTo>
                  <a:pt x="76997" y="2585"/>
                </a:lnTo>
                <a:lnTo>
                  <a:pt x="74182" y="1809"/>
                </a:lnTo>
                <a:lnTo>
                  <a:pt x="71311" y="1167"/>
                </a:lnTo>
                <a:lnTo>
                  <a:pt x="68392" y="664"/>
                </a:lnTo>
                <a:lnTo>
                  <a:pt x="65430" y="293"/>
                </a:lnTo>
                <a:lnTo>
                  <a:pt x="62419" y="77"/>
                </a:lnTo>
                <a:lnTo>
                  <a:pt x="59374" y="0"/>
                </a:lnTo>
                <a:lnTo>
                  <a:pt x="56328" y="77"/>
                </a:lnTo>
                <a:lnTo>
                  <a:pt x="53318" y="293"/>
                </a:lnTo>
                <a:lnTo>
                  <a:pt x="50349" y="664"/>
                </a:lnTo>
                <a:lnTo>
                  <a:pt x="47429" y="1167"/>
                </a:lnTo>
                <a:lnTo>
                  <a:pt x="44565" y="1809"/>
                </a:lnTo>
                <a:lnTo>
                  <a:pt x="41750" y="2585"/>
                </a:lnTo>
                <a:lnTo>
                  <a:pt x="38991" y="3486"/>
                </a:lnTo>
                <a:lnTo>
                  <a:pt x="36296" y="4512"/>
                </a:lnTo>
                <a:lnTo>
                  <a:pt x="33668" y="5665"/>
                </a:lnTo>
                <a:lnTo>
                  <a:pt x="31112" y="6936"/>
                </a:lnTo>
                <a:lnTo>
                  <a:pt x="28625" y="8319"/>
                </a:lnTo>
                <a:lnTo>
                  <a:pt x="26217" y="9814"/>
                </a:lnTo>
                <a:lnTo>
                  <a:pt x="23889" y="11421"/>
                </a:lnTo>
                <a:lnTo>
                  <a:pt x="21647" y="13125"/>
                </a:lnTo>
                <a:lnTo>
                  <a:pt x="19489" y="14936"/>
                </a:lnTo>
                <a:lnTo>
                  <a:pt x="17428" y="16841"/>
                </a:lnTo>
                <a:lnTo>
                  <a:pt x="15458" y="18839"/>
                </a:lnTo>
                <a:lnTo>
                  <a:pt x="13595" y="20928"/>
                </a:lnTo>
                <a:lnTo>
                  <a:pt x="11827" y="23100"/>
                </a:lnTo>
                <a:lnTo>
                  <a:pt x="10172" y="25363"/>
                </a:lnTo>
                <a:lnTo>
                  <a:pt x="8620" y="27703"/>
                </a:lnTo>
                <a:lnTo>
                  <a:pt x="7188" y="30113"/>
                </a:lnTo>
                <a:lnTo>
                  <a:pt x="5875" y="32600"/>
                </a:lnTo>
                <a:lnTo>
                  <a:pt x="4680" y="35156"/>
                </a:lnTo>
                <a:lnTo>
                  <a:pt x="3611" y="37783"/>
                </a:lnTo>
                <a:lnTo>
                  <a:pt x="2677" y="40465"/>
                </a:lnTo>
                <a:lnTo>
                  <a:pt x="1872" y="43203"/>
                </a:lnTo>
                <a:lnTo>
                  <a:pt x="1208" y="45997"/>
                </a:lnTo>
                <a:lnTo>
                  <a:pt x="685" y="48840"/>
                </a:lnTo>
                <a:lnTo>
                  <a:pt x="307" y="51732"/>
                </a:lnTo>
                <a:lnTo>
                  <a:pt x="77" y="54659"/>
                </a:lnTo>
                <a:lnTo>
                  <a:pt x="0" y="57629"/>
                </a:lnTo>
                <a:lnTo>
                  <a:pt x="77" y="60596"/>
                </a:lnTo>
                <a:lnTo>
                  <a:pt x="307" y="63530"/>
                </a:lnTo>
                <a:lnTo>
                  <a:pt x="685" y="66415"/>
                </a:lnTo>
                <a:lnTo>
                  <a:pt x="1208" y="69258"/>
                </a:lnTo>
                <a:lnTo>
                  <a:pt x="1872" y="72052"/>
                </a:lnTo>
                <a:lnTo>
                  <a:pt x="2677" y="74797"/>
                </a:lnTo>
                <a:close/>
                <a:moveTo>
                  <a:pt x="7260" y="52424"/>
                </a:moveTo>
                <a:lnTo>
                  <a:pt x="7589" y="49918"/>
                </a:lnTo>
                <a:lnTo>
                  <a:pt x="8039" y="47474"/>
                </a:lnTo>
                <a:lnTo>
                  <a:pt x="8608" y="45073"/>
                </a:lnTo>
                <a:lnTo>
                  <a:pt x="9305" y="42677"/>
                </a:lnTo>
                <a:lnTo>
                  <a:pt x="10148" y="40249"/>
                </a:lnTo>
                <a:lnTo>
                  <a:pt x="11084" y="37962"/>
                </a:lnTo>
                <a:lnTo>
                  <a:pt x="12136" y="35707"/>
                </a:lnTo>
                <a:lnTo>
                  <a:pt x="13294" y="33510"/>
                </a:lnTo>
                <a:lnTo>
                  <a:pt x="14569" y="31368"/>
                </a:lnTo>
                <a:lnTo>
                  <a:pt x="15903" y="29355"/>
                </a:lnTo>
                <a:lnTo>
                  <a:pt x="17379" y="27343"/>
                </a:lnTo>
                <a:lnTo>
                  <a:pt x="18896" y="25476"/>
                </a:lnTo>
                <a:lnTo>
                  <a:pt x="20578" y="23595"/>
                </a:lnTo>
                <a:lnTo>
                  <a:pt x="22320" y="21827"/>
                </a:lnTo>
                <a:lnTo>
                  <a:pt x="24169" y="20124"/>
                </a:lnTo>
                <a:lnTo>
                  <a:pt x="24043" y="20229"/>
                </a:lnTo>
                <a:lnTo>
                  <a:pt x="25950" y="18631"/>
                </a:lnTo>
                <a:lnTo>
                  <a:pt x="28052" y="17030"/>
                </a:lnTo>
                <a:lnTo>
                  <a:pt x="27920" y="17121"/>
                </a:lnTo>
                <a:lnTo>
                  <a:pt x="30052" y="15654"/>
                </a:lnTo>
                <a:lnTo>
                  <a:pt x="32136" y="14361"/>
                </a:lnTo>
                <a:lnTo>
                  <a:pt x="34371" y="13113"/>
                </a:lnTo>
                <a:lnTo>
                  <a:pt x="36656" y="11981"/>
                </a:lnTo>
                <a:lnTo>
                  <a:pt x="38944" y="10978"/>
                </a:lnTo>
                <a:lnTo>
                  <a:pt x="41344" y="10062"/>
                </a:lnTo>
                <a:lnTo>
                  <a:pt x="43786" y="9268"/>
                </a:lnTo>
                <a:lnTo>
                  <a:pt x="46223" y="8594"/>
                </a:lnTo>
                <a:lnTo>
                  <a:pt x="48760" y="8024"/>
                </a:lnTo>
                <a:lnTo>
                  <a:pt x="51313" y="7583"/>
                </a:lnTo>
                <a:lnTo>
                  <a:pt x="53918" y="7258"/>
                </a:lnTo>
                <a:lnTo>
                  <a:pt x="56698" y="7052"/>
                </a:lnTo>
                <a:lnTo>
                  <a:pt x="59374" y="6987"/>
                </a:lnTo>
                <a:lnTo>
                  <a:pt x="62051" y="7052"/>
                </a:lnTo>
                <a:lnTo>
                  <a:pt x="64829" y="7258"/>
                </a:lnTo>
                <a:lnTo>
                  <a:pt x="67435" y="7583"/>
                </a:lnTo>
                <a:lnTo>
                  <a:pt x="69993" y="8025"/>
                </a:lnTo>
                <a:lnTo>
                  <a:pt x="72526" y="8595"/>
                </a:lnTo>
                <a:lnTo>
                  <a:pt x="74993" y="9278"/>
                </a:lnTo>
                <a:lnTo>
                  <a:pt x="77403" y="10062"/>
                </a:lnTo>
                <a:lnTo>
                  <a:pt x="79797" y="10978"/>
                </a:lnTo>
                <a:lnTo>
                  <a:pt x="82094" y="11982"/>
                </a:lnTo>
                <a:lnTo>
                  <a:pt x="84377" y="13113"/>
                </a:lnTo>
                <a:lnTo>
                  <a:pt x="86536" y="14319"/>
                </a:lnTo>
                <a:lnTo>
                  <a:pt x="88699" y="15656"/>
                </a:lnTo>
                <a:lnTo>
                  <a:pt x="90829" y="17121"/>
                </a:lnTo>
                <a:lnTo>
                  <a:pt x="90695" y="17030"/>
                </a:lnTo>
                <a:lnTo>
                  <a:pt x="92722" y="18574"/>
                </a:lnTo>
                <a:lnTo>
                  <a:pt x="94705" y="20229"/>
                </a:lnTo>
                <a:lnTo>
                  <a:pt x="94579" y="20124"/>
                </a:lnTo>
                <a:lnTo>
                  <a:pt x="96520" y="21912"/>
                </a:lnTo>
                <a:lnTo>
                  <a:pt x="96395" y="21801"/>
                </a:lnTo>
                <a:lnTo>
                  <a:pt x="98246" y="23680"/>
                </a:lnTo>
                <a:lnTo>
                  <a:pt x="98134" y="23554"/>
                </a:lnTo>
                <a:lnTo>
                  <a:pt x="99888" y="25524"/>
                </a:lnTo>
                <a:lnTo>
                  <a:pt x="99783" y="25391"/>
                </a:lnTo>
                <a:lnTo>
                  <a:pt x="101434" y="27432"/>
                </a:lnTo>
                <a:lnTo>
                  <a:pt x="102844" y="29355"/>
                </a:lnTo>
                <a:lnTo>
                  <a:pt x="104178" y="31367"/>
                </a:lnTo>
                <a:lnTo>
                  <a:pt x="105446" y="33508"/>
                </a:lnTo>
                <a:lnTo>
                  <a:pt x="106613" y="35711"/>
                </a:lnTo>
                <a:lnTo>
                  <a:pt x="107662" y="37958"/>
                </a:lnTo>
                <a:lnTo>
                  <a:pt x="108593" y="40249"/>
                </a:lnTo>
                <a:lnTo>
                  <a:pt x="109402" y="42562"/>
                </a:lnTo>
                <a:lnTo>
                  <a:pt x="110140" y="45074"/>
                </a:lnTo>
                <a:lnTo>
                  <a:pt x="110709" y="47474"/>
                </a:lnTo>
                <a:lnTo>
                  <a:pt x="111158" y="49919"/>
                </a:lnTo>
                <a:lnTo>
                  <a:pt x="111486" y="52399"/>
                </a:lnTo>
                <a:lnTo>
                  <a:pt x="111696" y="55068"/>
                </a:lnTo>
                <a:lnTo>
                  <a:pt x="111760" y="57628"/>
                </a:lnTo>
                <a:lnTo>
                  <a:pt x="111696" y="60187"/>
                </a:lnTo>
                <a:lnTo>
                  <a:pt x="111486" y="62857"/>
                </a:lnTo>
                <a:lnTo>
                  <a:pt x="111158" y="65341"/>
                </a:lnTo>
                <a:lnTo>
                  <a:pt x="110709" y="67781"/>
                </a:lnTo>
                <a:lnTo>
                  <a:pt x="110140" y="70181"/>
                </a:lnTo>
                <a:lnTo>
                  <a:pt x="109402" y="72694"/>
                </a:lnTo>
                <a:lnTo>
                  <a:pt x="108599" y="74989"/>
                </a:lnTo>
                <a:lnTo>
                  <a:pt x="107665" y="77290"/>
                </a:lnTo>
                <a:lnTo>
                  <a:pt x="106639" y="79497"/>
                </a:lnTo>
                <a:lnTo>
                  <a:pt x="105479" y="81692"/>
                </a:lnTo>
                <a:lnTo>
                  <a:pt x="104215" y="83831"/>
                </a:lnTo>
                <a:lnTo>
                  <a:pt x="102844" y="85900"/>
                </a:lnTo>
                <a:lnTo>
                  <a:pt x="101434" y="87823"/>
                </a:lnTo>
                <a:lnTo>
                  <a:pt x="99855" y="89775"/>
                </a:lnTo>
                <a:lnTo>
                  <a:pt x="98134" y="91701"/>
                </a:lnTo>
                <a:lnTo>
                  <a:pt x="98246" y="91575"/>
                </a:lnTo>
                <a:lnTo>
                  <a:pt x="96395" y="93454"/>
                </a:lnTo>
                <a:lnTo>
                  <a:pt x="96520" y="93343"/>
                </a:lnTo>
                <a:lnTo>
                  <a:pt x="94579" y="95131"/>
                </a:lnTo>
                <a:lnTo>
                  <a:pt x="94705" y="95026"/>
                </a:lnTo>
                <a:lnTo>
                  <a:pt x="92672" y="96723"/>
                </a:lnTo>
                <a:lnTo>
                  <a:pt x="92805" y="96627"/>
                </a:lnTo>
                <a:lnTo>
                  <a:pt x="90771" y="98174"/>
                </a:lnTo>
                <a:lnTo>
                  <a:pt x="88699" y="99599"/>
                </a:lnTo>
                <a:lnTo>
                  <a:pt x="86536" y="100937"/>
                </a:lnTo>
                <a:lnTo>
                  <a:pt x="84377" y="102142"/>
                </a:lnTo>
                <a:lnTo>
                  <a:pt x="82072" y="103285"/>
                </a:lnTo>
                <a:lnTo>
                  <a:pt x="79797" y="104276"/>
                </a:lnTo>
                <a:lnTo>
                  <a:pt x="77398" y="105195"/>
                </a:lnTo>
                <a:lnTo>
                  <a:pt x="74992" y="105984"/>
                </a:lnTo>
                <a:lnTo>
                  <a:pt x="72504" y="106667"/>
                </a:lnTo>
                <a:lnTo>
                  <a:pt x="69994" y="107230"/>
                </a:lnTo>
                <a:lnTo>
                  <a:pt x="67296" y="107696"/>
                </a:lnTo>
                <a:lnTo>
                  <a:pt x="64662" y="108018"/>
                </a:lnTo>
                <a:lnTo>
                  <a:pt x="64829" y="107998"/>
                </a:lnTo>
                <a:lnTo>
                  <a:pt x="62051" y="108203"/>
                </a:lnTo>
                <a:lnTo>
                  <a:pt x="59374" y="108268"/>
                </a:lnTo>
                <a:lnTo>
                  <a:pt x="56698" y="108203"/>
                </a:lnTo>
                <a:lnTo>
                  <a:pt x="53918" y="107998"/>
                </a:lnTo>
                <a:lnTo>
                  <a:pt x="54086" y="108018"/>
                </a:lnTo>
                <a:lnTo>
                  <a:pt x="51451" y="107696"/>
                </a:lnTo>
                <a:lnTo>
                  <a:pt x="48759" y="107231"/>
                </a:lnTo>
                <a:lnTo>
                  <a:pt x="46245" y="106667"/>
                </a:lnTo>
                <a:lnTo>
                  <a:pt x="43784" y="105993"/>
                </a:lnTo>
                <a:lnTo>
                  <a:pt x="41349" y="105195"/>
                </a:lnTo>
                <a:lnTo>
                  <a:pt x="38944" y="104276"/>
                </a:lnTo>
                <a:lnTo>
                  <a:pt x="36679" y="103286"/>
                </a:lnTo>
                <a:lnTo>
                  <a:pt x="34371" y="102142"/>
                </a:lnTo>
                <a:lnTo>
                  <a:pt x="32136" y="100895"/>
                </a:lnTo>
                <a:lnTo>
                  <a:pt x="30052" y="99601"/>
                </a:lnTo>
                <a:lnTo>
                  <a:pt x="27963" y="98165"/>
                </a:lnTo>
                <a:lnTo>
                  <a:pt x="26059" y="96716"/>
                </a:lnTo>
                <a:lnTo>
                  <a:pt x="24043" y="95026"/>
                </a:lnTo>
                <a:lnTo>
                  <a:pt x="24169" y="95131"/>
                </a:lnTo>
                <a:lnTo>
                  <a:pt x="22320" y="93428"/>
                </a:lnTo>
                <a:lnTo>
                  <a:pt x="20577" y="91659"/>
                </a:lnTo>
                <a:lnTo>
                  <a:pt x="18954" y="89851"/>
                </a:lnTo>
                <a:lnTo>
                  <a:pt x="17379" y="87912"/>
                </a:lnTo>
                <a:lnTo>
                  <a:pt x="15903" y="85900"/>
                </a:lnTo>
                <a:lnTo>
                  <a:pt x="14530" y="83827"/>
                </a:lnTo>
                <a:lnTo>
                  <a:pt x="13264" y="81695"/>
                </a:lnTo>
                <a:lnTo>
                  <a:pt x="12110" y="79498"/>
                </a:lnTo>
                <a:lnTo>
                  <a:pt x="11080" y="77285"/>
                </a:lnTo>
                <a:lnTo>
                  <a:pt x="10142" y="74991"/>
                </a:lnTo>
                <a:lnTo>
                  <a:pt x="9305" y="72578"/>
                </a:lnTo>
                <a:lnTo>
                  <a:pt x="8608" y="70182"/>
                </a:lnTo>
                <a:lnTo>
                  <a:pt x="8038" y="67781"/>
                </a:lnTo>
                <a:lnTo>
                  <a:pt x="7590" y="65341"/>
                </a:lnTo>
                <a:lnTo>
                  <a:pt x="7260" y="62832"/>
                </a:lnTo>
                <a:lnTo>
                  <a:pt x="7052" y="60187"/>
                </a:lnTo>
                <a:lnTo>
                  <a:pt x="6987" y="57628"/>
                </a:lnTo>
                <a:lnTo>
                  <a:pt x="7052" y="55068"/>
                </a:lnTo>
                <a:lnTo>
                  <a:pt x="7260" y="52424"/>
                </a:lnTo>
                <a:close/>
              </a:path>
            </a:pathLst>
          </a:custGeom>
          <a:solidFill xmlns:a="http://schemas.openxmlformats.org/drawingml/2006/main">
            <a:srgbClr val="2E54A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195ED0D-2A69-4644-ADB4-1F66BA914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5359" y="1094803"/>
            <a:ext cx="111763" cy="108270"/>
          </a:xfrm>
          <a:custGeom xmlns:a="http://schemas.openxmlformats.org/drawingml/2006/main">
            <a:pathLst>
              <a:path w="111763" h="108270">
                <a:moveTo>
                  <a:pt x="342" y="53756"/>
                </a:moveTo>
                <a:cubicBezTo>
                  <a:pt x="0" y="24237"/>
                  <a:pt x="25014" y="0"/>
                  <a:pt x="55881" y="0"/>
                </a:cubicBezTo>
                <a:cubicBezTo>
                  <a:pt x="86742" y="0"/>
                  <a:pt x="111763" y="24237"/>
                  <a:pt x="111763" y="54134"/>
                </a:cubicBezTo>
                <a:cubicBezTo>
                  <a:pt x="111763" y="84031"/>
                  <a:pt x="86742" y="108270"/>
                  <a:pt x="55881" y="108270"/>
                </a:cubicBezTo>
                <a:cubicBezTo>
                  <a:pt x="25014" y="108270"/>
                  <a:pt x="0" y="84031"/>
                  <a:pt x="342" y="53756"/>
                </a:cubicBezTo>
              </a:path>
            </a:pathLst>
          </a:custGeom>
          <a:solidFill xmlns:a="http://schemas.openxmlformats.org/drawingml/2006/main">
            <a:srgbClr val="4874CB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2426689-F276-460C-B8EB-AF409AF5A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1866" y="1091311"/>
            <a:ext cx="118748" cy="115255"/>
          </a:xfrm>
          <a:custGeom xmlns:a="http://schemas.openxmlformats.org/drawingml/2006/main">
            <a:pathLst>
              <a:path w="118748" h="115255">
                <a:moveTo>
                  <a:pt x="1872" y="72051"/>
                </a:moveTo>
                <a:lnTo>
                  <a:pt x="2677" y="74796"/>
                </a:lnTo>
                <a:lnTo>
                  <a:pt x="3611" y="77478"/>
                </a:lnTo>
                <a:lnTo>
                  <a:pt x="4680" y="80097"/>
                </a:lnTo>
                <a:lnTo>
                  <a:pt x="5875" y="82655"/>
                </a:lnTo>
                <a:lnTo>
                  <a:pt x="7188" y="85141"/>
                </a:lnTo>
                <a:lnTo>
                  <a:pt x="8620" y="87558"/>
                </a:lnTo>
                <a:lnTo>
                  <a:pt x="10172" y="89891"/>
                </a:lnTo>
                <a:lnTo>
                  <a:pt x="11827" y="92154"/>
                </a:lnTo>
                <a:lnTo>
                  <a:pt x="13595" y="94326"/>
                </a:lnTo>
                <a:lnTo>
                  <a:pt x="15458" y="96415"/>
                </a:lnTo>
                <a:lnTo>
                  <a:pt x="17428" y="98421"/>
                </a:lnTo>
                <a:lnTo>
                  <a:pt x="19489" y="100319"/>
                </a:lnTo>
                <a:lnTo>
                  <a:pt x="21647" y="102129"/>
                </a:lnTo>
                <a:lnTo>
                  <a:pt x="23889" y="103840"/>
                </a:lnTo>
                <a:lnTo>
                  <a:pt x="26217" y="105440"/>
                </a:lnTo>
                <a:lnTo>
                  <a:pt x="28625" y="106934"/>
                </a:lnTo>
                <a:lnTo>
                  <a:pt x="31112" y="108317"/>
                </a:lnTo>
                <a:lnTo>
                  <a:pt x="33668" y="109589"/>
                </a:lnTo>
                <a:lnTo>
                  <a:pt x="36296" y="110741"/>
                </a:lnTo>
                <a:lnTo>
                  <a:pt x="38991" y="111768"/>
                </a:lnTo>
                <a:lnTo>
                  <a:pt x="41750" y="112676"/>
                </a:lnTo>
                <a:lnTo>
                  <a:pt x="44558" y="113451"/>
                </a:lnTo>
                <a:lnTo>
                  <a:pt x="47429" y="114089"/>
                </a:lnTo>
                <a:lnTo>
                  <a:pt x="50349" y="114597"/>
                </a:lnTo>
                <a:lnTo>
                  <a:pt x="53318" y="114960"/>
                </a:lnTo>
                <a:lnTo>
                  <a:pt x="56328" y="115184"/>
                </a:lnTo>
                <a:lnTo>
                  <a:pt x="59374" y="115255"/>
                </a:lnTo>
                <a:lnTo>
                  <a:pt x="62419" y="115184"/>
                </a:lnTo>
                <a:lnTo>
                  <a:pt x="65430" y="114960"/>
                </a:lnTo>
                <a:lnTo>
                  <a:pt x="68392" y="114597"/>
                </a:lnTo>
                <a:lnTo>
                  <a:pt x="71311" y="114089"/>
                </a:lnTo>
                <a:lnTo>
                  <a:pt x="74182" y="113451"/>
                </a:lnTo>
                <a:lnTo>
                  <a:pt x="76997" y="112676"/>
                </a:lnTo>
                <a:lnTo>
                  <a:pt x="79757" y="111768"/>
                </a:lnTo>
                <a:lnTo>
                  <a:pt x="82446" y="110741"/>
                </a:lnTo>
                <a:lnTo>
                  <a:pt x="85079" y="109589"/>
                </a:lnTo>
                <a:lnTo>
                  <a:pt x="87636" y="108317"/>
                </a:lnTo>
                <a:lnTo>
                  <a:pt x="90123" y="106934"/>
                </a:lnTo>
                <a:lnTo>
                  <a:pt x="92532" y="105440"/>
                </a:lnTo>
                <a:lnTo>
                  <a:pt x="94858" y="103840"/>
                </a:lnTo>
                <a:lnTo>
                  <a:pt x="97102" y="102129"/>
                </a:lnTo>
                <a:lnTo>
                  <a:pt x="99252" y="100319"/>
                </a:lnTo>
                <a:lnTo>
                  <a:pt x="101320" y="98421"/>
                </a:lnTo>
                <a:lnTo>
                  <a:pt x="103283" y="96415"/>
                </a:lnTo>
                <a:lnTo>
                  <a:pt x="105155" y="94326"/>
                </a:lnTo>
                <a:lnTo>
                  <a:pt x="106915" y="92154"/>
                </a:lnTo>
                <a:lnTo>
                  <a:pt x="108577" y="89891"/>
                </a:lnTo>
                <a:lnTo>
                  <a:pt x="110121" y="87558"/>
                </a:lnTo>
                <a:lnTo>
                  <a:pt x="111553" y="85141"/>
                </a:lnTo>
                <a:lnTo>
                  <a:pt x="112873" y="82655"/>
                </a:lnTo>
                <a:lnTo>
                  <a:pt x="114061" y="80097"/>
                </a:lnTo>
                <a:lnTo>
                  <a:pt x="115129" y="77478"/>
                </a:lnTo>
                <a:lnTo>
                  <a:pt x="116065" y="74796"/>
                </a:lnTo>
                <a:lnTo>
                  <a:pt x="116869" y="72051"/>
                </a:lnTo>
                <a:lnTo>
                  <a:pt x="117539" y="69256"/>
                </a:lnTo>
                <a:lnTo>
                  <a:pt x="118063" y="66413"/>
                </a:lnTo>
                <a:lnTo>
                  <a:pt x="118442" y="63529"/>
                </a:lnTo>
                <a:lnTo>
                  <a:pt x="118671" y="60595"/>
                </a:lnTo>
                <a:lnTo>
                  <a:pt x="118748" y="57626"/>
                </a:lnTo>
                <a:lnTo>
                  <a:pt x="118671" y="54657"/>
                </a:lnTo>
                <a:lnTo>
                  <a:pt x="118442" y="51731"/>
                </a:lnTo>
                <a:lnTo>
                  <a:pt x="118063" y="48839"/>
                </a:lnTo>
                <a:lnTo>
                  <a:pt x="117539" y="45996"/>
                </a:lnTo>
                <a:lnTo>
                  <a:pt x="116869" y="43202"/>
                </a:lnTo>
                <a:lnTo>
                  <a:pt x="116065" y="40464"/>
                </a:lnTo>
                <a:lnTo>
                  <a:pt x="115129" y="37781"/>
                </a:lnTo>
                <a:lnTo>
                  <a:pt x="114061" y="35156"/>
                </a:lnTo>
                <a:lnTo>
                  <a:pt x="112873" y="32605"/>
                </a:lnTo>
                <a:lnTo>
                  <a:pt x="111553" y="30119"/>
                </a:lnTo>
                <a:lnTo>
                  <a:pt x="110121" y="27702"/>
                </a:lnTo>
                <a:lnTo>
                  <a:pt x="108577" y="25362"/>
                </a:lnTo>
                <a:lnTo>
                  <a:pt x="106915" y="23106"/>
                </a:lnTo>
                <a:lnTo>
                  <a:pt x="105155" y="20926"/>
                </a:lnTo>
                <a:lnTo>
                  <a:pt x="103283" y="18838"/>
                </a:lnTo>
                <a:lnTo>
                  <a:pt x="101320" y="16840"/>
                </a:lnTo>
                <a:lnTo>
                  <a:pt x="99252" y="14933"/>
                </a:lnTo>
                <a:lnTo>
                  <a:pt x="97102" y="13124"/>
                </a:lnTo>
                <a:lnTo>
                  <a:pt x="94858" y="11419"/>
                </a:lnTo>
                <a:lnTo>
                  <a:pt x="92532" y="9813"/>
                </a:lnTo>
                <a:lnTo>
                  <a:pt x="90123" y="8318"/>
                </a:lnTo>
                <a:lnTo>
                  <a:pt x="87636" y="6935"/>
                </a:lnTo>
                <a:lnTo>
                  <a:pt x="85079" y="5664"/>
                </a:lnTo>
                <a:lnTo>
                  <a:pt x="82446" y="4511"/>
                </a:lnTo>
                <a:lnTo>
                  <a:pt x="79757" y="3484"/>
                </a:lnTo>
                <a:lnTo>
                  <a:pt x="76997" y="2583"/>
                </a:lnTo>
                <a:lnTo>
                  <a:pt x="74182" y="1808"/>
                </a:lnTo>
                <a:lnTo>
                  <a:pt x="71311" y="1165"/>
                </a:lnTo>
                <a:lnTo>
                  <a:pt x="68392" y="662"/>
                </a:lnTo>
                <a:lnTo>
                  <a:pt x="65430" y="292"/>
                </a:lnTo>
                <a:lnTo>
                  <a:pt x="62419" y="75"/>
                </a:lnTo>
                <a:lnTo>
                  <a:pt x="59374" y="0"/>
                </a:lnTo>
                <a:lnTo>
                  <a:pt x="56328" y="75"/>
                </a:lnTo>
                <a:lnTo>
                  <a:pt x="53318" y="292"/>
                </a:lnTo>
                <a:lnTo>
                  <a:pt x="50349" y="662"/>
                </a:lnTo>
                <a:lnTo>
                  <a:pt x="47429" y="1165"/>
                </a:lnTo>
                <a:lnTo>
                  <a:pt x="44558" y="1808"/>
                </a:lnTo>
                <a:lnTo>
                  <a:pt x="41750" y="2583"/>
                </a:lnTo>
                <a:lnTo>
                  <a:pt x="38991" y="3484"/>
                </a:lnTo>
                <a:lnTo>
                  <a:pt x="36296" y="4511"/>
                </a:lnTo>
                <a:lnTo>
                  <a:pt x="33668" y="5664"/>
                </a:lnTo>
                <a:lnTo>
                  <a:pt x="31112" y="6935"/>
                </a:lnTo>
                <a:lnTo>
                  <a:pt x="28625" y="8318"/>
                </a:lnTo>
                <a:lnTo>
                  <a:pt x="26217" y="9813"/>
                </a:lnTo>
                <a:lnTo>
                  <a:pt x="23889" y="11419"/>
                </a:lnTo>
                <a:lnTo>
                  <a:pt x="21647" y="13124"/>
                </a:lnTo>
                <a:lnTo>
                  <a:pt x="19489" y="14933"/>
                </a:lnTo>
                <a:lnTo>
                  <a:pt x="17428" y="16840"/>
                </a:lnTo>
                <a:lnTo>
                  <a:pt x="15458" y="18838"/>
                </a:lnTo>
                <a:lnTo>
                  <a:pt x="13595" y="20926"/>
                </a:lnTo>
                <a:lnTo>
                  <a:pt x="11827" y="23106"/>
                </a:lnTo>
                <a:lnTo>
                  <a:pt x="10172" y="25362"/>
                </a:lnTo>
                <a:lnTo>
                  <a:pt x="8620" y="27702"/>
                </a:lnTo>
                <a:lnTo>
                  <a:pt x="7188" y="30119"/>
                </a:lnTo>
                <a:lnTo>
                  <a:pt x="5875" y="32605"/>
                </a:lnTo>
                <a:lnTo>
                  <a:pt x="4680" y="35156"/>
                </a:lnTo>
                <a:lnTo>
                  <a:pt x="3611" y="37781"/>
                </a:lnTo>
                <a:lnTo>
                  <a:pt x="2677" y="40464"/>
                </a:lnTo>
                <a:lnTo>
                  <a:pt x="1872" y="43202"/>
                </a:lnTo>
                <a:lnTo>
                  <a:pt x="1208" y="45996"/>
                </a:lnTo>
                <a:lnTo>
                  <a:pt x="685" y="48839"/>
                </a:lnTo>
                <a:lnTo>
                  <a:pt x="307" y="51731"/>
                </a:lnTo>
                <a:lnTo>
                  <a:pt x="77" y="54657"/>
                </a:lnTo>
                <a:lnTo>
                  <a:pt x="0" y="57626"/>
                </a:lnTo>
                <a:lnTo>
                  <a:pt x="77" y="60595"/>
                </a:lnTo>
                <a:lnTo>
                  <a:pt x="307" y="63529"/>
                </a:lnTo>
                <a:lnTo>
                  <a:pt x="685" y="66413"/>
                </a:lnTo>
                <a:lnTo>
                  <a:pt x="1208" y="69256"/>
                </a:lnTo>
                <a:lnTo>
                  <a:pt x="1872" y="72051"/>
                </a:lnTo>
                <a:close/>
                <a:moveTo>
                  <a:pt x="7244" y="52549"/>
                </a:moveTo>
                <a:lnTo>
                  <a:pt x="7586" y="49941"/>
                </a:lnTo>
                <a:lnTo>
                  <a:pt x="8039" y="47472"/>
                </a:lnTo>
                <a:lnTo>
                  <a:pt x="8638" y="44948"/>
                </a:lnTo>
                <a:lnTo>
                  <a:pt x="9341" y="42553"/>
                </a:lnTo>
                <a:lnTo>
                  <a:pt x="10145" y="40256"/>
                </a:lnTo>
                <a:lnTo>
                  <a:pt x="11080" y="37955"/>
                </a:lnTo>
                <a:lnTo>
                  <a:pt x="12134" y="35709"/>
                </a:lnTo>
                <a:lnTo>
                  <a:pt x="13293" y="33509"/>
                </a:lnTo>
                <a:lnTo>
                  <a:pt x="14570" y="31367"/>
                </a:lnTo>
                <a:lnTo>
                  <a:pt x="15903" y="29353"/>
                </a:lnTo>
                <a:lnTo>
                  <a:pt x="17379" y="27342"/>
                </a:lnTo>
                <a:lnTo>
                  <a:pt x="18895" y="25476"/>
                </a:lnTo>
                <a:lnTo>
                  <a:pt x="20615" y="23560"/>
                </a:lnTo>
                <a:lnTo>
                  <a:pt x="20494" y="23680"/>
                </a:lnTo>
                <a:lnTo>
                  <a:pt x="22320" y="21825"/>
                </a:lnTo>
                <a:lnTo>
                  <a:pt x="24093" y="20192"/>
                </a:lnTo>
                <a:lnTo>
                  <a:pt x="25956" y="18625"/>
                </a:lnTo>
                <a:lnTo>
                  <a:pt x="27966" y="17094"/>
                </a:lnTo>
                <a:lnTo>
                  <a:pt x="29978" y="15705"/>
                </a:lnTo>
                <a:lnTo>
                  <a:pt x="32141" y="14357"/>
                </a:lnTo>
                <a:lnTo>
                  <a:pt x="34371" y="13112"/>
                </a:lnTo>
                <a:lnTo>
                  <a:pt x="36656" y="11979"/>
                </a:lnTo>
                <a:lnTo>
                  <a:pt x="38942" y="10978"/>
                </a:lnTo>
                <a:lnTo>
                  <a:pt x="41297" y="10083"/>
                </a:lnTo>
                <a:lnTo>
                  <a:pt x="43746" y="9278"/>
                </a:lnTo>
                <a:lnTo>
                  <a:pt x="46221" y="8593"/>
                </a:lnTo>
                <a:lnTo>
                  <a:pt x="48875" y="8004"/>
                </a:lnTo>
                <a:lnTo>
                  <a:pt x="48708" y="8032"/>
                </a:lnTo>
                <a:lnTo>
                  <a:pt x="51302" y="7584"/>
                </a:lnTo>
                <a:lnTo>
                  <a:pt x="53919" y="7256"/>
                </a:lnTo>
                <a:lnTo>
                  <a:pt x="56670" y="7053"/>
                </a:lnTo>
                <a:lnTo>
                  <a:pt x="59370" y="6987"/>
                </a:lnTo>
                <a:lnTo>
                  <a:pt x="62080" y="7053"/>
                </a:lnTo>
                <a:lnTo>
                  <a:pt x="64828" y="7256"/>
                </a:lnTo>
                <a:lnTo>
                  <a:pt x="67456" y="7586"/>
                </a:lnTo>
                <a:lnTo>
                  <a:pt x="67288" y="7557"/>
                </a:lnTo>
                <a:lnTo>
                  <a:pt x="70040" y="8032"/>
                </a:lnTo>
                <a:lnTo>
                  <a:pt x="69874" y="8004"/>
                </a:lnTo>
                <a:lnTo>
                  <a:pt x="72494" y="8586"/>
                </a:lnTo>
                <a:lnTo>
                  <a:pt x="74989" y="9276"/>
                </a:lnTo>
                <a:lnTo>
                  <a:pt x="77401" y="10067"/>
                </a:lnTo>
                <a:lnTo>
                  <a:pt x="79800" y="10979"/>
                </a:lnTo>
                <a:lnTo>
                  <a:pt x="82094" y="11980"/>
                </a:lnTo>
                <a:lnTo>
                  <a:pt x="84377" y="13112"/>
                </a:lnTo>
                <a:lnTo>
                  <a:pt x="86535" y="14316"/>
                </a:lnTo>
                <a:lnTo>
                  <a:pt x="88695" y="15659"/>
                </a:lnTo>
                <a:lnTo>
                  <a:pt x="90699" y="17037"/>
                </a:lnTo>
                <a:lnTo>
                  <a:pt x="92721" y="18571"/>
                </a:lnTo>
                <a:lnTo>
                  <a:pt x="94698" y="20235"/>
                </a:lnTo>
                <a:lnTo>
                  <a:pt x="94579" y="20123"/>
                </a:lnTo>
                <a:lnTo>
                  <a:pt x="96417" y="21822"/>
                </a:lnTo>
                <a:lnTo>
                  <a:pt x="98198" y="23631"/>
                </a:lnTo>
                <a:lnTo>
                  <a:pt x="99888" y="25522"/>
                </a:lnTo>
                <a:lnTo>
                  <a:pt x="99783" y="25390"/>
                </a:lnTo>
                <a:lnTo>
                  <a:pt x="101359" y="27338"/>
                </a:lnTo>
                <a:lnTo>
                  <a:pt x="102891" y="29427"/>
                </a:lnTo>
                <a:lnTo>
                  <a:pt x="102801" y="29287"/>
                </a:lnTo>
                <a:lnTo>
                  <a:pt x="104177" y="31366"/>
                </a:lnTo>
                <a:lnTo>
                  <a:pt x="105446" y="33507"/>
                </a:lnTo>
                <a:lnTo>
                  <a:pt x="106613" y="35710"/>
                </a:lnTo>
                <a:lnTo>
                  <a:pt x="107660" y="37951"/>
                </a:lnTo>
                <a:lnTo>
                  <a:pt x="108596" y="40256"/>
                </a:lnTo>
                <a:lnTo>
                  <a:pt x="109400" y="42553"/>
                </a:lnTo>
                <a:lnTo>
                  <a:pt x="110140" y="45073"/>
                </a:lnTo>
                <a:lnTo>
                  <a:pt x="110709" y="47472"/>
                </a:lnTo>
                <a:lnTo>
                  <a:pt x="111162" y="49942"/>
                </a:lnTo>
                <a:lnTo>
                  <a:pt x="111486" y="52400"/>
                </a:lnTo>
                <a:lnTo>
                  <a:pt x="111696" y="55068"/>
                </a:lnTo>
                <a:lnTo>
                  <a:pt x="111760" y="57626"/>
                </a:lnTo>
                <a:lnTo>
                  <a:pt x="111696" y="60186"/>
                </a:lnTo>
                <a:lnTo>
                  <a:pt x="111484" y="62872"/>
                </a:lnTo>
                <a:lnTo>
                  <a:pt x="111159" y="65334"/>
                </a:lnTo>
                <a:lnTo>
                  <a:pt x="110709" y="67780"/>
                </a:lnTo>
                <a:lnTo>
                  <a:pt x="110140" y="70180"/>
                </a:lnTo>
                <a:lnTo>
                  <a:pt x="109400" y="72701"/>
                </a:lnTo>
                <a:lnTo>
                  <a:pt x="108596" y="74996"/>
                </a:lnTo>
                <a:lnTo>
                  <a:pt x="107665" y="77288"/>
                </a:lnTo>
                <a:lnTo>
                  <a:pt x="106639" y="79495"/>
                </a:lnTo>
                <a:lnTo>
                  <a:pt x="105479" y="81690"/>
                </a:lnTo>
                <a:lnTo>
                  <a:pt x="104215" y="83830"/>
                </a:lnTo>
                <a:lnTo>
                  <a:pt x="102801" y="85965"/>
                </a:lnTo>
                <a:lnTo>
                  <a:pt x="102891" y="85825"/>
                </a:lnTo>
                <a:lnTo>
                  <a:pt x="101370" y="87901"/>
                </a:lnTo>
                <a:lnTo>
                  <a:pt x="99855" y="89773"/>
                </a:lnTo>
                <a:lnTo>
                  <a:pt x="98134" y="91700"/>
                </a:lnTo>
                <a:lnTo>
                  <a:pt x="98246" y="91574"/>
                </a:lnTo>
                <a:lnTo>
                  <a:pt x="96504" y="93351"/>
                </a:lnTo>
                <a:lnTo>
                  <a:pt x="94579" y="95136"/>
                </a:lnTo>
                <a:lnTo>
                  <a:pt x="94698" y="95025"/>
                </a:lnTo>
                <a:lnTo>
                  <a:pt x="92705" y="96701"/>
                </a:lnTo>
                <a:lnTo>
                  <a:pt x="90700" y="98222"/>
                </a:lnTo>
                <a:lnTo>
                  <a:pt x="88698" y="99597"/>
                </a:lnTo>
                <a:lnTo>
                  <a:pt x="86536" y="100935"/>
                </a:lnTo>
                <a:lnTo>
                  <a:pt x="84377" y="102141"/>
                </a:lnTo>
                <a:lnTo>
                  <a:pt x="82094" y="103272"/>
                </a:lnTo>
                <a:lnTo>
                  <a:pt x="79797" y="104275"/>
                </a:lnTo>
                <a:lnTo>
                  <a:pt x="77398" y="105194"/>
                </a:lnTo>
                <a:lnTo>
                  <a:pt x="74993" y="105983"/>
                </a:lnTo>
                <a:lnTo>
                  <a:pt x="72494" y="106666"/>
                </a:lnTo>
                <a:lnTo>
                  <a:pt x="69993" y="107229"/>
                </a:lnTo>
                <a:lnTo>
                  <a:pt x="67296" y="107694"/>
                </a:lnTo>
                <a:lnTo>
                  <a:pt x="64694" y="108013"/>
                </a:lnTo>
                <a:lnTo>
                  <a:pt x="61993" y="108213"/>
                </a:lnTo>
                <a:lnTo>
                  <a:pt x="62162" y="108199"/>
                </a:lnTo>
                <a:lnTo>
                  <a:pt x="59370" y="108268"/>
                </a:lnTo>
                <a:lnTo>
                  <a:pt x="56580" y="108199"/>
                </a:lnTo>
                <a:lnTo>
                  <a:pt x="56754" y="108213"/>
                </a:lnTo>
                <a:lnTo>
                  <a:pt x="54053" y="108013"/>
                </a:lnTo>
                <a:lnTo>
                  <a:pt x="51285" y="107675"/>
                </a:lnTo>
                <a:lnTo>
                  <a:pt x="51460" y="107696"/>
                </a:lnTo>
                <a:lnTo>
                  <a:pt x="48760" y="107230"/>
                </a:lnTo>
                <a:lnTo>
                  <a:pt x="46218" y="106658"/>
                </a:lnTo>
                <a:lnTo>
                  <a:pt x="43743" y="105981"/>
                </a:lnTo>
                <a:lnTo>
                  <a:pt x="41302" y="105178"/>
                </a:lnTo>
                <a:lnTo>
                  <a:pt x="38946" y="104276"/>
                </a:lnTo>
                <a:lnTo>
                  <a:pt x="36656" y="103273"/>
                </a:lnTo>
                <a:lnTo>
                  <a:pt x="34371" y="102141"/>
                </a:lnTo>
                <a:lnTo>
                  <a:pt x="32136" y="100893"/>
                </a:lnTo>
                <a:lnTo>
                  <a:pt x="29977" y="99553"/>
                </a:lnTo>
                <a:lnTo>
                  <a:pt x="27965" y="98164"/>
                </a:lnTo>
                <a:lnTo>
                  <a:pt x="25973" y="96648"/>
                </a:lnTo>
                <a:lnTo>
                  <a:pt x="24097" y="95070"/>
                </a:lnTo>
                <a:lnTo>
                  <a:pt x="22237" y="93350"/>
                </a:lnTo>
                <a:lnTo>
                  <a:pt x="20580" y="91662"/>
                </a:lnTo>
                <a:lnTo>
                  <a:pt x="18954" y="89850"/>
                </a:lnTo>
                <a:lnTo>
                  <a:pt x="17368" y="87898"/>
                </a:lnTo>
                <a:lnTo>
                  <a:pt x="15904" y="85900"/>
                </a:lnTo>
                <a:lnTo>
                  <a:pt x="14530" y="83826"/>
                </a:lnTo>
                <a:lnTo>
                  <a:pt x="13264" y="81693"/>
                </a:lnTo>
                <a:lnTo>
                  <a:pt x="12106" y="79490"/>
                </a:lnTo>
                <a:lnTo>
                  <a:pt x="11074" y="77285"/>
                </a:lnTo>
                <a:lnTo>
                  <a:pt x="10145" y="74996"/>
                </a:lnTo>
                <a:lnTo>
                  <a:pt x="9341" y="72701"/>
                </a:lnTo>
                <a:lnTo>
                  <a:pt x="8638" y="70304"/>
                </a:lnTo>
                <a:lnTo>
                  <a:pt x="8039" y="67780"/>
                </a:lnTo>
                <a:lnTo>
                  <a:pt x="7589" y="65335"/>
                </a:lnTo>
                <a:lnTo>
                  <a:pt x="7245" y="62723"/>
                </a:lnTo>
                <a:lnTo>
                  <a:pt x="7052" y="60188"/>
                </a:lnTo>
                <a:lnTo>
                  <a:pt x="6987" y="57626"/>
                </a:lnTo>
                <a:lnTo>
                  <a:pt x="7052" y="55066"/>
                </a:lnTo>
                <a:lnTo>
                  <a:pt x="7244" y="52549"/>
                </a:lnTo>
                <a:close/>
              </a:path>
            </a:pathLst>
          </a:custGeom>
          <a:solidFill xmlns:a="http://schemas.openxmlformats.org/drawingml/2006/main">
            <a:srgbClr val="2E54A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A74E418-4FD9-4D85-B61B-37C87B449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67" y="1094803"/>
            <a:ext cx="111979" cy="108270"/>
          </a:xfrm>
          <a:custGeom xmlns:a="http://schemas.openxmlformats.org/drawingml/2006/main">
            <a:pathLst>
              <a:path w="111979" h="108270">
                <a:moveTo>
                  <a:pt x="0" y="53756"/>
                </a:moveTo>
                <a:cubicBezTo>
                  <a:pt x="217" y="24237"/>
                  <a:pt x="25237" y="0"/>
                  <a:pt x="56098" y="0"/>
                </a:cubicBezTo>
                <a:cubicBezTo>
                  <a:pt x="86958" y="0"/>
                  <a:pt x="111979" y="24237"/>
                  <a:pt x="111979" y="54134"/>
                </a:cubicBezTo>
                <a:cubicBezTo>
                  <a:pt x="111979" y="84031"/>
                  <a:pt x="86958" y="108270"/>
                  <a:pt x="56098" y="108270"/>
                </a:cubicBezTo>
                <a:cubicBezTo>
                  <a:pt x="25237" y="108270"/>
                  <a:pt x="217" y="84031"/>
                  <a:pt x="0" y="53756"/>
                </a:cubicBezTo>
              </a:path>
            </a:pathLst>
          </a:custGeom>
          <a:solidFill xmlns:a="http://schemas.openxmlformats.org/drawingml/2006/main">
            <a:srgbClr val="4874CB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FACF5A7-6E77-4199-B96F-385556752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5391" y="1091311"/>
            <a:ext cx="118748" cy="115255"/>
          </a:xfrm>
          <a:custGeom xmlns:a="http://schemas.openxmlformats.org/drawingml/2006/main">
            <a:pathLst>
              <a:path w="118748" h="115255">
                <a:moveTo>
                  <a:pt x="2677" y="74796"/>
                </a:moveTo>
                <a:lnTo>
                  <a:pt x="3618" y="77478"/>
                </a:lnTo>
                <a:lnTo>
                  <a:pt x="4680" y="80097"/>
                </a:lnTo>
                <a:lnTo>
                  <a:pt x="5875" y="82655"/>
                </a:lnTo>
                <a:lnTo>
                  <a:pt x="7188" y="85141"/>
                </a:lnTo>
                <a:lnTo>
                  <a:pt x="8620" y="87558"/>
                </a:lnTo>
                <a:lnTo>
                  <a:pt x="10172" y="89891"/>
                </a:lnTo>
                <a:lnTo>
                  <a:pt x="11827" y="92154"/>
                </a:lnTo>
                <a:lnTo>
                  <a:pt x="13595" y="94326"/>
                </a:lnTo>
                <a:lnTo>
                  <a:pt x="15458" y="96415"/>
                </a:lnTo>
                <a:lnTo>
                  <a:pt x="17428" y="98421"/>
                </a:lnTo>
                <a:lnTo>
                  <a:pt x="19489" y="100319"/>
                </a:lnTo>
                <a:lnTo>
                  <a:pt x="21647" y="102129"/>
                </a:lnTo>
                <a:lnTo>
                  <a:pt x="23889" y="103840"/>
                </a:lnTo>
                <a:lnTo>
                  <a:pt x="26217" y="105440"/>
                </a:lnTo>
                <a:lnTo>
                  <a:pt x="28625" y="106934"/>
                </a:lnTo>
                <a:lnTo>
                  <a:pt x="31112" y="108317"/>
                </a:lnTo>
                <a:lnTo>
                  <a:pt x="33668" y="109589"/>
                </a:lnTo>
                <a:lnTo>
                  <a:pt x="36296" y="110741"/>
                </a:lnTo>
                <a:lnTo>
                  <a:pt x="38991" y="111768"/>
                </a:lnTo>
                <a:lnTo>
                  <a:pt x="41750" y="112676"/>
                </a:lnTo>
                <a:lnTo>
                  <a:pt x="44565" y="113451"/>
                </a:lnTo>
                <a:lnTo>
                  <a:pt x="47429" y="114089"/>
                </a:lnTo>
                <a:lnTo>
                  <a:pt x="50349" y="114597"/>
                </a:lnTo>
                <a:lnTo>
                  <a:pt x="53318" y="114960"/>
                </a:lnTo>
                <a:lnTo>
                  <a:pt x="56328" y="115184"/>
                </a:lnTo>
                <a:lnTo>
                  <a:pt x="59374" y="115255"/>
                </a:lnTo>
                <a:lnTo>
                  <a:pt x="62419" y="115184"/>
                </a:lnTo>
                <a:lnTo>
                  <a:pt x="65430" y="114960"/>
                </a:lnTo>
                <a:lnTo>
                  <a:pt x="68399" y="114597"/>
                </a:lnTo>
                <a:lnTo>
                  <a:pt x="71311" y="114089"/>
                </a:lnTo>
                <a:lnTo>
                  <a:pt x="74182" y="113451"/>
                </a:lnTo>
                <a:lnTo>
                  <a:pt x="76997" y="112676"/>
                </a:lnTo>
                <a:lnTo>
                  <a:pt x="79757" y="111768"/>
                </a:lnTo>
                <a:lnTo>
                  <a:pt x="82453" y="110741"/>
                </a:lnTo>
                <a:lnTo>
                  <a:pt x="85079" y="109589"/>
                </a:lnTo>
                <a:lnTo>
                  <a:pt x="87636" y="108317"/>
                </a:lnTo>
                <a:lnTo>
                  <a:pt x="90123" y="106934"/>
                </a:lnTo>
                <a:lnTo>
                  <a:pt x="92532" y="105440"/>
                </a:lnTo>
                <a:lnTo>
                  <a:pt x="94858" y="103840"/>
                </a:lnTo>
                <a:lnTo>
                  <a:pt x="97102" y="102129"/>
                </a:lnTo>
                <a:lnTo>
                  <a:pt x="99259" y="100319"/>
                </a:lnTo>
                <a:lnTo>
                  <a:pt x="101320" y="98421"/>
                </a:lnTo>
                <a:lnTo>
                  <a:pt x="103290" y="96415"/>
                </a:lnTo>
                <a:lnTo>
                  <a:pt x="105155" y="94326"/>
                </a:lnTo>
                <a:lnTo>
                  <a:pt x="106922" y="92154"/>
                </a:lnTo>
                <a:lnTo>
                  <a:pt x="108577" y="89891"/>
                </a:lnTo>
                <a:lnTo>
                  <a:pt x="110129" y="87558"/>
                </a:lnTo>
                <a:lnTo>
                  <a:pt x="111560" y="85141"/>
                </a:lnTo>
                <a:lnTo>
                  <a:pt x="112873" y="82655"/>
                </a:lnTo>
                <a:lnTo>
                  <a:pt x="114068" y="80097"/>
                </a:lnTo>
                <a:lnTo>
                  <a:pt x="115129" y="77478"/>
                </a:lnTo>
                <a:lnTo>
                  <a:pt x="116072" y="74796"/>
                </a:lnTo>
                <a:lnTo>
                  <a:pt x="116876" y="72051"/>
                </a:lnTo>
                <a:lnTo>
                  <a:pt x="117539" y="69256"/>
                </a:lnTo>
                <a:lnTo>
                  <a:pt x="118063" y="66413"/>
                </a:lnTo>
                <a:lnTo>
                  <a:pt x="118442" y="63529"/>
                </a:lnTo>
                <a:lnTo>
                  <a:pt x="118671" y="60595"/>
                </a:lnTo>
                <a:lnTo>
                  <a:pt x="118748" y="57626"/>
                </a:lnTo>
                <a:lnTo>
                  <a:pt x="118671" y="54657"/>
                </a:lnTo>
                <a:lnTo>
                  <a:pt x="118442" y="51731"/>
                </a:lnTo>
                <a:lnTo>
                  <a:pt x="118063" y="48839"/>
                </a:lnTo>
                <a:lnTo>
                  <a:pt x="117539" y="45996"/>
                </a:lnTo>
                <a:lnTo>
                  <a:pt x="116876" y="43202"/>
                </a:lnTo>
                <a:lnTo>
                  <a:pt x="116072" y="40464"/>
                </a:lnTo>
                <a:lnTo>
                  <a:pt x="115129" y="37781"/>
                </a:lnTo>
                <a:lnTo>
                  <a:pt x="114068" y="35156"/>
                </a:lnTo>
                <a:lnTo>
                  <a:pt x="112873" y="32605"/>
                </a:lnTo>
                <a:lnTo>
                  <a:pt x="111560" y="30119"/>
                </a:lnTo>
                <a:lnTo>
                  <a:pt x="110129" y="27702"/>
                </a:lnTo>
                <a:lnTo>
                  <a:pt x="108577" y="25362"/>
                </a:lnTo>
                <a:lnTo>
                  <a:pt x="106922" y="23106"/>
                </a:lnTo>
                <a:lnTo>
                  <a:pt x="105155" y="20926"/>
                </a:lnTo>
                <a:lnTo>
                  <a:pt x="103290" y="18838"/>
                </a:lnTo>
                <a:lnTo>
                  <a:pt x="101320" y="16840"/>
                </a:lnTo>
                <a:lnTo>
                  <a:pt x="99259" y="14933"/>
                </a:lnTo>
                <a:lnTo>
                  <a:pt x="97102" y="13124"/>
                </a:lnTo>
                <a:lnTo>
                  <a:pt x="94858" y="11419"/>
                </a:lnTo>
                <a:lnTo>
                  <a:pt x="92532" y="9813"/>
                </a:lnTo>
                <a:lnTo>
                  <a:pt x="90123" y="8318"/>
                </a:lnTo>
                <a:lnTo>
                  <a:pt x="87636" y="6935"/>
                </a:lnTo>
                <a:lnTo>
                  <a:pt x="85079" y="5664"/>
                </a:lnTo>
                <a:lnTo>
                  <a:pt x="82453" y="4511"/>
                </a:lnTo>
                <a:lnTo>
                  <a:pt x="79757" y="3484"/>
                </a:lnTo>
                <a:lnTo>
                  <a:pt x="76997" y="2583"/>
                </a:lnTo>
                <a:lnTo>
                  <a:pt x="74182" y="1808"/>
                </a:lnTo>
                <a:lnTo>
                  <a:pt x="71311" y="1165"/>
                </a:lnTo>
                <a:lnTo>
                  <a:pt x="68399" y="662"/>
                </a:lnTo>
                <a:lnTo>
                  <a:pt x="65430" y="292"/>
                </a:lnTo>
                <a:lnTo>
                  <a:pt x="62419" y="75"/>
                </a:lnTo>
                <a:lnTo>
                  <a:pt x="59374" y="0"/>
                </a:lnTo>
                <a:lnTo>
                  <a:pt x="56328" y="75"/>
                </a:lnTo>
                <a:lnTo>
                  <a:pt x="53318" y="292"/>
                </a:lnTo>
                <a:lnTo>
                  <a:pt x="50349" y="662"/>
                </a:lnTo>
                <a:lnTo>
                  <a:pt x="47429" y="1165"/>
                </a:lnTo>
                <a:lnTo>
                  <a:pt x="44565" y="1808"/>
                </a:lnTo>
                <a:lnTo>
                  <a:pt x="41750" y="2583"/>
                </a:lnTo>
                <a:lnTo>
                  <a:pt x="38991" y="3484"/>
                </a:lnTo>
                <a:lnTo>
                  <a:pt x="36296" y="4511"/>
                </a:lnTo>
                <a:lnTo>
                  <a:pt x="33668" y="5664"/>
                </a:lnTo>
                <a:lnTo>
                  <a:pt x="31112" y="6935"/>
                </a:lnTo>
                <a:lnTo>
                  <a:pt x="28625" y="8318"/>
                </a:lnTo>
                <a:lnTo>
                  <a:pt x="26217" y="9813"/>
                </a:lnTo>
                <a:lnTo>
                  <a:pt x="23889" y="11419"/>
                </a:lnTo>
                <a:lnTo>
                  <a:pt x="21647" y="13124"/>
                </a:lnTo>
                <a:lnTo>
                  <a:pt x="19489" y="14933"/>
                </a:lnTo>
                <a:lnTo>
                  <a:pt x="17428" y="16840"/>
                </a:lnTo>
                <a:lnTo>
                  <a:pt x="15458" y="18838"/>
                </a:lnTo>
                <a:lnTo>
                  <a:pt x="13595" y="20926"/>
                </a:lnTo>
                <a:lnTo>
                  <a:pt x="11827" y="23106"/>
                </a:lnTo>
                <a:lnTo>
                  <a:pt x="10172" y="25362"/>
                </a:lnTo>
                <a:lnTo>
                  <a:pt x="8620" y="27702"/>
                </a:lnTo>
                <a:lnTo>
                  <a:pt x="7188" y="30119"/>
                </a:lnTo>
                <a:lnTo>
                  <a:pt x="5875" y="32605"/>
                </a:lnTo>
                <a:lnTo>
                  <a:pt x="4680" y="35156"/>
                </a:lnTo>
                <a:lnTo>
                  <a:pt x="3618" y="37781"/>
                </a:lnTo>
                <a:lnTo>
                  <a:pt x="2677" y="40464"/>
                </a:lnTo>
                <a:lnTo>
                  <a:pt x="1872" y="43202"/>
                </a:lnTo>
                <a:lnTo>
                  <a:pt x="1208" y="45996"/>
                </a:lnTo>
                <a:lnTo>
                  <a:pt x="685" y="48839"/>
                </a:lnTo>
                <a:lnTo>
                  <a:pt x="307" y="51731"/>
                </a:lnTo>
                <a:lnTo>
                  <a:pt x="77" y="54657"/>
                </a:lnTo>
                <a:lnTo>
                  <a:pt x="0" y="57626"/>
                </a:lnTo>
                <a:lnTo>
                  <a:pt x="77" y="60595"/>
                </a:lnTo>
                <a:lnTo>
                  <a:pt x="307" y="63529"/>
                </a:lnTo>
                <a:lnTo>
                  <a:pt x="685" y="66413"/>
                </a:lnTo>
                <a:lnTo>
                  <a:pt x="1208" y="69256"/>
                </a:lnTo>
                <a:lnTo>
                  <a:pt x="1872" y="72051"/>
                </a:lnTo>
                <a:lnTo>
                  <a:pt x="2677" y="74796"/>
                </a:lnTo>
                <a:close/>
                <a:moveTo>
                  <a:pt x="7260" y="52425"/>
                </a:moveTo>
                <a:lnTo>
                  <a:pt x="7586" y="49941"/>
                </a:lnTo>
                <a:lnTo>
                  <a:pt x="8039" y="47472"/>
                </a:lnTo>
                <a:lnTo>
                  <a:pt x="8608" y="45072"/>
                </a:lnTo>
                <a:lnTo>
                  <a:pt x="9308" y="42668"/>
                </a:lnTo>
                <a:lnTo>
                  <a:pt x="10145" y="40256"/>
                </a:lnTo>
                <a:lnTo>
                  <a:pt x="11086" y="37955"/>
                </a:lnTo>
                <a:lnTo>
                  <a:pt x="12134" y="35710"/>
                </a:lnTo>
                <a:lnTo>
                  <a:pt x="13328" y="33458"/>
                </a:lnTo>
                <a:lnTo>
                  <a:pt x="13237" y="33604"/>
                </a:lnTo>
                <a:lnTo>
                  <a:pt x="14570" y="31367"/>
                </a:lnTo>
                <a:lnTo>
                  <a:pt x="15903" y="29353"/>
                </a:lnTo>
                <a:lnTo>
                  <a:pt x="17314" y="27431"/>
                </a:lnTo>
                <a:lnTo>
                  <a:pt x="18898" y="25473"/>
                </a:lnTo>
                <a:lnTo>
                  <a:pt x="20564" y="23616"/>
                </a:lnTo>
                <a:lnTo>
                  <a:pt x="22321" y="21824"/>
                </a:lnTo>
                <a:lnTo>
                  <a:pt x="24092" y="20194"/>
                </a:lnTo>
                <a:lnTo>
                  <a:pt x="26027" y="18571"/>
                </a:lnTo>
                <a:lnTo>
                  <a:pt x="27964" y="17096"/>
                </a:lnTo>
                <a:lnTo>
                  <a:pt x="30056" y="15657"/>
                </a:lnTo>
                <a:lnTo>
                  <a:pt x="32141" y="14357"/>
                </a:lnTo>
                <a:lnTo>
                  <a:pt x="34371" y="13112"/>
                </a:lnTo>
                <a:lnTo>
                  <a:pt x="36653" y="11980"/>
                </a:lnTo>
                <a:lnTo>
                  <a:pt x="38992" y="10959"/>
                </a:lnTo>
                <a:lnTo>
                  <a:pt x="41346" y="10067"/>
                </a:lnTo>
                <a:lnTo>
                  <a:pt x="43760" y="9275"/>
                </a:lnTo>
                <a:lnTo>
                  <a:pt x="46222" y="8593"/>
                </a:lnTo>
                <a:lnTo>
                  <a:pt x="48875" y="8004"/>
                </a:lnTo>
                <a:lnTo>
                  <a:pt x="48708" y="8032"/>
                </a:lnTo>
                <a:lnTo>
                  <a:pt x="51460" y="7557"/>
                </a:lnTo>
                <a:lnTo>
                  <a:pt x="51292" y="7586"/>
                </a:lnTo>
                <a:lnTo>
                  <a:pt x="53920" y="7256"/>
                </a:lnTo>
                <a:lnTo>
                  <a:pt x="56667" y="7053"/>
                </a:lnTo>
                <a:lnTo>
                  <a:pt x="59374" y="6987"/>
                </a:lnTo>
                <a:lnTo>
                  <a:pt x="62079" y="7053"/>
                </a:lnTo>
                <a:lnTo>
                  <a:pt x="64828" y="7256"/>
                </a:lnTo>
                <a:lnTo>
                  <a:pt x="67456" y="7586"/>
                </a:lnTo>
                <a:lnTo>
                  <a:pt x="67288" y="7557"/>
                </a:lnTo>
                <a:lnTo>
                  <a:pt x="70040" y="8032"/>
                </a:lnTo>
                <a:lnTo>
                  <a:pt x="69874" y="8004"/>
                </a:lnTo>
                <a:lnTo>
                  <a:pt x="72528" y="8594"/>
                </a:lnTo>
                <a:lnTo>
                  <a:pt x="74988" y="9275"/>
                </a:lnTo>
                <a:lnTo>
                  <a:pt x="77402" y="10067"/>
                </a:lnTo>
                <a:lnTo>
                  <a:pt x="79756" y="10959"/>
                </a:lnTo>
                <a:lnTo>
                  <a:pt x="82094" y="11980"/>
                </a:lnTo>
                <a:lnTo>
                  <a:pt x="84377" y="13112"/>
                </a:lnTo>
                <a:lnTo>
                  <a:pt x="86601" y="14353"/>
                </a:lnTo>
                <a:lnTo>
                  <a:pt x="88693" y="15657"/>
                </a:lnTo>
                <a:lnTo>
                  <a:pt x="90771" y="17086"/>
                </a:lnTo>
                <a:lnTo>
                  <a:pt x="92720" y="18571"/>
                </a:lnTo>
                <a:lnTo>
                  <a:pt x="94656" y="20193"/>
                </a:lnTo>
                <a:lnTo>
                  <a:pt x="96520" y="21911"/>
                </a:lnTo>
                <a:lnTo>
                  <a:pt x="96395" y="21799"/>
                </a:lnTo>
                <a:lnTo>
                  <a:pt x="98198" y="23631"/>
                </a:lnTo>
                <a:lnTo>
                  <a:pt x="99888" y="25522"/>
                </a:lnTo>
                <a:lnTo>
                  <a:pt x="99783" y="25390"/>
                </a:lnTo>
                <a:lnTo>
                  <a:pt x="101434" y="27431"/>
                </a:lnTo>
                <a:lnTo>
                  <a:pt x="102844" y="29353"/>
                </a:lnTo>
                <a:lnTo>
                  <a:pt x="104177" y="31366"/>
                </a:lnTo>
                <a:lnTo>
                  <a:pt x="105446" y="33507"/>
                </a:lnTo>
                <a:lnTo>
                  <a:pt x="106613" y="35710"/>
                </a:lnTo>
                <a:lnTo>
                  <a:pt x="107660" y="37951"/>
                </a:lnTo>
                <a:lnTo>
                  <a:pt x="108626" y="40331"/>
                </a:lnTo>
                <a:lnTo>
                  <a:pt x="108570" y="40163"/>
                </a:lnTo>
                <a:lnTo>
                  <a:pt x="109440" y="42668"/>
                </a:lnTo>
                <a:lnTo>
                  <a:pt x="110139" y="45072"/>
                </a:lnTo>
                <a:lnTo>
                  <a:pt x="110709" y="47472"/>
                </a:lnTo>
                <a:lnTo>
                  <a:pt x="111162" y="49942"/>
                </a:lnTo>
                <a:lnTo>
                  <a:pt x="111486" y="52400"/>
                </a:lnTo>
                <a:lnTo>
                  <a:pt x="111696" y="55068"/>
                </a:lnTo>
                <a:lnTo>
                  <a:pt x="111760" y="57626"/>
                </a:lnTo>
                <a:lnTo>
                  <a:pt x="111696" y="60186"/>
                </a:lnTo>
                <a:lnTo>
                  <a:pt x="111484" y="62872"/>
                </a:lnTo>
                <a:lnTo>
                  <a:pt x="111159" y="65334"/>
                </a:lnTo>
                <a:lnTo>
                  <a:pt x="110709" y="67780"/>
                </a:lnTo>
                <a:lnTo>
                  <a:pt x="110139" y="70180"/>
                </a:lnTo>
                <a:lnTo>
                  <a:pt x="109440" y="72586"/>
                </a:lnTo>
                <a:lnTo>
                  <a:pt x="108570" y="75089"/>
                </a:lnTo>
                <a:lnTo>
                  <a:pt x="108626" y="74921"/>
                </a:lnTo>
                <a:lnTo>
                  <a:pt x="107665" y="77288"/>
                </a:lnTo>
                <a:lnTo>
                  <a:pt x="106639" y="79495"/>
                </a:lnTo>
                <a:lnTo>
                  <a:pt x="105479" y="81690"/>
                </a:lnTo>
                <a:lnTo>
                  <a:pt x="104215" y="83830"/>
                </a:lnTo>
                <a:lnTo>
                  <a:pt x="102844" y="85900"/>
                </a:lnTo>
                <a:lnTo>
                  <a:pt x="101341" y="87950"/>
                </a:lnTo>
                <a:lnTo>
                  <a:pt x="101438" y="87816"/>
                </a:lnTo>
                <a:lnTo>
                  <a:pt x="99855" y="89773"/>
                </a:lnTo>
                <a:lnTo>
                  <a:pt x="98134" y="91700"/>
                </a:lnTo>
                <a:lnTo>
                  <a:pt x="98246" y="91574"/>
                </a:lnTo>
                <a:lnTo>
                  <a:pt x="96443" y="93413"/>
                </a:lnTo>
                <a:lnTo>
                  <a:pt x="94652" y="95069"/>
                </a:lnTo>
                <a:lnTo>
                  <a:pt x="92703" y="96703"/>
                </a:lnTo>
                <a:lnTo>
                  <a:pt x="90772" y="98173"/>
                </a:lnTo>
                <a:lnTo>
                  <a:pt x="88696" y="99599"/>
                </a:lnTo>
                <a:lnTo>
                  <a:pt x="86605" y="100897"/>
                </a:lnTo>
                <a:lnTo>
                  <a:pt x="84377" y="102141"/>
                </a:lnTo>
                <a:lnTo>
                  <a:pt x="82094" y="103272"/>
                </a:lnTo>
                <a:lnTo>
                  <a:pt x="79749" y="104296"/>
                </a:lnTo>
                <a:lnTo>
                  <a:pt x="77399" y="105193"/>
                </a:lnTo>
                <a:lnTo>
                  <a:pt x="74992" y="105983"/>
                </a:lnTo>
                <a:lnTo>
                  <a:pt x="72532" y="106658"/>
                </a:lnTo>
                <a:lnTo>
                  <a:pt x="69993" y="107229"/>
                </a:lnTo>
                <a:lnTo>
                  <a:pt x="67296" y="107694"/>
                </a:lnTo>
                <a:lnTo>
                  <a:pt x="64694" y="108013"/>
                </a:lnTo>
                <a:lnTo>
                  <a:pt x="61993" y="108213"/>
                </a:lnTo>
                <a:lnTo>
                  <a:pt x="62162" y="108199"/>
                </a:lnTo>
                <a:lnTo>
                  <a:pt x="59374" y="108268"/>
                </a:lnTo>
                <a:lnTo>
                  <a:pt x="56587" y="108199"/>
                </a:lnTo>
                <a:lnTo>
                  <a:pt x="56754" y="108213"/>
                </a:lnTo>
                <a:lnTo>
                  <a:pt x="54054" y="108013"/>
                </a:lnTo>
                <a:lnTo>
                  <a:pt x="51451" y="107694"/>
                </a:lnTo>
                <a:lnTo>
                  <a:pt x="48760" y="107230"/>
                </a:lnTo>
                <a:lnTo>
                  <a:pt x="46219" y="106659"/>
                </a:lnTo>
                <a:lnTo>
                  <a:pt x="43756" y="105983"/>
                </a:lnTo>
                <a:lnTo>
                  <a:pt x="41349" y="105193"/>
                </a:lnTo>
                <a:lnTo>
                  <a:pt x="38998" y="104296"/>
                </a:lnTo>
                <a:lnTo>
                  <a:pt x="36653" y="103272"/>
                </a:lnTo>
                <a:lnTo>
                  <a:pt x="34371" y="102141"/>
                </a:lnTo>
                <a:lnTo>
                  <a:pt x="32136" y="100893"/>
                </a:lnTo>
                <a:lnTo>
                  <a:pt x="30052" y="99599"/>
                </a:lnTo>
                <a:lnTo>
                  <a:pt x="27963" y="98163"/>
                </a:lnTo>
                <a:lnTo>
                  <a:pt x="26045" y="96703"/>
                </a:lnTo>
                <a:lnTo>
                  <a:pt x="24095" y="95068"/>
                </a:lnTo>
                <a:lnTo>
                  <a:pt x="22241" y="93354"/>
                </a:lnTo>
                <a:lnTo>
                  <a:pt x="20505" y="91578"/>
                </a:lnTo>
                <a:lnTo>
                  <a:pt x="18955" y="89850"/>
                </a:lnTo>
                <a:lnTo>
                  <a:pt x="17309" y="87816"/>
                </a:lnTo>
                <a:lnTo>
                  <a:pt x="17407" y="87950"/>
                </a:lnTo>
                <a:lnTo>
                  <a:pt x="15904" y="85900"/>
                </a:lnTo>
                <a:lnTo>
                  <a:pt x="14530" y="83826"/>
                </a:lnTo>
                <a:lnTo>
                  <a:pt x="13324" y="81795"/>
                </a:lnTo>
                <a:lnTo>
                  <a:pt x="12109" y="79495"/>
                </a:lnTo>
                <a:lnTo>
                  <a:pt x="11080" y="77283"/>
                </a:lnTo>
                <a:lnTo>
                  <a:pt x="10145" y="74997"/>
                </a:lnTo>
                <a:lnTo>
                  <a:pt x="9308" y="72586"/>
                </a:lnTo>
                <a:lnTo>
                  <a:pt x="8608" y="70180"/>
                </a:lnTo>
                <a:lnTo>
                  <a:pt x="8039" y="67780"/>
                </a:lnTo>
                <a:lnTo>
                  <a:pt x="7589" y="65335"/>
                </a:lnTo>
                <a:lnTo>
                  <a:pt x="7261" y="62847"/>
                </a:lnTo>
                <a:lnTo>
                  <a:pt x="7052" y="60186"/>
                </a:lnTo>
                <a:lnTo>
                  <a:pt x="6987" y="57626"/>
                </a:lnTo>
                <a:lnTo>
                  <a:pt x="7052" y="55068"/>
                </a:lnTo>
                <a:lnTo>
                  <a:pt x="7260" y="52425"/>
                </a:lnTo>
                <a:close/>
              </a:path>
            </a:pathLst>
          </a:custGeom>
          <a:solidFill xmlns:a="http://schemas.openxmlformats.org/drawingml/2006/main">
            <a:srgbClr val="2E54A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1D5523D-A25F-422E-9BF5-F5E30D947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0646" y="1285148"/>
            <a:ext cx="111763" cy="108270"/>
          </a:xfrm>
          <a:custGeom xmlns:a="http://schemas.openxmlformats.org/drawingml/2006/main">
            <a:pathLst>
              <a:path w="111763" h="108270">
                <a:moveTo>
                  <a:pt x="342" y="54526"/>
                </a:moveTo>
                <a:cubicBezTo>
                  <a:pt x="0" y="24239"/>
                  <a:pt x="25021" y="0"/>
                  <a:pt x="55881" y="0"/>
                </a:cubicBezTo>
                <a:cubicBezTo>
                  <a:pt x="86742" y="0"/>
                  <a:pt x="111763" y="24239"/>
                  <a:pt x="111763" y="54136"/>
                </a:cubicBezTo>
                <a:cubicBezTo>
                  <a:pt x="111763" y="84038"/>
                  <a:pt x="86742" y="108270"/>
                  <a:pt x="55881" y="108270"/>
                </a:cubicBezTo>
                <a:cubicBezTo>
                  <a:pt x="25021" y="108270"/>
                  <a:pt x="0" y="84038"/>
                  <a:pt x="342" y="54526"/>
                </a:cubicBezTo>
              </a:path>
            </a:pathLst>
          </a:custGeom>
          <a:solidFill xmlns:a="http://schemas.openxmlformats.org/drawingml/2006/main">
            <a:srgbClr val="4874CB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399287B-BE89-40C9-BF34-8C8671BDF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7154" y="1281655"/>
            <a:ext cx="118748" cy="115262"/>
          </a:xfrm>
          <a:custGeom xmlns:a="http://schemas.openxmlformats.org/drawingml/2006/main">
            <a:pathLst>
              <a:path w="118748" h="115262">
                <a:moveTo>
                  <a:pt x="2677" y="74797"/>
                </a:moveTo>
                <a:lnTo>
                  <a:pt x="3618" y="77479"/>
                </a:lnTo>
                <a:lnTo>
                  <a:pt x="4680" y="80099"/>
                </a:lnTo>
                <a:lnTo>
                  <a:pt x="5875" y="82657"/>
                </a:lnTo>
                <a:lnTo>
                  <a:pt x="7188" y="85142"/>
                </a:lnTo>
                <a:lnTo>
                  <a:pt x="8627" y="87559"/>
                </a:lnTo>
                <a:lnTo>
                  <a:pt x="10172" y="89899"/>
                </a:lnTo>
                <a:lnTo>
                  <a:pt x="11827" y="92155"/>
                </a:lnTo>
                <a:lnTo>
                  <a:pt x="13595" y="94334"/>
                </a:lnTo>
                <a:lnTo>
                  <a:pt x="15465" y="96423"/>
                </a:lnTo>
                <a:lnTo>
                  <a:pt x="17428" y="98421"/>
                </a:lnTo>
                <a:lnTo>
                  <a:pt x="19496" y="100328"/>
                </a:lnTo>
                <a:lnTo>
                  <a:pt x="21647" y="102130"/>
                </a:lnTo>
                <a:lnTo>
                  <a:pt x="23889" y="103841"/>
                </a:lnTo>
                <a:lnTo>
                  <a:pt x="26217" y="105441"/>
                </a:lnTo>
                <a:lnTo>
                  <a:pt x="28625" y="106944"/>
                </a:lnTo>
                <a:lnTo>
                  <a:pt x="31112" y="108326"/>
                </a:lnTo>
                <a:lnTo>
                  <a:pt x="33668" y="109590"/>
                </a:lnTo>
                <a:lnTo>
                  <a:pt x="36302" y="110743"/>
                </a:lnTo>
                <a:lnTo>
                  <a:pt x="38991" y="111776"/>
                </a:lnTo>
                <a:lnTo>
                  <a:pt x="41750" y="112678"/>
                </a:lnTo>
                <a:lnTo>
                  <a:pt x="44565" y="113453"/>
                </a:lnTo>
                <a:lnTo>
                  <a:pt x="47436" y="114096"/>
                </a:lnTo>
                <a:lnTo>
                  <a:pt x="50356" y="114599"/>
                </a:lnTo>
                <a:lnTo>
                  <a:pt x="53318" y="114962"/>
                </a:lnTo>
                <a:lnTo>
                  <a:pt x="56328" y="115185"/>
                </a:lnTo>
                <a:lnTo>
                  <a:pt x="59374" y="115262"/>
                </a:lnTo>
                <a:lnTo>
                  <a:pt x="62419" y="115185"/>
                </a:lnTo>
                <a:lnTo>
                  <a:pt x="65430" y="114962"/>
                </a:lnTo>
                <a:lnTo>
                  <a:pt x="68399" y="114599"/>
                </a:lnTo>
                <a:lnTo>
                  <a:pt x="71318" y="114096"/>
                </a:lnTo>
                <a:lnTo>
                  <a:pt x="74182" y="113453"/>
                </a:lnTo>
                <a:lnTo>
                  <a:pt x="76997" y="112678"/>
                </a:lnTo>
                <a:lnTo>
                  <a:pt x="79757" y="111776"/>
                </a:lnTo>
                <a:lnTo>
                  <a:pt x="82453" y="110743"/>
                </a:lnTo>
                <a:lnTo>
                  <a:pt x="85079" y="109590"/>
                </a:lnTo>
                <a:lnTo>
                  <a:pt x="87636" y="108326"/>
                </a:lnTo>
                <a:lnTo>
                  <a:pt x="90123" y="106944"/>
                </a:lnTo>
                <a:lnTo>
                  <a:pt x="92532" y="105441"/>
                </a:lnTo>
                <a:lnTo>
                  <a:pt x="94858" y="103841"/>
                </a:lnTo>
                <a:lnTo>
                  <a:pt x="97102" y="102130"/>
                </a:lnTo>
                <a:lnTo>
                  <a:pt x="99259" y="100328"/>
                </a:lnTo>
                <a:lnTo>
                  <a:pt x="101320" y="98421"/>
                </a:lnTo>
                <a:lnTo>
                  <a:pt x="103290" y="96423"/>
                </a:lnTo>
                <a:lnTo>
                  <a:pt x="105155" y="94334"/>
                </a:lnTo>
                <a:lnTo>
                  <a:pt x="106922" y="92155"/>
                </a:lnTo>
                <a:lnTo>
                  <a:pt x="108577" y="89899"/>
                </a:lnTo>
                <a:lnTo>
                  <a:pt x="110129" y="87559"/>
                </a:lnTo>
                <a:lnTo>
                  <a:pt x="111560" y="85142"/>
                </a:lnTo>
                <a:lnTo>
                  <a:pt x="112873" y="82657"/>
                </a:lnTo>
                <a:lnTo>
                  <a:pt x="114068" y="80099"/>
                </a:lnTo>
                <a:lnTo>
                  <a:pt x="115136" y="77479"/>
                </a:lnTo>
                <a:lnTo>
                  <a:pt x="116072" y="74797"/>
                </a:lnTo>
                <a:lnTo>
                  <a:pt x="116876" y="72059"/>
                </a:lnTo>
                <a:lnTo>
                  <a:pt x="117539" y="69265"/>
                </a:lnTo>
                <a:lnTo>
                  <a:pt x="118063" y="66422"/>
                </a:lnTo>
                <a:lnTo>
                  <a:pt x="118442" y="63530"/>
                </a:lnTo>
                <a:lnTo>
                  <a:pt x="118671" y="60596"/>
                </a:lnTo>
                <a:lnTo>
                  <a:pt x="118748" y="57629"/>
                </a:lnTo>
                <a:lnTo>
                  <a:pt x="118671" y="54666"/>
                </a:lnTo>
                <a:lnTo>
                  <a:pt x="118442" y="51732"/>
                </a:lnTo>
                <a:lnTo>
                  <a:pt x="118063" y="48840"/>
                </a:lnTo>
                <a:lnTo>
                  <a:pt x="117539" y="45997"/>
                </a:lnTo>
                <a:lnTo>
                  <a:pt x="116876" y="43203"/>
                </a:lnTo>
                <a:lnTo>
                  <a:pt x="116072" y="40465"/>
                </a:lnTo>
                <a:lnTo>
                  <a:pt x="115136" y="37783"/>
                </a:lnTo>
                <a:lnTo>
                  <a:pt x="114068" y="35163"/>
                </a:lnTo>
                <a:lnTo>
                  <a:pt x="112873" y="32607"/>
                </a:lnTo>
                <a:lnTo>
                  <a:pt x="111560" y="30120"/>
                </a:lnTo>
                <a:lnTo>
                  <a:pt x="110129" y="27703"/>
                </a:lnTo>
                <a:lnTo>
                  <a:pt x="108577" y="25363"/>
                </a:lnTo>
                <a:lnTo>
                  <a:pt x="106922" y="23107"/>
                </a:lnTo>
                <a:lnTo>
                  <a:pt x="105155" y="20928"/>
                </a:lnTo>
                <a:lnTo>
                  <a:pt x="103290" y="18839"/>
                </a:lnTo>
                <a:lnTo>
                  <a:pt x="101320" y="16841"/>
                </a:lnTo>
                <a:lnTo>
                  <a:pt x="99259" y="14936"/>
                </a:lnTo>
                <a:lnTo>
                  <a:pt x="97102" y="13133"/>
                </a:lnTo>
                <a:lnTo>
                  <a:pt x="94858" y="11421"/>
                </a:lnTo>
                <a:lnTo>
                  <a:pt x="92532" y="9821"/>
                </a:lnTo>
                <a:lnTo>
                  <a:pt x="90123" y="8319"/>
                </a:lnTo>
                <a:lnTo>
                  <a:pt x="87636" y="6936"/>
                </a:lnTo>
                <a:lnTo>
                  <a:pt x="85079" y="5665"/>
                </a:lnTo>
                <a:lnTo>
                  <a:pt x="82453" y="4519"/>
                </a:lnTo>
                <a:lnTo>
                  <a:pt x="79757" y="3486"/>
                </a:lnTo>
                <a:lnTo>
                  <a:pt x="76997" y="2585"/>
                </a:lnTo>
                <a:lnTo>
                  <a:pt x="74182" y="1809"/>
                </a:lnTo>
                <a:lnTo>
                  <a:pt x="71318" y="1167"/>
                </a:lnTo>
                <a:lnTo>
                  <a:pt x="68399" y="664"/>
                </a:lnTo>
                <a:lnTo>
                  <a:pt x="65430" y="300"/>
                </a:lnTo>
                <a:lnTo>
                  <a:pt x="62419" y="77"/>
                </a:lnTo>
                <a:lnTo>
                  <a:pt x="59374" y="0"/>
                </a:lnTo>
                <a:lnTo>
                  <a:pt x="56328" y="77"/>
                </a:lnTo>
                <a:lnTo>
                  <a:pt x="53318" y="300"/>
                </a:lnTo>
                <a:lnTo>
                  <a:pt x="50356" y="664"/>
                </a:lnTo>
                <a:lnTo>
                  <a:pt x="47436" y="1167"/>
                </a:lnTo>
                <a:lnTo>
                  <a:pt x="44565" y="1809"/>
                </a:lnTo>
                <a:lnTo>
                  <a:pt x="41750" y="2585"/>
                </a:lnTo>
                <a:lnTo>
                  <a:pt x="38991" y="3486"/>
                </a:lnTo>
                <a:lnTo>
                  <a:pt x="36302" y="4519"/>
                </a:lnTo>
                <a:lnTo>
                  <a:pt x="33668" y="5665"/>
                </a:lnTo>
                <a:lnTo>
                  <a:pt x="31112" y="6936"/>
                </a:lnTo>
                <a:lnTo>
                  <a:pt x="28625" y="8319"/>
                </a:lnTo>
                <a:lnTo>
                  <a:pt x="26217" y="9821"/>
                </a:lnTo>
                <a:lnTo>
                  <a:pt x="23889" y="11421"/>
                </a:lnTo>
                <a:lnTo>
                  <a:pt x="21647" y="13133"/>
                </a:lnTo>
                <a:lnTo>
                  <a:pt x="19496" y="14936"/>
                </a:lnTo>
                <a:lnTo>
                  <a:pt x="17428" y="16841"/>
                </a:lnTo>
                <a:lnTo>
                  <a:pt x="15465" y="18839"/>
                </a:lnTo>
                <a:lnTo>
                  <a:pt x="13595" y="20928"/>
                </a:lnTo>
                <a:lnTo>
                  <a:pt x="11827" y="23107"/>
                </a:lnTo>
                <a:lnTo>
                  <a:pt x="10172" y="25363"/>
                </a:lnTo>
                <a:lnTo>
                  <a:pt x="8627" y="27703"/>
                </a:lnTo>
                <a:lnTo>
                  <a:pt x="7188" y="30120"/>
                </a:lnTo>
                <a:lnTo>
                  <a:pt x="5875" y="32607"/>
                </a:lnTo>
                <a:lnTo>
                  <a:pt x="4680" y="35163"/>
                </a:lnTo>
                <a:lnTo>
                  <a:pt x="3618" y="37783"/>
                </a:lnTo>
                <a:lnTo>
                  <a:pt x="2677" y="40465"/>
                </a:lnTo>
                <a:lnTo>
                  <a:pt x="1872" y="43203"/>
                </a:lnTo>
                <a:lnTo>
                  <a:pt x="1208" y="45997"/>
                </a:lnTo>
                <a:lnTo>
                  <a:pt x="685" y="48840"/>
                </a:lnTo>
                <a:lnTo>
                  <a:pt x="307" y="51732"/>
                </a:lnTo>
                <a:lnTo>
                  <a:pt x="77" y="54666"/>
                </a:lnTo>
                <a:lnTo>
                  <a:pt x="0" y="57629"/>
                </a:lnTo>
                <a:lnTo>
                  <a:pt x="77" y="60596"/>
                </a:lnTo>
                <a:lnTo>
                  <a:pt x="307" y="63530"/>
                </a:lnTo>
                <a:lnTo>
                  <a:pt x="685" y="66422"/>
                </a:lnTo>
                <a:lnTo>
                  <a:pt x="1208" y="69265"/>
                </a:lnTo>
                <a:lnTo>
                  <a:pt x="1872" y="72059"/>
                </a:lnTo>
                <a:lnTo>
                  <a:pt x="2677" y="74797"/>
                </a:lnTo>
                <a:close/>
                <a:moveTo>
                  <a:pt x="7586" y="49942"/>
                </a:moveTo>
                <a:lnTo>
                  <a:pt x="8039" y="47473"/>
                </a:lnTo>
                <a:lnTo>
                  <a:pt x="8608" y="45074"/>
                </a:lnTo>
                <a:lnTo>
                  <a:pt x="9333" y="42604"/>
                </a:lnTo>
                <a:lnTo>
                  <a:pt x="10169" y="40214"/>
                </a:lnTo>
                <a:lnTo>
                  <a:pt x="11086" y="37958"/>
                </a:lnTo>
                <a:lnTo>
                  <a:pt x="12134" y="35711"/>
                </a:lnTo>
                <a:lnTo>
                  <a:pt x="13255" y="33596"/>
                </a:lnTo>
                <a:lnTo>
                  <a:pt x="14530" y="31434"/>
                </a:lnTo>
                <a:lnTo>
                  <a:pt x="15905" y="29353"/>
                </a:lnTo>
                <a:lnTo>
                  <a:pt x="17314" y="27432"/>
                </a:lnTo>
                <a:lnTo>
                  <a:pt x="18890" y="25491"/>
                </a:lnTo>
                <a:lnTo>
                  <a:pt x="20577" y="23603"/>
                </a:lnTo>
                <a:lnTo>
                  <a:pt x="22353" y="21801"/>
                </a:lnTo>
                <a:lnTo>
                  <a:pt x="22235" y="21921"/>
                </a:lnTo>
                <a:lnTo>
                  <a:pt x="24099" y="20189"/>
                </a:lnTo>
                <a:lnTo>
                  <a:pt x="26027" y="18572"/>
                </a:lnTo>
                <a:lnTo>
                  <a:pt x="27964" y="17097"/>
                </a:lnTo>
                <a:lnTo>
                  <a:pt x="30053" y="15660"/>
                </a:lnTo>
                <a:lnTo>
                  <a:pt x="32208" y="14321"/>
                </a:lnTo>
                <a:lnTo>
                  <a:pt x="34367" y="13122"/>
                </a:lnTo>
                <a:lnTo>
                  <a:pt x="36659" y="11986"/>
                </a:lnTo>
                <a:lnTo>
                  <a:pt x="39026" y="10946"/>
                </a:lnTo>
                <a:lnTo>
                  <a:pt x="38872" y="11016"/>
                </a:lnTo>
                <a:lnTo>
                  <a:pt x="41350" y="10067"/>
                </a:lnTo>
                <a:lnTo>
                  <a:pt x="43760" y="9277"/>
                </a:lnTo>
                <a:lnTo>
                  <a:pt x="46222" y="8594"/>
                </a:lnTo>
                <a:lnTo>
                  <a:pt x="48757" y="8031"/>
                </a:lnTo>
                <a:lnTo>
                  <a:pt x="51319" y="7583"/>
                </a:lnTo>
                <a:lnTo>
                  <a:pt x="54054" y="7248"/>
                </a:lnTo>
                <a:lnTo>
                  <a:pt x="56695" y="7052"/>
                </a:lnTo>
                <a:lnTo>
                  <a:pt x="59374" y="6987"/>
                </a:lnTo>
                <a:lnTo>
                  <a:pt x="62049" y="7052"/>
                </a:lnTo>
                <a:lnTo>
                  <a:pt x="64694" y="7248"/>
                </a:lnTo>
                <a:lnTo>
                  <a:pt x="67429" y="7583"/>
                </a:lnTo>
                <a:lnTo>
                  <a:pt x="69997" y="8032"/>
                </a:lnTo>
                <a:lnTo>
                  <a:pt x="72528" y="8595"/>
                </a:lnTo>
                <a:lnTo>
                  <a:pt x="74988" y="9277"/>
                </a:lnTo>
                <a:lnTo>
                  <a:pt x="77399" y="10067"/>
                </a:lnTo>
                <a:lnTo>
                  <a:pt x="79882" y="11016"/>
                </a:lnTo>
                <a:lnTo>
                  <a:pt x="79729" y="10946"/>
                </a:lnTo>
                <a:lnTo>
                  <a:pt x="82086" y="11985"/>
                </a:lnTo>
                <a:lnTo>
                  <a:pt x="84380" y="13122"/>
                </a:lnTo>
                <a:lnTo>
                  <a:pt x="86603" y="14356"/>
                </a:lnTo>
                <a:lnTo>
                  <a:pt x="88693" y="15659"/>
                </a:lnTo>
                <a:lnTo>
                  <a:pt x="90771" y="17087"/>
                </a:lnTo>
                <a:lnTo>
                  <a:pt x="92720" y="18572"/>
                </a:lnTo>
                <a:lnTo>
                  <a:pt x="94652" y="20192"/>
                </a:lnTo>
                <a:lnTo>
                  <a:pt x="96519" y="21919"/>
                </a:lnTo>
                <a:lnTo>
                  <a:pt x="98185" y="23617"/>
                </a:lnTo>
                <a:lnTo>
                  <a:pt x="99793" y="25410"/>
                </a:lnTo>
                <a:lnTo>
                  <a:pt x="101371" y="27347"/>
                </a:lnTo>
                <a:lnTo>
                  <a:pt x="102843" y="29353"/>
                </a:lnTo>
                <a:lnTo>
                  <a:pt x="104221" y="31439"/>
                </a:lnTo>
                <a:lnTo>
                  <a:pt x="105486" y="33570"/>
                </a:lnTo>
                <a:lnTo>
                  <a:pt x="106611" y="35707"/>
                </a:lnTo>
                <a:lnTo>
                  <a:pt x="107664" y="37962"/>
                </a:lnTo>
                <a:lnTo>
                  <a:pt x="108586" y="40218"/>
                </a:lnTo>
                <a:lnTo>
                  <a:pt x="109443" y="42686"/>
                </a:lnTo>
                <a:lnTo>
                  <a:pt x="109395" y="42512"/>
                </a:lnTo>
                <a:lnTo>
                  <a:pt x="110139" y="45073"/>
                </a:lnTo>
                <a:lnTo>
                  <a:pt x="110709" y="47473"/>
                </a:lnTo>
                <a:lnTo>
                  <a:pt x="111162" y="49943"/>
                </a:lnTo>
                <a:lnTo>
                  <a:pt x="111486" y="52399"/>
                </a:lnTo>
                <a:lnTo>
                  <a:pt x="111696" y="55075"/>
                </a:lnTo>
                <a:lnTo>
                  <a:pt x="111760" y="57628"/>
                </a:lnTo>
                <a:lnTo>
                  <a:pt x="111696" y="60188"/>
                </a:lnTo>
                <a:lnTo>
                  <a:pt x="111486" y="62864"/>
                </a:lnTo>
                <a:lnTo>
                  <a:pt x="111161" y="65324"/>
                </a:lnTo>
                <a:lnTo>
                  <a:pt x="110715" y="67758"/>
                </a:lnTo>
                <a:lnTo>
                  <a:pt x="110131" y="70219"/>
                </a:lnTo>
                <a:lnTo>
                  <a:pt x="109443" y="72576"/>
                </a:lnTo>
                <a:lnTo>
                  <a:pt x="108589" y="75037"/>
                </a:lnTo>
                <a:lnTo>
                  <a:pt x="107664" y="77300"/>
                </a:lnTo>
                <a:lnTo>
                  <a:pt x="106611" y="79555"/>
                </a:lnTo>
                <a:lnTo>
                  <a:pt x="105486" y="81692"/>
                </a:lnTo>
                <a:lnTo>
                  <a:pt x="104217" y="83829"/>
                </a:lnTo>
                <a:lnTo>
                  <a:pt x="102843" y="85909"/>
                </a:lnTo>
                <a:lnTo>
                  <a:pt x="101422" y="87847"/>
                </a:lnTo>
                <a:lnTo>
                  <a:pt x="99793" y="89852"/>
                </a:lnTo>
                <a:lnTo>
                  <a:pt x="98185" y="91645"/>
                </a:lnTo>
                <a:lnTo>
                  <a:pt x="96518" y="93345"/>
                </a:lnTo>
                <a:lnTo>
                  <a:pt x="94652" y="95070"/>
                </a:lnTo>
                <a:lnTo>
                  <a:pt x="92703" y="96705"/>
                </a:lnTo>
                <a:lnTo>
                  <a:pt x="90771" y="98174"/>
                </a:lnTo>
                <a:lnTo>
                  <a:pt x="88693" y="99603"/>
                </a:lnTo>
                <a:lnTo>
                  <a:pt x="86603" y="100906"/>
                </a:lnTo>
                <a:lnTo>
                  <a:pt x="84380" y="102140"/>
                </a:lnTo>
                <a:lnTo>
                  <a:pt x="82069" y="103286"/>
                </a:lnTo>
                <a:lnTo>
                  <a:pt x="79804" y="104276"/>
                </a:lnTo>
                <a:lnTo>
                  <a:pt x="77399" y="105195"/>
                </a:lnTo>
                <a:lnTo>
                  <a:pt x="74992" y="105984"/>
                </a:lnTo>
                <a:lnTo>
                  <a:pt x="72415" y="106691"/>
                </a:lnTo>
                <a:lnTo>
                  <a:pt x="72576" y="106656"/>
                </a:lnTo>
                <a:lnTo>
                  <a:pt x="69997" y="107230"/>
                </a:lnTo>
                <a:lnTo>
                  <a:pt x="67429" y="107680"/>
                </a:lnTo>
                <a:lnTo>
                  <a:pt x="64695" y="108014"/>
                </a:lnTo>
                <a:lnTo>
                  <a:pt x="62035" y="108210"/>
                </a:lnTo>
                <a:lnTo>
                  <a:pt x="59374" y="108275"/>
                </a:lnTo>
                <a:lnTo>
                  <a:pt x="56709" y="108210"/>
                </a:lnTo>
                <a:lnTo>
                  <a:pt x="54053" y="108014"/>
                </a:lnTo>
                <a:lnTo>
                  <a:pt x="51319" y="107680"/>
                </a:lnTo>
                <a:lnTo>
                  <a:pt x="48757" y="107231"/>
                </a:lnTo>
                <a:lnTo>
                  <a:pt x="46171" y="106656"/>
                </a:lnTo>
                <a:lnTo>
                  <a:pt x="46333" y="106691"/>
                </a:lnTo>
                <a:lnTo>
                  <a:pt x="43756" y="105984"/>
                </a:lnTo>
                <a:lnTo>
                  <a:pt x="41350" y="105195"/>
                </a:lnTo>
                <a:lnTo>
                  <a:pt x="38950" y="104276"/>
                </a:lnTo>
                <a:lnTo>
                  <a:pt x="36676" y="103285"/>
                </a:lnTo>
                <a:lnTo>
                  <a:pt x="34367" y="102140"/>
                </a:lnTo>
                <a:lnTo>
                  <a:pt x="32208" y="100941"/>
                </a:lnTo>
                <a:lnTo>
                  <a:pt x="30053" y="99602"/>
                </a:lnTo>
                <a:lnTo>
                  <a:pt x="27963" y="98165"/>
                </a:lnTo>
                <a:lnTo>
                  <a:pt x="26045" y="96705"/>
                </a:lnTo>
                <a:lnTo>
                  <a:pt x="24098" y="95072"/>
                </a:lnTo>
                <a:lnTo>
                  <a:pt x="22235" y="93343"/>
                </a:lnTo>
                <a:lnTo>
                  <a:pt x="22353" y="93463"/>
                </a:lnTo>
                <a:lnTo>
                  <a:pt x="20578" y="91660"/>
                </a:lnTo>
                <a:lnTo>
                  <a:pt x="18892" y="89774"/>
                </a:lnTo>
                <a:lnTo>
                  <a:pt x="17309" y="87817"/>
                </a:lnTo>
                <a:lnTo>
                  <a:pt x="17407" y="87957"/>
                </a:lnTo>
                <a:lnTo>
                  <a:pt x="15905" y="85909"/>
                </a:lnTo>
                <a:lnTo>
                  <a:pt x="14534" y="83833"/>
                </a:lnTo>
                <a:lnTo>
                  <a:pt x="13255" y="81666"/>
                </a:lnTo>
                <a:lnTo>
                  <a:pt x="12134" y="79551"/>
                </a:lnTo>
                <a:lnTo>
                  <a:pt x="11086" y="77304"/>
                </a:lnTo>
                <a:lnTo>
                  <a:pt x="10166" y="75039"/>
                </a:lnTo>
                <a:lnTo>
                  <a:pt x="9345" y="72694"/>
                </a:lnTo>
                <a:lnTo>
                  <a:pt x="8617" y="70217"/>
                </a:lnTo>
                <a:lnTo>
                  <a:pt x="8033" y="67758"/>
                </a:lnTo>
                <a:lnTo>
                  <a:pt x="7587" y="65325"/>
                </a:lnTo>
                <a:lnTo>
                  <a:pt x="7260" y="62839"/>
                </a:lnTo>
                <a:lnTo>
                  <a:pt x="7052" y="60188"/>
                </a:lnTo>
                <a:lnTo>
                  <a:pt x="6987" y="57628"/>
                </a:lnTo>
                <a:lnTo>
                  <a:pt x="7052" y="55075"/>
                </a:lnTo>
                <a:lnTo>
                  <a:pt x="7260" y="52424"/>
                </a:lnTo>
                <a:lnTo>
                  <a:pt x="7586" y="49942"/>
                </a:lnTo>
                <a:close/>
              </a:path>
            </a:pathLst>
          </a:custGeom>
          <a:solidFill xmlns:a="http://schemas.openxmlformats.org/drawingml/2006/main">
            <a:srgbClr val="2E54A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0DB22F7-D9A0-4AD8-AFF9-4AECE77ED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4404" y="778346"/>
            <a:ext cx="1660023" cy="2183211"/>
          </a:xfrm>
          <a:custGeom xmlns:a="http://schemas.openxmlformats.org/drawingml/2006/main">
            <a:pathLst>
              <a:path w="1660023" h="2183211">
                <a:moveTo>
                  <a:pt x="10478" y="229113"/>
                </a:moveTo>
                <a:lnTo>
                  <a:pt x="0" y="229113"/>
                </a:lnTo>
                <a:lnTo>
                  <a:pt x="0" y="271024"/>
                </a:lnTo>
                <a:lnTo>
                  <a:pt x="10478" y="271024"/>
                </a:lnTo>
                <a:lnTo>
                  <a:pt x="10478" y="229113"/>
                </a:lnTo>
                <a:close/>
                <a:moveTo>
                  <a:pt x="0" y="302457"/>
                </a:moveTo>
                <a:lnTo>
                  <a:pt x="0" y="344368"/>
                </a:lnTo>
                <a:lnTo>
                  <a:pt x="10478" y="344368"/>
                </a:lnTo>
                <a:lnTo>
                  <a:pt x="10478" y="302457"/>
                </a:lnTo>
                <a:lnTo>
                  <a:pt x="0" y="302457"/>
                </a:lnTo>
                <a:close/>
                <a:moveTo>
                  <a:pt x="0" y="375802"/>
                </a:moveTo>
                <a:lnTo>
                  <a:pt x="0" y="417712"/>
                </a:lnTo>
                <a:lnTo>
                  <a:pt x="10478" y="417712"/>
                </a:lnTo>
                <a:lnTo>
                  <a:pt x="10478" y="375802"/>
                </a:lnTo>
                <a:lnTo>
                  <a:pt x="0" y="375802"/>
                </a:lnTo>
                <a:close/>
                <a:moveTo>
                  <a:pt x="10478" y="449146"/>
                </a:moveTo>
                <a:lnTo>
                  <a:pt x="0" y="449146"/>
                </a:lnTo>
                <a:lnTo>
                  <a:pt x="0" y="491057"/>
                </a:lnTo>
                <a:lnTo>
                  <a:pt x="10478" y="491057"/>
                </a:lnTo>
                <a:lnTo>
                  <a:pt x="10478" y="449146"/>
                </a:lnTo>
                <a:close/>
                <a:moveTo>
                  <a:pt x="0" y="522490"/>
                </a:moveTo>
                <a:lnTo>
                  <a:pt x="0" y="564401"/>
                </a:lnTo>
                <a:lnTo>
                  <a:pt x="10478" y="564401"/>
                </a:lnTo>
                <a:lnTo>
                  <a:pt x="10478" y="522490"/>
                </a:lnTo>
                <a:lnTo>
                  <a:pt x="0" y="522490"/>
                </a:lnTo>
                <a:close/>
                <a:moveTo>
                  <a:pt x="0" y="595834"/>
                </a:moveTo>
                <a:lnTo>
                  <a:pt x="0" y="637745"/>
                </a:lnTo>
                <a:lnTo>
                  <a:pt x="10478" y="637745"/>
                </a:lnTo>
                <a:lnTo>
                  <a:pt x="10478" y="595834"/>
                </a:lnTo>
                <a:lnTo>
                  <a:pt x="0" y="595834"/>
                </a:lnTo>
                <a:close/>
                <a:moveTo>
                  <a:pt x="10478" y="669178"/>
                </a:moveTo>
                <a:lnTo>
                  <a:pt x="0" y="669178"/>
                </a:lnTo>
                <a:lnTo>
                  <a:pt x="0" y="711089"/>
                </a:lnTo>
                <a:lnTo>
                  <a:pt x="10478" y="711089"/>
                </a:lnTo>
                <a:lnTo>
                  <a:pt x="10478" y="669178"/>
                </a:lnTo>
                <a:close/>
                <a:moveTo>
                  <a:pt x="0" y="742522"/>
                </a:moveTo>
                <a:lnTo>
                  <a:pt x="0" y="784433"/>
                </a:lnTo>
                <a:lnTo>
                  <a:pt x="10478" y="784433"/>
                </a:lnTo>
                <a:lnTo>
                  <a:pt x="10478" y="742522"/>
                </a:lnTo>
                <a:lnTo>
                  <a:pt x="0" y="742522"/>
                </a:lnTo>
                <a:close/>
                <a:moveTo>
                  <a:pt x="0" y="815867"/>
                </a:moveTo>
                <a:lnTo>
                  <a:pt x="0" y="857777"/>
                </a:lnTo>
                <a:lnTo>
                  <a:pt x="10478" y="857777"/>
                </a:lnTo>
                <a:lnTo>
                  <a:pt x="10478" y="815867"/>
                </a:lnTo>
                <a:lnTo>
                  <a:pt x="0" y="815867"/>
                </a:lnTo>
                <a:close/>
                <a:moveTo>
                  <a:pt x="0" y="889211"/>
                </a:moveTo>
                <a:lnTo>
                  <a:pt x="0" y="931122"/>
                </a:lnTo>
                <a:lnTo>
                  <a:pt x="10478" y="931122"/>
                </a:lnTo>
                <a:lnTo>
                  <a:pt x="10478" y="889211"/>
                </a:lnTo>
                <a:lnTo>
                  <a:pt x="0" y="889211"/>
                </a:lnTo>
                <a:close/>
                <a:moveTo>
                  <a:pt x="0" y="962555"/>
                </a:moveTo>
                <a:lnTo>
                  <a:pt x="0" y="1004466"/>
                </a:lnTo>
                <a:lnTo>
                  <a:pt x="10478" y="1004466"/>
                </a:lnTo>
                <a:lnTo>
                  <a:pt x="10478" y="962555"/>
                </a:lnTo>
                <a:lnTo>
                  <a:pt x="0" y="962555"/>
                </a:lnTo>
                <a:close/>
                <a:moveTo>
                  <a:pt x="0" y="1035899"/>
                </a:moveTo>
                <a:lnTo>
                  <a:pt x="0" y="1077810"/>
                </a:lnTo>
                <a:lnTo>
                  <a:pt x="10478" y="1077810"/>
                </a:lnTo>
                <a:lnTo>
                  <a:pt x="10478" y="1035899"/>
                </a:lnTo>
                <a:lnTo>
                  <a:pt x="0" y="1035899"/>
                </a:lnTo>
                <a:close/>
                <a:moveTo>
                  <a:pt x="0" y="1109243"/>
                </a:moveTo>
                <a:lnTo>
                  <a:pt x="0" y="1151154"/>
                </a:lnTo>
                <a:lnTo>
                  <a:pt x="10478" y="1151154"/>
                </a:lnTo>
                <a:lnTo>
                  <a:pt x="10478" y="1109243"/>
                </a:lnTo>
                <a:lnTo>
                  <a:pt x="0" y="1109243"/>
                </a:lnTo>
                <a:close/>
                <a:moveTo>
                  <a:pt x="10478" y="1182587"/>
                </a:moveTo>
                <a:lnTo>
                  <a:pt x="0" y="1182587"/>
                </a:lnTo>
                <a:lnTo>
                  <a:pt x="0" y="1224498"/>
                </a:lnTo>
                <a:lnTo>
                  <a:pt x="10478" y="1224498"/>
                </a:lnTo>
                <a:lnTo>
                  <a:pt x="10478" y="1182587"/>
                </a:lnTo>
                <a:close/>
                <a:moveTo>
                  <a:pt x="0" y="1255932"/>
                </a:moveTo>
                <a:lnTo>
                  <a:pt x="0" y="1297842"/>
                </a:lnTo>
                <a:lnTo>
                  <a:pt x="10478" y="1297842"/>
                </a:lnTo>
                <a:lnTo>
                  <a:pt x="10478" y="1255932"/>
                </a:lnTo>
                <a:lnTo>
                  <a:pt x="0" y="1255932"/>
                </a:lnTo>
                <a:close/>
                <a:moveTo>
                  <a:pt x="0" y="1329276"/>
                </a:moveTo>
                <a:lnTo>
                  <a:pt x="0" y="1371187"/>
                </a:lnTo>
                <a:lnTo>
                  <a:pt x="10478" y="1371187"/>
                </a:lnTo>
                <a:lnTo>
                  <a:pt x="10478" y="1329276"/>
                </a:lnTo>
                <a:lnTo>
                  <a:pt x="0" y="1329276"/>
                </a:lnTo>
                <a:close/>
                <a:moveTo>
                  <a:pt x="10478" y="1402620"/>
                </a:moveTo>
                <a:lnTo>
                  <a:pt x="0" y="1402620"/>
                </a:lnTo>
                <a:lnTo>
                  <a:pt x="0" y="1444531"/>
                </a:lnTo>
                <a:lnTo>
                  <a:pt x="10478" y="1444531"/>
                </a:lnTo>
                <a:lnTo>
                  <a:pt x="10478" y="1402620"/>
                </a:lnTo>
                <a:close/>
                <a:moveTo>
                  <a:pt x="0" y="1475964"/>
                </a:moveTo>
                <a:lnTo>
                  <a:pt x="0" y="1517875"/>
                </a:lnTo>
                <a:lnTo>
                  <a:pt x="10478" y="1517875"/>
                </a:lnTo>
                <a:lnTo>
                  <a:pt x="10478" y="1475964"/>
                </a:lnTo>
                <a:lnTo>
                  <a:pt x="0" y="1475964"/>
                </a:lnTo>
                <a:close/>
                <a:moveTo>
                  <a:pt x="0" y="1549308"/>
                </a:moveTo>
                <a:lnTo>
                  <a:pt x="0" y="1591219"/>
                </a:lnTo>
                <a:lnTo>
                  <a:pt x="10478" y="1591219"/>
                </a:lnTo>
                <a:lnTo>
                  <a:pt x="10478" y="1549308"/>
                </a:lnTo>
                <a:lnTo>
                  <a:pt x="0" y="1549308"/>
                </a:lnTo>
                <a:close/>
                <a:moveTo>
                  <a:pt x="10478" y="1622652"/>
                </a:moveTo>
                <a:lnTo>
                  <a:pt x="0" y="1622652"/>
                </a:lnTo>
                <a:lnTo>
                  <a:pt x="0" y="1664563"/>
                </a:lnTo>
                <a:lnTo>
                  <a:pt x="10478" y="1664563"/>
                </a:lnTo>
                <a:lnTo>
                  <a:pt x="10478" y="1622652"/>
                </a:lnTo>
                <a:close/>
                <a:moveTo>
                  <a:pt x="0" y="1695997"/>
                </a:moveTo>
                <a:lnTo>
                  <a:pt x="0" y="1737907"/>
                </a:lnTo>
                <a:lnTo>
                  <a:pt x="10478" y="1737907"/>
                </a:lnTo>
                <a:lnTo>
                  <a:pt x="10478" y="1695997"/>
                </a:lnTo>
                <a:lnTo>
                  <a:pt x="0" y="1695997"/>
                </a:lnTo>
                <a:close/>
                <a:moveTo>
                  <a:pt x="0" y="1769341"/>
                </a:moveTo>
                <a:lnTo>
                  <a:pt x="0" y="1811252"/>
                </a:lnTo>
                <a:lnTo>
                  <a:pt x="10478" y="1811252"/>
                </a:lnTo>
                <a:lnTo>
                  <a:pt x="10478" y="1769341"/>
                </a:lnTo>
                <a:lnTo>
                  <a:pt x="0" y="1769341"/>
                </a:lnTo>
                <a:close/>
                <a:moveTo>
                  <a:pt x="0" y="1842685"/>
                </a:moveTo>
                <a:lnTo>
                  <a:pt x="0" y="1884596"/>
                </a:lnTo>
                <a:lnTo>
                  <a:pt x="10478" y="1884596"/>
                </a:lnTo>
                <a:lnTo>
                  <a:pt x="10478" y="1842685"/>
                </a:lnTo>
                <a:lnTo>
                  <a:pt x="0" y="1842685"/>
                </a:lnTo>
                <a:close/>
                <a:moveTo>
                  <a:pt x="0" y="1916029"/>
                </a:moveTo>
                <a:lnTo>
                  <a:pt x="0" y="1957940"/>
                </a:lnTo>
                <a:lnTo>
                  <a:pt x="10478" y="1957940"/>
                </a:lnTo>
                <a:lnTo>
                  <a:pt x="10478" y="1916029"/>
                </a:lnTo>
                <a:lnTo>
                  <a:pt x="0" y="1916029"/>
                </a:lnTo>
                <a:close/>
                <a:moveTo>
                  <a:pt x="0" y="1989373"/>
                </a:moveTo>
                <a:lnTo>
                  <a:pt x="0" y="2031284"/>
                </a:lnTo>
                <a:lnTo>
                  <a:pt x="10478" y="2031284"/>
                </a:lnTo>
                <a:lnTo>
                  <a:pt x="10478" y="1989373"/>
                </a:lnTo>
                <a:lnTo>
                  <a:pt x="0" y="1989373"/>
                </a:lnTo>
                <a:close/>
                <a:moveTo>
                  <a:pt x="0" y="2062717"/>
                </a:moveTo>
                <a:lnTo>
                  <a:pt x="0" y="2104628"/>
                </a:lnTo>
                <a:lnTo>
                  <a:pt x="10478" y="2104628"/>
                </a:lnTo>
                <a:lnTo>
                  <a:pt x="10478" y="2062717"/>
                </a:lnTo>
                <a:lnTo>
                  <a:pt x="0" y="2062717"/>
                </a:lnTo>
                <a:close/>
                <a:moveTo>
                  <a:pt x="22003" y="2183211"/>
                </a:moveTo>
                <a:lnTo>
                  <a:pt x="22003" y="2172734"/>
                </a:lnTo>
                <a:lnTo>
                  <a:pt x="10478" y="2172734"/>
                </a:lnTo>
                <a:lnTo>
                  <a:pt x="10478" y="2136062"/>
                </a:lnTo>
                <a:lnTo>
                  <a:pt x="0" y="2136062"/>
                </a:lnTo>
                <a:lnTo>
                  <a:pt x="0" y="2177972"/>
                </a:lnTo>
                <a:lnTo>
                  <a:pt x="5239" y="2177972"/>
                </a:lnTo>
                <a:lnTo>
                  <a:pt x="5239" y="2183211"/>
                </a:lnTo>
                <a:lnTo>
                  <a:pt x="22003" y="2183211"/>
                </a:lnTo>
                <a:close/>
                <a:moveTo>
                  <a:pt x="368118" y="0"/>
                </a:moveTo>
                <a:lnTo>
                  <a:pt x="326207" y="0"/>
                </a:lnTo>
                <a:lnTo>
                  <a:pt x="326207" y="10478"/>
                </a:lnTo>
                <a:lnTo>
                  <a:pt x="368118" y="10478"/>
                </a:lnTo>
                <a:lnTo>
                  <a:pt x="368118" y="0"/>
                </a:lnTo>
                <a:close/>
                <a:moveTo>
                  <a:pt x="808183" y="0"/>
                </a:moveTo>
                <a:lnTo>
                  <a:pt x="766272" y="0"/>
                </a:lnTo>
                <a:lnTo>
                  <a:pt x="766272" y="10478"/>
                </a:lnTo>
                <a:lnTo>
                  <a:pt x="808183" y="10478"/>
                </a:lnTo>
                <a:lnTo>
                  <a:pt x="808183" y="0"/>
                </a:lnTo>
                <a:close/>
                <a:moveTo>
                  <a:pt x="734839" y="10478"/>
                </a:moveTo>
                <a:lnTo>
                  <a:pt x="734839" y="0"/>
                </a:lnTo>
                <a:lnTo>
                  <a:pt x="692928" y="0"/>
                </a:lnTo>
                <a:lnTo>
                  <a:pt x="692928" y="10478"/>
                </a:lnTo>
                <a:lnTo>
                  <a:pt x="734839" y="10478"/>
                </a:lnTo>
                <a:close/>
                <a:moveTo>
                  <a:pt x="74741" y="0"/>
                </a:moveTo>
                <a:lnTo>
                  <a:pt x="32830" y="0"/>
                </a:lnTo>
                <a:lnTo>
                  <a:pt x="32830" y="10478"/>
                </a:lnTo>
                <a:lnTo>
                  <a:pt x="74741" y="10478"/>
                </a:lnTo>
                <a:lnTo>
                  <a:pt x="74741" y="0"/>
                </a:lnTo>
                <a:close/>
                <a:moveTo>
                  <a:pt x="661495" y="0"/>
                </a:moveTo>
                <a:lnTo>
                  <a:pt x="619584" y="0"/>
                </a:lnTo>
                <a:lnTo>
                  <a:pt x="619584" y="10478"/>
                </a:lnTo>
                <a:lnTo>
                  <a:pt x="661495" y="10478"/>
                </a:lnTo>
                <a:lnTo>
                  <a:pt x="661495" y="0"/>
                </a:lnTo>
                <a:close/>
                <a:moveTo>
                  <a:pt x="148085" y="10478"/>
                </a:moveTo>
                <a:lnTo>
                  <a:pt x="148085" y="0"/>
                </a:lnTo>
                <a:lnTo>
                  <a:pt x="106174" y="0"/>
                </a:lnTo>
                <a:lnTo>
                  <a:pt x="106174" y="10478"/>
                </a:lnTo>
                <a:lnTo>
                  <a:pt x="148085" y="10478"/>
                </a:lnTo>
                <a:close/>
                <a:moveTo>
                  <a:pt x="588150" y="0"/>
                </a:moveTo>
                <a:lnTo>
                  <a:pt x="546239" y="0"/>
                </a:lnTo>
                <a:lnTo>
                  <a:pt x="546239" y="10478"/>
                </a:lnTo>
                <a:lnTo>
                  <a:pt x="588150" y="10478"/>
                </a:lnTo>
                <a:lnTo>
                  <a:pt x="588150" y="0"/>
                </a:lnTo>
                <a:close/>
                <a:moveTo>
                  <a:pt x="221430" y="0"/>
                </a:moveTo>
                <a:lnTo>
                  <a:pt x="179519" y="0"/>
                </a:lnTo>
                <a:lnTo>
                  <a:pt x="179519" y="10478"/>
                </a:lnTo>
                <a:lnTo>
                  <a:pt x="221430" y="10478"/>
                </a:lnTo>
                <a:lnTo>
                  <a:pt x="221430" y="0"/>
                </a:lnTo>
                <a:close/>
                <a:moveTo>
                  <a:pt x="514806" y="0"/>
                </a:moveTo>
                <a:lnTo>
                  <a:pt x="472895" y="0"/>
                </a:lnTo>
                <a:lnTo>
                  <a:pt x="472895" y="10478"/>
                </a:lnTo>
                <a:lnTo>
                  <a:pt x="514806" y="10478"/>
                </a:lnTo>
                <a:lnTo>
                  <a:pt x="514806" y="0"/>
                </a:lnTo>
                <a:close/>
                <a:moveTo>
                  <a:pt x="294774" y="0"/>
                </a:moveTo>
                <a:lnTo>
                  <a:pt x="252863" y="0"/>
                </a:lnTo>
                <a:lnTo>
                  <a:pt x="252863" y="10478"/>
                </a:lnTo>
                <a:lnTo>
                  <a:pt x="294774" y="10478"/>
                </a:lnTo>
                <a:lnTo>
                  <a:pt x="294774" y="0"/>
                </a:lnTo>
                <a:close/>
                <a:moveTo>
                  <a:pt x="441462" y="0"/>
                </a:moveTo>
                <a:lnTo>
                  <a:pt x="399551" y="0"/>
                </a:lnTo>
                <a:lnTo>
                  <a:pt x="399551" y="10478"/>
                </a:lnTo>
                <a:lnTo>
                  <a:pt x="441462" y="10478"/>
                </a:lnTo>
                <a:lnTo>
                  <a:pt x="441462" y="0"/>
                </a:lnTo>
                <a:close/>
                <a:moveTo>
                  <a:pt x="0" y="9081"/>
                </a:moveTo>
                <a:lnTo>
                  <a:pt x="0" y="50992"/>
                </a:lnTo>
                <a:lnTo>
                  <a:pt x="10478" y="50992"/>
                </a:lnTo>
                <a:lnTo>
                  <a:pt x="10478" y="9081"/>
                </a:lnTo>
                <a:lnTo>
                  <a:pt x="0" y="9081"/>
                </a:lnTo>
                <a:close/>
                <a:moveTo>
                  <a:pt x="10478" y="82425"/>
                </a:moveTo>
                <a:lnTo>
                  <a:pt x="0" y="82425"/>
                </a:lnTo>
                <a:lnTo>
                  <a:pt x="0" y="124336"/>
                </a:lnTo>
                <a:lnTo>
                  <a:pt x="10478" y="124336"/>
                </a:lnTo>
                <a:lnTo>
                  <a:pt x="10478" y="82425"/>
                </a:lnTo>
                <a:close/>
                <a:moveTo>
                  <a:pt x="0" y="155769"/>
                </a:moveTo>
                <a:lnTo>
                  <a:pt x="0" y="197680"/>
                </a:lnTo>
                <a:lnTo>
                  <a:pt x="10478" y="197680"/>
                </a:lnTo>
                <a:lnTo>
                  <a:pt x="10478" y="155769"/>
                </a:lnTo>
                <a:lnTo>
                  <a:pt x="0" y="155769"/>
                </a:lnTo>
                <a:close/>
                <a:moveTo>
                  <a:pt x="346813" y="2183211"/>
                </a:moveTo>
                <a:lnTo>
                  <a:pt x="388724" y="2183211"/>
                </a:lnTo>
                <a:lnTo>
                  <a:pt x="388724" y="2172734"/>
                </a:lnTo>
                <a:lnTo>
                  <a:pt x="346813" y="2172734"/>
                </a:lnTo>
                <a:lnTo>
                  <a:pt x="346813" y="2183211"/>
                </a:lnTo>
                <a:close/>
                <a:moveTo>
                  <a:pt x="273469" y="2183211"/>
                </a:moveTo>
                <a:lnTo>
                  <a:pt x="315380" y="2183211"/>
                </a:lnTo>
                <a:lnTo>
                  <a:pt x="315380" y="2172734"/>
                </a:lnTo>
                <a:lnTo>
                  <a:pt x="273469" y="2172734"/>
                </a:lnTo>
                <a:lnTo>
                  <a:pt x="273469" y="2183211"/>
                </a:lnTo>
                <a:close/>
                <a:moveTo>
                  <a:pt x="420157" y="2183211"/>
                </a:moveTo>
                <a:lnTo>
                  <a:pt x="462068" y="2183211"/>
                </a:lnTo>
                <a:lnTo>
                  <a:pt x="462068" y="2172734"/>
                </a:lnTo>
                <a:lnTo>
                  <a:pt x="420157" y="2172734"/>
                </a:lnTo>
                <a:lnTo>
                  <a:pt x="420157" y="2183211"/>
                </a:lnTo>
                <a:close/>
                <a:moveTo>
                  <a:pt x="200125" y="2183211"/>
                </a:moveTo>
                <a:lnTo>
                  <a:pt x="242036" y="2183211"/>
                </a:lnTo>
                <a:lnTo>
                  <a:pt x="242036" y="2172734"/>
                </a:lnTo>
                <a:lnTo>
                  <a:pt x="200125" y="2172734"/>
                </a:lnTo>
                <a:lnTo>
                  <a:pt x="200125" y="2183211"/>
                </a:lnTo>
                <a:close/>
                <a:moveTo>
                  <a:pt x="493501" y="2172734"/>
                </a:moveTo>
                <a:lnTo>
                  <a:pt x="493501" y="2183211"/>
                </a:lnTo>
                <a:lnTo>
                  <a:pt x="535412" y="2183211"/>
                </a:lnTo>
                <a:lnTo>
                  <a:pt x="535412" y="2172734"/>
                </a:lnTo>
                <a:lnTo>
                  <a:pt x="493501" y="2172734"/>
                </a:lnTo>
                <a:close/>
                <a:moveTo>
                  <a:pt x="126781" y="2183211"/>
                </a:moveTo>
                <a:lnTo>
                  <a:pt x="168692" y="2183211"/>
                </a:lnTo>
                <a:lnTo>
                  <a:pt x="168692" y="2172734"/>
                </a:lnTo>
                <a:lnTo>
                  <a:pt x="126781" y="2172734"/>
                </a:lnTo>
                <a:lnTo>
                  <a:pt x="126781" y="2183211"/>
                </a:lnTo>
                <a:close/>
                <a:moveTo>
                  <a:pt x="566846" y="2183211"/>
                </a:moveTo>
                <a:lnTo>
                  <a:pt x="608757" y="2183211"/>
                </a:lnTo>
                <a:lnTo>
                  <a:pt x="608757" y="2172734"/>
                </a:lnTo>
                <a:lnTo>
                  <a:pt x="566846" y="2172734"/>
                </a:lnTo>
                <a:lnTo>
                  <a:pt x="566846" y="2183211"/>
                </a:lnTo>
                <a:close/>
                <a:moveTo>
                  <a:pt x="53436" y="2183211"/>
                </a:moveTo>
                <a:lnTo>
                  <a:pt x="95347" y="2183211"/>
                </a:lnTo>
                <a:lnTo>
                  <a:pt x="95347" y="2172734"/>
                </a:lnTo>
                <a:lnTo>
                  <a:pt x="53436" y="2172734"/>
                </a:lnTo>
                <a:lnTo>
                  <a:pt x="53436" y="2183211"/>
                </a:lnTo>
                <a:close/>
                <a:moveTo>
                  <a:pt x="640190" y="2183211"/>
                </a:moveTo>
                <a:lnTo>
                  <a:pt x="682101" y="2183211"/>
                </a:lnTo>
                <a:lnTo>
                  <a:pt x="682101" y="2172734"/>
                </a:lnTo>
                <a:lnTo>
                  <a:pt x="640190" y="2172734"/>
                </a:lnTo>
                <a:lnTo>
                  <a:pt x="640190" y="2183211"/>
                </a:lnTo>
                <a:close/>
                <a:moveTo>
                  <a:pt x="713534" y="2183211"/>
                </a:moveTo>
                <a:lnTo>
                  <a:pt x="755445" y="2183211"/>
                </a:lnTo>
                <a:lnTo>
                  <a:pt x="755445" y="2172734"/>
                </a:lnTo>
                <a:lnTo>
                  <a:pt x="713534" y="2172734"/>
                </a:lnTo>
                <a:lnTo>
                  <a:pt x="713534" y="2183211"/>
                </a:lnTo>
                <a:close/>
                <a:moveTo>
                  <a:pt x="786878" y="2172734"/>
                </a:moveTo>
                <a:lnTo>
                  <a:pt x="786878" y="2183211"/>
                </a:lnTo>
                <a:lnTo>
                  <a:pt x="828789" y="2183211"/>
                </a:lnTo>
                <a:lnTo>
                  <a:pt x="828789" y="2172734"/>
                </a:lnTo>
                <a:lnTo>
                  <a:pt x="786878" y="2172734"/>
                </a:lnTo>
                <a:close/>
                <a:moveTo>
                  <a:pt x="1468280" y="0"/>
                </a:moveTo>
                <a:lnTo>
                  <a:pt x="1426369" y="0"/>
                </a:lnTo>
                <a:lnTo>
                  <a:pt x="1426369" y="10478"/>
                </a:lnTo>
                <a:lnTo>
                  <a:pt x="1468280" y="10478"/>
                </a:lnTo>
                <a:lnTo>
                  <a:pt x="1468280" y="0"/>
                </a:lnTo>
                <a:close/>
                <a:moveTo>
                  <a:pt x="954871" y="0"/>
                </a:moveTo>
                <a:lnTo>
                  <a:pt x="912960" y="0"/>
                </a:lnTo>
                <a:lnTo>
                  <a:pt x="912960" y="10478"/>
                </a:lnTo>
                <a:lnTo>
                  <a:pt x="954871" y="10478"/>
                </a:lnTo>
                <a:lnTo>
                  <a:pt x="954871" y="0"/>
                </a:lnTo>
                <a:close/>
                <a:moveTo>
                  <a:pt x="1028215" y="10478"/>
                </a:moveTo>
                <a:lnTo>
                  <a:pt x="1028215" y="0"/>
                </a:lnTo>
                <a:lnTo>
                  <a:pt x="986304" y="0"/>
                </a:lnTo>
                <a:lnTo>
                  <a:pt x="986304" y="10478"/>
                </a:lnTo>
                <a:lnTo>
                  <a:pt x="1028215" y="10478"/>
                </a:lnTo>
                <a:close/>
                <a:moveTo>
                  <a:pt x="1101560" y="0"/>
                </a:moveTo>
                <a:lnTo>
                  <a:pt x="1059649" y="0"/>
                </a:lnTo>
                <a:lnTo>
                  <a:pt x="1059649" y="10478"/>
                </a:lnTo>
                <a:lnTo>
                  <a:pt x="1101560" y="10478"/>
                </a:lnTo>
                <a:lnTo>
                  <a:pt x="1101560" y="0"/>
                </a:lnTo>
                <a:close/>
                <a:moveTo>
                  <a:pt x="1174904" y="0"/>
                </a:moveTo>
                <a:lnTo>
                  <a:pt x="1132993" y="0"/>
                </a:lnTo>
                <a:lnTo>
                  <a:pt x="1132993" y="10478"/>
                </a:lnTo>
                <a:lnTo>
                  <a:pt x="1174904" y="10478"/>
                </a:lnTo>
                <a:lnTo>
                  <a:pt x="1174904" y="0"/>
                </a:lnTo>
                <a:close/>
                <a:moveTo>
                  <a:pt x="1614969" y="10478"/>
                </a:moveTo>
                <a:lnTo>
                  <a:pt x="1614969" y="0"/>
                </a:lnTo>
                <a:lnTo>
                  <a:pt x="1573058" y="0"/>
                </a:lnTo>
                <a:lnTo>
                  <a:pt x="1573058" y="10478"/>
                </a:lnTo>
                <a:lnTo>
                  <a:pt x="1614969" y="10478"/>
                </a:lnTo>
                <a:close/>
                <a:moveTo>
                  <a:pt x="1248248" y="0"/>
                </a:moveTo>
                <a:lnTo>
                  <a:pt x="1206337" y="0"/>
                </a:lnTo>
                <a:lnTo>
                  <a:pt x="1206337" y="10478"/>
                </a:lnTo>
                <a:lnTo>
                  <a:pt x="1248248" y="10478"/>
                </a:lnTo>
                <a:lnTo>
                  <a:pt x="1248248" y="0"/>
                </a:lnTo>
                <a:close/>
                <a:moveTo>
                  <a:pt x="1541625" y="0"/>
                </a:moveTo>
                <a:lnTo>
                  <a:pt x="1499714" y="0"/>
                </a:lnTo>
                <a:lnTo>
                  <a:pt x="1499714" y="10478"/>
                </a:lnTo>
                <a:lnTo>
                  <a:pt x="1541625" y="10478"/>
                </a:lnTo>
                <a:lnTo>
                  <a:pt x="1541625" y="0"/>
                </a:lnTo>
                <a:close/>
                <a:moveTo>
                  <a:pt x="1321592" y="0"/>
                </a:moveTo>
                <a:lnTo>
                  <a:pt x="1279681" y="0"/>
                </a:lnTo>
                <a:lnTo>
                  <a:pt x="1279681" y="10478"/>
                </a:lnTo>
                <a:lnTo>
                  <a:pt x="1321592" y="10478"/>
                </a:lnTo>
                <a:lnTo>
                  <a:pt x="1321592" y="0"/>
                </a:lnTo>
                <a:close/>
                <a:moveTo>
                  <a:pt x="881527" y="0"/>
                </a:moveTo>
                <a:lnTo>
                  <a:pt x="839616" y="0"/>
                </a:lnTo>
                <a:lnTo>
                  <a:pt x="839616" y="10478"/>
                </a:lnTo>
                <a:lnTo>
                  <a:pt x="881527" y="10478"/>
                </a:lnTo>
                <a:lnTo>
                  <a:pt x="881527" y="0"/>
                </a:lnTo>
                <a:close/>
                <a:moveTo>
                  <a:pt x="1394936" y="0"/>
                </a:moveTo>
                <a:lnTo>
                  <a:pt x="1353025" y="0"/>
                </a:lnTo>
                <a:lnTo>
                  <a:pt x="1353025" y="10478"/>
                </a:lnTo>
                <a:lnTo>
                  <a:pt x="1394936" y="10478"/>
                </a:lnTo>
                <a:lnTo>
                  <a:pt x="1394936" y="0"/>
                </a:lnTo>
                <a:close/>
                <a:moveTo>
                  <a:pt x="1649545" y="10478"/>
                </a:moveTo>
                <a:lnTo>
                  <a:pt x="1649545" y="38768"/>
                </a:lnTo>
                <a:lnTo>
                  <a:pt x="1660023" y="38768"/>
                </a:lnTo>
                <a:lnTo>
                  <a:pt x="1660023" y="0"/>
                </a:lnTo>
                <a:lnTo>
                  <a:pt x="1646402" y="0"/>
                </a:lnTo>
                <a:lnTo>
                  <a:pt x="1646402" y="10478"/>
                </a:lnTo>
                <a:lnTo>
                  <a:pt x="1649545" y="10478"/>
                </a:lnTo>
                <a:close/>
                <a:moveTo>
                  <a:pt x="1660023" y="1138930"/>
                </a:moveTo>
                <a:lnTo>
                  <a:pt x="1660023" y="1097019"/>
                </a:lnTo>
                <a:lnTo>
                  <a:pt x="1649545" y="1097019"/>
                </a:lnTo>
                <a:lnTo>
                  <a:pt x="1649545" y="1138930"/>
                </a:lnTo>
                <a:lnTo>
                  <a:pt x="1660023" y="1138930"/>
                </a:lnTo>
                <a:close/>
                <a:moveTo>
                  <a:pt x="1660023" y="1505651"/>
                </a:moveTo>
                <a:lnTo>
                  <a:pt x="1660023" y="1463740"/>
                </a:lnTo>
                <a:lnTo>
                  <a:pt x="1649545" y="1463740"/>
                </a:lnTo>
                <a:lnTo>
                  <a:pt x="1649545" y="1505651"/>
                </a:lnTo>
                <a:lnTo>
                  <a:pt x="1660023" y="1505651"/>
                </a:lnTo>
                <a:close/>
                <a:moveTo>
                  <a:pt x="1660023" y="1872372"/>
                </a:moveTo>
                <a:lnTo>
                  <a:pt x="1660023" y="1830461"/>
                </a:lnTo>
                <a:lnTo>
                  <a:pt x="1649545" y="1830461"/>
                </a:lnTo>
                <a:lnTo>
                  <a:pt x="1649545" y="1872372"/>
                </a:lnTo>
                <a:lnTo>
                  <a:pt x="1660023" y="1872372"/>
                </a:lnTo>
                <a:close/>
                <a:moveTo>
                  <a:pt x="1373631" y="2183211"/>
                </a:moveTo>
                <a:lnTo>
                  <a:pt x="1415542" y="2183211"/>
                </a:lnTo>
                <a:lnTo>
                  <a:pt x="1415542" y="2172734"/>
                </a:lnTo>
                <a:lnTo>
                  <a:pt x="1373631" y="2172734"/>
                </a:lnTo>
                <a:lnTo>
                  <a:pt x="1373631" y="2183211"/>
                </a:lnTo>
                <a:close/>
                <a:moveTo>
                  <a:pt x="1446976" y="2183211"/>
                </a:moveTo>
                <a:lnTo>
                  <a:pt x="1488887" y="2183211"/>
                </a:lnTo>
                <a:lnTo>
                  <a:pt x="1488887" y="2172734"/>
                </a:lnTo>
                <a:lnTo>
                  <a:pt x="1446976" y="2172734"/>
                </a:lnTo>
                <a:lnTo>
                  <a:pt x="1446976" y="2183211"/>
                </a:lnTo>
                <a:close/>
                <a:moveTo>
                  <a:pt x="1226943" y="2183211"/>
                </a:moveTo>
                <a:lnTo>
                  <a:pt x="1268854" y="2183211"/>
                </a:lnTo>
                <a:lnTo>
                  <a:pt x="1268854" y="2172734"/>
                </a:lnTo>
                <a:lnTo>
                  <a:pt x="1226943" y="2172734"/>
                </a:lnTo>
                <a:lnTo>
                  <a:pt x="1226943" y="2183211"/>
                </a:lnTo>
                <a:close/>
                <a:moveTo>
                  <a:pt x="1520320" y="2172734"/>
                </a:moveTo>
                <a:lnTo>
                  <a:pt x="1520320" y="2183211"/>
                </a:lnTo>
                <a:lnTo>
                  <a:pt x="1562231" y="2183211"/>
                </a:lnTo>
                <a:lnTo>
                  <a:pt x="1562231" y="2172734"/>
                </a:lnTo>
                <a:lnTo>
                  <a:pt x="1520320" y="2172734"/>
                </a:lnTo>
                <a:close/>
                <a:moveTo>
                  <a:pt x="1153599" y="2183211"/>
                </a:moveTo>
                <a:lnTo>
                  <a:pt x="1195510" y="2183211"/>
                </a:lnTo>
                <a:lnTo>
                  <a:pt x="1195510" y="2172734"/>
                </a:lnTo>
                <a:lnTo>
                  <a:pt x="1153599" y="2172734"/>
                </a:lnTo>
                <a:lnTo>
                  <a:pt x="1153599" y="2183211"/>
                </a:lnTo>
                <a:close/>
                <a:moveTo>
                  <a:pt x="1593664" y="2183211"/>
                </a:moveTo>
                <a:lnTo>
                  <a:pt x="1635575" y="2183211"/>
                </a:lnTo>
                <a:lnTo>
                  <a:pt x="1635575" y="2172734"/>
                </a:lnTo>
                <a:lnTo>
                  <a:pt x="1593664" y="2172734"/>
                </a:lnTo>
                <a:lnTo>
                  <a:pt x="1593664" y="2183211"/>
                </a:lnTo>
                <a:close/>
                <a:moveTo>
                  <a:pt x="1080255" y="2183211"/>
                </a:moveTo>
                <a:lnTo>
                  <a:pt x="1122166" y="2183211"/>
                </a:lnTo>
                <a:lnTo>
                  <a:pt x="1122166" y="2172734"/>
                </a:lnTo>
                <a:lnTo>
                  <a:pt x="1080255" y="2172734"/>
                </a:lnTo>
                <a:lnTo>
                  <a:pt x="1080255" y="2183211"/>
                </a:lnTo>
                <a:close/>
                <a:moveTo>
                  <a:pt x="1006911" y="2183211"/>
                </a:moveTo>
                <a:lnTo>
                  <a:pt x="1048822" y="2183211"/>
                </a:lnTo>
                <a:lnTo>
                  <a:pt x="1048822" y="2172734"/>
                </a:lnTo>
                <a:lnTo>
                  <a:pt x="1006911" y="2172734"/>
                </a:lnTo>
                <a:lnTo>
                  <a:pt x="1006911" y="2183211"/>
                </a:lnTo>
                <a:close/>
                <a:moveTo>
                  <a:pt x="933566" y="2183211"/>
                </a:moveTo>
                <a:lnTo>
                  <a:pt x="975477" y="2183211"/>
                </a:lnTo>
                <a:lnTo>
                  <a:pt x="975477" y="2172734"/>
                </a:lnTo>
                <a:lnTo>
                  <a:pt x="933566" y="2172734"/>
                </a:lnTo>
                <a:lnTo>
                  <a:pt x="933566" y="2183211"/>
                </a:lnTo>
                <a:close/>
                <a:moveTo>
                  <a:pt x="860222" y="2183211"/>
                </a:moveTo>
                <a:lnTo>
                  <a:pt x="902133" y="2183211"/>
                </a:lnTo>
                <a:lnTo>
                  <a:pt x="902133" y="2172734"/>
                </a:lnTo>
                <a:lnTo>
                  <a:pt x="860222" y="2172734"/>
                </a:lnTo>
                <a:lnTo>
                  <a:pt x="860222" y="2183211"/>
                </a:lnTo>
                <a:close/>
                <a:moveTo>
                  <a:pt x="1300287" y="2172734"/>
                </a:moveTo>
                <a:lnTo>
                  <a:pt x="1300287" y="2183211"/>
                </a:lnTo>
                <a:lnTo>
                  <a:pt x="1342198" y="2183211"/>
                </a:lnTo>
                <a:lnTo>
                  <a:pt x="1342198" y="2172734"/>
                </a:lnTo>
                <a:lnTo>
                  <a:pt x="1300287" y="2172734"/>
                </a:lnTo>
                <a:close/>
                <a:moveTo>
                  <a:pt x="1660023" y="112112"/>
                </a:moveTo>
                <a:lnTo>
                  <a:pt x="1660023" y="70201"/>
                </a:lnTo>
                <a:lnTo>
                  <a:pt x="1649545" y="70201"/>
                </a:lnTo>
                <a:lnTo>
                  <a:pt x="1649545" y="112112"/>
                </a:lnTo>
                <a:lnTo>
                  <a:pt x="1660023" y="112112"/>
                </a:lnTo>
                <a:close/>
                <a:moveTo>
                  <a:pt x="1660023" y="185456"/>
                </a:moveTo>
                <a:lnTo>
                  <a:pt x="1660023" y="143545"/>
                </a:lnTo>
                <a:lnTo>
                  <a:pt x="1649545" y="143545"/>
                </a:lnTo>
                <a:lnTo>
                  <a:pt x="1649545" y="185456"/>
                </a:lnTo>
                <a:lnTo>
                  <a:pt x="1660023" y="185456"/>
                </a:lnTo>
                <a:close/>
                <a:moveTo>
                  <a:pt x="1649545" y="258800"/>
                </a:moveTo>
                <a:lnTo>
                  <a:pt x="1660023" y="258800"/>
                </a:lnTo>
                <a:lnTo>
                  <a:pt x="1660023" y="216889"/>
                </a:lnTo>
                <a:lnTo>
                  <a:pt x="1649545" y="216889"/>
                </a:lnTo>
                <a:lnTo>
                  <a:pt x="1649545" y="258800"/>
                </a:lnTo>
                <a:close/>
                <a:moveTo>
                  <a:pt x="1660023" y="332144"/>
                </a:moveTo>
                <a:lnTo>
                  <a:pt x="1660023" y="290233"/>
                </a:lnTo>
                <a:lnTo>
                  <a:pt x="1649545" y="290233"/>
                </a:lnTo>
                <a:lnTo>
                  <a:pt x="1649545" y="332144"/>
                </a:lnTo>
                <a:lnTo>
                  <a:pt x="1660023" y="332144"/>
                </a:lnTo>
                <a:close/>
                <a:moveTo>
                  <a:pt x="1660023" y="405488"/>
                </a:moveTo>
                <a:lnTo>
                  <a:pt x="1660023" y="363578"/>
                </a:lnTo>
                <a:lnTo>
                  <a:pt x="1649545" y="363578"/>
                </a:lnTo>
                <a:lnTo>
                  <a:pt x="1649545" y="405488"/>
                </a:lnTo>
                <a:lnTo>
                  <a:pt x="1660023" y="405488"/>
                </a:lnTo>
                <a:close/>
                <a:moveTo>
                  <a:pt x="1649545" y="478833"/>
                </a:moveTo>
                <a:lnTo>
                  <a:pt x="1660023" y="478833"/>
                </a:lnTo>
                <a:lnTo>
                  <a:pt x="1660023" y="436922"/>
                </a:lnTo>
                <a:lnTo>
                  <a:pt x="1649545" y="436922"/>
                </a:lnTo>
                <a:lnTo>
                  <a:pt x="1649545" y="478833"/>
                </a:lnTo>
                <a:close/>
                <a:moveTo>
                  <a:pt x="1660023" y="552177"/>
                </a:moveTo>
                <a:lnTo>
                  <a:pt x="1660023" y="510266"/>
                </a:lnTo>
                <a:lnTo>
                  <a:pt x="1649545" y="510266"/>
                </a:lnTo>
                <a:lnTo>
                  <a:pt x="1649545" y="552177"/>
                </a:lnTo>
                <a:lnTo>
                  <a:pt x="1660023" y="552177"/>
                </a:lnTo>
                <a:close/>
                <a:moveTo>
                  <a:pt x="1660023" y="625521"/>
                </a:moveTo>
                <a:lnTo>
                  <a:pt x="1660023" y="583610"/>
                </a:lnTo>
                <a:lnTo>
                  <a:pt x="1649545" y="583610"/>
                </a:lnTo>
                <a:lnTo>
                  <a:pt x="1649545" y="625521"/>
                </a:lnTo>
                <a:lnTo>
                  <a:pt x="1660023" y="625521"/>
                </a:lnTo>
                <a:close/>
                <a:moveTo>
                  <a:pt x="1660023" y="698865"/>
                </a:moveTo>
                <a:lnTo>
                  <a:pt x="1660023" y="656954"/>
                </a:lnTo>
                <a:lnTo>
                  <a:pt x="1649545" y="656954"/>
                </a:lnTo>
                <a:lnTo>
                  <a:pt x="1649545" y="698865"/>
                </a:lnTo>
                <a:lnTo>
                  <a:pt x="1660023" y="698865"/>
                </a:lnTo>
                <a:close/>
                <a:moveTo>
                  <a:pt x="1660023" y="772209"/>
                </a:moveTo>
                <a:lnTo>
                  <a:pt x="1660023" y="730298"/>
                </a:lnTo>
                <a:lnTo>
                  <a:pt x="1649545" y="730298"/>
                </a:lnTo>
                <a:lnTo>
                  <a:pt x="1649545" y="772209"/>
                </a:lnTo>
                <a:lnTo>
                  <a:pt x="1660023" y="772209"/>
                </a:lnTo>
                <a:close/>
                <a:moveTo>
                  <a:pt x="1660023" y="845553"/>
                </a:moveTo>
                <a:lnTo>
                  <a:pt x="1660023" y="803643"/>
                </a:lnTo>
                <a:lnTo>
                  <a:pt x="1649545" y="803643"/>
                </a:lnTo>
                <a:lnTo>
                  <a:pt x="1649545" y="845553"/>
                </a:lnTo>
                <a:lnTo>
                  <a:pt x="1660023" y="845553"/>
                </a:lnTo>
                <a:close/>
                <a:moveTo>
                  <a:pt x="1660023" y="918898"/>
                </a:moveTo>
                <a:lnTo>
                  <a:pt x="1660023" y="876987"/>
                </a:lnTo>
                <a:lnTo>
                  <a:pt x="1649545" y="876987"/>
                </a:lnTo>
                <a:lnTo>
                  <a:pt x="1649545" y="918898"/>
                </a:lnTo>
                <a:lnTo>
                  <a:pt x="1660023" y="918898"/>
                </a:lnTo>
                <a:close/>
                <a:moveTo>
                  <a:pt x="1649545" y="992242"/>
                </a:moveTo>
                <a:lnTo>
                  <a:pt x="1660023" y="992242"/>
                </a:lnTo>
                <a:lnTo>
                  <a:pt x="1660023" y="950331"/>
                </a:lnTo>
                <a:lnTo>
                  <a:pt x="1649545" y="950331"/>
                </a:lnTo>
                <a:lnTo>
                  <a:pt x="1649545" y="992242"/>
                </a:lnTo>
                <a:close/>
                <a:moveTo>
                  <a:pt x="1660023" y="1065586"/>
                </a:moveTo>
                <a:lnTo>
                  <a:pt x="1660023" y="1023675"/>
                </a:lnTo>
                <a:lnTo>
                  <a:pt x="1649545" y="1023675"/>
                </a:lnTo>
                <a:lnTo>
                  <a:pt x="1649545" y="1065586"/>
                </a:lnTo>
                <a:lnTo>
                  <a:pt x="1660023" y="1065586"/>
                </a:lnTo>
                <a:close/>
                <a:moveTo>
                  <a:pt x="1660023" y="1212274"/>
                </a:moveTo>
                <a:lnTo>
                  <a:pt x="1660023" y="1170363"/>
                </a:lnTo>
                <a:lnTo>
                  <a:pt x="1649545" y="1170363"/>
                </a:lnTo>
                <a:lnTo>
                  <a:pt x="1649545" y="1212274"/>
                </a:lnTo>
                <a:lnTo>
                  <a:pt x="1660023" y="1212274"/>
                </a:lnTo>
                <a:close/>
                <a:moveTo>
                  <a:pt x="1660023" y="1285618"/>
                </a:moveTo>
                <a:lnTo>
                  <a:pt x="1660023" y="1243708"/>
                </a:lnTo>
                <a:lnTo>
                  <a:pt x="1649545" y="1243708"/>
                </a:lnTo>
                <a:lnTo>
                  <a:pt x="1649545" y="1285618"/>
                </a:lnTo>
                <a:lnTo>
                  <a:pt x="1660023" y="1285618"/>
                </a:lnTo>
                <a:close/>
                <a:moveTo>
                  <a:pt x="1660023" y="1358963"/>
                </a:moveTo>
                <a:lnTo>
                  <a:pt x="1660023" y="1317052"/>
                </a:lnTo>
                <a:lnTo>
                  <a:pt x="1649545" y="1317052"/>
                </a:lnTo>
                <a:lnTo>
                  <a:pt x="1649545" y="1358963"/>
                </a:lnTo>
                <a:lnTo>
                  <a:pt x="1660023" y="1358963"/>
                </a:lnTo>
                <a:close/>
                <a:moveTo>
                  <a:pt x="1660023" y="1432307"/>
                </a:moveTo>
                <a:lnTo>
                  <a:pt x="1660023" y="1390396"/>
                </a:lnTo>
                <a:lnTo>
                  <a:pt x="1649545" y="1390396"/>
                </a:lnTo>
                <a:lnTo>
                  <a:pt x="1649545" y="1432307"/>
                </a:lnTo>
                <a:lnTo>
                  <a:pt x="1660023" y="1432307"/>
                </a:lnTo>
                <a:close/>
                <a:moveTo>
                  <a:pt x="1660023" y="1578995"/>
                </a:moveTo>
                <a:lnTo>
                  <a:pt x="1660023" y="1537084"/>
                </a:lnTo>
                <a:lnTo>
                  <a:pt x="1649545" y="1537084"/>
                </a:lnTo>
                <a:lnTo>
                  <a:pt x="1649545" y="1578995"/>
                </a:lnTo>
                <a:lnTo>
                  <a:pt x="1660023" y="1578995"/>
                </a:lnTo>
                <a:close/>
                <a:moveTo>
                  <a:pt x="1649545" y="1652339"/>
                </a:moveTo>
                <a:lnTo>
                  <a:pt x="1660023" y="1652339"/>
                </a:lnTo>
                <a:lnTo>
                  <a:pt x="1660023" y="1610428"/>
                </a:lnTo>
                <a:lnTo>
                  <a:pt x="1649545" y="1610428"/>
                </a:lnTo>
                <a:lnTo>
                  <a:pt x="1649545" y="1652339"/>
                </a:lnTo>
                <a:close/>
                <a:moveTo>
                  <a:pt x="1660023" y="1725683"/>
                </a:moveTo>
                <a:lnTo>
                  <a:pt x="1660023" y="1683773"/>
                </a:lnTo>
                <a:lnTo>
                  <a:pt x="1649545" y="1683773"/>
                </a:lnTo>
                <a:lnTo>
                  <a:pt x="1649545" y="1725683"/>
                </a:lnTo>
                <a:lnTo>
                  <a:pt x="1660023" y="1725683"/>
                </a:lnTo>
                <a:close/>
                <a:moveTo>
                  <a:pt x="1660023" y="1799028"/>
                </a:moveTo>
                <a:lnTo>
                  <a:pt x="1660023" y="1757117"/>
                </a:lnTo>
                <a:lnTo>
                  <a:pt x="1649545" y="1757117"/>
                </a:lnTo>
                <a:lnTo>
                  <a:pt x="1649545" y="1799028"/>
                </a:lnTo>
                <a:lnTo>
                  <a:pt x="1660023" y="1799028"/>
                </a:lnTo>
                <a:close/>
                <a:moveTo>
                  <a:pt x="1660023" y="1945716"/>
                </a:moveTo>
                <a:lnTo>
                  <a:pt x="1660023" y="1903805"/>
                </a:lnTo>
                <a:lnTo>
                  <a:pt x="1649545" y="1903805"/>
                </a:lnTo>
                <a:lnTo>
                  <a:pt x="1649545" y="1945716"/>
                </a:lnTo>
                <a:lnTo>
                  <a:pt x="1660023" y="1945716"/>
                </a:lnTo>
                <a:close/>
                <a:moveTo>
                  <a:pt x="1660023" y="2019060"/>
                </a:moveTo>
                <a:lnTo>
                  <a:pt x="1660023" y="1977149"/>
                </a:lnTo>
                <a:lnTo>
                  <a:pt x="1649545" y="1977149"/>
                </a:lnTo>
                <a:lnTo>
                  <a:pt x="1649545" y="2019060"/>
                </a:lnTo>
                <a:lnTo>
                  <a:pt x="1660023" y="2019060"/>
                </a:lnTo>
                <a:close/>
                <a:moveTo>
                  <a:pt x="1660023" y="2092404"/>
                </a:moveTo>
                <a:lnTo>
                  <a:pt x="1660023" y="2050493"/>
                </a:lnTo>
                <a:lnTo>
                  <a:pt x="1649545" y="2050493"/>
                </a:lnTo>
                <a:lnTo>
                  <a:pt x="1649545" y="2092404"/>
                </a:lnTo>
                <a:lnTo>
                  <a:pt x="1660023" y="2092404"/>
                </a:lnTo>
                <a:close/>
                <a:moveTo>
                  <a:pt x="1660023" y="2165748"/>
                </a:moveTo>
                <a:lnTo>
                  <a:pt x="1660023" y="2123838"/>
                </a:lnTo>
                <a:lnTo>
                  <a:pt x="1649545" y="2123838"/>
                </a:lnTo>
                <a:lnTo>
                  <a:pt x="1649545" y="2165748"/>
                </a:lnTo>
                <a:lnTo>
                  <a:pt x="1660023" y="216574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9" name="Text CurrentOptimizedCode">
            <a:extLst xmlns:a="http://schemas.openxmlformats.org/drawingml/2006/main">
              <a:ext uri="{FF2B5EF4-FFF2-40B4-BE49-F238E27FC236}">
                <a16:creationId xmlns:a16="http://schemas.microsoft.com/office/drawing/2014/main" id="{1E0530FB-006D-4584-A4DD-489A3912A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4467" y="2780596"/>
            <a:ext cx="1492171" cy="129931"/>
          </a:xfrm>
          <a:custGeom xmlns:a="http://schemas.openxmlformats.org/drawingml/2006/main">
            <a:pathLst>
              <a:path w="1492171" h="129931">
                <a:moveTo>
                  <a:pt x="75360" y="66744"/>
                </a:moveTo>
                <a:lnTo>
                  <a:pt x="88627" y="70095"/>
                </a:lnTo>
                <a:cubicBezTo>
                  <a:pt x="85846" y="81013"/>
                  <a:pt x="80842" y="89339"/>
                  <a:pt x="73616" y="95072"/>
                </a:cubicBezTo>
                <a:cubicBezTo>
                  <a:pt x="66390" y="100805"/>
                  <a:pt x="57557" y="103672"/>
                  <a:pt x="47117" y="103672"/>
                </a:cubicBezTo>
                <a:cubicBezTo>
                  <a:pt x="36312" y="103672"/>
                  <a:pt x="27525" y="101472"/>
                  <a:pt x="20755" y="97072"/>
                </a:cubicBezTo>
                <a:cubicBezTo>
                  <a:pt x="13985" y="92673"/>
                  <a:pt x="8833" y="86302"/>
                  <a:pt x="5300" y="77959"/>
                </a:cubicBezTo>
                <a:cubicBezTo>
                  <a:pt x="1767" y="69616"/>
                  <a:pt x="0" y="60657"/>
                  <a:pt x="0" y="51084"/>
                </a:cubicBezTo>
                <a:cubicBezTo>
                  <a:pt x="0" y="40643"/>
                  <a:pt x="1995" y="31537"/>
                  <a:pt x="5984" y="23764"/>
                </a:cubicBezTo>
                <a:cubicBezTo>
                  <a:pt x="9973" y="15991"/>
                  <a:pt x="15649" y="10087"/>
                  <a:pt x="23012" y="6052"/>
                </a:cubicBezTo>
                <a:cubicBezTo>
                  <a:pt x="30374" y="2017"/>
                  <a:pt x="38478" y="0"/>
                  <a:pt x="47322" y="0"/>
                </a:cubicBezTo>
                <a:cubicBezTo>
                  <a:pt x="57352" y="0"/>
                  <a:pt x="65786" y="2553"/>
                  <a:pt x="72625" y="7659"/>
                </a:cubicBezTo>
                <a:cubicBezTo>
                  <a:pt x="79463" y="12765"/>
                  <a:pt x="84227" y="19946"/>
                  <a:pt x="86917" y="29200"/>
                </a:cubicBezTo>
                <a:lnTo>
                  <a:pt x="73856" y="32278"/>
                </a:lnTo>
                <a:cubicBezTo>
                  <a:pt x="71531" y="24959"/>
                  <a:pt x="68157" y="19631"/>
                  <a:pt x="63735" y="16293"/>
                </a:cubicBezTo>
                <a:cubicBezTo>
                  <a:pt x="59313" y="12953"/>
                  <a:pt x="53751" y="11284"/>
                  <a:pt x="47049" y="11284"/>
                </a:cubicBezTo>
                <a:cubicBezTo>
                  <a:pt x="39344" y="11284"/>
                  <a:pt x="32905" y="13133"/>
                  <a:pt x="27730" y="16833"/>
                </a:cubicBezTo>
                <a:cubicBezTo>
                  <a:pt x="22556" y="20532"/>
                  <a:pt x="18920" y="25498"/>
                  <a:pt x="16823" y="31733"/>
                </a:cubicBezTo>
                <a:cubicBezTo>
                  <a:pt x="14726" y="37966"/>
                  <a:pt x="13677" y="44393"/>
                  <a:pt x="13677" y="51013"/>
                </a:cubicBezTo>
                <a:cubicBezTo>
                  <a:pt x="13677" y="59553"/>
                  <a:pt x="14919" y="67008"/>
                  <a:pt x="17404" y="73379"/>
                </a:cubicBezTo>
                <a:cubicBezTo>
                  <a:pt x="19889" y="79750"/>
                  <a:pt x="23752" y="84512"/>
                  <a:pt x="28995" y="87663"/>
                </a:cubicBezTo>
                <a:cubicBezTo>
                  <a:pt x="34238" y="90813"/>
                  <a:pt x="39914" y="92388"/>
                  <a:pt x="46023" y="92388"/>
                </a:cubicBezTo>
                <a:cubicBezTo>
                  <a:pt x="53454" y="92388"/>
                  <a:pt x="59746" y="90234"/>
                  <a:pt x="64897" y="85926"/>
                </a:cubicBezTo>
                <a:cubicBezTo>
                  <a:pt x="70049" y="81617"/>
                  <a:pt x="73537" y="75223"/>
                  <a:pt x="75360" y="66744"/>
                </a:cubicBezTo>
                <a:close/>
                <a:moveTo>
                  <a:pt x="150788" y="102030"/>
                </a:moveTo>
                <a:lnTo>
                  <a:pt x="150788" y="91362"/>
                </a:lnTo>
                <a:cubicBezTo>
                  <a:pt x="145135" y="99569"/>
                  <a:pt x="137453" y="103672"/>
                  <a:pt x="127742" y="103672"/>
                </a:cubicBezTo>
                <a:cubicBezTo>
                  <a:pt x="123457" y="103672"/>
                  <a:pt x="119456" y="102851"/>
                  <a:pt x="115741" y="101210"/>
                </a:cubicBezTo>
                <a:cubicBezTo>
                  <a:pt x="112025" y="99569"/>
                  <a:pt x="109267" y="97506"/>
                  <a:pt x="107466" y="95021"/>
                </a:cubicBezTo>
                <a:cubicBezTo>
                  <a:pt x="105665" y="92536"/>
                  <a:pt x="104400" y="89493"/>
                  <a:pt x="103671" y="85892"/>
                </a:cubicBezTo>
                <a:cubicBezTo>
                  <a:pt x="103169" y="83475"/>
                  <a:pt x="102919" y="79646"/>
                  <a:pt x="102919" y="74403"/>
                </a:cubicBezTo>
                <a:lnTo>
                  <a:pt x="102919" y="29406"/>
                </a:lnTo>
                <a:lnTo>
                  <a:pt x="115228" y="29406"/>
                </a:lnTo>
                <a:lnTo>
                  <a:pt x="115228" y="69684"/>
                </a:lnTo>
                <a:cubicBezTo>
                  <a:pt x="115228" y="76112"/>
                  <a:pt x="115479" y="80444"/>
                  <a:pt x="115980" y="82677"/>
                </a:cubicBezTo>
                <a:cubicBezTo>
                  <a:pt x="116755" y="85914"/>
                  <a:pt x="118396" y="88456"/>
                  <a:pt x="120904" y="90302"/>
                </a:cubicBezTo>
                <a:cubicBezTo>
                  <a:pt x="123411" y="92149"/>
                  <a:pt x="126511" y="93072"/>
                  <a:pt x="130204" y="93072"/>
                </a:cubicBezTo>
                <a:cubicBezTo>
                  <a:pt x="133897" y="93072"/>
                  <a:pt x="137362" y="92126"/>
                  <a:pt x="140599" y="90234"/>
                </a:cubicBezTo>
                <a:cubicBezTo>
                  <a:pt x="143836" y="88342"/>
                  <a:pt x="146127" y="85766"/>
                  <a:pt x="147471" y="82506"/>
                </a:cubicBezTo>
                <a:cubicBezTo>
                  <a:pt x="148816" y="79247"/>
                  <a:pt x="149489" y="74517"/>
                  <a:pt x="149489" y="68317"/>
                </a:cubicBezTo>
                <a:lnTo>
                  <a:pt x="149489" y="29406"/>
                </a:lnTo>
                <a:lnTo>
                  <a:pt x="161798" y="29406"/>
                </a:lnTo>
                <a:lnTo>
                  <a:pt x="161798" y="102030"/>
                </a:lnTo>
                <a:lnTo>
                  <a:pt x="150788" y="102030"/>
                </a:lnTo>
                <a:close/>
                <a:moveTo>
                  <a:pt x="180591" y="102030"/>
                </a:moveTo>
                <a:lnTo>
                  <a:pt x="180591" y="29406"/>
                </a:lnTo>
                <a:lnTo>
                  <a:pt x="191669" y="29406"/>
                </a:lnTo>
                <a:lnTo>
                  <a:pt x="191669" y="40347"/>
                </a:lnTo>
                <a:cubicBezTo>
                  <a:pt x="194496" y="35224"/>
                  <a:pt x="197106" y="31846"/>
                  <a:pt x="199499" y="30213"/>
                </a:cubicBezTo>
                <a:cubicBezTo>
                  <a:pt x="201893" y="28581"/>
                  <a:pt x="204526" y="27764"/>
                  <a:pt x="207398" y="27764"/>
                </a:cubicBezTo>
                <a:cubicBezTo>
                  <a:pt x="211546" y="27764"/>
                  <a:pt x="215763" y="29081"/>
                  <a:pt x="220049" y="31714"/>
                </a:cubicBezTo>
                <a:lnTo>
                  <a:pt x="215809" y="43083"/>
                </a:lnTo>
                <a:cubicBezTo>
                  <a:pt x="212800" y="41305"/>
                  <a:pt x="209791" y="40416"/>
                  <a:pt x="206782" y="40416"/>
                </a:cubicBezTo>
                <a:cubicBezTo>
                  <a:pt x="204092" y="40416"/>
                  <a:pt x="201676" y="41226"/>
                  <a:pt x="199533" y="42847"/>
                </a:cubicBezTo>
                <a:cubicBezTo>
                  <a:pt x="197391" y="44467"/>
                  <a:pt x="195863" y="46715"/>
                  <a:pt x="194952" y="49590"/>
                </a:cubicBezTo>
                <a:cubicBezTo>
                  <a:pt x="193584" y="53971"/>
                  <a:pt x="192900" y="58763"/>
                  <a:pt x="192900" y="63966"/>
                </a:cubicBezTo>
                <a:lnTo>
                  <a:pt x="192900" y="102030"/>
                </a:lnTo>
                <a:lnTo>
                  <a:pt x="180591" y="102030"/>
                </a:lnTo>
                <a:close/>
                <a:moveTo>
                  <a:pt x="227042" y="102030"/>
                </a:moveTo>
                <a:lnTo>
                  <a:pt x="227042" y="29406"/>
                </a:lnTo>
                <a:lnTo>
                  <a:pt x="238120" y="29406"/>
                </a:lnTo>
                <a:lnTo>
                  <a:pt x="238120" y="40347"/>
                </a:lnTo>
                <a:cubicBezTo>
                  <a:pt x="240947" y="35224"/>
                  <a:pt x="243557" y="31846"/>
                  <a:pt x="245950" y="30213"/>
                </a:cubicBezTo>
                <a:cubicBezTo>
                  <a:pt x="248344" y="28581"/>
                  <a:pt x="250977" y="27764"/>
                  <a:pt x="253849" y="27764"/>
                </a:cubicBezTo>
                <a:cubicBezTo>
                  <a:pt x="257998" y="27764"/>
                  <a:pt x="262215" y="29081"/>
                  <a:pt x="266500" y="31714"/>
                </a:cubicBezTo>
                <a:lnTo>
                  <a:pt x="262260" y="43083"/>
                </a:lnTo>
                <a:cubicBezTo>
                  <a:pt x="259251" y="41305"/>
                  <a:pt x="256242" y="40416"/>
                  <a:pt x="253233" y="40416"/>
                </a:cubicBezTo>
                <a:cubicBezTo>
                  <a:pt x="250544" y="40416"/>
                  <a:pt x="248127" y="41226"/>
                  <a:pt x="245985" y="42847"/>
                </a:cubicBezTo>
                <a:cubicBezTo>
                  <a:pt x="243842" y="44467"/>
                  <a:pt x="242315" y="46715"/>
                  <a:pt x="241403" y="49590"/>
                </a:cubicBezTo>
                <a:cubicBezTo>
                  <a:pt x="240035" y="53971"/>
                  <a:pt x="239351" y="58763"/>
                  <a:pt x="239351" y="63966"/>
                </a:cubicBezTo>
                <a:lnTo>
                  <a:pt x="239351" y="102030"/>
                </a:lnTo>
                <a:lnTo>
                  <a:pt x="227042" y="102030"/>
                </a:lnTo>
                <a:close/>
                <a:moveTo>
                  <a:pt x="323346" y="78643"/>
                </a:moveTo>
                <a:lnTo>
                  <a:pt x="336066" y="80216"/>
                </a:lnTo>
                <a:cubicBezTo>
                  <a:pt x="334060" y="87647"/>
                  <a:pt x="330344" y="93414"/>
                  <a:pt x="324919" y="97517"/>
                </a:cubicBezTo>
                <a:cubicBezTo>
                  <a:pt x="319494" y="101620"/>
                  <a:pt x="312564" y="103672"/>
                  <a:pt x="304130" y="103672"/>
                </a:cubicBezTo>
                <a:cubicBezTo>
                  <a:pt x="293507" y="103672"/>
                  <a:pt x="285085" y="100401"/>
                  <a:pt x="278861" y="93858"/>
                </a:cubicBezTo>
                <a:cubicBezTo>
                  <a:pt x="272638" y="87316"/>
                  <a:pt x="269527" y="78141"/>
                  <a:pt x="269527" y="66333"/>
                </a:cubicBezTo>
                <a:cubicBezTo>
                  <a:pt x="269527" y="54115"/>
                  <a:pt x="272673" y="44633"/>
                  <a:pt x="278964" y="37885"/>
                </a:cubicBezTo>
                <a:cubicBezTo>
                  <a:pt x="285255" y="31138"/>
                  <a:pt x="293416" y="27764"/>
                  <a:pt x="303446" y="27764"/>
                </a:cubicBezTo>
                <a:cubicBezTo>
                  <a:pt x="313157" y="27764"/>
                  <a:pt x="321089" y="31065"/>
                  <a:pt x="327244" y="37665"/>
                </a:cubicBezTo>
                <a:cubicBezTo>
                  <a:pt x="333398" y="44264"/>
                  <a:pt x="336476" y="53549"/>
                  <a:pt x="336476" y="65519"/>
                </a:cubicBezTo>
                <a:cubicBezTo>
                  <a:pt x="336476" y="66247"/>
                  <a:pt x="336453" y="67339"/>
                  <a:pt x="336407" y="68795"/>
                </a:cubicBezTo>
                <a:lnTo>
                  <a:pt x="282247" y="68795"/>
                </a:lnTo>
                <a:cubicBezTo>
                  <a:pt x="282702" y="76751"/>
                  <a:pt x="284959" y="82843"/>
                  <a:pt x="289017" y="87071"/>
                </a:cubicBezTo>
                <a:cubicBezTo>
                  <a:pt x="293074" y="91300"/>
                  <a:pt x="298135" y="93414"/>
                  <a:pt x="304198" y="93414"/>
                </a:cubicBezTo>
                <a:cubicBezTo>
                  <a:pt x="308712" y="93414"/>
                  <a:pt x="312564" y="92240"/>
                  <a:pt x="315755" y="89892"/>
                </a:cubicBezTo>
                <a:cubicBezTo>
                  <a:pt x="318946" y="87543"/>
                  <a:pt x="321477" y="83793"/>
                  <a:pt x="323346" y="78643"/>
                </a:cubicBezTo>
                <a:moveTo>
                  <a:pt x="282930" y="58538"/>
                </a:moveTo>
                <a:lnTo>
                  <a:pt x="323483" y="58538"/>
                </a:lnTo>
                <a:cubicBezTo>
                  <a:pt x="322936" y="52528"/>
                  <a:pt x="321386" y="48021"/>
                  <a:pt x="318832" y="45017"/>
                </a:cubicBezTo>
                <a:cubicBezTo>
                  <a:pt x="314912" y="40354"/>
                  <a:pt x="309828" y="38022"/>
                  <a:pt x="303583" y="38022"/>
                </a:cubicBezTo>
                <a:cubicBezTo>
                  <a:pt x="297929" y="38022"/>
                  <a:pt x="293177" y="39883"/>
                  <a:pt x="289324" y="43606"/>
                </a:cubicBezTo>
                <a:cubicBezTo>
                  <a:pt x="285472" y="47327"/>
                  <a:pt x="283341" y="52305"/>
                  <a:pt x="282930" y="58538"/>
                </a:cubicBezTo>
                <a:close/>
                <a:moveTo>
                  <a:pt x="351165" y="102030"/>
                </a:moveTo>
                <a:lnTo>
                  <a:pt x="351165" y="29406"/>
                </a:lnTo>
                <a:lnTo>
                  <a:pt x="362244" y="29406"/>
                </a:lnTo>
                <a:lnTo>
                  <a:pt x="362244" y="39663"/>
                </a:lnTo>
                <a:cubicBezTo>
                  <a:pt x="367578" y="31731"/>
                  <a:pt x="375283" y="27764"/>
                  <a:pt x="385358" y="27764"/>
                </a:cubicBezTo>
                <a:cubicBezTo>
                  <a:pt x="389735" y="27764"/>
                  <a:pt x="393758" y="28551"/>
                  <a:pt x="397428" y="30124"/>
                </a:cubicBezTo>
                <a:cubicBezTo>
                  <a:pt x="401098" y="31696"/>
                  <a:pt x="403845" y="33759"/>
                  <a:pt x="405668" y="36312"/>
                </a:cubicBezTo>
                <a:cubicBezTo>
                  <a:pt x="407492" y="38865"/>
                  <a:pt x="408768" y="41897"/>
                  <a:pt x="409498" y="45408"/>
                </a:cubicBezTo>
                <a:cubicBezTo>
                  <a:pt x="409954" y="47687"/>
                  <a:pt x="410182" y="51676"/>
                  <a:pt x="410182" y="57375"/>
                </a:cubicBezTo>
                <a:lnTo>
                  <a:pt x="410182" y="102030"/>
                </a:lnTo>
                <a:lnTo>
                  <a:pt x="397872" y="102030"/>
                </a:lnTo>
                <a:lnTo>
                  <a:pt x="397872" y="57807"/>
                </a:lnTo>
                <a:cubicBezTo>
                  <a:pt x="397872" y="52786"/>
                  <a:pt x="397394" y="49032"/>
                  <a:pt x="396436" y="46545"/>
                </a:cubicBezTo>
                <a:cubicBezTo>
                  <a:pt x="395479" y="44057"/>
                  <a:pt x="393781" y="42072"/>
                  <a:pt x="391342" y="40589"/>
                </a:cubicBezTo>
                <a:cubicBezTo>
                  <a:pt x="388903" y="39106"/>
                  <a:pt x="386042" y="38364"/>
                  <a:pt x="382759" y="38364"/>
                </a:cubicBezTo>
                <a:cubicBezTo>
                  <a:pt x="377516" y="38364"/>
                  <a:pt x="372992" y="40030"/>
                  <a:pt x="369185" y="43362"/>
                </a:cubicBezTo>
                <a:cubicBezTo>
                  <a:pt x="365378" y="46693"/>
                  <a:pt x="363475" y="53014"/>
                  <a:pt x="363475" y="62324"/>
                </a:cubicBezTo>
                <a:lnTo>
                  <a:pt x="363475" y="102030"/>
                </a:lnTo>
                <a:lnTo>
                  <a:pt x="351165" y="102030"/>
                </a:lnTo>
                <a:close/>
                <a:moveTo>
                  <a:pt x="455576" y="91157"/>
                </a:moveTo>
                <a:lnTo>
                  <a:pt x="457354" y="102030"/>
                </a:lnTo>
                <a:cubicBezTo>
                  <a:pt x="453889" y="102669"/>
                  <a:pt x="450789" y="102988"/>
                  <a:pt x="448054" y="102988"/>
                </a:cubicBezTo>
                <a:cubicBezTo>
                  <a:pt x="443586" y="102988"/>
                  <a:pt x="440121" y="102281"/>
                  <a:pt x="437659" y="100868"/>
                </a:cubicBezTo>
                <a:cubicBezTo>
                  <a:pt x="435197" y="99455"/>
                  <a:pt x="433465" y="97597"/>
                  <a:pt x="432462" y="95294"/>
                </a:cubicBezTo>
                <a:cubicBezTo>
                  <a:pt x="431459" y="92992"/>
                  <a:pt x="430957" y="88148"/>
                  <a:pt x="430957" y="80763"/>
                </a:cubicBezTo>
                <a:lnTo>
                  <a:pt x="430957" y="38979"/>
                </a:lnTo>
                <a:lnTo>
                  <a:pt x="421930" y="38979"/>
                </a:lnTo>
                <a:lnTo>
                  <a:pt x="421930" y="29406"/>
                </a:lnTo>
                <a:lnTo>
                  <a:pt x="430957" y="29406"/>
                </a:lnTo>
                <a:lnTo>
                  <a:pt x="430957" y="11371"/>
                </a:lnTo>
                <a:lnTo>
                  <a:pt x="443198" y="3966"/>
                </a:lnTo>
                <a:lnTo>
                  <a:pt x="443198" y="29406"/>
                </a:lnTo>
                <a:lnTo>
                  <a:pt x="455576" y="29406"/>
                </a:lnTo>
                <a:lnTo>
                  <a:pt x="455576" y="38979"/>
                </a:lnTo>
                <a:lnTo>
                  <a:pt x="443198" y="38979"/>
                </a:lnTo>
                <a:lnTo>
                  <a:pt x="443198" y="81447"/>
                </a:lnTo>
                <a:cubicBezTo>
                  <a:pt x="443198" y="84957"/>
                  <a:pt x="443415" y="87214"/>
                  <a:pt x="443848" y="88217"/>
                </a:cubicBezTo>
                <a:cubicBezTo>
                  <a:pt x="444281" y="89220"/>
                  <a:pt x="444988" y="90017"/>
                  <a:pt x="445968" y="90610"/>
                </a:cubicBezTo>
                <a:cubicBezTo>
                  <a:pt x="446948" y="91203"/>
                  <a:pt x="448350" y="91499"/>
                  <a:pt x="450173" y="91499"/>
                </a:cubicBezTo>
                <a:cubicBezTo>
                  <a:pt x="451541" y="91499"/>
                  <a:pt x="453342" y="91385"/>
                  <a:pt x="455576" y="91157"/>
                </a:cubicBezTo>
                <a:close/>
                <a:moveTo>
                  <a:pt x="503774" y="53169"/>
                </a:moveTo>
                <a:cubicBezTo>
                  <a:pt x="503774" y="36539"/>
                  <a:pt x="508242" y="23520"/>
                  <a:pt x="517178" y="14113"/>
                </a:cubicBezTo>
                <a:cubicBezTo>
                  <a:pt x="526113" y="4704"/>
                  <a:pt x="537647" y="0"/>
                  <a:pt x="551780" y="0"/>
                </a:cubicBezTo>
                <a:cubicBezTo>
                  <a:pt x="561035" y="0"/>
                  <a:pt x="569378" y="2210"/>
                  <a:pt x="576809" y="6629"/>
                </a:cubicBezTo>
                <a:cubicBezTo>
                  <a:pt x="584240" y="11048"/>
                  <a:pt x="589905" y="17211"/>
                  <a:pt x="593803" y="25117"/>
                </a:cubicBezTo>
                <a:cubicBezTo>
                  <a:pt x="597701" y="33021"/>
                  <a:pt x="599650" y="41984"/>
                  <a:pt x="599650" y="52007"/>
                </a:cubicBezTo>
                <a:cubicBezTo>
                  <a:pt x="599650" y="62166"/>
                  <a:pt x="597598" y="71256"/>
                  <a:pt x="593495" y="79275"/>
                </a:cubicBezTo>
                <a:cubicBezTo>
                  <a:pt x="589392" y="87293"/>
                  <a:pt x="583579" y="93364"/>
                  <a:pt x="576057" y="97487"/>
                </a:cubicBezTo>
                <a:cubicBezTo>
                  <a:pt x="568535" y="101610"/>
                  <a:pt x="560420" y="103672"/>
                  <a:pt x="551712" y="103672"/>
                </a:cubicBezTo>
                <a:cubicBezTo>
                  <a:pt x="542275" y="103672"/>
                  <a:pt x="533841" y="101394"/>
                  <a:pt x="526410" y="96837"/>
                </a:cubicBezTo>
                <a:cubicBezTo>
                  <a:pt x="518978" y="92281"/>
                  <a:pt x="513348" y="86062"/>
                  <a:pt x="509518" y="78181"/>
                </a:cubicBezTo>
                <a:cubicBezTo>
                  <a:pt x="505689" y="70300"/>
                  <a:pt x="503774" y="61962"/>
                  <a:pt x="503774" y="53169"/>
                </a:cubicBezTo>
                <a:moveTo>
                  <a:pt x="517451" y="53342"/>
                </a:moveTo>
                <a:cubicBezTo>
                  <a:pt x="517451" y="65445"/>
                  <a:pt x="520699" y="74978"/>
                  <a:pt x="527196" y="81942"/>
                </a:cubicBezTo>
                <a:cubicBezTo>
                  <a:pt x="533693" y="88906"/>
                  <a:pt x="541842" y="92388"/>
                  <a:pt x="551644" y="92388"/>
                </a:cubicBezTo>
                <a:cubicBezTo>
                  <a:pt x="561628" y="92388"/>
                  <a:pt x="569845" y="88872"/>
                  <a:pt x="576296" y="81840"/>
                </a:cubicBezTo>
                <a:cubicBezTo>
                  <a:pt x="582747" y="74806"/>
                  <a:pt x="585973" y="64828"/>
                  <a:pt x="585973" y="51904"/>
                </a:cubicBezTo>
                <a:cubicBezTo>
                  <a:pt x="585973" y="43729"/>
                  <a:pt x="584594" y="36594"/>
                  <a:pt x="581836" y="30498"/>
                </a:cubicBezTo>
                <a:cubicBezTo>
                  <a:pt x="579077" y="24401"/>
                  <a:pt x="575043" y="19675"/>
                  <a:pt x="569731" y="16318"/>
                </a:cubicBezTo>
                <a:cubicBezTo>
                  <a:pt x="564420" y="12962"/>
                  <a:pt x="558459" y="11284"/>
                  <a:pt x="551849" y="11284"/>
                </a:cubicBezTo>
                <a:cubicBezTo>
                  <a:pt x="542457" y="11284"/>
                  <a:pt x="534376" y="14515"/>
                  <a:pt x="527606" y="20977"/>
                </a:cubicBezTo>
                <a:cubicBezTo>
                  <a:pt x="520836" y="27438"/>
                  <a:pt x="517451" y="38226"/>
                  <a:pt x="517451" y="53342"/>
                </a:cubicBezTo>
                <a:close/>
                <a:moveTo>
                  <a:pt x="614855" y="129931"/>
                </a:moveTo>
                <a:lnTo>
                  <a:pt x="614855" y="29406"/>
                </a:lnTo>
                <a:lnTo>
                  <a:pt x="626070" y="29406"/>
                </a:lnTo>
                <a:lnTo>
                  <a:pt x="626070" y="38774"/>
                </a:lnTo>
                <a:cubicBezTo>
                  <a:pt x="628715" y="35104"/>
                  <a:pt x="631701" y="32352"/>
                  <a:pt x="635029" y="30517"/>
                </a:cubicBezTo>
                <a:cubicBezTo>
                  <a:pt x="638357" y="28682"/>
                  <a:pt x="642392" y="27764"/>
                  <a:pt x="647133" y="27764"/>
                </a:cubicBezTo>
                <a:cubicBezTo>
                  <a:pt x="653333" y="27764"/>
                  <a:pt x="658804" y="29360"/>
                  <a:pt x="663545" y="32551"/>
                </a:cubicBezTo>
                <a:cubicBezTo>
                  <a:pt x="668287" y="35743"/>
                  <a:pt x="671866" y="40245"/>
                  <a:pt x="674282" y="46057"/>
                </a:cubicBezTo>
                <a:cubicBezTo>
                  <a:pt x="676698" y="51870"/>
                  <a:pt x="677906" y="58241"/>
                  <a:pt x="677906" y="65171"/>
                </a:cubicBezTo>
                <a:cubicBezTo>
                  <a:pt x="677906" y="72602"/>
                  <a:pt x="676573" y="79292"/>
                  <a:pt x="673906" y="85242"/>
                </a:cubicBezTo>
                <a:cubicBezTo>
                  <a:pt x="671239" y="91191"/>
                  <a:pt x="667364" y="95750"/>
                  <a:pt x="662280" y="98919"/>
                </a:cubicBezTo>
                <a:cubicBezTo>
                  <a:pt x="657197" y="102087"/>
                  <a:pt x="651852" y="103672"/>
                  <a:pt x="646244" y="103672"/>
                </a:cubicBezTo>
                <a:cubicBezTo>
                  <a:pt x="642141" y="103672"/>
                  <a:pt x="638459" y="102794"/>
                  <a:pt x="635200" y="101039"/>
                </a:cubicBezTo>
                <a:cubicBezTo>
                  <a:pt x="631940" y="99282"/>
                  <a:pt x="629262" y="97064"/>
                  <a:pt x="627165" y="94384"/>
                </a:cubicBezTo>
                <a:lnTo>
                  <a:pt x="627165" y="129931"/>
                </a:lnTo>
                <a:lnTo>
                  <a:pt x="614855" y="129931"/>
                </a:lnTo>
                <a:moveTo>
                  <a:pt x="626002" y="66026"/>
                </a:moveTo>
                <a:cubicBezTo>
                  <a:pt x="626002" y="75360"/>
                  <a:pt x="627894" y="82259"/>
                  <a:pt x="631678" y="86721"/>
                </a:cubicBezTo>
                <a:cubicBezTo>
                  <a:pt x="635462" y="91183"/>
                  <a:pt x="640044" y="93414"/>
                  <a:pt x="645423" y="93414"/>
                </a:cubicBezTo>
                <a:cubicBezTo>
                  <a:pt x="650894" y="93414"/>
                  <a:pt x="655579" y="91103"/>
                  <a:pt x="659476" y="86481"/>
                </a:cubicBezTo>
                <a:cubicBezTo>
                  <a:pt x="663374" y="81860"/>
                  <a:pt x="665323" y="74699"/>
                  <a:pt x="665323" y="65000"/>
                </a:cubicBezTo>
                <a:cubicBezTo>
                  <a:pt x="665323" y="55757"/>
                  <a:pt x="663420" y="48835"/>
                  <a:pt x="659613" y="44237"/>
                </a:cubicBezTo>
                <a:cubicBezTo>
                  <a:pt x="655806" y="39638"/>
                  <a:pt x="651259" y="37338"/>
                  <a:pt x="645970" y="37338"/>
                </a:cubicBezTo>
                <a:cubicBezTo>
                  <a:pt x="640728" y="37338"/>
                  <a:pt x="636089" y="39786"/>
                  <a:pt x="632054" y="44681"/>
                </a:cubicBezTo>
                <a:cubicBezTo>
                  <a:pt x="628019" y="49576"/>
                  <a:pt x="626002" y="56691"/>
                  <a:pt x="626002" y="66026"/>
                </a:cubicBezTo>
                <a:close/>
                <a:moveTo>
                  <a:pt x="719265" y="91157"/>
                </a:moveTo>
                <a:lnTo>
                  <a:pt x="721043" y="102030"/>
                </a:lnTo>
                <a:cubicBezTo>
                  <a:pt x="717579" y="102669"/>
                  <a:pt x="714478" y="102988"/>
                  <a:pt x="711743" y="102988"/>
                </a:cubicBezTo>
                <a:cubicBezTo>
                  <a:pt x="707275" y="102988"/>
                  <a:pt x="703810" y="102281"/>
                  <a:pt x="701349" y="100868"/>
                </a:cubicBezTo>
                <a:cubicBezTo>
                  <a:pt x="698887" y="99455"/>
                  <a:pt x="697154" y="97597"/>
                  <a:pt x="696151" y="95294"/>
                </a:cubicBezTo>
                <a:cubicBezTo>
                  <a:pt x="695148" y="92992"/>
                  <a:pt x="694647" y="88148"/>
                  <a:pt x="694647" y="80763"/>
                </a:cubicBezTo>
                <a:lnTo>
                  <a:pt x="694647" y="38979"/>
                </a:lnTo>
                <a:lnTo>
                  <a:pt x="685620" y="38979"/>
                </a:lnTo>
                <a:lnTo>
                  <a:pt x="685620" y="29406"/>
                </a:lnTo>
                <a:lnTo>
                  <a:pt x="694647" y="29406"/>
                </a:lnTo>
                <a:lnTo>
                  <a:pt x="694647" y="11371"/>
                </a:lnTo>
                <a:lnTo>
                  <a:pt x="706888" y="3966"/>
                </a:lnTo>
                <a:lnTo>
                  <a:pt x="706888" y="29406"/>
                </a:lnTo>
                <a:lnTo>
                  <a:pt x="719265" y="29406"/>
                </a:lnTo>
                <a:lnTo>
                  <a:pt x="719265" y="38979"/>
                </a:lnTo>
                <a:lnTo>
                  <a:pt x="706888" y="38979"/>
                </a:lnTo>
                <a:lnTo>
                  <a:pt x="706888" y="81447"/>
                </a:lnTo>
                <a:cubicBezTo>
                  <a:pt x="706888" y="84957"/>
                  <a:pt x="707104" y="87214"/>
                  <a:pt x="707537" y="88217"/>
                </a:cubicBezTo>
                <a:cubicBezTo>
                  <a:pt x="707970" y="89220"/>
                  <a:pt x="708677" y="90017"/>
                  <a:pt x="709657" y="90610"/>
                </a:cubicBezTo>
                <a:cubicBezTo>
                  <a:pt x="710637" y="91203"/>
                  <a:pt x="712039" y="91499"/>
                  <a:pt x="713863" y="91499"/>
                </a:cubicBezTo>
                <a:cubicBezTo>
                  <a:pt x="715231" y="91499"/>
                  <a:pt x="717031" y="91385"/>
                  <a:pt x="719265" y="91157"/>
                </a:cubicBezTo>
                <a:close/>
                <a:moveTo>
                  <a:pt x="731226" y="16002"/>
                </a:moveTo>
                <a:lnTo>
                  <a:pt x="731226" y="1778"/>
                </a:lnTo>
                <a:lnTo>
                  <a:pt x="743536" y="1778"/>
                </a:lnTo>
                <a:lnTo>
                  <a:pt x="743536" y="16002"/>
                </a:lnTo>
                <a:lnTo>
                  <a:pt x="731226" y="16002"/>
                </a:lnTo>
                <a:moveTo>
                  <a:pt x="731226" y="102030"/>
                </a:moveTo>
                <a:lnTo>
                  <a:pt x="731226" y="29406"/>
                </a:lnTo>
                <a:lnTo>
                  <a:pt x="743536" y="29406"/>
                </a:lnTo>
                <a:lnTo>
                  <a:pt x="743536" y="102030"/>
                </a:lnTo>
                <a:lnTo>
                  <a:pt x="731226" y="102030"/>
                </a:lnTo>
                <a:close/>
                <a:moveTo>
                  <a:pt x="762242" y="102030"/>
                </a:moveTo>
                <a:lnTo>
                  <a:pt x="762242" y="29406"/>
                </a:lnTo>
                <a:lnTo>
                  <a:pt x="773252" y="29406"/>
                </a:lnTo>
                <a:lnTo>
                  <a:pt x="773252" y="39527"/>
                </a:lnTo>
                <a:cubicBezTo>
                  <a:pt x="775531" y="35990"/>
                  <a:pt x="778563" y="33146"/>
                  <a:pt x="782347" y="30993"/>
                </a:cubicBezTo>
                <a:cubicBezTo>
                  <a:pt x="786131" y="28841"/>
                  <a:pt x="790439" y="27764"/>
                  <a:pt x="795272" y="27764"/>
                </a:cubicBezTo>
                <a:cubicBezTo>
                  <a:pt x="800652" y="27764"/>
                  <a:pt x="805062" y="28876"/>
                  <a:pt x="808504" y="31098"/>
                </a:cubicBezTo>
                <a:cubicBezTo>
                  <a:pt x="811946" y="33319"/>
                  <a:pt x="814374" y="36425"/>
                  <a:pt x="815787" y="40416"/>
                </a:cubicBezTo>
                <a:cubicBezTo>
                  <a:pt x="821532" y="31981"/>
                  <a:pt x="829009" y="27764"/>
                  <a:pt x="838218" y="27764"/>
                </a:cubicBezTo>
                <a:cubicBezTo>
                  <a:pt x="845421" y="27764"/>
                  <a:pt x="850960" y="29759"/>
                  <a:pt x="854835" y="33748"/>
                </a:cubicBezTo>
                <a:cubicBezTo>
                  <a:pt x="858710" y="37737"/>
                  <a:pt x="860648" y="43880"/>
                  <a:pt x="860648" y="52178"/>
                </a:cubicBezTo>
                <a:lnTo>
                  <a:pt x="860648" y="102030"/>
                </a:lnTo>
                <a:lnTo>
                  <a:pt x="848407" y="102030"/>
                </a:lnTo>
                <a:lnTo>
                  <a:pt x="848407" y="56232"/>
                </a:lnTo>
                <a:cubicBezTo>
                  <a:pt x="848407" y="51302"/>
                  <a:pt x="848008" y="47754"/>
                  <a:pt x="847210" y="45587"/>
                </a:cubicBezTo>
                <a:cubicBezTo>
                  <a:pt x="846412" y="43419"/>
                  <a:pt x="844965" y="41673"/>
                  <a:pt x="842868" y="40349"/>
                </a:cubicBezTo>
                <a:cubicBezTo>
                  <a:pt x="840771" y="39026"/>
                  <a:pt x="838309" y="38364"/>
                  <a:pt x="835482" y="38364"/>
                </a:cubicBezTo>
                <a:cubicBezTo>
                  <a:pt x="830376" y="38364"/>
                  <a:pt x="826136" y="40064"/>
                  <a:pt x="822763" y="43465"/>
                </a:cubicBezTo>
                <a:cubicBezTo>
                  <a:pt x="819389" y="46864"/>
                  <a:pt x="817702" y="52307"/>
                  <a:pt x="817702" y="59792"/>
                </a:cubicBezTo>
                <a:lnTo>
                  <a:pt x="817702" y="102030"/>
                </a:lnTo>
                <a:lnTo>
                  <a:pt x="805393" y="102030"/>
                </a:lnTo>
                <a:lnTo>
                  <a:pt x="805393" y="54793"/>
                </a:lnTo>
                <a:cubicBezTo>
                  <a:pt x="805393" y="49317"/>
                  <a:pt x="804390" y="45210"/>
                  <a:pt x="802384" y="42471"/>
                </a:cubicBezTo>
                <a:cubicBezTo>
                  <a:pt x="800378" y="39733"/>
                  <a:pt x="797096" y="38364"/>
                  <a:pt x="792537" y="38364"/>
                </a:cubicBezTo>
                <a:cubicBezTo>
                  <a:pt x="789072" y="38364"/>
                  <a:pt x="785869" y="39277"/>
                  <a:pt x="782928" y="41104"/>
                </a:cubicBezTo>
                <a:cubicBezTo>
                  <a:pt x="779988" y="42929"/>
                  <a:pt x="777857" y="45599"/>
                  <a:pt x="776534" y="49113"/>
                </a:cubicBezTo>
                <a:cubicBezTo>
                  <a:pt x="775212" y="52627"/>
                  <a:pt x="774551" y="57692"/>
                  <a:pt x="774551" y="64310"/>
                </a:cubicBezTo>
                <a:lnTo>
                  <a:pt x="774551" y="102030"/>
                </a:lnTo>
                <a:lnTo>
                  <a:pt x="762242" y="102030"/>
                </a:lnTo>
                <a:close/>
                <a:moveTo>
                  <a:pt x="878613" y="16002"/>
                </a:moveTo>
                <a:lnTo>
                  <a:pt x="878613" y="1778"/>
                </a:lnTo>
                <a:lnTo>
                  <a:pt x="890922" y="1778"/>
                </a:lnTo>
                <a:lnTo>
                  <a:pt x="890922" y="16002"/>
                </a:lnTo>
                <a:lnTo>
                  <a:pt x="878613" y="16002"/>
                </a:lnTo>
                <a:moveTo>
                  <a:pt x="878613" y="102030"/>
                </a:moveTo>
                <a:lnTo>
                  <a:pt x="878613" y="29406"/>
                </a:lnTo>
                <a:lnTo>
                  <a:pt x="890922" y="29406"/>
                </a:lnTo>
                <a:lnTo>
                  <a:pt x="890922" y="102030"/>
                </a:lnTo>
                <a:lnTo>
                  <a:pt x="878613" y="102030"/>
                </a:lnTo>
                <a:close/>
                <a:moveTo>
                  <a:pt x="903132" y="102030"/>
                </a:moveTo>
                <a:lnTo>
                  <a:pt x="903132" y="92046"/>
                </a:lnTo>
                <a:lnTo>
                  <a:pt x="949361" y="38979"/>
                </a:lnTo>
                <a:cubicBezTo>
                  <a:pt x="944118" y="39253"/>
                  <a:pt x="939490" y="39390"/>
                  <a:pt x="935478" y="39390"/>
                </a:cubicBezTo>
                <a:lnTo>
                  <a:pt x="905868" y="39390"/>
                </a:lnTo>
                <a:lnTo>
                  <a:pt x="905868" y="29406"/>
                </a:lnTo>
                <a:lnTo>
                  <a:pt x="965226" y="29406"/>
                </a:lnTo>
                <a:lnTo>
                  <a:pt x="965226" y="37543"/>
                </a:lnTo>
                <a:lnTo>
                  <a:pt x="925905" y="83635"/>
                </a:lnTo>
                <a:lnTo>
                  <a:pt x="918314" y="92046"/>
                </a:lnTo>
                <a:cubicBezTo>
                  <a:pt x="923830" y="91636"/>
                  <a:pt x="929005" y="91431"/>
                  <a:pt x="933837" y="91431"/>
                </a:cubicBezTo>
                <a:lnTo>
                  <a:pt x="967414" y="91431"/>
                </a:lnTo>
                <a:lnTo>
                  <a:pt x="967414" y="102030"/>
                </a:lnTo>
                <a:lnTo>
                  <a:pt x="903132" y="102030"/>
                </a:lnTo>
                <a:close/>
                <a:moveTo>
                  <a:pt x="1029196" y="78643"/>
                </a:moveTo>
                <a:lnTo>
                  <a:pt x="1041916" y="80216"/>
                </a:lnTo>
                <a:cubicBezTo>
                  <a:pt x="1039910" y="87647"/>
                  <a:pt x="1036195" y="93414"/>
                  <a:pt x="1030769" y="97517"/>
                </a:cubicBezTo>
                <a:cubicBezTo>
                  <a:pt x="1025344" y="101620"/>
                  <a:pt x="1018414" y="103672"/>
                  <a:pt x="1009980" y="103672"/>
                </a:cubicBezTo>
                <a:cubicBezTo>
                  <a:pt x="999358" y="103672"/>
                  <a:pt x="990935" y="100401"/>
                  <a:pt x="984712" y="93858"/>
                </a:cubicBezTo>
                <a:cubicBezTo>
                  <a:pt x="978489" y="87316"/>
                  <a:pt x="975377" y="78141"/>
                  <a:pt x="975377" y="66333"/>
                </a:cubicBezTo>
                <a:cubicBezTo>
                  <a:pt x="975377" y="54115"/>
                  <a:pt x="978523" y="44633"/>
                  <a:pt x="984815" y="37885"/>
                </a:cubicBezTo>
                <a:cubicBezTo>
                  <a:pt x="991106" y="31138"/>
                  <a:pt x="999267" y="27764"/>
                  <a:pt x="1009296" y="27764"/>
                </a:cubicBezTo>
                <a:cubicBezTo>
                  <a:pt x="1019007" y="27764"/>
                  <a:pt x="1026940" y="31065"/>
                  <a:pt x="1033094" y="37665"/>
                </a:cubicBezTo>
                <a:cubicBezTo>
                  <a:pt x="1039249" y="44264"/>
                  <a:pt x="1042326" y="53549"/>
                  <a:pt x="1042326" y="65519"/>
                </a:cubicBezTo>
                <a:cubicBezTo>
                  <a:pt x="1042326" y="66247"/>
                  <a:pt x="1042304" y="67339"/>
                  <a:pt x="1042258" y="68795"/>
                </a:cubicBezTo>
                <a:lnTo>
                  <a:pt x="988097" y="68795"/>
                </a:lnTo>
                <a:cubicBezTo>
                  <a:pt x="988553" y="76751"/>
                  <a:pt x="990810" y="82843"/>
                  <a:pt x="994867" y="87071"/>
                </a:cubicBezTo>
                <a:cubicBezTo>
                  <a:pt x="998925" y="91300"/>
                  <a:pt x="1003985" y="93414"/>
                  <a:pt x="1010049" y="93414"/>
                </a:cubicBezTo>
                <a:cubicBezTo>
                  <a:pt x="1014562" y="93414"/>
                  <a:pt x="1018414" y="92240"/>
                  <a:pt x="1021606" y="89892"/>
                </a:cubicBezTo>
                <a:cubicBezTo>
                  <a:pt x="1024797" y="87543"/>
                  <a:pt x="1027327" y="83793"/>
                  <a:pt x="1029196" y="78643"/>
                </a:cubicBezTo>
                <a:moveTo>
                  <a:pt x="988781" y="58538"/>
                </a:moveTo>
                <a:lnTo>
                  <a:pt x="1029333" y="58538"/>
                </a:lnTo>
                <a:cubicBezTo>
                  <a:pt x="1028786" y="52528"/>
                  <a:pt x="1027236" y="48021"/>
                  <a:pt x="1024683" y="45017"/>
                </a:cubicBezTo>
                <a:cubicBezTo>
                  <a:pt x="1020762" y="40354"/>
                  <a:pt x="1015679" y="38022"/>
                  <a:pt x="1009433" y="38022"/>
                </a:cubicBezTo>
                <a:cubicBezTo>
                  <a:pt x="1003780" y="38022"/>
                  <a:pt x="999027" y="39883"/>
                  <a:pt x="995175" y="43606"/>
                </a:cubicBezTo>
                <a:cubicBezTo>
                  <a:pt x="991323" y="47327"/>
                  <a:pt x="989191" y="52305"/>
                  <a:pt x="988781" y="58538"/>
                </a:cubicBezTo>
                <a:close/>
                <a:moveTo>
                  <a:pt x="1104133" y="102030"/>
                </a:moveTo>
                <a:lnTo>
                  <a:pt x="1104133" y="92867"/>
                </a:lnTo>
                <a:cubicBezTo>
                  <a:pt x="1099528" y="100070"/>
                  <a:pt x="1092758" y="103672"/>
                  <a:pt x="1083823" y="103672"/>
                </a:cubicBezTo>
                <a:cubicBezTo>
                  <a:pt x="1078033" y="103672"/>
                  <a:pt x="1072710" y="102076"/>
                  <a:pt x="1067855" y="98885"/>
                </a:cubicBezTo>
                <a:cubicBezTo>
                  <a:pt x="1062999" y="95693"/>
                  <a:pt x="1059238" y="91237"/>
                  <a:pt x="1056571" y="85515"/>
                </a:cubicBezTo>
                <a:cubicBezTo>
                  <a:pt x="1053904" y="79794"/>
                  <a:pt x="1052571" y="73218"/>
                  <a:pt x="1052571" y="65786"/>
                </a:cubicBezTo>
                <a:cubicBezTo>
                  <a:pt x="1052571" y="58538"/>
                  <a:pt x="1053779" y="51961"/>
                  <a:pt x="1056195" y="46057"/>
                </a:cubicBezTo>
                <a:cubicBezTo>
                  <a:pt x="1058611" y="40153"/>
                  <a:pt x="1062236" y="35629"/>
                  <a:pt x="1067068" y="32483"/>
                </a:cubicBezTo>
                <a:cubicBezTo>
                  <a:pt x="1071901" y="29337"/>
                  <a:pt x="1077303" y="27764"/>
                  <a:pt x="1083276" y="27764"/>
                </a:cubicBezTo>
                <a:cubicBezTo>
                  <a:pt x="1087652" y="27764"/>
                  <a:pt x="1091550" y="28687"/>
                  <a:pt x="1094969" y="30534"/>
                </a:cubicBezTo>
                <a:cubicBezTo>
                  <a:pt x="1098389" y="32380"/>
                  <a:pt x="1101170" y="34785"/>
                  <a:pt x="1103312" y="37749"/>
                </a:cubicBezTo>
                <a:lnTo>
                  <a:pt x="1103312" y="1778"/>
                </a:lnTo>
                <a:lnTo>
                  <a:pt x="1115553" y="1778"/>
                </a:lnTo>
                <a:lnTo>
                  <a:pt x="1115553" y="102030"/>
                </a:lnTo>
                <a:lnTo>
                  <a:pt x="1104133" y="102030"/>
                </a:lnTo>
                <a:moveTo>
                  <a:pt x="1065222" y="65752"/>
                </a:moveTo>
                <a:cubicBezTo>
                  <a:pt x="1065222" y="75018"/>
                  <a:pt x="1067182" y="81945"/>
                  <a:pt x="1071103" y="86533"/>
                </a:cubicBezTo>
                <a:cubicBezTo>
                  <a:pt x="1075024" y="91120"/>
                  <a:pt x="1079651" y="93414"/>
                  <a:pt x="1084985" y="93414"/>
                </a:cubicBezTo>
                <a:cubicBezTo>
                  <a:pt x="1090365" y="93414"/>
                  <a:pt x="1094935" y="91223"/>
                  <a:pt x="1098696" y="86840"/>
                </a:cubicBezTo>
                <a:cubicBezTo>
                  <a:pt x="1102457" y="82457"/>
                  <a:pt x="1104338" y="75768"/>
                  <a:pt x="1104338" y="66774"/>
                </a:cubicBezTo>
                <a:cubicBezTo>
                  <a:pt x="1104338" y="56872"/>
                  <a:pt x="1102423" y="49605"/>
                  <a:pt x="1098594" y="44972"/>
                </a:cubicBezTo>
                <a:cubicBezTo>
                  <a:pt x="1094764" y="40339"/>
                  <a:pt x="1090046" y="38022"/>
                  <a:pt x="1084438" y="38022"/>
                </a:cubicBezTo>
                <a:cubicBezTo>
                  <a:pt x="1078967" y="38022"/>
                  <a:pt x="1074397" y="40248"/>
                  <a:pt x="1070727" y="44700"/>
                </a:cubicBezTo>
                <a:cubicBezTo>
                  <a:pt x="1067057" y="49151"/>
                  <a:pt x="1065222" y="56168"/>
                  <a:pt x="1065222" y="65752"/>
                </a:cubicBezTo>
                <a:close/>
                <a:moveTo>
                  <a:pt x="1246422" y="66744"/>
                </a:moveTo>
                <a:lnTo>
                  <a:pt x="1259689" y="70095"/>
                </a:lnTo>
                <a:cubicBezTo>
                  <a:pt x="1256908" y="81013"/>
                  <a:pt x="1251904" y="89339"/>
                  <a:pt x="1244678" y="95072"/>
                </a:cubicBezTo>
                <a:cubicBezTo>
                  <a:pt x="1237452" y="100805"/>
                  <a:pt x="1228619" y="103672"/>
                  <a:pt x="1218179" y="103672"/>
                </a:cubicBezTo>
                <a:cubicBezTo>
                  <a:pt x="1207374" y="103672"/>
                  <a:pt x="1198587" y="101472"/>
                  <a:pt x="1191817" y="97072"/>
                </a:cubicBezTo>
                <a:cubicBezTo>
                  <a:pt x="1185047" y="92673"/>
                  <a:pt x="1179895" y="86302"/>
                  <a:pt x="1176362" y="77959"/>
                </a:cubicBezTo>
                <a:cubicBezTo>
                  <a:pt x="1172828" y="69616"/>
                  <a:pt x="1171062" y="60657"/>
                  <a:pt x="1171062" y="51084"/>
                </a:cubicBezTo>
                <a:cubicBezTo>
                  <a:pt x="1171062" y="40643"/>
                  <a:pt x="1173056" y="31537"/>
                  <a:pt x="1177045" y="23764"/>
                </a:cubicBezTo>
                <a:cubicBezTo>
                  <a:pt x="1181035" y="15991"/>
                  <a:pt x="1186711" y="10087"/>
                  <a:pt x="1194073" y="6052"/>
                </a:cubicBezTo>
                <a:cubicBezTo>
                  <a:pt x="1201436" y="2017"/>
                  <a:pt x="1209540" y="0"/>
                  <a:pt x="1218384" y="0"/>
                </a:cubicBezTo>
                <a:cubicBezTo>
                  <a:pt x="1228414" y="0"/>
                  <a:pt x="1236848" y="2553"/>
                  <a:pt x="1243687" y="7659"/>
                </a:cubicBezTo>
                <a:cubicBezTo>
                  <a:pt x="1250525" y="12765"/>
                  <a:pt x="1255289" y="19946"/>
                  <a:pt x="1257979" y="29200"/>
                </a:cubicBezTo>
                <a:lnTo>
                  <a:pt x="1244918" y="32278"/>
                </a:lnTo>
                <a:cubicBezTo>
                  <a:pt x="1242592" y="24959"/>
                  <a:pt x="1239219" y="19631"/>
                  <a:pt x="1234797" y="16293"/>
                </a:cubicBezTo>
                <a:cubicBezTo>
                  <a:pt x="1230374" y="12953"/>
                  <a:pt x="1224812" y="11284"/>
                  <a:pt x="1218111" y="11284"/>
                </a:cubicBezTo>
                <a:cubicBezTo>
                  <a:pt x="1210406" y="11284"/>
                  <a:pt x="1203966" y="13133"/>
                  <a:pt x="1198792" y="16833"/>
                </a:cubicBezTo>
                <a:cubicBezTo>
                  <a:pt x="1193617" y="20532"/>
                  <a:pt x="1189982" y="25498"/>
                  <a:pt x="1187884" y="31733"/>
                </a:cubicBezTo>
                <a:cubicBezTo>
                  <a:pt x="1185787" y="37966"/>
                  <a:pt x="1184739" y="44393"/>
                  <a:pt x="1184739" y="51013"/>
                </a:cubicBezTo>
                <a:cubicBezTo>
                  <a:pt x="1184739" y="59553"/>
                  <a:pt x="1185981" y="67008"/>
                  <a:pt x="1188466" y="73379"/>
                </a:cubicBezTo>
                <a:cubicBezTo>
                  <a:pt x="1190950" y="79750"/>
                  <a:pt x="1194814" y="84512"/>
                  <a:pt x="1200057" y="87663"/>
                </a:cubicBezTo>
                <a:cubicBezTo>
                  <a:pt x="1205300" y="90813"/>
                  <a:pt x="1210976" y="92388"/>
                  <a:pt x="1217085" y="92388"/>
                </a:cubicBezTo>
                <a:cubicBezTo>
                  <a:pt x="1224516" y="92388"/>
                  <a:pt x="1230807" y="90234"/>
                  <a:pt x="1235959" y="85926"/>
                </a:cubicBezTo>
                <a:cubicBezTo>
                  <a:pt x="1241111" y="81617"/>
                  <a:pt x="1244598" y="75223"/>
                  <a:pt x="1246422" y="66744"/>
                </a:cubicBezTo>
                <a:close/>
                <a:moveTo>
                  <a:pt x="1269673" y="65718"/>
                </a:moveTo>
                <a:cubicBezTo>
                  <a:pt x="1269673" y="52269"/>
                  <a:pt x="1273411" y="42308"/>
                  <a:pt x="1280888" y="35834"/>
                </a:cubicBezTo>
                <a:cubicBezTo>
                  <a:pt x="1287134" y="30454"/>
                  <a:pt x="1294747" y="27764"/>
                  <a:pt x="1303728" y="27764"/>
                </a:cubicBezTo>
                <a:cubicBezTo>
                  <a:pt x="1313713" y="27764"/>
                  <a:pt x="1321873" y="31035"/>
                  <a:pt x="1328210" y="37578"/>
                </a:cubicBezTo>
                <a:cubicBezTo>
                  <a:pt x="1334547" y="44120"/>
                  <a:pt x="1337716" y="53158"/>
                  <a:pt x="1337716" y="64692"/>
                </a:cubicBezTo>
                <a:cubicBezTo>
                  <a:pt x="1337716" y="74038"/>
                  <a:pt x="1336314" y="81390"/>
                  <a:pt x="1333510" y="86746"/>
                </a:cubicBezTo>
                <a:cubicBezTo>
                  <a:pt x="1330706" y="92103"/>
                  <a:pt x="1326626" y="96263"/>
                  <a:pt x="1321269" y="99227"/>
                </a:cubicBezTo>
                <a:cubicBezTo>
                  <a:pt x="1315912" y="102190"/>
                  <a:pt x="1310065" y="103672"/>
                  <a:pt x="1303728" y="103672"/>
                </a:cubicBezTo>
                <a:cubicBezTo>
                  <a:pt x="1293562" y="103672"/>
                  <a:pt x="1285344" y="100412"/>
                  <a:pt x="1279076" y="93893"/>
                </a:cubicBezTo>
                <a:cubicBezTo>
                  <a:pt x="1272807" y="87373"/>
                  <a:pt x="1269673" y="77982"/>
                  <a:pt x="1269673" y="65718"/>
                </a:cubicBezTo>
                <a:moveTo>
                  <a:pt x="1282324" y="65684"/>
                </a:moveTo>
                <a:cubicBezTo>
                  <a:pt x="1282324" y="74950"/>
                  <a:pt x="1284353" y="81888"/>
                  <a:pt x="1288410" y="86498"/>
                </a:cubicBezTo>
                <a:cubicBezTo>
                  <a:pt x="1292468" y="91109"/>
                  <a:pt x="1297574" y="93414"/>
                  <a:pt x="1303728" y="93414"/>
                </a:cubicBezTo>
                <a:cubicBezTo>
                  <a:pt x="1309838" y="93414"/>
                  <a:pt x="1314921" y="91097"/>
                  <a:pt x="1318978" y="86464"/>
                </a:cubicBezTo>
                <a:cubicBezTo>
                  <a:pt x="1323036" y="81831"/>
                  <a:pt x="1325065" y="74768"/>
                  <a:pt x="1325065" y="65276"/>
                </a:cubicBezTo>
                <a:cubicBezTo>
                  <a:pt x="1325065" y="56327"/>
                  <a:pt x="1323024" y="49548"/>
                  <a:pt x="1318944" y="44937"/>
                </a:cubicBezTo>
                <a:cubicBezTo>
                  <a:pt x="1314864" y="40327"/>
                  <a:pt x="1309792" y="38022"/>
                  <a:pt x="1303728" y="38022"/>
                </a:cubicBezTo>
                <a:cubicBezTo>
                  <a:pt x="1297574" y="38022"/>
                  <a:pt x="1292468" y="40316"/>
                  <a:pt x="1288410" y="44903"/>
                </a:cubicBezTo>
                <a:cubicBezTo>
                  <a:pt x="1284353" y="49491"/>
                  <a:pt x="1282324" y="56418"/>
                  <a:pt x="1282324" y="65684"/>
                </a:cubicBezTo>
                <a:close/>
                <a:moveTo>
                  <a:pt x="1398907" y="102030"/>
                </a:moveTo>
                <a:lnTo>
                  <a:pt x="1398907" y="92867"/>
                </a:lnTo>
                <a:cubicBezTo>
                  <a:pt x="1394302" y="100070"/>
                  <a:pt x="1387532" y="103672"/>
                  <a:pt x="1378596" y="103672"/>
                </a:cubicBezTo>
                <a:cubicBezTo>
                  <a:pt x="1372806" y="103672"/>
                  <a:pt x="1367484" y="102076"/>
                  <a:pt x="1362628" y="98885"/>
                </a:cubicBezTo>
                <a:cubicBezTo>
                  <a:pt x="1357773" y="95693"/>
                  <a:pt x="1354012" y="91237"/>
                  <a:pt x="1351345" y="85515"/>
                </a:cubicBezTo>
                <a:cubicBezTo>
                  <a:pt x="1348678" y="79794"/>
                  <a:pt x="1347344" y="73218"/>
                  <a:pt x="1347344" y="65786"/>
                </a:cubicBezTo>
                <a:cubicBezTo>
                  <a:pt x="1347344" y="58538"/>
                  <a:pt x="1348552" y="51961"/>
                  <a:pt x="1350969" y="46057"/>
                </a:cubicBezTo>
                <a:cubicBezTo>
                  <a:pt x="1353385" y="40153"/>
                  <a:pt x="1357009" y="35629"/>
                  <a:pt x="1361842" y="32483"/>
                </a:cubicBezTo>
                <a:cubicBezTo>
                  <a:pt x="1366675" y="29337"/>
                  <a:pt x="1372077" y="27764"/>
                  <a:pt x="1378049" y="27764"/>
                </a:cubicBezTo>
                <a:cubicBezTo>
                  <a:pt x="1382426" y="27764"/>
                  <a:pt x="1386324" y="28687"/>
                  <a:pt x="1389743" y="30534"/>
                </a:cubicBezTo>
                <a:cubicBezTo>
                  <a:pt x="1393162" y="32380"/>
                  <a:pt x="1395943" y="34785"/>
                  <a:pt x="1398086" y="37749"/>
                </a:cubicBezTo>
                <a:lnTo>
                  <a:pt x="1398086" y="1778"/>
                </a:lnTo>
                <a:lnTo>
                  <a:pt x="1410327" y="1778"/>
                </a:lnTo>
                <a:lnTo>
                  <a:pt x="1410327" y="102030"/>
                </a:lnTo>
                <a:lnTo>
                  <a:pt x="1398907" y="102030"/>
                </a:lnTo>
                <a:moveTo>
                  <a:pt x="1359996" y="65752"/>
                </a:moveTo>
                <a:cubicBezTo>
                  <a:pt x="1359996" y="75018"/>
                  <a:pt x="1361956" y="81945"/>
                  <a:pt x="1365877" y="86533"/>
                </a:cubicBezTo>
                <a:cubicBezTo>
                  <a:pt x="1369797" y="91120"/>
                  <a:pt x="1374425" y="93414"/>
                  <a:pt x="1379759" y="93414"/>
                </a:cubicBezTo>
                <a:cubicBezTo>
                  <a:pt x="1385138" y="93414"/>
                  <a:pt x="1389709" y="91223"/>
                  <a:pt x="1393470" y="86840"/>
                </a:cubicBezTo>
                <a:cubicBezTo>
                  <a:pt x="1397231" y="82457"/>
                  <a:pt x="1399112" y="75768"/>
                  <a:pt x="1399112" y="66774"/>
                </a:cubicBezTo>
                <a:cubicBezTo>
                  <a:pt x="1399112" y="56872"/>
                  <a:pt x="1397197" y="49605"/>
                  <a:pt x="1393367" y="44972"/>
                </a:cubicBezTo>
                <a:cubicBezTo>
                  <a:pt x="1389538" y="40339"/>
                  <a:pt x="1384819" y="38022"/>
                  <a:pt x="1379212" y="38022"/>
                </a:cubicBezTo>
                <a:cubicBezTo>
                  <a:pt x="1373741" y="38022"/>
                  <a:pt x="1369171" y="40248"/>
                  <a:pt x="1365501" y="44700"/>
                </a:cubicBezTo>
                <a:cubicBezTo>
                  <a:pt x="1361831" y="49151"/>
                  <a:pt x="1359996" y="56168"/>
                  <a:pt x="1359996" y="65752"/>
                </a:cubicBezTo>
                <a:close/>
                <a:moveTo>
                  <a:pt x="1479041" y="78643"/>
                </a:moveTo>
                <a:lnTo>
                  <a:pt x="1491761" y="80216"/>
                </a:lnTo>
                <a:cubicBezTo>
                  <a:pt x="1489755" y="87647"/>
                  <a:pt x="1486039" y="93414"/>
                  <a:pt x="1480614" y="97517"/>
                </a:cubicBezTo>
                <a:cubicBezTo>
                  <a:pt x="1475189" y="101620"/>
                  <a:pt x="1468259" y="103672"/>
                  <a:pt x="1459825" y="103672"/>
                </a:cubicBezTo>
                <a:cubicBezTo>
                  <a:pt x="1449202" y="103672"/>
                  <a:pt x="1440780" y="100401"/>
                  <a:pt x="1434557" y="93858"/>
                </a:cubicBezTo>
                <a:cubicBezTo>
                  <a:pt x="1428333" y="87316"/>
                  <a:pt x="1425222" y="78141"/>
                  <a:pt x="1425222" y="66333"/>
                </a:cubicBezTo>
                <a:cubicBezTo>
                  <a:pt x="1425222" y="54115"/>
                  <a:pt x="1428368" y="44633"/>
                  <a:pt x="1434659" y="37885"/>
                </a:cubicBezTo>
                <a:cubicBezTo>
                  <a:pt x="1440951" y="31138"/>
                  <a:pt x="1449111" y="27764"/>
                  <a:pt x="1459141" y="27764"/>
                </a:cubicBezTo>
                <a:cubicBezTo>
                  <a:pt x="1468852" y="27764"/>
                  <a:pt x="1476784" y="31065"/>
                  <a:pt x="1482939" y="37665"/>
                </a:cubicBezTo>
                <a:cubicBezTo>
                  <a:pt x="1489094" y="44264"/>
                  <a:pt x="1492171" y="53549"/>
                  <a:pt x="1492171" y="65519"/>
                </a:cubicBezTo>
                <a:cubicBezTo>
                  <a:pt x="1492171" y="66247"/>
                  <a:pt x="1492148" y="67339"/>
                  <a:pt x="1492102" y="68795"/>
                </a:cubicBezTo>
                <a:lnTo>
                  <a:pt x="1437942" y="68795"/>
                </a:lnTo>
                <a:cubicBezTo>
                  <a:pt x="1438397" y="76751"/>
                  <a:pt x="1440654" y="82843"/>
                  <a:pt x="1444712" y="87071"/>
                </a:cubicBezTo>
                <a:cubicBezTo>
                  <a:pt x="1448769" y="91300"/>
                  <a:pt x="1453830" y="93414"/>
                  <a:pt x="1459893" y="93414"/>
                </a:cubicBezTo>
                <a:cubicBezTo>
                  <a:pt x="1464407" y="93414"/>
                  <a:pt x="1468259" y="92240"/>
                  <a:pt x="1471450" y="89892"/>
                </a:cubicBezTo>
                <a:cubicBezTo>
                  <a:pt x="1474642" y="87543"/>
                  <a:pt x="1477172" y="83793"/>
                  <a:pt x="1479041" y="78643"/>
                </a:cubicBezTo>
                <a:moveTo>
                  <a:pt x="1438625" y="58538"/>
                </a:moveTo>
                <a:lnTo>
                  <a:pt x="1479178" y="58538"/>
                </a:lnTo>
                <a:cubicBezTo>
                  <a:pt x="1478631" y="52528"/>
                  <a:pt x="1477081" y="48021"/>
                  <a:pt x="1474528" y="45017"/>
                </a:cubicBezTo>
                <a:cubicBezTo>
                  <a:pt x="1470607" y="40354"/>
                  <a:pt x="1465524" y="38022"/>
                  <a:pt x="1459278" y="38022"/>
                </a:cubicBezTo>
                <a:cubicBezTo>
                  <a:pt x="1453625" y="38022"/>
                  <a:pt x="1448872" y="39883"/>
                  <a:pt x="1445019" y="43606"/>
                </a:cubicBezTo>
                <a:cubicBezTo>
                  <a:pt x="1441167" y="47327"/>
                  <a:pt x="1439036" y="52305"/>
                  <a:pt x="1438625" y="58538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0" name="Text AST">
            <a:extLst xmlns:a="http://schemas.openxmlformats.org/drawingml/2006/main">
              <a:ext uri="{FF2B5EF4-FFF2-40B4-BE49-F238E27FC236}">
                <a16:creationId xmlns:a16="http://schemas.microsoft.com/office/drawing/2014/main" id="{4BE48AC6-5F35-43D1-9D87-8C951088B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1861" y="2780637"/>
            <a:ext cx="269455" cy="103672"/>
          </a:xfrm>
          <a:custGeom xmlns:a="http://schemas.openxmlformats.org/drawingml/2006/main">
            <a:pathLst>
              <a:path w="269455" h="103672">
                <a:moveTo>
                  <a:pt x="0" y="102030"/>
                </a:moveTo>
                <a:lnTo>
                  <a:pt x="38501" y="1778"/>
                </a:lnTo>
                <a:lnTo>
                  <a:pt x="52793" y="1778"/>
                </a:lnTo>
                <a:lnTo>
                  <a:pt x="93824" y="102030"/>
                </a:lnTo>
                <a:lnTo>
                  <a:pt x="78711" y="102030"/>
                </a:lnTo>
                <a:lnTo>
                  <a:pt x="67017" y="71804"/>
                </a:lnTo>
                <a:lnTo>
                  <a:pt x="25097" y="71804"/>
                </a:lnTo>
                <a:lnTo>
                  <a:pt x="14087" y="102030"/>
                </a:lnTo>
                <a:lnTo>
                  <a:pt x="0" y="102030"/>
                </a:lnTo>
                <a:moveTo>
                  <a:pt x="28927" y="60863"/>
                </a:moveTo>
                <a:lnTo>
                  <a:pt x="62914" y="60863"/>
                </a:lnTo>
                <a:lnTo>
                  <a:pt x="52451" y="33098"/>
                </a:lnTo>
                <a:cubicBezTo>
                  <a:pt x="49260" y="24664"/>
                  <a:pt x="46889" y="17735"/>
                  <a:pt x="45339" y="12309"/>
                </a:cubicBezTo>
                <a:cubicBezTo>
                  <a:pt x="44063" y="18737"/>
                  <a:pt x="42262" y="25120"/>
                  <a:pt x="39937" y="31457"/>
                </a:cubicBezTo>
                <a:lnTo>
                  <a:pt x="28927" y="60863"/>
                </a:lnTo>
                <a:close/>
                <a:moveTo>
                  <a:pt x="99749" y="69753"/>
                </a:moveTo>
                <a:lnTo>
                  <a:pt x="112263" y="68659"/>
                </a:lnTo>
                <a:cubicBezTo>
                  <a:pt x="112856" y="73673"/>
                  <a:pt x="114235" y="77788"/>
                  <a:pt x="116401" y="81002"/>
                </a:cubicBezTo>
                <a:cubicBezTo>
                  <a:pt x="118566" y="84216"/>
                  <a:pt x="121928" y="86815"/>
                  <a:pt x="126487" y="88798"/>
                </a:cubicBezTo>
                <a:cubicBezTo>
                  <a:pt x="131046" y="90781"/>
                  <a:pt x="136175" y="91773"/>
                  <a:pt x="141874" y="91773"/>
                </a:cubicBezTo>
                <a:cubicBezTo>
                  <a:pt x="146934" y="91773"/>
                  <a:pt x="151402" y="91020"/>
                  <a:pt x="155277" y="89516"/>
                </a:cubicBezTo>
                <a:cubicBezTo>
                  <a:pt x="159153" y="88011"/>
                  <a:pt x="162036" y="85949"/>
                  <a:pt x="163928" y="83327"/>
                </a:cubicBezTo>
                <a:cubicBezTo>
                  <a:pt x="165820" y="80706"/>
                  <a:pt x="166766" y="77845"/>
                  <a:pt x="166766" y="74745"/>
                </a:cubicBezTo>
                <a:cubicBezTo>
                  <a:pt x="166766" y="71599"/>
                  <a:pt x="165854" y="68852"/>
                  <a:pt x="164031" y="66504"/>
                </a:cubicBezTo>
                <a:cubicBezTo>
                  <a:pt x="162207" y="64157"/>
                  <a:pt x="159198" y="62185"/>
                  <a:pt x="155004" y="60589"/>
                </a:cubicBezTo>
                <a:cubicBezTo>
                  <a:pt x="152314" y="59541"/>
                  <a:pt x="146365" y="57911"/>
                  <a:pt x="137155" y="55700"/>
                </a:cubicBezTo>
                <a:cubicBezTo>
                  <a:pt x="127946" y="53488"/>
                  <a:pt x="121495" y="51403"/>
                  <a:pt x="117802" y="49442"/>
                </a:cubicBezTo>
                <a:cubicBezTo>
                  <a:pt x="113015" y="46935"/>
                  <a:pt x="109448" y="43823"/>
                  <a:pt x="107100" y="40108"/>
                </a:cubicBezTo>
                <a:cubicBezTo>
                  <a:pt x="104752" y="36392"/>
                  <a:pt x="103578" y="32232"/>
                  <a:pt x="103578" y="27628"/>
                </a:cubicBezTo>
                <a:cubicBezTo>
                  <a:pt x="103578" y="22567"/>
                  <a:pt x="105014" y="17837"/>
                  <a:pt x="107887" y="13438"/>
                </a:cubicBezTo>
                <a:cubicBezTo>
                  <a:pt x="110759" y="9038"/>
                  <a:pt x="114953" y="5699"/>
                  <a:pt x="120469" y="3419"/>
                </a:cubicBezTo>
                <a:cubicBezTo>
                  <a:pt x="125986" y="1140"/>
                  <a:pt x="132118" y="0"/>
                  <a:pt x="138865" y="0"/>
                </a:cubicBezTo>
                <a:cubicBezTo>
                  <a:pt x="146296" y="0"/>
                  <a:pt x="152850" y="1197"/>
                  <a:pt x="158526" y="3590"/>
                </a:cubicBezTo>
                <a:cubicBezTo>
                  <a:pt x="164202" y="5984"/>
                  <a:pt x="168567" y="9506"/>
                  <a:pt x="171621" y="14156"/>
                </a:cubicBezTo>
                <a:cubicBezTo>
                  <a:pt x="174676" y="18806"/>
                  <a:pt x="176317" y="24072"/>
                  <a:pt x="176545" y="29953"/>
                </a:cubicBezTo>
                <a:lnTo>
                  <a:pt x="163826" y="30910"/>
                </a:lnTo>
                <a:cubicBezTo>
                  <a:pt x="163142" y="24550"/>
                  <a:pt x="160828" y="19746"/>
                  <a:pt x="156884" y="16498"/>
                </a:cubicBezTo>
                <a:cubicBezTo>
                  <a:pt x="152941" y="13250"/>
                  <a:pt x="147117" y="11625"/>
                  <a:pt x="139412" y="11625"/>
                </a:cubicBezTo>
                <a:cubicBezTo>
                  <a:pt x="131388" y="11625"/>
                  <a:pt x="125541" y="13097"/>
                  <a:pt x="121871" y="16041"/>
                </a:cubicBezTo>
                <a:cubicBezTo>
                  <a:pt x="118201" y="18983"/>
                  <a:pt x="116366" y="22529"/>
                  <a:pt x="116366" y="26681"/>
                </a:cubicBezTo>
                <a:cubicBezTo>
                  <a:pt x="116366" y="30285"/>
                  <a:pt x="117666" y="33251"/>
                  <a:pt x="120264" y="35577"/>
                </a:cubicBezTo>
                <a:cubicBezTo>
                  <a:pt x="122817" y="37905"/>
                  <a:pt x="129485" y="40289"/>
                  <a:pt x="140267" y="42730"/>
                </a:cubicBezTo>
                <a:cubicBezTo>
                  <a:pt x="151049" y="45170"/>
                  <a:pt x="158446" y="47303"/>
                  <a:pt x="162458" y="49128"/>
                </a:cubicBezTo>
                <a:cubicBezTo>
                  <a:pt x="168293" y="51819"/>
                  <a:pt x="172602" y="55230"/>
                  <a:pt x="175383" y="59360"/>
                </a:cubicBezTo>
                <a:cubicBezTo>
                  <a:pt x="178164" y="63489"/>
                  <a:pt x="179554" y="68245"/>
                  <a:pt x="179554" y="73629"/>
                </a:cubicBezTo>
                <a:cubicBezTo>
                  <a:pt x="179554" y="78966"/>
                  <a:pt x="178027" y="83996"/>
                  <a:pt x="174972" y="88719"/>
                </a:cubicBezTo>
                <a:cubicBezTo>
                  <a:pt x="171918" y="93440"/>
                  <a:pt x="167530" y="97113"/>
                  <a:pt x="161808" y="99737"/>
                </a:cubicBezTo>
                <a:cubicBezTo>
                  <a:pt x="156087" y="102360"/>
                  <a:pt x="149647" y="103672"/>
                  <a:pt x="142489" y="103672"/>
                </a:cubicBezTo>
                <a:cubicBezTo>
                  <a:pt x="133417" y="103672"/>
                  <a:pt x="125815" y="102350"/>
                  <a:pt x="119683" y="99705"/>
                </a:cubicBezTo>
                <a:cubicBezTo>
                  <a:pt x="113551" y="97061"/>
                  <a:pt x="108741" y="93083"/>
                  <a:pt x="105254" y="87772"/>
                </a:cubicBezTo>
                <a:cubicBezTo>
                  <a:pt x="101766" y="82461"/>
                  <a:pt x="99931" y="76454"/>
                  <a:pt x="99749" y="69753"/>
                </a:cubicBezTo>
                <a:close/>
                <a:moveTo>
                  <a:pt x="223022" y="102030"/>
                </a:moveTo>
                <a:lnTo>
                  <a:pt x="223022" y="13609"/>
                </a:lnTo>
                <a:lnTo>
                  <a:pt x="189992" y="13609"/>
                </a:lnTo>
                <a:lnTo>
                  <a:pt x="189992" y="1778"/>
                </a:lnTo>
                <a:lnTo>
                  <a:pt x="269455" y="1778"/>
                </a:lnTo>
                <a:lnTo>
                  <a:pt x="269455" y="13609"/>
                </a:lnTo>
                <a:lnTo>
                  <a:pt x="236288" y="13609"/>
                </a:lnTo>
                <a:lnTo>
                  <a:pt x="236288" y="102030"/>
                </a:lnTo>
                <a:lnTo>
                  <a:pt x="223022" y="10203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1" name="Text s">
            <a:extLst xmlns:a="http://schemas.openxmlformats.org/drawingml/2006/main">
              <a:ext uri="{FF2B5EF4-FFF2-40B4-BE49-F238E27FC236}">
                <a16:creationId xmlns:a16="http://schemas.microsoft.com/office/drawing/2014/main" id="{644DCE41-154F-4FE3-AB16-33598B4A0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2382" y="2808402"/>
            <a:ext cx="60316" cy="75907"/>
          </a:xfrm>
          <a:custGeom xmlns:a="http://schemas.openxmlformats.org/drawingml/2006/main">
            <a:pathLst>
              <a:path w="60316" h="75907">
                <a:moveTo>
                  <a:pt x="0" y="52520"/>
                </a:moveTo>
                <a:lnTo>
                  <a:pt x="12173" y="50605"/>
                </a:lnTo>
                <a:cubicBezTo>
                  <a:pt x="12856" y="55462"/>
                  <a:pt x="14760" y="59184"/>
                  <a:pt x="17883" y="61771"/>
                </a:cubicBezTo>
                <a:cubicBezTo>
                  <a:pt x="21006" y="64357"/>
                  <a:pt x="25371" y="65650"/>
                  <a:pt x="30978" y="65650"/>
                </a:cubicBezTo>
                <a:cubicBezTo>
                  <a:pt x="36632" y="65650"/>
                  <a:pt x="40826" y="64508"/>
                  <a:pt x="43561" y="62224"/>
                </a:cubicBezTo>
                <a:cubicBezTo>
                  <a:pt x="46297" y="59939"/>
                  <a:pt x="47664" y="57259"/>
                  <a:pt x="47664" y="54184"/>
                </a:cubicBezTo>
                <a:cubicBezTo>
                  <a:pt x="47664" y="51425"/>
                  <a:pt x="46456" y="49254"/>
                  <a:pt x="44040" y="47671"/>
                </a:cubicBezTo>
                <a:cubicBezTo>
                  <a:pt x="42353" y="46585"/>
                  <a:pt x="38159" y="45205"/>
                  <a:pt x="31457" y="43531"/>
                </a:cubicBezTo>
                <a:cubicBezTo>
                  <a:pt x="22430" y="41250"/>
                  <a:pt x="16173" y="39277"/>
                  <a:pt x="12685" y="37612"/>
                </a:cubicBezTo>
                <a:cubicBezTo>
                  <a:pt x="9198" y="35946"/>
                  <a:pt x="6554" y="33642"/>
                  <a:pt x="4753" y="30698"/>
                </a:cubicBezTo>
                <a:cubicBezTo>
                  <a:pt x="2952" y="27755"/>
                  <a:pt x="2052" y="24504"/>
                  <a:pt x="2052" y="20945"/>
                </a:cubicBezTo>
                <a:cubicBezTo>
                  <a:pt x="2052" y="17705"/>
                  <a:pt x="2792" y="14705"/>
                  <a:pt x="4274" y="11944"/>
                </a:cubicBezTo>
                <a:cubicBezTo>
                  <a:pt x="5756" y="9183"/>
                  <a:pt x="7773" y="6890"/>
                  <a:pt x="10326" y="5065"/>
                </a:cubicBezTo>
                <a:cubicBezTo>
                  <a:pt x="12241" y="3650"/>
                  <a:pt x="14851" y="2453"/>
                  <a:pt x="18156" y="1472"/>
                </a:cubicBezTo>
                <a:cubicBezTo>
                  <a:pt x="21461" y="491"/>
                  <a:pt x="25006" y="0"/>
                  <a:pt x="28790" y="0"/>
                </a:cubicBezTo>
                <a:cubicBezTo>
                  <a:pt x="34489" y="0"/>
                  <a:pt x="39492" y="826"/>
                  <a:pt x="43801" y="2479"/>
                </a:cubicBezTo>
                <a:cubicBezTo>
                  <a:pt x="48109" y="4130"/>
                  <a:pt x="51289" y="6368"/>
                  <a:pt x="53340" y="9191"/>
                </a:cubicBezTo>
                <a:cubicBezTo>
                  <a:pt x="55392" y="12014"/>
                  <a:pt x="56805" y="15788"/>
                  <a:pt x="57580" y="20515"/>
                </a:cubicBezTo>
                <a:lnTo>
                  <a:pt x="45544" y="22157"/>
                </a:lnTo>
                <a:cubicBezTo>
                  <a:pt x="44997" y="18418"/>
                  <a:pt x="43413" y="15501"/>
                  <a:pt x="40792" y="13403"/>
                </a:cubicBezTo>
                <a:cubicBezTo>
                  <a:pt x="38170" y="11306"/>
                  <a:pt x="34466" y="10258"/>
                  <a:pt x="29679" y="10258"/>
                </a:cubicBezTo>
                <a:cubicBezTo>
                  <a:pt x="24026" y="10258"/>
                  <a:pt x="19991" y="11188"/>
                  <a:pt x="17575" y="13049"/>
                </a:cubicBezTo>
                <a:cubicBezTo>
                  <a:pt x="15159" y="14908"/>
                  <a:pt x="13951" y="17086"/>
                  <a:pt x="13951" y="19582"/>
                </a:cubicBezTo>
                <a:cubicBezTo>
                  <a:pt x="13951" y="21169"/>
                  <a:pt x="14452" y="22598"/>
                  <a:pt x="15455" y="23868"/>
                </a:cubicBezTo>
                <a:cubicBezTo>
                  <a:pt x="16458" y="25183"/>
                  <a:pt x="18031" y="26272"/>
                  <a:pt x="20174" y="27134"/>
                </a:cubicBezTo>
                <a:cubicBezTo>
                  <a:pt x="21404" y="27588"/>
                  <a:pt x="25029" y="28632"/>
                  <a:pt x="31047" y="30265"/>
                </a:cubicBezTo>
                <a:cubicBezTo>
                  <a:pt x="39754" y="32588"/>
                  <a:pt x="45829" y="34490"/>
                  <a:pt x="49271" y="35971"/>
                </a:cubicBezTo>
                <a:cubicBezTo>
                  <a:pt x="52713" y="37451"/>
                  <a:pt x="55415" y="39603"/>
                  <a:pt x="57375" y="42429"/>
                </a:cubicBezTo>
                <a:cubicBezTo>
                  <a:pt x="59335" y="45252"/>
                  <a:pt x="60316" y="48759"/>
                  <a:pt x="60316" y="52949"/>
                </a:cubicBezTo>
                <a:cubicBezTo>
                  <a:pt x="60316" y="57049"/>
                  <a:pt x="59119" y="60910"/>
                  <a:pt x="56725" y="64532"/>
                </a:cubicBezTo>
                <a:cubicBezTo>
                  <a:pt x="54332" y="68152"/>
                  <a:pt x="50878" y="70953"/>
                  <a:pt x="46365" y="72935"/>
                </a:cubicBezTo>
                <a:cubicBezTo>
                  <a:pt x="41852" y="74916"/>
                  <a:pt x="36746" y="75907"/>
                  <a:pt x="31047" y="75907"/>
                </a:cubicBezTo>
                <a:cubicBezTo>
                  <a:pt x="21610" y="75907"/>
                  <a:pt x="14418" y="73941"/>
                  <a:pt x="9471" y="70009"/>
                </a:cubicBezTo>
                <a:cubicBezTo>
                  <a:pt x="4525" y="66077"/>
                  <a:pt x="1368" y="60247"/>
                  <a:pt x="0" y="5252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33A7465-220A-4618-A2B0-87BCD402E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8432" y="994935"/>
            <a:ext cx="77912" cy="101941"/>
          </a:xfrm>
          <a:custGeom xmlns:a="http://schemas.openxmlformats.org/drawingml/2006/main">
            <a:pathLst>
              <a:path w="77912" h="101941">
                <a:moveTo>
                  <a:pt x="72296" y="0"/>
                </a:moveTo>
                <a:lnTo>
                  <a:pt x="0" y="97792"/>
                </a:lnTo>
                <a:lnTo>
                  <a:pt x="5616" y="101941"/>
                </a:lnTo>
                <a:lnTo>
                  <a:pt x="77912" y="4149"/>
                </a:lnTo>
                <a:lnTo>
                  <a:pt x="72296" y="0"/>
                </a:lnTo>
              </a:path>
            </a:pathLst>
          </a:custGeom>
          <a:solidFill xmlns:a="http://schemas.openxmlformats.org/drawingml/2006/main">
            <a:srgbClr val="2E54A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6080380-C54D-469B-A921-2FDAA9D43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60" y="994935"/>
            <a:ext cx="77912" cy="101941"/>
          </a:xfrm>
          <a:custGeom xmlns:a="http://schemas.openxmlformats.org/drawingml/2006/main">
            <a:pathLst>
              <a:path w="77912" h="101941">
                <a:moveTo>
                  <a:pt x="5616" y="0"/>
                </a:moveTo>
                <a:lnTo>
                  <a:pt x="77912" y="97792"/>
                </a:lnTo>
                <a:lnTo>
                  <a:pt x="72296" y="101941"/>
                </a:lnTo>
                <a:lnTo>
                  <a:pt x="0" y="4149"/>
                </a:lnTo>
                <a:lnTo>
                  <a:pt x="5616" y="0"/>
                </a:lnTo>
              </a:path>
            </a:pathLst>
          </a:custGeom>
          <a:solidFill xmlns:a="http://schemas.openxmlformats.org/drawingml/2006/main">
            <a:srgbClr val="2E54A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C536C9E-FDCD-4706-B76D-02F76D2F4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1423" y="1185281"/>
            <a:ext cx="77912" cy="101948"/>
          </a:xfrm>
          <a:custGeom xmlns:a="http://schemas.openxmlformats.org/drawingml/2006/main">
            <a:pathLst>
              <a:path w="77912" h="101948">
                <a:moveTo>
                  <a:pt x="5616" y="0"/>
                </a:moveTo>
                <a:lnTo>
                  <a:pt x="77912" y="97792"/>
                </a:lnTo>
                <a:lnTo>
                  <a:pt x="72296" y="101948"/>
                </a:lnTo>
                <a:lnTo>
                  <a:pt x="0" y="4149"/>
                </a:lnTo>
                <a:lnTo>
                  <a:pt x="5616" y="0"/>
                </a:lnTo>
              </a:path>
            </a:pathLst>
          </a:custGeom>
          <a:solidFill xmlns:a="http://schemas.openxmlformats.org/drawingml/2006/main">
            <a:srgbClr val="2E54A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BAAF5B7-2C85-449D-B62D-D86449FF0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7121" y="1556877"/>
            <a:ext cx="111763" cy="108270"/>
          </a:xfrm>
          <a:custGeom xmlns:a="http://schemas.openxmlformats.org/drawingml/2006/main">
            <a:pathLst>
              <a:path w="111763" h="108270">
                <a:moveTo>
                  <a:pt x="63" y="54379"/>
                </a:moveTo>
                <a:cubicBezTo>
                  <a:pt x="0" y="24232"/>
                  <a:pt x="25021" y="0"/>
                  <a:pt x="55881" y="0"/>
                </a:cubicBezTo>
                <a:cubicBezTo>
                  <a:pt x="86742" y="0"/>
                  <a:pt x="111763" y="24232"/>
                  <a:pt x="111763" y="54135"/>
                </a:cubicBezTo>
                <a:cubicBezTo>
                  <a:pt x="111763" y="84031"/>
                  <a:pt x="86742" y="108270"/>
                  <a:pt x="55881" y="108270"/>
                </a:cubicBezTo>
                <a:cubicBezTo>
                  <a:pt x="25021" y="108270"/>
                  <a:pt x="0" y="84031"/>
                  <a:pt x="63" y="54379"/>
                </a:cubicBezTo>
              </a:path>
            </a:pathLst>
          </a:custGeom>
          <a:solidFill xmlns:a="http://schemas.openxmlformats.org/drawingml/2006/main">
            <a:srgbClr val="F2BA0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C3D5041-88D8-49A8-81F8-E64452FD2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3628" y="1553385"/>
            <a:ext cx="118748" cy="115255"/>
          </a:xfrm>
          <a:custGeom xmlns:a="http://schemas.openxmlformats.org/drawingml/2006/main">
            <a:pathLst>
              <a:path w="118748" h="115255">
                <a:moveTo>
                  <a:pt x="1872" y="72052"/>
                </a:moveTo>
                <a:lnTo>
                  <a:pt x="2677" y="74790"/>
                </a:lnTo>
                <a:lnTo>
                  <a:pt x="3611" y="77472"/>
                </a:lnTo>
                <a:lnTo>
                  <a:pt x="4680" y="80092"/>
                </a:lnTo>
                <a:lnTo>
                  <a:pt x="5875" y="82648"/>
                </a:lnTo>
                <a:lnTo>
                  <a:pt x="7188" y="85135"/>
                </a:lnTo>
                <a:lnTo>
                  <a:pt x="8620" y="87552"/>
                </a:lnTo>
                <a:lnTo>
                  <a:pt x="10172" y="89893"/>
                </a:lnTo>
                <a:lnTo>
                  <a:pt x="11827" y="92148"/>
                </a:lnTo>
                <a:lnTo>
                  <a:pt x="13595" y="94328"/>
                </a:lnTo>
                <a:lnTo>
                  <a:pt x="15458" y="96416"/>
                </a:lnTo>
                <a:lnTo>
                  <a:pt x="17428" y="98414"/>
                </a:lnTo>
                <a:lnTo>
                  <a:pt x="19489" y="100322"/>
                </a:lnTo>
                <a:lnTo>
                  <a:pt x="21647" y="102130"/>
                </a:lnTo>
                <a:lnTo>
                  <a:pt x="23889" y="103834"/>
                </a:lnTo>
                <a:lnTo>
                  <a:pt x="26217" y="105441"/>
                </a:lnTo>
                <a:lnTo>
                  <a:pt x="28625" y="106936"/>
                </a:lnTo>
                <a:lnTo>
                  <a:pt x="31112" y="108319"/>
                </a:lnTo>
                <a:lnTo>
                  <a:pt x="33668" y="109590"/>
                </a:lnTo>
                <a:lnTo>
                  <a:pt x="36296" y="110736"/>
                </a:lnTo>
                <a:lnTo>
                  <a:pt x="38991" y="111770"/>
                </a:lnTo>
                <a:lnTo>
                  <a:pt x="41750" y="112671"/>
                </a:lnTo>
                <a:lnTo>
                  <a:pt x="44565" y="113446"/>
                </a:lnTo>
                <a:lnTo>
                  <a:pt x="47429" y="114089"/>
                </a:lnTo>
                <a:lnTo>
                  <a:pt x="50349" y="114592"/>
                </a:lnTo>
                <a:lnTo>
                  <a:pt x="53318" y="114955"/>
                </a:lnTo>
                <a:lnTo>
                  <a:pt x="56328" y="115178"/>
                </a:lnTo>
                <a:lnTo>
                  <a:pt x="59374" y="115255"/>
                </a:lnTo>
                <a:lnTo>
                  <a:pt x="62419" y="115178"/>
                </a:lnTo>
                <a:lnTo>
                  <a:pt x="65430" y="114955"/>
                </a:lnTo>
                <a:lnTo>
                  <a:pt x="68392" y="114592"/>
                </a:lnTo>
                <a:lnTo>
                  <a:pt x="71311" y="114089"/>
                </a:lnTo>
                <a:lnTo>
                  <a:pt x="74182" y="113446"/>
                </a:lnTo>
                <a:lnTo>
                  <a:pt x="76997" y="112671"/>
                </a:lnTo>
                <a:lnTo>
                  <a:pt x="79757" y="111770"/>
                </a:lnTo>
                <a:lnTo>
                  <a:pt x="82446" y="110736"/>
                </a:lnTo>
                <a:lnTo>
                  <a:pt x="85079" y="109590"/>
                </a:lnTo>
                <a:lnTo>
                  <a:pt x="87636" y="108319"/>
                </a:lnTo>
                <a:lnTo>
                  <a:pt x="90123" y="106936"/>
                </a:lnTo>
                <a:lnTo>
                  <a:pt x="92532" y="105441"/>
                </a:lnTo>
                <a:lnTo>
                  <a:pt x="94858" y="103834"/>
                </a:lnTo>
                <a:lnTo>
                  <a:pt x="97102" y="102130"/>
                </a:lnTo>
                <a:lnTo>
                  <a:pt x="99252" y="100322"/>
                </a:lnTo>
                <a:lnTo>
                  <a:pt x="101320" y="98414"/>
                </a:lnTo>
                <a:lnTo>
                  <a:pt x="103283" y="96416"/>
                </a:lnTo>
                <a:lnTo>
                  <a:pt x="105155" y="94328"/>
                </a:lnTo>
                <a:lnTo>
                  <a:pt x="106915" y="92148"/>
                </a:lnTo>
                <a:lnTo>
                  <a:pt x="108577" y="89893"/>
                </a:lnTo>
                <a:lnTo>
                  <a:pt x="110121" y="87552"/>
                </a:lnTo>
                <a:lnTo>
                  <a:pt x="111560" y="85135"/>
                </a:lnTo>
                <a:lnTo>
                  <a:pt x="112873" y="82648"/>
                </a:lnTo>
                <a:lnTo>
                  <a:pt x="114068" y="80092"/>
                </a:lnTo>
                <a:lnTo>
                  <a:pt x="115129" y="77472"/>
                </a:lnTo>
                <a:lnTo>
                  <a:pt x="116065" y="74790"/>
                </a:lnTo>
                <a:lnTo>
                  <a:pt x="116869" y="72052"/>
                </a:lnTo>
                <a:lnTo>
                  <a:pt x="117539" y="69258"/>
                </a:lnTo>
                <a:lnTo>
                  <a:pt x="118063" y="66415"/>
                </a:lnTo>
                <a:lnTo>
                  <a:pt x="118442" y="63522"/>
                </a:lnTo>
                <a:lnTo>
                  <a:pt x="118671" y="60596"/>
                </a:lnTo>
                <a:lnTo>
                  <a:pt x="118748" y="57628"/>
                </a:lnTo>
                <a:lnTo>
                  <a:pt x="118671" y="54659"/>
                </a:lnTo>
                <a:lnTo>
                  <a:pt x="118442" y="51725"/>
                </a:lnTo>
                <a:lnTo>
                  <a:pt x="118063" y="48840"/>
                </a:lnTo>
                <a:lnTo>
                  <a:pt x="117539" y="45990"/>
                </a:lnTo>
                <a:lnTo>
                  <a:pt x="116869" y="43196"/>
                </a:lnTo>
                <a:lnTo>
                  <a:pt x="116065" y="40458"/>
                </a:lnTo>
                <a:lnTo>
                  <a:pt x="115129" y="37776"/>
                </a:lnTo>
                <a:lnTo>
                  <a:pt x="114068" y="35156"/>
                </a:lnTo>
                <a:lnTo>
                  <a:pt x="112873" y="32600"/>
                </a:lnTo>
                <a:lnTo>
                  <a:pt x="111560" y="30113"/>
                </a:lnTo>
                <a:lnTo>
                  <a:pt x="110121" y="27696"/>
                </a:lnTo>
                <a:lnTo>
                  <a:pt x="108577" y="25356"/>
                </a:lnTo>
                <a:lnTo>
                  <a:pt x="106915" y="23100"/>
                </a:lnTo>
                <a:lnTo>
                  <a:pt x="105155" y="20928"/>
                </a:lnTo>
                <a:lnTo>
                  <a:pt x="103283" y="18839"/>
                </a:lnTo>
                <a:lnTo>
                  <a:pt x="101320" y="16834"/>
                </a:lnTo>
                <a:lnTo>
                  <a:pt x="99252" y="14934"/>
                </a:lnTo>
                <a:lnTo>
                  <a:pt x="97102" y="13127"/>
                </a:lnTo>
                <a:lnTo>
                  <a:pt x="94858" y="11414"/>
                </a:lnTo>
                <a:lnTo>
                  <a:pt x="92532" y="9814"/>
                </a:lnTo>
                <a:lnTo>
                  <a:pt x="90123" y="8319"/>
                </a:lnTo>
                <a:lnTo>
                  <a:pt x="87636" y="6929"/>
                </a:lnTo>
                <a:lnTo>
                  <a:pt x="85079" y="5665"/>
                </a:lnTo>
                <a:lnTo>
                  <a:pt x="82446" y="4512"/>
                </a:lnTo>
                <a:lnTo>
                  <a:pt x="79757" y="3486"/>
                </a:lnTo>
                <a:lnTo>
                  <a:pt x="76997" y="2579"/>
                </a:lnTo>
                <a:lnTo>
                  <a:pt x="74182" y="1802"/>
                </a:lnTo>
                <a:lnTo>
                  <a:pt x="71311" y="1160"/>
                </a:lnTo>
                <a:lnTo>
                  <a:pt x="68392" y="656"/>
                </a:lnTo>
                <a:lnTo>
                  <a:pt x="65430" y="293"/>
                </a:lnTo>
                <a:lnTo>
                  <a:pt x="62419" y="70"/>
                </a:lnTo>
                <a:lnTo>
                  <a:pt x="59374" y="0"/>
                </a:lnTo>
                <a:lnTo>
                  <a:pt x="56328" y="70"/>
                </a:lnTo>
                <a:lnTo>
                  <a:pt x="53318" y="293"/>
                </a:lnTo>
                <a:lnTo>
                  <a:pt x="50349" y="656"/>
                </a:lnTo>
                <a:lnTo>
                  <a:pt x="47429" y="1160"/>
                </a:lnTo>
                <a:lnTo>
                  <a:pt x="44565" y="1802"/>
                </a:lnTo>
                <a:lnTo>
                  <a:pt x="41750" y="2579"/>
                </a:lnTo>
                <a:lnTo>
                  <a:pt x="38991" y="3486"/>
                </a:lnTo>
                <a:lnTo>
                  <a:pt x="36296" y="4512"/>
                </a:lnTo>
                <a:lnTo>
                  <a:pt x="33668" y="5665"/>
                </a:lnTo>
                <a:lnTo>
                  <a:pt x="31112" y="6929"/>
                </a:lnTo>
                <a:lnTo>
                  <a:pt x="28625" y="8319"/>
                </a:lnTo>
                <a:lnTo>
                  <a:pt x="26217" y="9814"/>
                </a:lnTo>
                <a:lnTo>
                  <a:pt x="23889" y="11414"/>
                </a:lnTo>
                <a:lnTo>
                  <a:pt x="21647" y="13127"/>
                </a:lnTo>
                <a:lnTo>
                  <a:pt x="19489" y="14934"/>
                </a:lnTo>
                <a:lnTo>
                  <a:pt x="17428" y="16834"/>
                </a:lnTo>
                <a:lnTo>
                  <a:pt x="15458" y="18839"/>
                </a:lnTo>
                <a:lnTo>
                  <a:pt x="13595" y="20928"/>
                </a:lnTo>
                <a:lnTo>
                  <a:pt x="11827" y="23100"/>
                </a:lnTo>
                <a:lnTo>
                  <a:pt x="10172" y="25356"/>
                </a:lnTo>
                <a:lnTo>
                  <a:pt x="8620" y="27696"/>
                </a:lnTo>
                <a:lnTo>
                  <a:pt x="7188" y="30113"/>
                </a:lnTo>
                <a:lnTo>
                  <a:pt x="5875" y="32600"/>
                </a:lnTo>
                <a:lnTo>
                  <a:pt x="4680" y="35156"/>
                </a:lnTo>
                <a:lnTo>
                  <a:pt x="3611" y="37776"/>
                </a:lnTo>
                <a:lnTo>
                  <a:pt x="2677" y="40458"/>
                </a:lnTo>
                <a:lnTo>
                  <a:pt x="1872" y="43196"/>
                </a:lnTo>
                <a:lnTo>
                  <a:pt x="1208" y="45990"/>
                </a:lnTo>
                <a:lnTo>
                  <a:pt x="685" y="48840"/>
                </a:lnTo>
                <a:lnTo>
                  <a:pt x="307" y="51725"/>
                </a:lnTo>
                <a:lnTo>
                  <a:pt x="77" y="54659"/>
                </a:lnTo>
                <a:lnTo>
                  <a:pt x="0" y="57628"/>
                </a:lnTo>
                <a:lnTo>
                  <a:pt x="77" y="60596"/>
                </a:lnTo>
                <a:lnTo>
                  <a:pt x="307" y="63522"/>
                </a:lnTo>
                <a:lnTo>
                  <a:pt x="685" y="66415"/>
                </a:lnTo>
                <a:lnTo>
                  <a:pt x="1208" y="69258"/>
                </a:lnTo>
                <a:lnTo>
                  <a:pt x="1872" y="72052"/>
                </a:lnTo>
                <a:close/>
                <a:moveTo>
                  <a:pt x="7586" y="49935"/>
                </a:moveTo>
                <a:lnTo>
                  <a:pt x="8034" y="47494"/>
                </a:lnTo>
                <a:lnTo>
                  <a:pt x="8619" y="45030"/>
                </a:lnTo>
                <a:lnTo>
                  <a:pt x="9353" y="42511"/>
                </a:lnTo>
                <a:lnTo>
                  <a:pt x="9304" y="42679"/>
                </a:lnTo>
                <a:lnTo>
                  <a:pt x="10160" y="40213"/>
                </a:lnTo>
                <a:lnTo>
                  <a:pt x="11112" y="37896"/>
                </a:lnTo>
                <a:lnTo>
                  <a:pt x="12133" y="35705"/>
                </a:lnTo>
                <a:lnTo>
                  <a:pt x="13262" y="33563"/>
                </a:lnTo>
                <a:lnTo>
                  <a:pt x="14531" y="31426"/>
                </a:lnTo>
                <a:lnTo>
                  <a:pt x="15903" y="29349"/>
                </a:lnTo>
                <a:lnTo>
                  <a:pt x="17389" y="27331"/>
                </a:lnTo>
                <a:lnTo>
                  <a:pt x="18954" y="25405"/>
                </a:lnTo>
                <a:lnTo>
                  <a:pt x="20615" y="23555"/>
                </a:lnTo>
                <a:lnTo>
                  <a:pt x="20494" y="23673"/>
                </a:lnTo>
                <a:lnTo>
                  <a:pt x="22246" y="21894"/>
                </a:lnTo>
                <a:lnTo>
                  <a:pt x="24113" y="20170"/>
                </a:lnTo>
                <a:lnTo>
                  <a:pt x="25955" y="18620"/>
                </a:lnTo>
                <a:lnTo>
                  <a:pt x="27983" y="17077"/>
                </a:lnTo>
                <a:lnTo>
                  <a:pt x="30056" y="15651"/>
                </a:lnTo>
                <a:lnTo>
                  <a:pt x="32138" y="14352"/>
                </a:lnTo>
                <a:lnTo>
                  <a:pt x="34390" y="13103"/>
                </a:lnTo>
                <a:lnTo>
                  <a:pt x="36656" y="11981"/>
                </a:lnTo>
                <a:lnTo>
                  <a:pt x="38944" y="10979"/>
                </a:lnTo>
                <a:lnTo>
                  <a:pt x="41374" y="10052"/>
                </a:lnTo>
                <a:lnTo>
                  <a:pt x="43784" y="9262"/>
                </a:lnTo>
                <a:lnTo>
                  <a:pt x="46218" y="8595"/>
                </a:lnTo>
                <a:lnTo>
                  <a:pt x="48760" y="8024"/>
                </a:lnTo>
                <a:lnTo>
                  <a:pt x="51451" y="7559"/>
                </a:lnTo>
                <a:lnTo>
                  <a:pt x="54054" y="7241"/>
                </a:lnTo>
                <a:lnTo>
                  <a:pt x="56754" y="7041"/>
                </a:lnTo>
                <a:lnTo>
                  <a:pt x="56580" y="7055"/>
                </a:lnTo>
                <a:lnTo>
                  <a:pt x="59374" y="6987"/>
                </a:lnTo>
                <a:lnTo>
                  <a:pt x="62162" y="7055"/>
                </a:lnTo>
                <a:lnTo>
                  <a:pt x="61993" y="7041"/>
                </a:lnTo>
                <a:lnTo>
                  <a:pt x="64694" y="7241"/>
                </a:lnTo>
                <a:lnTo>
                  <a:pt x="67296" y="7559"/>
                </a:lnTo>
                <a:lnTo>
                  <a:pt x="69993" y="8025"/>
                </a:lnTo>
                <a:lnTo>
                  <a:pt x="72532" y="8596"/>
                </a:lnTo>
                <a:lnTo>
                  <a:pt x="74992" y="9271"/>
                </a:lnTo>
                <a:lnTo>
                  <a:pt x="77373" y="10052"/>
                </a:lnTo>
                <a:lnTo>
                  <a:pt x="79797" y="10979"/>
                </a:lnTo>
                <a:lnTo>
                  <a:pt x="82094" y="11982"/>
                </a:lnTo>
                <a:lnTo>
                  <a:pt x="84357" y="13103"/>
                </a:lnTo>
                <a:lnTo>
                  <a:pt x="86541" y="14315"/>
                </a:lnTo>
                <a:lnTo>
                  <a:pt x="88695" y="15653"/>
                </a:lnTo>
                <a:lnTo>
                  <a:pt x="90752" y="17068"/>
                </a:lnTo>
                <a:lnTo>
                  <a:pt x="92721" y="18566"/>
                </a:lnTo>
                <a:lnTo>
                  <a:pt x="94637" y="20172"/>
                </a:lnTo>
                <a:lnTo>
                  <a:pt x="96430" y="21829"/>
                </a:lnTo>
                <a:lnTo>
                  <a:pt x="98172" y="23597"/>
                </a:lnTo>
                <a:lnTo>
                  <a:pt x="99855" y="25481"/>
                </a:lnTo>
                <a:lnTo>
                  <a:pt x="101426" y="27423"/>
                </a:lnTo>
                <a:lnTo>
                  <a:pt x="102845" y="29349"/>
                </a:lnTo>
                <a:lnTo>
                  <a:pt x="104214" y="31422"/>
                </a:lnTo>
                <a:lnTo>
                  <a:pt x="105481" y="33566"/>
                </a:lnTo>
                <a:lnTo>
                  <a:pt x="106616" y="35709"/>
                </a:lnTo>
                <a:lnTo>
                  <a:pt x="107635" y="37895"/>
                </a:lnTo>
                <a:lnTo>
                  <a:pt x="108579" y="40210"/>
                </a:lnTo>
                <a:lnTo>
                  <a:pt x="109404" y="42565"/>
                </a:lnTo>
                <a:lnTo>
                  <a:pt x="110129" y="45032"/>
                </a:lnTo>
                <a:lnTo>
                  <a:pt x="110714" y="47494"/>
                </a:lnTo>
                <a:lnTo>
                  <a:pt x="111162" y="49936"/>
                </a:lnTo>
                <a:lnTo>
                  <a:pt x="111486" y="52391"/>
                </a:lnTo>
                <a:lnTo>
                  <a:pt x="111696" y="55068"/>
                </a:lnTo>
                <a:lnTo>
                  <a:pt x="111760" y="57628"/>
                </a:lnTo>
                <a:lnTo>
                  <a:pt x="111696" y="60180"/>
                </a:lnTo>
                <a:lnTo>
                  <a:pt x="111486" y="62857"/>
                </a:lnTo>
                <a:lnTo>
                  <a:pt x="111162" y="65312"/>
                </a:lnTo>
                <a:lnTo>
                  <a:pt x="110709" y="67782"/>
                </a:lnTo>
                <a:lnTo>
                  <a:pt x="110140" y="70181"/>
                </a:lnTo>
                <a:lnTo>
                  <a:pt x="109414" y="72652"/>
                </a:lnTo>
                <a:lnTo>
                  <a:pt x="108595" y="74999"/>
                </a:lnTo>
                <a:lnTo>
                  <a:pt x="107662" y="77297"/>
                </a:lnTo>
                <a:lnTo>
                  <a:pt x="106613" y="79544"/>
                </a:lnTo>
                <a:lnTo>
                  <a:pt x="105446" y="81747"/>
                </a:lnTo>
                <a:lnTo>
                  <a:pt x="104216" y="83823"/>
                </a:lnTo>
                <a:lnTo>
                  <a:pt x="102843" y="85902"/>
                </a:lnTo>
                <a:lnTo>
                  <a:pt x="101429" y="87829"/>
                </a:lnTo>
                <a:lnTo>
                  <a:pt x="99858" y="89765"/>
                </a:lnTo>
                <a:lnTo>
                  <a:pt x="98185" y="91638"/>
                </a:lnTo>
                <a:lnTo>
                  <a:pt x="96430" y="93420"/>
                </a:lnTo>
                <a:lnTo>
                  <a:pt x="94653" y="95062"/>
                </a:lnTo>
                <a:lnTo>
                  <a:pt x="92720" y="96683"/>
                </a:lnTo>
                <a:lnTo>
                  <a:pt x="90771" y="98168"/>
                </a:lnTo>
                <a:lnTo>
                  <a:pt x="88695" y="99595"/>
                </a:lnTo>
                <a:lnTo>
                  <a:pt x="86540" y="100934"/>
                </a:lnTo>
                <a:lnTo>
                  <a:pt x="84376" y="102136"/>
                </a:lnTo>
                <a:lnTo>
                  <a:pt x="82048" y="103297"/>
                </a:lnTo>
                <a:lnTo>
                  <a:pt x="82201" y="103220"/>
                </a:lnTo>
                <a:lnTo>
                  <a:pt x="79797" y="104276"/>
                </a:lnTo>
                <a:lnTo>
                  <a:pt x="77414" y="105182"/>
                </a:lnTo>
                <a:lnTo>
                  <a:pt x="74961" y="105987"/>
                </a:lnTo>
                <a:lnTo>
                  <a:pt x="72529" y="106660"/>
                </a:lnTo>
                <a:lnTo>
                  <a:pt x="69874" y="107250"/>
                </a:lnTo>
                <a:lnTo>
                  <a:pt x="70040" y="107222"/>
                </a:lnTo>
                <a:lnTo>
                  <a:pt x="67436" y="107672"/>
                </a:lnTo>
                <a:lnTo>
                  <a:pt x="64694" y="108008"/>
                </a:lnTo>
                <a:lnTo>
                  <a:pt x="62051" y="108203"/>
                </a:lnTo>
                <a:lnTo>
                  <a:pt x="59374" y="108268"/>
                </a:lnTo>
                <a:lnTo>
                  <a:pt x="56698" y="108203"/>
                </a:lnTo>
                <a:lnTo>
                  <a:pt x="54054" y="108008"/>
                </a:lnTo>
                <a:lnTo>
                  <a:pt x="51312" y="107672"/>
                </a:lnTo>
                <a:lnTo>
                  <a:pt x="48708" y="107222"/>
                </a:lnTo>
                <a:lnTo>
                  <a:pt x="48875" y="107250"/>
                </a:lnTo>
                <a:lnTo>
                  <a:pt x="46220" y="106660"/>
                </a:lnTo>
                <a:lnTo>
                  <a:pt x="43815" y="105997"/>
                </a:lnTo>
                <a:lnTo>
                  <a:pt x="41332" y="105182"/>
                </a:lnTo>
                <a:lnTo>
                  <a:pt x="38944" y="104276"/>
                </a:lnTo>
                <a:lnTo>
                  <a:pt x="36546" y="103220"/>
                </a:lnTo>
                <a:lnTo>
                  <a:pt x="36700" y="103297"/>
                </a:lnTo>
                <a:lnTo>
                  <a:pt x="34371" y="102136"/>
                </a:lnTo>
                <a:lnTo>
                  <a:pt x="32139" y="100896"/>
                </a:lnTo>
                <a:lnTo>
                  <a:pt x="30056" y="99597"/>
                </a:lnTo>
                <a:lnTo>
                  <a:pt x="27964" y="98158"/>
                </a:lnTo>
                <a:lnTo>
                  <a:pt x="25956" y="96628"/>
                </a:lnTo>
                <a:lnTo>
                  <a:pt x="24096" y="95064"/>
                </a:lnTo>
                <a:lnTo>
                  <a:pt x="22247" y="93356"/>
                </a:lnTo>
                <a:lnTo>
                  <a:pt x="20494" y="91575"/>
                </a:lnTo>
                <a:lnTo>
                  <a:pt x="20615" y="91694"/>
                </a:lnTo>
                <a:lnTo>
                  <a:pt x="18954" y="89844"/>
                </a:lnTo>
                <a:lnTo>
                  <a:pt x="17381" y="87915"/>
                </a:lnTo>
                <a:lnTo>
                  <a:pt x="15905" y="85902"/>
                </a:lnTo>
                <a:lnTo>
                  <a:pt x="14529" y="83819"/>
                </a:lnTo>
                <a:lnTo>
                  <a:pt x="13293" y="81744"/>
                </a:lnTo>
                <a:lnTo>
                  <a:pt x="12136" y="79548"/>
                </a:lnTo>
                <a:lnTo>
                  <a:pt x="11084" y="77293"/>
                </a:lnTo>
                <a:lnTo>
                  <a:pt x="10146" y="74999"/>
                </a:lnTo>
                <a:lnTo>
                  <a:pt x="9304" y="72569"/>
                </a:lnTo>
                <a:lnTo>
                  <a:pt x="9353" y="72743"/>
                </a:lnTo>
                <a:lnTo>
                  <a:pt x="8608" y="70182"/>
                </a:lnTo>
                <a:lnTo>
                  <a:pt x="8039" y="67782"/>
                </a:lnTo>
                <a:lnTo>
                  <a:pt x="7586" y="65313"/>
                </a:lnTo>
                <a:lnTo>
                  <a:pt x="7260" y="62832"/>
                </a:lnTo>
                <a:lnTo>
                  <a:pt x="7052" y="60180"/>
                </a:lnTo>
                <a:lnTo>
                  <a:pt x="6987" y="57628"/>
                </a:lnTo>
                <a:lnTo>
                  <a:pt x="7052" y="55068"/>
                </a:lnTo>
                <a:lnTo>
                  <a:pt x="7260" y="52416"/>
                </a:lnTo>
                <a:lnTo>
                  <a:pt x="7586" y="49935"/>
                </a:lnTo>
                <a:close/>
              </a:path>
            </a:pathLst>
          </a:custGeom>
          <a:solidFill xmlns:a="http://schemas.openxmlformats.org/drawingml/2006/main">
            <a:srgbClr val="795D0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591BDA6-C681-4926-8984-62BCA5E55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5359" y="1747223"/>
            <a:ext cx="111763" cy="108270"/>
          </a:xfrm>
          <a:custGeom xmlns:a="http://schemas.openxmlformats.org/drawingml/2006/main">
            <a:pathLst>
              <a:path w="111763" h="108270">
                <a:moveTo>
                  <a:pt x="342" y="54310"/>
                </a:moveTo>
                <a:cubicBezTo>
                  <a:pt x="0" y="24239"/>
                  <a:pt x="25014" y="0"/>
                  <a:pt x="55881" y="0"/>
                </a:cubicBezTo>
                <a:cubicBezTo>
                  <a:pt x="86742" y="0"/>
                  <a:pt x="111763" y="24239"/>
                  <a:pt x="111763" y="54135"/>
                </a:cubicBezTo>
                <a:cubicBezTo>
                  <a:pt x="111763" y="84031"/>
                  <a:pt x="86742" y="108270"/>
                  <a:pt x="55881" y="108270"/>
                </a:cubicBezTo>
                <a:cubicBezTo>
                  <a:pt x="25014" y="108270"/>
                  <a:pt x="0" y="84031"/>
                  <a:pt x="342" y="54310"/>
                </a:cubicBezTo>
              </a:path>
            </a:pathLst>
          </a:custGeom>
          <a:solidFill xmlns:a="http://schemas.openxmlformats.org/drawingml/2006/main">
            <a:srgbClr val="F2BA0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D5364AF-20C8-4D4F-B669-8E73B30D2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1866" y="1743730"/>
            <a:ext cx="118748" cy="115255"/>
          </a:xfrm>
          <a:custGeom xmlns:a="http://schemas.openxmlformats.org/drawingml/2006/main">
            <a:pathLst>
              <a:path w="118748" h="115255">
                <a:moveTo>
                  <a:pt x="1872" y="72052"/>
                </a:moveTo>
                <a:lnTo>
                  <a:pt x="2677" y="74790"/>
                </a:lnTo>
                <a:lnTo>
                  <a:pt x="3611" y="77472"/>
                </a:lnTo>
                <a:lnTo>
                  <a:pt x="4680" y="80099"/>
                </a:lnTo>
                <a:lnTo>
                  <a:pt x="5875" y="82655"/>
                </a:lnTo>
                <a:lnTo>
                  <a:pt x="7188" y="85143"/>
                </a:lnTo>
                <a:lnTo>
                  <a:pt x="8620" y="87552"/>
                </a:lnTo>
                <a:lnTo>
                  <a:pt x="10172" y="89892"/>
                </a:lnTo>
                <a:lnTo>
                  <a:pt x="11827" y="92150"/>
                </a:lnTo>
                <a:lnTo>
                  <a:pt x="13595" y="94328"/>
                </a:lnTo>
                <a:lnTo>
                  <a:pt x="15458" y="96416"/>
                </a:lnTo>
                <a:lnTo>
                  <a:pt x="17428" y="98414"/>
                </a:lnTo>
                <a:lnTo>
                  <a:pt x="19489" y="100321"/>
                </a:lnTo>
                <a:lnTo>
                  <a:pt x="21647" y="102130"/>
                </a:lnTo>
                <a:lnTo>
                  <a:pt x="23889" y="103834"/>
                </a:lnTo>
                <a:lnTo>
                  <a:pt x="26217" y="105441"/>
                </a:lnTo>
                <a:lnTo>
                  <a:pt x="28625" y="106936"/>
                </a:lnTo>
                <a:lnTo>
                  <a:pt x="31112" y="108319"/>
                </a:lnTo>
                <a:lnTo>
                  <a:pt x="33668" y="109592"/>
                </a:lnTo>
                <a:lnTo>
                  <a:pt x="36296" y="110742"/>
                </a:lnTo>
                <a:lnTo>
                  <a:pt x="38991" y="111770"/>
                </a:lnTo>
                <a:lnTo>
                  <a:pt x="41750" y="112672"/>
                </a:lnTo>
                <a:lnTo>
                  <a:pt x="44558" y="113446"/>
                </a:lnTo>
                <a:lnTo>
                  <a:pt x="47429" y="114089"/>
                </a:lnTo>
                <a:lnTo>
                  <a:pt x="50349" y="114592"/>
                </a:lnTo>
                <a:lnTo>
                  <a:pt x="53318" y="114962"/>
                </a:lnTo>
                <a:lnTo>
                  <a:pt x="56328" y="115180"/>
                </a:lnTo>
                <a:lnTo>
                  <a:pt x="59374" y="115255"/>
                </a:lnTo>
                <a:lnTo>
                  <a:pt x="62419" y="115180"/>
                </a:lnTo>
                <a:lnTo>
                  <a:pt x="65430" y="114962"/>
                </a:lnTo>
                <a:lnTo>
                  <a:pt x="68392" y="114592"/>
                </a:lnTo>
                <a:lnTo>
                  <a:pt x="71311" y="114089"/>
                </a:lnTo>
                <a:lnTo>
                  <a:pt x="74182" y="113446"/>
                </a:lnTo>
                <a:lnTo>
                  <a:pt x="76997" y="112672"/>
                </a:lnTo>
                <a:lnTo>
                  <a:pt x="79757" y="111770"/>
                </a:lnTo>
                <a:lnTo>
                  <a:pt x="82446" y="110742"/>
                </a:lnTo>
                <a:lnTo>
                  <a:pt x="85079" y="109592"/>
                </a:lnTo>
                <a:lnTo>
                  <a:pt x="87636" y="108319"/>
                </a:lnTo>
                <a:lnTo>
                  <a:pt x="90123" y="106936"/>
                </a:lnTo>
                <a:lnTo>
                  <a:pt x="92532" y="105441"/>
                </a:lnTo>
                <a:lnTo>
                  <a:pt x="94858" y="103834"/>
                </a:lnTo>
                <a:lnTo>
                  <a:pt x="97102" y="102130"/>
                </a:lnTo>
                <a:lnTo>
                  <a:pt x="99252" y="100321"/>
                </a:lnTo>
                <a:lnTo>
                  <a:pt x="101320" y="98414"/>
                </a:lnTo>
                <a:lnTo>
                  <a:pt x="103283" y="96416"/>
                </a:lnTo>
                <a:lnTo>
                  <a:pt x="105155" y="94328"/>
                </a:lnTo>
                <a:lnTo>
                  <a:pt x="106915" y="92150"/>
                </a:lnTo>
                <a:lnTo>
                  <a:pt x="108577" y="89892"/>
                </a:lnTo>
                <a:lnTo>
                  <a:pt x="110121" y="87552"/>
                </a:lnTo>
                <a:lnTo>
                  <a:pt x="111553" y="85143"/>
                </a:lnTo>
                <a:lnTo>
                  <a:pt x="112873" y="82655"/>
                </a:lnTo>
                <a:lnTo>
                  <a:pt x="114061" y="80099"/>
                </a:lnTo>
                <a:lnTo>
                  <a:pt x="115129" y="77472"/>
                </a:lnTo>
                <a:lnTo>
                  <a:pt x="116065" y="74790"/>
                </a:lnTo>
                <a:lnTo>
                  <a:pt x="116869" y="72052"/>
                </a:lnTo>
                <a:lnTo>
                  <a:pt x="117539" y="69258"/>
                </a:lnTo>
                <a:lnTo>
                  <a:pt x="118063" y="66415"/>
                </a:lnTo>
                <a:lnTo>
                  <a:pt x="118442" y="63523"/>
                </a:lnTo>
                <a:lnTo>
                  <a:pt x="118671" y="60596"/>
                </a:lnTo>
                <a:lnTo>
                  <a:pt x="118748" y="57628"/>
                </a:lnTo>
                <a:lnTo>
                  <a:pt x="118671" y="54659"/>
                </a:lnTo>
                <a:lnTo>
                  <a:pt x="118442" y="51725"/>
                </a:lnTo>
                <a:lnTo>
                  <a:pt x="118063" y="48842"/>
                </a:lnTo>
                <a:lnTo>
                  <a:pt x="117539" y="45997"/>
                </a:lnTo>
                <a:lnTo>
                  <a:pt x="116869" y="43205"/>
                </a:lnTo>
                <a:lnTo>
                  <a:pt x="116065" y="40458"/>
                </a:lnTo>
                <a:lnTo>
                  <a:pt x="115129" y="37776"/>
                </a:lnTo>
                <a:lnTo>
                  <a:pt x="114061" y="35156"/>
                </a:lnTo>
                <a:lnTo>
                  <a:pt x="112873" y="32600"/>
                </a:lnTo>
                <a:lnTo>
                  <a:pt x="111553" y="30113"/>
                </a:lnTo>
                <a:lnTo>
                  <a:pt x="110121" y="27703"/>
                </a:lnTo>
                <a:lnTo>
                  <a:pt x="108577" y="25363"/>
                </a:lnTo>
                <a:lnTo>
                  <a:pt x="106915" y="23100"/>
                </a:lnTo>
                <a:lnTo>
                  <a:pt x="105155" y="20928"/>
                </a:lnTo>
                <a:lnTo>
                  <a:pt x="103283" y="18839"/>
                </a:lnTo>
                <a:lnTo>
                  <a:pt x="101320" y="16841"/>
                </a:lnTo>
                <a:lnTo>
                  <a:pt x="99252" y="14934"/>
                </a:lnTo>
                <a:lnTo>
                  <a:pt x="97102" y="13125"/>
                </a:lnTo>
                <a:lnTo>
                  <a:pt x="94858" y="11421"/>
                </a:lnTo>
                <a:lnTo>
                  <a:pt x="92532" y="9814"/>
                </a:lnTo>
                <a:lnTo>
                  <a:pt x="90123" y="8319"/>
                </a:lnTo>
                <a:lnTo>
                  <a:pt x="87636" y="6936"/>
                </a:lnTo>
                <a:lnTo>
                  <a:pt x="85079" y="5665"/>
                </a:lnTo>
                <a:lnTo>
                  <a:pt x="82446" y="4512"/>
                </a:lnTo>
                <a:lnTo>
                  <a:pt x="79757" y="3486"/>
                </a:lnTo>
                <a:lnTo>
                  <a:pt x="76997" y="2578"/>
                </a:lnTo>
                <a:lnTo>
                  <a:pt x="74182" y="1809"/>
                </a:lnTo>
                <a:lnTo>
                  <a:pt x="71311" y="1167"/>
                </a:lnTo>
                <a:lnTo>
                  <a:pt x="68392" y="657"/>
                </a:lnTo>
                <a:lnTo>
                  <a:pt x="65430" y="293"/>
                </a:lnTo>
                <a:lnTo>
                  <a:pt x="62419" y="70"/>
                </a:lnTo>
                <a:lnTo>
                  <a:pt x="59374" y="0"/>
                </a:lnTo>
                <a:lnTo>
                  <a:pt x="56328" y="70"/>
                </a:lnTo>
                <a:lnTo>
                  <a:pt x="53318" y="293"/>
                </a:lnTo>
                <a:lnTo>
                  <a:pt x="50349" y="657"/>
                </a:lnTo>
                <a:lnTo>
                  <a:pt x="47429" y="1167"/>
                </a:lnTo>
                <a:lnTo>
                  <a:pt x="44558" y="1809"/>
                </a:lnTo>
                <a:lnTo>
                  <a:pt x="41750" y="2578"/>
                </a:lnTo>
                <a:lnTo>
                  <a:pt x="38991" y="3486"/>
                </a:lnTo>
                <a:lnTo>
                  <a:pt x="36296" y="4512"/>
                </a:lnTo>
                <a:lnTo>
                  <a:pt x="33668" y="5665"/>
                </a:lnTo>
                <a:lnTo>
                  <a:pt x="31112" y="6936"/>
                </a:lnTo>
                <a:lnTo>
                  <a:pt x="28625" y="8319"/>
                </a:lnTo>
                <a:lnTo>
                  <a:pt x="26217" y="9814"/>
                </a:lnTo>
                <a:lnTo>
                  <a:pt x="23889" y="11421"/>
                </a:lnTo>
                <a:lnTo>
                  <a:pt x="21647" y="13125"/>
                </a:lnTo>
                <a:lnTo>
                  <a:pt x="19489" y="14934"/>
                </a:lnTo>
                <a:lnTo>
                  <a:pt x="17428" y="16841"/>
                </a:lnTo>
                <a:lnTo>
                  <a:pt x="15458" y="18839"/>
                </a:lnTo>
                <a:lnTo>
                  <a:pt x="13595" y="20928"/>
                </a:lnTo>
                <a:lnTo>
                  <a:pt x="11827" y="23100"/>
                </a:lnTo>
                <a:lnTo>
                  <a:pt x="10172" y="25363"/>
                </a:lnTo>
                <a:lnTo>
                  <a:pt x="8620" y="27703"/>
                </a:lnTo>
                <a:lnTo>
                  <a:pt x="7188" y="30113"/>
                </a:lnTo>
                <a:lnTo>
                  <a:pt x="5875" y="32600"/>
                </a:lnTo>
                <a:lnTo>
                  <a:pt x="4680" y="35156"/>
                </a:lnTo>
                <a:lnTo>
                  <a:pt x="3611" y="37776"/>
                </a:lnTo>
                <a:lnTo>
                  <a:pt x="2677" y="40458"/>
                </a:lnTo>
                <a:lnTo>
                  <a:pt x="1872" y="43205"/>
                </a:lnTo>
                <a:lnTo>
                  <a:pt x="1208" y="45997"/>
                </a:lnTo>
                <a:lnTo>
                  <a:pt x="685" y="48842"/>
                </a:lnTo>
                <a:lnTo>
                  <a:pt x="307" y="51725"/>
                </a:lnTo>
                <a:lnTo>
                  <a:pt x="77" y="54659"/>
                </a:lnTo>
                <a:lnTo>
                  <a:pt x="0" y="57628"/>
                </a:lnTo>
                <a:lnTo>
                  <a:pt x="77" y="60596"/>
                </a:lnTo>
                <a:lnTo>
                  <a:pt x="307" y="63523"/>
                </a:lnTo>
                <a:lnTo>
                  <a:pt x="685" y="66415"/>
                </a:lnTo>
                <a:lnTo>
                  <a:pt x="1208" y="69258"/>
                </a:lnTo>
                <a:lnTo>
                  <a:pt x="1872" y="72052"/>
                </a:lnTo>
                <a:close/>
                <a:moveTo>
                  <a:pt x="7244" y="52547"/>
                </a:moveTo>
                <a:lnTo>
                  <a:pt x="7589" y="49918"/>
                </a:lnTo>
                <a:lnTo>
                  <a:pt x="8039" y="47471"/>
                </a:lnTo>
                <a:lnTo>
                  <a:pt x="8639" y="44944"/>
                </a:lnTo>
                <a:lnTo>
                  <a:pt x="9339" y="42561"/>
                </a:lnTo>
                <a:lnTo>
                  <a:pt x="10145" y="40258"/>
                </a:lnTo>
                <a:lnTo>
                  <a:pt x="11082" y="37951"/>
                </a:lnTo>
                <a:lnTo>
                  <a:pt x="12106" y="35763"/>
                </a:lnTo>
                <a:lnTo>
                  <a:pt x="13270" y="33550"/>
                </a:lnTo>
                <a:lnTo>
                  <a:pt x="14530" y="31428"/>
                </a:lnTo>
                <a:lnTo>
                  <a:pt x="15903" y="29355"/>
                </a:lnTo>
                <a:lnTo>
                  <a:pt x="17389" y="27331"/>
                </a:lnTo>
                <a:lnTo>
                  <a:pt x="18954" y="25404"/>
                </a:lnTo>
                <a:lnTo>
                  <a:pt x="20577" y="23596"/>
                </a:lnTo>
                <a:lnTo>
                  <a:pt x="22324" y="21823"/>
                </a:lnTo>
                <a:lnTo>
                  <a:pt x="24095" y="20186"/>
                </a:lnTo>
                <a:lnTo>
                  <a:pt x="26042" y="18554"/>
                </a:lnTo>
                <a:lnTo>
                  <a:pt x="27966" y="17089"/>
                </a:lnTo>
                <a:lnTo>
                  <a:pt x="29978" y="15700"/>
                </a:lnTo>
                <a:lnTo>
                  <a:pt x="32136" y="14361"/>
                </a:lnTo>
                <a:lnTo>
                  <a:pt x="34371" y="13113"/>
                </a:lnTo>
                <a:lnTo>
                  <a:pt x="36656" y="11981"/>
                </a:lnTo>
                <a:lnTo>
                  <a:pt x="38946" y="10978"/>
                </a:lnTo>
                <a:lnTo>
                  <a:pt x="41302" y="10076"/>
                </a:lnTo>
                <a:lnTo>
                  <a:pt x="43743" y="9273"/>
                </a:lnTo>
                <a:lnTo>
                  <a:pt x="46218" y="8595"/>
                </a:lnTo>
                <a:lnTo>
                  <a:pt x="48760" y="8024"/>
                </a:lnTo>
                <a:lnTo>
                  <a:pt x="51460" y="7558"/>
                </a:lnTo>
                <a:lnTo>
                  <a:pt x="51285" y="7579"/>
                </a:lnTo>
                <a:lnTo>
                  <a:pt x="54086" y="7236"/>
                </a:lnTo>
                <a:lnTo>
                  <a:pt x="53918" y="7258"/>
                </a:lnTo>
                <a:lnTo>
                  <a:pt x="56698" y="7052"/>
                </a:lnTo>
                <a:lnTo>
                  <a:pt x="59370" y="6987"/>
                </a:lnTo>
                <a:lnTo>
                  <a:pt x="62051" y="7052"/>
                </a:lnTo>
                <a:lnTo>
                  <a:pt x="64829" y="7258"/>
                </a:lnTo>
                <a:lnTo>
                  <a:pt x="64662" y="7236"/>
                </a:lnTo>
                <a:lnTo>
                  <a:pt x="67296" y="7559"/>
                </a:lnTo>
                <a:lnTo>
                  <a:pt x="69993" y="8025"/>
                </a:lnTo>
                <a:lnTo>
                  <a:pt x="72494" y="8587"/>
                </a:lnTo>
                <a:lnTo>
                  <a:pt x="74993" y="9271"/>
                </a:lnTo>
                <a:lnTo>
                  <a:pt x="77398" y="10060"/>
                </a:lnTo>
                <a:lnTo>
                  <a:pt x="79797" y="10978"/>
                </a:lnTo>
                <a:lnTo>
                  <a:pt x="82094" y="11982"/>
                </a:lnTo>
                <a:lnTo>
                  <a:pt x="84377" y="13113"/>
                </a:lnTo>
                <a:lnTo>
                  <a:pt x="86536" y="14319"/>
                </a:lnTo>
                <a:lnTo>
                  <a:pt x="88699" y="15656"/>
                </a:lnTo>
                <a:lnTo>
                  <a:pt x="90699" y="17031"/>
                </a:lnTo>
                <a:lnTo>
                  <a:pt x="92805" y="18629"/>
                </a:lnTo>
                <a:lnTo>
                  <a:pt x="92672" y="18532"/>
                </a:lnTo>
                <a:lnTo>
                  <a:pt x="94698" y="20229"/>
                </a:lnTo>
                <a:lnTo>
                  <a:pt x="94579" y="20117"/>
                </a:lnTo>
                <a:lnTo>
                  <a:pt x="96413" y="21819"/>
                </a:lnTo>
                <a:lnTo>
                  <a:pt x="98246" y="23680"/>
                </a:lnTo>
                <a:lnTo>
                  <a:pt x="98134" y="23554"/>
                </a:lnTo>
                <a:lnTo>
                  <a:pt x="99855" y="25480"/>
                </a:lnTo>
                <a:lnTo>
                  <a:pt x="101348" y="27326"/>
                </a:lnTo>
                <a:lnTo>
                  <a:pt x="102891" y="29428"/>
                </a:lnTo>
                <a:lnTo>
                  <a:pt x="102801" y="29289"/>
                </a:lnTo>
                <a:lnTo>
                  <a:pt x="104215" y="31424"/>
                </a:lnTo>
                <a:lnTo>
                  <a:pt x="105472" y="33552"/>
                </a:lnTo>
                <a:lnTo>
                  <a:pt x="106639" y="35759"/>
                </a:lnTo>
                <a:lnTo>
                  <a:pt x="107657" y="37947"/>
                </a:lnTo>
                <a:lnTo>
                  <a:pt x="108596" y="40258"/>
                </a:lnTo>
                <a:lnTo>
                  <a:pt x="109402" y="42561"/>
                </a:lnTo>
                <a:lnTo>
                  <a:pt x="110138" y="45069"/>
                </a:lnTo>
                <a:lnTo>
                  <a:pt x="110709" y="47471"/>
                </a:lnTo>
                <a:lnTo>
                  <a:pt x="111158" y="49919"/>
                </a:lnTo>
                <a:lnTo>
                  <a:pt x="111486" y="52398"/>
                </a:lnTo>
                <a:lnTo>
                  <a:pt x="111696" y="55068"/>
                </a:lnTo>
                <a:lnTo>
                  <a:pt x="111760" y="57628"/>
                </a:lnTo>
                <a:lnTo>
                  <a:pt x="111696" y="60187"/>
                </a:lnTo>
                <a:lnTo>
                  <a:pt x="111486" y="62857"/>
                </a:lnTo>
                <a:lnTo>
                  <a:pt x="111158" y="65336"/>
                </a:lnTo>
                <a:lnTo>
                  <a:pt x="110709" y="67781"/>
                </a:lnTo>
                <a:lnTo>
                  <a:pt x="110140" y="70181"/>
                </a:lnTo>
                <a:lnTo>
                  <a:pt x="109402" y="72694"/>
                </a:lnTo>
                <a:lnTo>
                  <a:pt x="108596" y="74997"/>
                </a:lnTo>
                <a:lnTo>
                  <a:pt x="107662" y="77297"/>
                </a:lnTo>
                <a:lnTo>
                  <a:pt x="106613" y="79544"/>
                </a:lnTo>
                <a:lnTo>
                  <a:pt x="105440" y="81759"/>
                </a:lnTo>
                <a:lnTo>
                  <a:pt x="104177" y="83888"/>
                </a:lnTo>
                <a:lnTo>
                  <a:pt x="102801" y="85966"/>
                </a:lnTo>
                <a:lnTo>
                  <a:pt x="102891" y="85827"/>
                </a:lnTo>
                <a:lnTo>
                  <a:pt x="101359" y="87916"/>
                </a:lnTo>
                <a:lnTo>
                  <a:pt x="99783" y="89864"/>
                </a:lnTo>
                <a:lnTo>
                  <a:pt x="99888" y="89731"/>
                </a:lnTo>
                <a:lnTo>
                  <a:pt x="98134" y="91701"/>
                </a:lnTo>
                <a:lnTo>
                  <a:pt x="98246" y="91575"/>
                </a:lnTo>
                <a:lnTo>
                  <a:pt x="96417" y="93433"/>
                </a:lnTo>
                <a:lnTo>
                  <a:pt x="94656" y="95061"/>
                </a:lnTo>
                <a:lnTo>
                  <a:pt x="92723" y="96681"/>
                </a:lnTo>
                <a:lnTo>
                  <a:pt x="90688" y="98225"/>
                </a:lnTo>
                <a:lnTo>
                  <a:pt x="90829" y="98134"/>
                </a:lnTo>
                <a:lnTo>
                  <a:pt x="88699" y="99599"/>
                </a:lnTo>
                <a:lnTo>
                  <a:pt x="86536" y="100937"/>
                </a:lnTo>
                <a:lnTo>
                  <a:pt x="84356" y="102154"/>
                </a:lnTo>
                <a:lnTo>
                  <a:pt x="82095" y="103273"/>
                </a:lnTo>
                <a:lnTo>
                  <a:pt x="79797" y="104277"/>
                </a:lnTo>
                <a:lnTo>
                  <a:pt x="77403" y="105193"/>
                </a:lnTo>
                <a:lnTo>
                  <a:pt x="74966" y="105986"/>
                </a:lnTo>
                <a:lnTo>
                  <a:pt x="72491" y="106669"/>
                </a:lnTo>
                <a:lnTo>
                  <a:pt x="69993" y="107230"/>
                </a:lnTo>
                <a:lnTo>
                  <a:pt x="67435" y="107672"/>
                </a:lnTo>
                <a:lnTo>
                  <a:pt x="64662" y="108018"/>
                </a:lnTo>
                <a:lnTo>
                  <a:pt x="64829" y="107998"/>
                </a:lnTo>
                <a:lnTo>
                  <a:pt x="62051" y="108203"/>
                </a:lnTo>
                <a:lnTo>
                  <a:pt x="59370" y="108268"/>
                </a:lnTo>
                <a:lnTo>
                  <a:pt x="56698" y="108203"/>
                </a:lnTo>
                <a:lnTo>
                  <a:pt x="53918" y="107998"/>
                </a:lnTo>
                <a:lnTo>
                  <a:pt x="54086" y="108018"/>
                </a:lnTo>
                <a:lnTo>
                  <a:pt x="51331" y="107675"/>
                </a:lnTo>
                <a:lnTo>
                  <a:pt x="48760" y="107231"/>
                </a:lnTo>
                <a:lnTo>
                  <a:pt x="46222" y="106661"/>
                </a:lnTo>
                <a:lnTo>
                  <a:pt x="43768" y="105984"/>
                </a:lnTo>
                <a:lnTo>
                  <a:pt x="41300" y="105179"/>
                </a:lnTo>
                <a:lnTo>
                  <a:pt x="38946" y="104277"/>
                </a:lnTo>
                <a:lnTo>
                  <a:pt x="36655" y="103274"/>
                </a:lnTo>
                <a:lnTo>
                  <a:pt x="34392" y="102154"/>
                </a:lnTo>
                <a:lnTo>
                  <a:pt x="32136" y="100895"/>
                </a:lnTo>
                <a:lnTo>
                  <a:pt x="29978" y="99555"/>
                </a:lnTo>
                <a:lnTo>
                  <a:pt x="27920" y="98134"/>
                </a:lnTo>
                <a:lnTo>
                  <a:pt x="28052" y="98225"/>
                </a:lnTo>
                <a:lnTo>
                  <a:pt x="25950" y="96624"/>
                </a:lnTo>
                <a:lnTo>
                  <a:pt x="24159" y="95123"/>
                </a:lnTo>
                <a:lnTo>
                  <a:pt x="22321" y="93429"/>
                </a:lnTo>
                <a:lnTo>
                  <a:pt x="20578" y="91660"/>
                </a:lnTo>
                <a:lnTo>
                  <a:pt x="18890" y="89772"/>
                </a:lnTo>
                <a:lnTo>
                  <a:pt x="17379" y="87912"/>
                </a:lnTo>
                <a:lnTo>
                  <a:pt x="15903" y="85900"/>
                </a:lnTo>
                <a:lnTo>
                  <a:pt x="14569" y="83887"/>
                </a:lnTo>
                <a:lnTo>
                  <a:pt x="13300" y="81756"/>
                </a:lnTo>
                <a:lnTo>
                  <a:pt x="12134" y="79545"/>
                </a:lnTo>
                <a:lnTo>
                  <a:pt x="11078" y="77294"/>
                </a:lnTo>
                <a:lnTo>
                  <a:pt x="10145" y="74997"/>
                </a:lnTo>
                <a:lnTo>
                  <a:pt x="9339" y="72694"/>
                </a:lnTo>
                <a:lnTo>
                  <a:pt x="8638" y="70306"/>
                </a:lnTo>
                <a:lnTo>
                  <a:pt x="8039" y="67781"/>
                </a:lnTo>
                <a:lnTo>
                  <a:pt x="7589" y="65337"/>
                </a:lnTo>
                <a:lnTo>
                  <a:pt x="7244" y="62708"/>
                </a:lnTo>
                <a:lnTo>
                  <a:pt x="7052" y="60190"/>
                </a:lnTo>
                <a:lnTo>
                  <a:pt x="6987" y="57628"/>
                </a:lnTo>
                <a:lnTo>
                  <a:pt x="7052" y="55066"/>
                </a:lnTo>
                <a:lnTo>
                  <a:pt x="7244" y="52547"/>
                </a:lnTo>
                <a:close/>
              </a:path>
            </a:pathLst>
          </a:custGeom>
          <a:solidFill xmlns:a="http://schemas.openxmlformats.org/drawingml/2006/main">
            <a:srgbClr val="795D0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C5DA828-0CC4-4CA2-8063-B867DC98B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67" y="1747223"/>
            <a:ext cx="111979" cy="108270"/>
          </a:xfrm>
          <a:custGeom xmlns:a="http://schemas.openxmlformats.org/drawingml/2006/main">
            <a:pathLst>
              <a:path w="111979" h="108270">
                <a:moveTo>
                  <a:pt x="0" y="54310"/>
                </a:moveTo>
                <a:cubicBezTo>
                  <a:pt x="217" y="24239"/>
                  <a:pt x="25237" y="0"/>
                  <a:pt x="56098" y="0"/>
                </a:cubicBezTo>
                <a:cubicBezTo>
                  <a:pt x="86958" y="0"/>
                  <a:pt x="111979" y="24239"/>
                  <a:pt x="111979" y="54135"/>
                </a:cubicBezTo>
                <a:cubicBezTo>
                  <a:pt x="111979" y="84031"/>
                  <a:pt x="86958" y="108270"/>
                  <a:pt x="56098" y="108270"/>
                </a:cubicBezTo>
                <a:cubicBezTo>
                  <a:pt x="25237" y="108270"/>
                  <a:pt x="217" y="84031"/>
                  <a:pt x="0" y="54310"/>
                </a:cubicBezTo>
              </a:path>
            </a:pathLst>
          </a:custGeom>
          <a:solidFill xmlns:a="http://schemas.openxmlformats.org/drawingml/2006/main">
            <a:srgbClr val="F2BA0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9EFFDAB-645A-41AA-9882-93AD4CB5D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5391" y="1743730"/>
            <a:ext cx="118748" cy="115255"/>
          </a:xfrm>
          <a:custGeom xmlns:a="http://schemas.openxmlformats.org/drawingml/2006/main">
            <a:pathLst>
              <a:path w="118748" h="115255">
                <a:moveTo>
                  <a:pt x="1872" y="72052"/>
                </a:moveTo>
                <a:lnTo>
                  <a:pt x="2677" y="74790"/>
                </a:lnTo>
                <a:lnTo>
                  <a:pt x="3618" y="77472"/>
                </a:lnTo>
                <a:lnTo>
                  <a:pt x="4680" y="80099"/>
                </a:lnTo>
                <a:lnTo>
                  <a:pt x="5875" y="82655"/>
                </a:lnTo>
                <a:lnTo>
                  <a:pt x="7188" y="85143"/>
                </a:lnTo>
                <a:lnTo>
                  <a:pt x="8620" y="87552"/>
                </a:lnTo>
                <a:lnTo>
                  <a:pt x="10172" y="89892"/>
                </a:lnTo>
                <a:lnTo>
                  <a:pt x="11827" y="92150"/>
                </a:lnTo>
                <a:lnTo>
                  <a:pt x="13595" y="94328"/>
                </a:lnTo>
                <a:lnTo>
                  <a:pt x="15458" y="96416"/>
                </a:lnTo>
                <a:lnTo>
                  <a:pt x="17428" y="98414"/>
                </a:lnTo>
                <a:lnTo>
                  <a:pt x="19489" y="100321"/>
                </a:lnTo>
                <a:lnTo>
                  <a:pt x="21647" y="102130"/>
                </a:lnTo>
                <a:lnTo>
                  <a:pt x="23889" y="103834"/>
                </a:lnTo>
                <a:lnTo>
                  <a:pt x="26217" y="105441"/>
                </a:lnTo>
                <a:lnTo>
                  <a:pt x="28625" y="106936"/>
                </a:lnTo>
                <a:lnTo>
                  <a:pt x="31112" y="108319"/>
                </a:lnTo>
                <a:lnTo>
                  <a:pt x="33668" y="109592"/>
                </a:lnTo>
                <a:lnTo>
                  <a:pt x="36296" y="110742"/>
                </a:lnTo>
                <a:lnTo>
                  <a:pt x="38991" y="111770"/>
                </a:lnTo>
                <a:lnTo>
                  <a:pt x="41750" y="112672"/>
                </a:lnTo>
                <a:lnTo>
                  <a:pt x="44565" y="113446"/>
                </a:lnTo>
                <a:lnTo>
                  <a:pt x="47429" y="114089"/>
                </a:lnTo>
                <a:lnTo>
                  <a:pt x="50349" y="114592"/>
                </a:lnTo>
                <a:lnTo>
                  <a:pt x="53318" y="114962"/>
                </a:lnTo>
                <a:lnTo>
                  <a:pt x="56328" y="115180"/>
                </a:lnTo>
                <a:lnTo>
                  <a:pt x="59374" y="115255"/>
                </a:lnTo>
                <a:lnTo>
                  <a:pt x="62419" y="115180"/>
                </a:lnTo>
                <a:lnTo>
                  <a:pt x="65430" y="114962"/>
                </a:lnTo>
                <a:lnTo>
                  <a:pt x="68399" y="114592"/>
                </a:lnTo>
                <a:lnTo>
                  <a:pt x="71311" y="114089"/>
                </a:lnTo>
                <a:lnTo>
                  <a:pt x="74182" y="113446"/>
                </a:lnTo>
                <a:lnTo>
                  <a:pt x="76997" y="112672"/>
                </a:lnTo>
                <a:lnTo>
                  <a:pt x="79757" y="111770"/>
                </a:lnTo>
                <a:lnTo>
                  <a:pt x="82453" y="110742"/>
                </a:lnTo>
                <a:lnTo>
                  <a:pt x="85079" y="109592"/>
                </a:lnTo>
                <a:lnTo>
                  <a:pt x="87636" y="108319"/>
                </a:lnTo>
                <a:lnTo>
                  <a:pt x="90123" y="106936"/>
                </a:lnTo>
                <a:lnTo>
                  <a:pt x="92532" y="105441"/>
                </a:lnTo>
                <a:lnTo>
                  <a:pt x="94858" y="103834"/>
                </a:lnTo>
                <a:lnTo>
                  <a:pt x="97102" y="102130"/>
                </a:lnTo>
                <a:lnTo>
                  <a:pt x="99259" y="100321"/>
                </a:lnTo>
                <a:lnTo>
                  <a:pt x="101320" y="98414"/>
                </a:lnTo>
                <a:lnTo>
                  <a:pt x="103290" y="96416"/>
                </a:lnTo>
                <a:lnTo>
                  <a:pt x="105155" y="94328"/>
                </a:lnTo>
                <a:lnTo>
                  <a:pt x="106922" y="92150"/>
                </a:lnTo>
                <a:lnTo>
                  <a:pt x="108577" y="89892"/>
                </a:lnTo>
                <a:lnTo>
                  <a:pt x="110129" y="87552"/>
                </a:lnTo>
                <a:lnTo>
                  <a:pt x="111560" y="85143"/>
                </a:lnTo>
                <a:lnTo>
                  <a:pt x="112873" y="82655"/>
                </a:lnTo>
                <a:lnTo>
                  <a:pt x="114068" y="80099"/>
                </a:lnTo>
                <a:lnTo>
                  <a:pt x="115129" y="77472"/>
                </a:lnTo>
                <a:lnTo>
                  <a:pt x="116072" y="74790"/>
                </a:lnTo>
                <a:lnTo>
                  <a:pt x="116876" y="72052"/>
                </a:lnTo>
                <a:lnTo>
                  <a:pt x="117539" y="69258"/>
                </a:lnTo>
                <a:lnTo>
                  <a:pt x="118063" y="66415"/>
                </a:lnTo>
                <a:lnTo>
                  <a:pt x="118442" y="63523"/>
                </a:lnTo>
                <a:lnTo>
                  <a:pt x="118671" y="60596"/>
                </a:lnTo>
                <a:lnTo>
                  <a:pt x="118748" y="57628"/>
                </a:lnTo>
                <a:lnTo>
                  <a:pt x="118671" y="54659"/>
                </a:lnTo>
                <a:lnTo>
                  <a:pt x="118442" y="51725"/>
                </a:lnTo>
                <a:lnTo>
                  <a:pt x="118063" y="48842"/>
                </a:lnTo>
                <a:lnTo>
                  <a:pt x="117539" y="45997"/>
                </a:lnTo>
                <a:lnTo>
                  <a:pt x="116876" y="43205"/>
                </a:lnTo>
                <a:lnTo>
                  <a:pt x="116072" y="40458"/>
                </a:lnTo>
                <a:lnTo>
                  <a:pt x="115129" y="37776"/>
                </a:lnTo>
                <a:lnTo>
                  <a:pt x="114068" y="35156"/>
                </a:lnTo>
                <a:lnTo>
                  <a:pt x="112873" y="32600"/>
                </a:lnTo>
                <a:lnTo>
                  <a:pt x="111560" y="30113"/>
                </a:lnTo>
                <a:lnTo>
                  <a:pt x="110129" y="27703"/>
                </a:lnTo>
                <a:lnTo>
                  <a:pt x="108577" y="25363"/>
                </a:lnTo>
                <a:lnTo>
                  <a:pt x="106922" y="23100"/>
                </a:lnTo>
                <a:lnTo>
                  <a:pt x="105155" y="20928"/>
                </a:lnTo>
                <a:lnTo>
                  <a:pt x="103290" y="18839"/>
                </a:lnTo>
                <a:lnTo>
                  <a:pt x="101320" y="16841"/>
                </a:lnTo>
                <a:lnTo>
                  <a:pt x="99259" y="14934"/>
                </a:lnTo>
                <a:lnTo>
                  <a:pt x="97102" y="13125"/>
                </a:lnTo>
                <a:lnTo>
                  <a:pt x="94858" y="11421"/>
                </a:lnTo>
                <a:lnTo>
                  <a:pt x="92532" y="9814"/>
                </a:lnTo>
                <a:lnTo>
                  <a:pt x="90123" y="8319"/>
                </a:lnTo>
                <a:lnTo>
                  <a:pt x="87636" y="6936"/>
                </a:lnTo>
                <a:lnTo>
                  <a:pt x="85079" y="5665"/>
                </a:lnTo>
                <a:lnTo>
                  <a:pt x="82453" y="4512"/>
                </a:lnTo>
                <a:lnTo>
                  <a:pt x="79757" y="3486"/>
                </a:lnTo>
                <a:lnTo>
                  <a:pt x="76997" y="2578"/>
                </a:lnTo>
                <a:lnTo>
                  <a:pt x="74182" y="1809"/>
                </a:lnTo>
                <a:lnTo>
                  <a:pt x="71311" y="1167"/>
                </a:lnTo>
                <a:lnTo>
                  <a:pt x="68399" y="657"/>
                </a:lnTo>
                <a:lnTo>
                  <a:pt x="65430" y="293"/>
                </a:lnTo>
                <a:lnTo>
                  <a:pt x="62419" y="70"/>
                </a:lnTo>
                <a:lnTo>
                  <a:pt x="59374" y="0"/>
                </a:lnTo>
                <a:lnTo>
                  <a:pt x="56328" y="70"/>
                </a:lnTo>
                <a:lnTo>
                  <a:pt x="53318" y="293"/>
                </a:lnTo>
                <a:lnTo>
                  <a:pt x="50349" y="657"/>
                </a:lnTo>
                <a:lnTo>
                  <a:pt x="47429" y="1167"/>
                </a:lnTo>
                <a:lnTo>
                  <a:pt x="44565" y="1809"/>
                </a:lnTo>
                <a:lnTo>
                  <a:pt x="41750" y="2578"/>
                </a:lnTo>
                <a:lnTo>
                  <a:pt x="38991" y="3486"/>
                </a:lnTo>
                <a:lnTo>
                  <a:pt x="36296" y="4512"/>
                </a:lnTo>
                <a:lnTo>
                  <a:pt x="33668" y="5665"/>
                </a:lnTo>
                <a:lnTo>
                  <a:pt x="31112" y="6936"/>
                </a:lnTo>
                <a:lnTo>
                  <a:pt x="28625" y="8319"/>
                </a:lnTo>
                <a:lnTo>
                  <a:pt x="26217" y="9814"/>
                </a:lnTo>
                <a:lnTo>
                  <a:pt x="23889" y="11421"/>
                </a:lnTo>
                <a:lnTo>
                  <a:pt x="21647" y="13125"/>
                </a:lnTo>
                <a:lnTo>
                  <a:pt x="19489" y="14934"/>
                </a:lnTo>
                <a:lnTo>
                  <a:pt x="17428" y="16841"/>
                </a:lnTo>
                <a:lnTo>
                  <a:pt x="15458" y="18839"/>
                </a:lnTo>
                <a:lnTo>
                  <a:pt x="13595" y="20928"/>
                </a:lnTo>
                <a:lnTo>
                  <a:pt x="11827" y="23100"/>
                </a:lnTo>
                <a:lnTo>
                  <a:pt x="10172" y="25363"/>
                </a:lnTo>
                <a:lnTo>
                  <a:pt x="8620" y="27703"/>
                </a:lnTo>
                <a:lnTo>
                  <a:pt x="7188" y="30113"/>
                </a:lnTo>
                <a:lnTo>
                  <a:pt x="5875" y="32600"/>
                </a:lnTo>
                <a:lnTo>
                  <a:pt x="4680" y="35156"/>
                </a:lnTo>
                <a:lnTo>
                  <a:pt x="3618" y="37776"/>
                </a:lnTo>
                <a:lnTo>
                  <a:pt x="2677" y="40458"/>
                </a:lnTo>
                <a:lnTo>
                  <a:pt x="1872" y="43205"/>
                </a:lnTo>
                <a:lnTo>
                  <a:pt x="1208" y="45997"/>
                </a:lnTo>
                <a:lnTo>
                  <a:pt x="685" y="48842"/>
                </a:lnTo>
                <a:lnTo>
                  <a:pt x="307" y="51725"/>
                </a:lnTo>
                <a:lnTo>
                  <a:pt x="77" y="54659"/>
                </a:lnTo>
                <a:lnTo>
                  <a:pt x="0" y="57628"/>
                </a:lnTo>
                <a:lnTo>
                  <a:pt x="77" y="60596"/>
                </a:lnTo>
                <a:lnTo>
                  <a:pt x="307" y="63523"/>
                </a:lnTo>
                <a:lnTo>
                  <a:pt x="685" y="66415"/>
                </a:lnTo>
                <a:lnTo>
                  <a:pt x="1208" y="69258"/>
                </a:lnTo>
                <a:lnTo>
                  <a:pt x="1872" y="72052"/>
                </a:lnTo>
                <a:close/>
                <a:moveTo>
                  <a:pt x="7260" y="52423"/>
                </a:moveTo>
                <a:lnTo>
                  <a:pt x="7589" y="49918"/>
                </a:lnTo>
                <a:lnTo>
                  <a:pt x="8039" y="47471"/>
                </a:lnTo>
                <a:lnTo>
                  <a:pt x="8610" y="45068"/>
                </a:lnTo>
                <a:lnTo>
                  <a:pt x="9305" y="42677"/>
                </a:lnTo>
                <a:lnTo>
                  <a:pt x="10145" y="40257"/>
                </a:lnTo>
                <a:lnTo>
                  <a:pt x="11089" y="37951"/>
                </a:lnTo>
                <a:lnTo>
                  <a:pt x="12109" y="35759"/>
                </a:lnTo>
                <a:lnTo>
                  <a:pt x="13328" y="33453"/>
                </a:lnTo>
                <a:lnTo>
                  <a:pt x="13237" y="33606"/>
                </a:lnTo>
                <a:lnTo>
                  <a:pt x="14530" y="31428"/>
                </a:lnTo>
                <a:lnTo>
                  <a:pt x="15903" y="29355"/>
                </a:lnTo>
                <a:lnTo>
                  <a:pt x="17324" y="27419"/>
                </a:lnTo>
                <a:lnTo>
                  <a:pt x="18955" y="25403"/>
                </a:lnTo>
                <a:lnTo>
                  <a:pt x="20505" y="23676"/>
                </a:lnTo>
                <a:lnTo>
                  <a:pt x="22325" y="21822"/>
                </a:lnTo>
                <a:lnTo>
                  <a:pt x="24093" y="20187"/>
                </a:lnTo>
                <a:lnTo>
                  <a:pt x="26076" y="18532"/>
                </a:lnTo>
                <a:lnTo>
                  <a:pt x="25943" y="18629"/>
                </a:lnTo>
                <a:lnTo>
                  <a:pt x="27964" y="17090"/>
                </a:lnTo>
                <a:lnTo>
                  <a:pt x="30052" y="15654"/>
                </a:lnTo>
                <a:lnTo>
                  <a:pt x="32136" y="14361"/>
                </a:lnTo>
                <a:lnTo>
                  <a:pt x="34371" y="13113"/>
                </a:lnTo>
                <a:lnTo>
                  <a:pt x="36653" y="11982"/>
                </a:lnTo>
                <a:lnTo>
                  <a:pt x="38998" y="10958"/>
                </a:lnTo>
                <a:lnTo>
                  <a:pt x="41349" y="10060"/>
                </a:lnTo>
                <a:lnTo>
                  <a:pt x="43756" y="9271"/>
                </a:lnTo>
                <a:lnTo>
                  <a:pt x="46219" y="8595"/>
                </a:lnTo>
                <a:lnTo>
                  <a:pt x="48760" y="8024"/>
                </a:lnTo>
                <a:lnTo>
                  <a:pt x="51452" y="7559"/>
                </a:lnTo>
                <a:lnTo>
                  <a:pt x="54086" y="7236"/>
                </a:lnTo>
                <a:lnTo>
                  <a:pt x="53918" y="7258"/>
                </a:lnTo>
                <a:lnTo>
                  <a:pt x="56695" y="7052"/>
                </a:lnTo>
                <a:lnTo>
                  <a:pt x="59374" y="6987"/>
                </a:lnTo>
                <a:lnTo>
                  <a:pt x="62051" y="7052"/>
                </a:lnTo>
                <a:lnTo>
                  <a:pt x="64829" y="7258"/>
                </a:lnTo>
                <a:lnTo>
                  <a:pt x="64662" y="7236"/>
                </a:lnTo>
                <a:lnTo>
                  <a:pt x="67296" y="7559"/>
                </a:lnTo>
                <a:lnTo>
                  <a:pt x="69993" y="8025"/>
                </a:lnTo>
                <a:lnTo>
                  <a:pt x="72532" y="8596"/>
                </a:lnTo>
                <a:lnTo>
                  <a:pt x="74992" y="9271"/>
                </a:lnTo>
                <a:lnTo>
                  <a:pt x="77399" y="10060"/>
                </a:lnTo>
                <a:lnTo>
                  <a:pt x="79749" y="10958"/>
                </a:lnTo>
                <a:lnTo>
                  <a:pt x="82094" y="11982"/>
                </a:lnTo>
                <a:lnTo>
                  <a:pt x="84377" y="13113"/>
                </a:lnTo>
                <a:lnTo>
                  <a:pt x="86605" y="14357"/>
                </a:lnTo>
                <a:lnTo>
                  <a:pt x="88696" y="15654"/>
                </a:lnTo>
                <a:lnTo>
                  <a:pt x="90771" y="17080"/>
                </a:lnTo>
                <a:lnTo>
                  <a:pt x="92805" y="18629"/>
                </a:lnTo>
                <a:lnTo>
                  <a:pt x="92672" y="18532"/>
                </a:lnTo>
                <a:lnTo>
                  <a:pt x="94654" y="20187"/>
                </a:lnTo>
                <a:lnTo>
                  <a:pt x="96520" y="21912"/>
                </a:lnTo>
                <a:lnTo>
                  <a:pt x="96395" y="21801"/>
                </a:lnTo>
                <a:lnTo>
                  <a:pt x="98246" y="23680"/>
                </a:lnTo>
                <a:lnTo>
                  <a:pt x="98134" y="23554"/>
                </a:lnTo>
                <a:lnTo>
                  <a:pt x="99855" y="25480"/>
                </a:lnTo>
                <a:lnTo>
                  <a:pt x="101423" y="27419"/>
                </a:lnTo>
                <a:lnTo>
                  <a:pt x="102845" y="29355"/>
                </a:lnTo>
                <a:lnTo>
                  <a:pt x="104215" y="31424"/>
                </a:lnTo>
                <a:lnTo>
                  <a:pt x="105472" y="33552"/>
                </a:lnTo>
                <a:lnTo>
                  <a:pt x="106639" y="35759"/>
                </a:lnTo>
                <a:lnTo>
                  <a:pt x="107657" y="37947"/>
                </a:lnTo>
                <a:lnTo>
                  <a:pt x="108626" y="40332"/>
                </a:lnTo>
                <a:lnTo>
                  <a:pt x="108570" y="40165"/>
                </a:lnTo>
                <a:lnTo>
                  <a:pt x="109443" y="42677"/>
                </a:lnTo>
                <a:lnTo>
                  <a:pt x="110138" y="45068"/>
                </a:lnTo>
                <a:lnTo>
                  <a:pt x="110709" y="47471"/>
                </a:lnTo>
                <a:lnTo>
                  <a:pt x="111158" y="49919"/>
                </a:lnTo>
                <a:lnTo>
                  <a:pt x="111486" y="52398"/>
                </a:lnTo>
                <a:lnTo>
                  <a:pt x="111696" y="55068"/>
                </a:lnTo>
                <a:lnTo>
                  <a:pt x="111760" y="57628"/>
                </a:lnTo>
                <a:lnTo>
                  <a:pt x="111696" y="60187"/>
                </a:lnTo>
                <a:lnTo>
                  <a:pt x="111486" y="62857"/>
                </a:lnTo>
                <a:lnTo>
                  <a:pt x="111158" y="65336"/>
                </a:lnTo>
                <a:lnTo>
                  <a:pt x="110709" y="67781"/>
                </a:lnTo>
                <a:lnTo>
                  <a:pt x="110139" y="70182"/>
                </a:lnTo>
                <a:lnTo>
                  <a:pt x="109443" y="72578"/>
                </a:lnTo>
                <a:lnTo>
                  <a:pt x="108570" y="75090"/>
                </a:lnTo>
                <a:lnTo>
                  <a:pt x="108626" y="74923"/>
                </a:lnTo>
                <a:lnTo>
                  <a:pt x="107662" y="77297"/>
                </a:lnTo>
                <a:lnTo>
                  <a:pt x="106613" y="79544"/>
                </a:lnTo>
                <a:lnTo>
                  <a:pt x="105440" y="81759"/>
                </a:lnTo>
                <a:lnTo>
                  <a:pt x="104177" y="83888"/>
                </a:lnTo>
                <a:lnTo>
                  <a:pt x="102844" y="85900"/>
                </a:lnTo>
                <a:lnTo>
                  <a:pt x="101434" y="87823"/>
                </a:lnTo>
                <a:lnTo>
                  <a:pt x="99783" y="89864"/>
                </a:lnTo>
                <a:lnTo>
                  <a:pt x="99888" y="89731"/>
                </a:lnTo>
                <a:lnTo>
                  <a:pt x="98134" y="91701"/>
                </a:lnTo>
                <a:lnTo>
                  <a:pt x="98246" y="91575"/>
                </a:lnTo>
                <a:lnTo>
                  <a:pt x="96395" y="93454"/>
                </a:lnTo>
                <a:lnTo>
                  <a:pt x="96520" y="93343"/>
                </a:lnTo>
                <a:lnTo>
                  <a:pt x="94593" y="95120"/>
                </a:lnTo>
                <a:lnTo>
                  <a:pt x="92722" y="96681"/>
                </a:lnTo>
                <a:lnTo>
                  <a:pt x="90695" y="98225"/>
                </a:lnTo>
                <a:lnTo>
                  <a:pt x="90829" y="98134"/>
                </a:lnTo>
                <a:lnTo>
                  <a:pt x="88696" y="99601"/>
                </a:lnTo>
                <a:lnTo>
                  <a:pt x="86605" y="100898"/>
                </a:lnTo>
                <a:lnTo>
                  <a:pt x="84356" y="102154"/>
                </a:lnTo>
                <a:lnTo>
                  <a:pt x="82095" y="103273"/>
                </a:lnTo>
                <a:lnTo>
                  <a:pt x="79749" y="104297"/>
                </a:lnTo>
                <a:lnTo>
                  <a:pt x="77404" y="105193"/>
                </a:lnTo>
                <a:lnTo>
                  <a:pt x="74965" y="105986"/>
                </a:lnTo>
                <a:lnTo>
                  <a:pt x="72527" y="106660"/>
                </a:lnTo>
                <a:lnTo>
                  <a:pt x="69993" y="107230"/>
                </a:lnTo>
                <a:lnTo>
                  <a:pt x="67435" y="107672"/>
                </a:lnTo>
                <a:lnTo>
                  <a:pt x="64662" y="108018"/>
                </a:lnTo>
                <a:lnTo>
                  <a:pt x="64829" y="107998"/>
                </a:lnTo>
                <a:lnTo>
                  <a:pt x="62051" y="108203"/>
                </a:lnTo>
                <a:lnTo>
                  <a:pt x="59374" y="108268"/>
                </a:lnTo>
                <a:lnTo>
                  <a:pt x="56695" y="108203"/>
                </a:lnTo>
                <a:lnTo>
                  <a:pt x="53918" y="107998"/>
                </a:lnTo>
                <a:lnTo>
                  <a:pt x="54086" y="108018"/>
                </a:lnTo>
                <a:lnTo>
                  <a:pt x="51313" y="107672"/>
                </a:lnTo>
                <a:lnTo>
                  <a:pt x="48760" y="107231"/>
                </a:lnTo>
                <a:lnTo>
                  <a:pt x="46223" y="106661"/>
                </a:lnTo>
                <a:lnTo>
                  <a:pt x="43783" y="105986"/>
                </a:lnTo>
                <a:lnTo>
                  <a:pt x="41344" y="105193"/>
                </a:lnTo>
                <a:lnTo>
                  <a:pt x="38998" y="104297"/>
                </a:lnTo>
                <a:lnTo>
                  <a:pt x="36653" y="103273"/>
                </a:lnTo>
                <a:lnTo>
                  <a:pt x="34392" y="102154"/>
                </a:lnTo>
                <a:lnTo>
                  <a:pt x="32136" y="100895"/>
                </a:lnTo>
                <a:lnTo>
                  <a:pt x="30052" y="99601"/>
                </a:lnTo>
                <a:lnTo>
                  <a:pt x="27920" y="98134"/>
                </a:lnTo>
                <a:lnTo>
                  <a:pt x="28052" y="98225"/>
                </a:lnTo>
                <a:lnTo>
                  <a:pt x="26025" y="96681"/>
                </a:lnTo>
                <a:lnTo>
                  <a:pt x="24155" y="95120"/>
                </a:lnTo>
                <a:lnTo>
                  <a:pt x="22322" y="93430"/>
                </a:lnTo>
                <a:lnTo>
                  <a:pt x="20510" y="91584"/>
                </a:lnTo>
                <a:lnTo>
                  <a:pt x="18893" y="89776"/>
                </a:lnTo>
                <a:lnTo>
                  <a:pt x="17314" y="87823"/>
                </a:lnTo>
                <a:lnTo>
                  <a:pt x="15903" y="85900"/>
                </a:lnTo>
                <a:lnTo>
                  <a:pt x="14569" y="83887"/>
                </a:lnTo>
                <a:lnTo>
                  <a:pt x="13237" y="81651"/>
                </a:lnTo>
                <a:lnTo>
                  <a:pt x="13328" y="81796"/>
                </a:lnTo>
                <a:lnTo>
                  <a:pt x="12134" y="79544"/>
                </a:lnTo>
                <a:lnTo>
                  <a:pt x="11084" y="77293"/>
                </a:lnTo>
                <a:lnTo>
                  <a:pt x="10145" y="74998"/>
                </a:lnTo>
                <a:lnTo>
                  <a:pt x="9305" y="72578"/>
                </a:lnTo>
                <a:lnTo>
                  <a:pt x="8608" y="70182"/>
                </a:lnTo>
                <a:lnTo>
                  <a:pt x="8039" y="67781"/>
                </a:lnTo>
                <a:lnTo>
                  <a:pt x="7589" y="65337"/>
                </a:lnTo>
                <a:lnTo>
                  <a:pt x="7260" y="62832"/>
                </a:lnTo>
                <a:lnTo>
                  <a:pt x="7052" y="60187"/>
                </a:lnTo>
                <a:lnTo>
                  <a:pt x="6987" y="57628"/>
                </a:lnTo>
                <a:lnTo>
                  <a:pt x="7052" y="55068"/>
                </a:lnTo>
                <a:lnTo>
                  <a:pt x="7260" y="52423"/>
                </a:lnTo>
                <a:close/>
              </a:path>
            </a:pathLst>
          </a:custGeom>
          <a:solidFill xmlns:a="http://schemas.openxmlformats.org/drawingml/2006/main">
            <a:srgbClr val="795D0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E145D51-AA0A-4AC4-BF0A-86A437350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0646" y="1937568"/>
            <a:ext cx="111763" cy="108270"/>
          </a:xfrm>
          <a:custGeom xmlns:a="http://schemas.openxmlformats.org/drawingml/2006/main">
            <a:pathLst>
              <a:path w="111763" h="108270">
                <a:moveTo>
                  <a:pt x="342" y="54240"/>
                </a:moveTo>
                <a:cubicBezTo>
                  <a:pt x="0" y="24239"/>
                  <a:pt x="25021" y="0"/>
                  <a:pt x="55881" y="0"/>
                </a:cubicBezTo>
                <a:cubicBezTo>
                  <a:pt x="86742" y="0"/>
                  <a:pt x="111763" y="24239"/>
                  <a:pt x="111763" y="54135"/>
                </a:cubicBezTo>
                <a:cubicBezTo>
                  <a:pt x="111763" y="84031"/>
                  <a:pt x="86742" y="108270"/>
                  <a:pt x="55881" y="108270"/>
                </a:cubicBezTo>
                <a:cubicBezTo>
                  <a:pt x="25021" y="108270"/>
                  <a:pt x="0" y="84031"/>
                  <a:pt x="342" y="54240"/>
                </a:cubicBezTo>
              </a:path>
            </a:pathLst>
          </a:custGeom>
          <a:solidFill xmlns:a="http://schemas.openxmlformats.org/drawingml/2006/main">
            <a:srgbClr val="F2BA0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F8B4077-AE03-43E0-8AEE-6DAC1B4FC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7154" y="1934076"/>
            <a:ext cx="118748" cy="115255"/>
          </a:xfrm>
          <a:custGeom xmlns:a="http://schemas.openxmlformats.org/drawingml/2006/main">
            <a:pathLst>
              <a:path w="118748" h="115255">
                <a:moveTo>
                  <a:pt x="2677" y="74797"/>
                </a:moveTo>
                <a:lnTo>
                  <a:pt x="3618" y="77479"/>
                </a:lnTo>
                <a:lnTo>
                  <a:pt x="4680" y="80099"/>
                </a:lnTo>
                <a:lnTo>
                  <a:pt x="5875" y="82655"/>
                </a:lnTo>
                <a:lnTo>
                  <a:pt x="7188" y="85142"/>
                </a:lnTo>
                <a:lnTo>
                  <a:pt x="8627" y="87552"/>
                </a:lnTo>
                <a:lnTo>
                  <a:pt x="10172" y="89893"/>
                </a:lnTo>
                <a:lnTo>
                  <a:pt x="11827" y="92155"/>
                </a:lnTo>
                <a:lnTo>
                  <a:pt x="13595" y="94328"/>
                </a:lnTo>
                <a:lnTo>
                  <a:pt x="15465" y="96416"/>
                </a:lnTo>
                <a:lnTo>
                  <a:pt x="17428" y="98414"/>
                </a:lnTo>
                <a:lnTo>
                  <a:pt x="19496" y="100322"/>
                </a:lnTo>
                <a:lnTo>
                  <a:pt x="21647" y="102130"/>
                </a:lnTo>
                <a:lnTo>
                  <a:pt x="23889" y="103834"/>
                </a:lnTo>
                <a:lnTo>
                  <a:pt x="26217" y="105441"/>
                </a:lnTo>
                <a:lnTo>
                  <a:pt x="28625" y="106936"/>
                </a:lnTo>
                <a:lnTo>
                  <a:pt x="31112" y="108319"/>
                </a:lnTo>
                <a:lnTo>
                  <a:pt x="33668" y="109590"/>
                </a:lnTo>
                <a:lnTo>
                  <a:pt x="36302" y="110743"/>
                </a:lnTo>
                <a:lnTo>
                  <a:pt x="38991" y="111770"/>
                </a:lnTo>
                <a:lnTo>
                  <a:pt x="41750" y="112678"/>
                </a:lnTo>
                <a:lnTo>
                  <a:pt x="44565" y="113446"/>
                </a:lnTo>
                <a:lnTo>
                  <a:pt x="47436" y="114089"/>
                </a:lnTo>
                <a:lnTo>
                  <a:pt x="50356" y="114599"/>
                </a:lnTo>
                <a:lnTo>
                  <a:pt x="53318" y="114962"/>
                </a:lnTo>
                <a:lnTo>
                  <a:pt x="56328" y="115185"/>
                </a:lnTo>
                <a:lnTo>
                  <a:pt x="59374" y="115255"/>
                </a:lnTo>
                <a:lnTo>
                  <a:pt x="62419" y="115185"/>
                </a:lnTo>
                <a:lnTo>
                  <a:pt x="65430" y="114962"/>
                </a:lnTo>
                <a:lnTo>
                  <a:pt x="68399" y="114599"/>
                </a:lnTo>
                <a:lnTo>
                  <a:pt x="71318" y="114089"/>
                </a:lnTo>
                <a:lnTo>
                  <a:pt x="74182" y="113446"/>
                </a:lnTo>
                <a:lnTo>
                  <a:pt x="76997" y="112678"/>
                </a:lnTo>
                <a:lnTo>
                  <a:pt x="79757" y="111770"/>
                </a:lnTo>
                <a:lnTo>
                  <a:pt x="82453" y="110743"/>
                </a:lnTo>
                <a:lnTo>
                  <a:pt x="85079" y="109590"/>
                </a:lnTo>
                <a:lnTo>
                  <a:pt x="87636" y="108319"/>
                </a:lnTo>
                <a:lnTo>
                  <a:pt x="90123" y="106936"/>
                </a:lnTo>
                <a:lnTo>
                  <a:pt x="92532" y="105441"/>
                </a:lnTo>
                <a:lnTo>
                  <a:pt x="94858" y="103834"/>
                </a:lnTo>
                <a:lnTo>
                  <a:pt x="97102" y="102130"/>
                </a:lnTo>
                <a:lnTo>
                  <a:pt x="99259" y="100322"/>
                </a:lnTo>
                <a:lnTo>
                  <a:pt x="101320" y="98414"/>
                </a:lnTo>
                <a:lnTo>
                  <a:pt x="103290" y="96416"/>
                </a:lnTo>
                <a:lnTo>
                  <a:pt x="105155" y="94328"/>
                </a:lnTo>
                <a:lnTo>
                  <a:pt x="106922" y="92155"/>
                </a:lnTo>
                <a:lnTo>
                  <a:pt x="108577" y="89893"/>
                </a:lnTo>
                <a:lnTo>
                  <a:pt x="110129" y="87552"/>
                </a:lnTo>
                <a:lnTo>
                  <a:pt x="111560" y="85142"/>
                </a:lnTo>
                <a:lnTo>
                  <a:pt x="112873" y="82655"/>
                </a:lnTo>
                <a:lnTo>
                  <a:pt x="114068" y="80099"/>
                </a:lnTo>
                <a:lnTo>
                  <a:pt x="115136" y="77479"/>
                </a:lnTo>
                <a:lnTo>
                  <a:pt x="116072" y="74797"/>
                </a:lnTo>
                <a:lnTo>
                  <a:pt x="116876" y="72052"/>
                </a:lnTo>
                <a:lnTo>
                  <a:pt x="117539" y="69258"/>
                </a:lnTo>
                <a:lnTo>
                  <a:pt x="118063" y="66415"/>
                </a:lnTo>
                <a:lnTo>
                  <a:pt x="118442" y="63530"/>
                </a:lnTo>
                <a:lnTo>
                  <a:pt x="118671" y="60596"/>
                </a:lnTo>
                <a:lnTo>
                  <a:pt x="118748" y="57628"/>
                </a:lnTo>
                <a:lnTo>
                  <a:pt x="118671" y="54659"/>
                </a:lnTo>
                <a:lnTo>
                  <a:pt x="118442" y="51732"/>
                </a:lnTo>
                <a:lnTo>
                  <a:pt x="118063" y="48840"/>
                </a:lnTo>
                <a:lnTo>
                  <a:pt x="117539" y="45997"/>
                </a:lnTo>
                <a:lnTo>
                  <a:pt x="116876" y="43203"/>
                </a:lnTo>
                <a:lnTo>
                  <a:pt x="116072" y="40465"/>
                </a:lnTo>
                <a:lnTo>
                  <a:pt x="115136" y="37784"/>
                </a:lnTo>
                <a:lnTo>
                  <a:pt x="114068" y="35156"/>
                </a:lnTo>
                <a:lnTo>
                  <a:pt x="112873" y="32600"/>
                </a:lnTo>
                <a:lnTo>
                  <a:pt x="111560" y="30113"/>
                </a:lnTo>
                <a:lnTo>
                  <a:pt x="110129" y="27703"/>
                </a:lnTo>
                <a:lnTo>
                  <a:pt x="108577" y="25363"/>
                </a:lnTo>
                <a:lnTo>
                  <a:pt x="106922" y="23100"/>
                </a:lnTo>
                <a:lnTo>
                  <a:pt x="105155" y="20928"/>
                </a:lnTo>
                <a:lnTo>
                  <a:pt x="103290" y="18839"/>
                </a:lnTo>
                <a:lnTo>
                  <a:pt x="101320" y="16841"/>
                </a:lnTo>
                <a:lnTo>
                  <a:pt x="99259" y="14934"/>
                </a:lnTo>
                <a:lnTo>
                  <a:pt x="97102" y="13127"/>
                </a:lnTo>
                <a:lnTo>
                  <a:pt x="94858" y="11421"/>
                </a:lnTo>
                <a:lnTo>
                  <a:pt x="92532" y="9814"/>
                </a:lnTo>
                <a:lnTo>
                  <a:pt x="90123" y="8319"/>
                </a:lnTo>
                <a:lnTo>
                  <a:pt x="87636" y="6936"/>
                </a:lnTo>
                <a:lnTo>
                  <a:pt x="85079" y="5665"/>
                </a:lnTo>
                <a:lnTo>
                  <a:pt x="82453" y="4512"/>
                </a:lnTo>
                <a:lnTo>
                  <a:pt x="79757" y="3486"/>
                </a:lnTo>
                <a:lnTo>
                  <a:pt x="76997" y="2585"/>
                </a:lnTo>
                <a:lnTo>
                  <a:pt x="74182" y="1809"/>
                </a:lnTo>
                <a:lnTo>
                  <a:pt x="71318" y="1167"/>
                </a:lnTo>
                <a:lnTo>
                  <a:pt x="68399" y="664"/>
                </a:lnTo>
                <a:lnTo>
                  <a:pt x="65430" y="293"/>
                </a:lnTo>
                <a:lnTo>
                  <a:pt x="62419" y="77"/>
                </a:lnTo>
                <a:lnTo>
                  <a:pt x="59374" y="0"/>
                </a:lnTo>
                <a:lnTo>
                  <a:pt x="56328" y="77"/>
                </a:lnTo>
                <a:lnTo>
                  <a:pt x="53318" y="293"/>
                </a:lnTo>
                <a:lnTo>
                  <a:pt x="50356" y="664"/>
                </a:lnTo>
                <a:lnTo>
                  <a:pt x="47436" y="1167"/>
                </a:lnTo>
                <a:lnTo>
                  <a:pt x="44565" y="1809"/>
                </a:lnTo>
                <a:lnTo>
                  <a:pt x="41750" y="2585"/>
                </a:lnTo>
                <a:lnTo>
                  <a:pt x="38991" y="3486"/>
                </a:lnTo>
                <a:lnTo>
                  <a:pt x="36302" y="4512"/>
                </a:lnTo>
                <a:lnTo>
                  <a:pt x="33668" y="5665"/>
                </a:lnTo>
                <a:lnTo>
                  <a:pt x="31112" y="6936"/>
                </a:lnTo>
                <a:lnTo>
                  <a:pt x="28625" y="8319"/>
                </a:lnTo>
                <a:lnTo>
                  <a:pt x="26217" y="9814"/>
                </a:lnTo>
                <a:lnTo>
                  <a:pt x="23889" y="11421"/>
                </a:lnTo>
                <a:lnTo>
                  <a:pt x="21647" y="13127"/>
                </a:lnTo>
                <a:lnTo>
                  <a:pt x="19496" y="14934"/>
                </a:lnTo>
                <a:lnTo>
                  <a:pt x="17428" y="16841"/>
                </a:lnTo>
                <a:lnTo>
                  <a:pt x="15465" y="18839"/>
                </a:lnTo>
                <a:lnTo>
                  <a:pt x="13595" y="20928"/>
                </a:lnTo>
                <a:lnTo>
                  <a:pt x="11827" y="23100"/>
                </a:lnTo>
                <a:lnTo>
                  <a:pt x="10172" y="25363"/>
                </a:lnTo>
                <a:lnTo>
                  <a:pt x="8627" y="27703"/>
                </a:lnTo>
                <a:lnTo>
                  <a:pt x="7188" y="30113"/>
                </a:lnTo>
                <a:lnTo>
                  <a:pt x="5875" y="32600"/>
                </a:lnTo>
                <a:lnTo>
                  <a:pt x="4680" y="35156"/>
                </a:lnTo>
                <a:lnTo>
                  <a:pt x="3618" y="37784"/>
                </a:lnTo>
                <a:lnTo>
                  <a:pt x="2677" y="40465"/>
                </a:lnTo>
                <a:lnTo>
                  <a:pt x="1872" y="43203"/>
                </a:lnTo>
                <a:lnTo>
                  <a:pt x="1208" y="45997"/>
                </a:lnTo>
                <a:lnTo>
                  <a:pt x="685" y="48840"/>
                </a:lnTo>
                <a:lnTo>
                  <a:pt x="307" y="51732"/>
                </a:lnTo>
                <a:lnTo>
                  <a:pt x="77" y="54659"/>
                </a:lnTo>
                <a:lnTo>
                  <a:pt x="0" y="57628"/>
                </a:lnTo>
                <a:lnTo>
                  <a:pt x="77" y="60596"/>
                </a:lnTo>
                <a:lnTo>
                  <a:pt x="307" y="63530"/>
                </a:lnTo>
                <a:lnTo>
                  <a:pt x="685" y="66415"/>
                </a:lnTo>
                <a:lnTo>
                  <a:pt x="1208" y="69258"/>
                </a:lnTo>
                <a:lnTo>
                  <a:pt x="1872" y="72052"/>
                </a:lnTo>
                <a:lnTo>
                  <a:pt x="2677" y="74797"/>
                </a:lnTo>
                <a:close/>
                <a:moveTo>
                  <a:pt x="7589" y="49918"/>
                </a:moveTo>
                <a:lnTo>
                  <a:pt x="8039" y="47471"/>
                </a:lnTo>
                <a:lnTo>
                  <a:pt x="8610" y="45069"/>
                </a:lnTo>
                <a:lnTo>
                  <a:pt x="9344" y="42565"/>
                </a:lnTo>
                <a:lnTo>
                  <a:pt x="10152" y="40258"/>
                </a:lnTo>
                <a:lnTo>
                  <a:pt x="11090" y="37949"/>
                </a:lnTo>
                <a:lnTo>
                  <a:pt x="12134" y="35711"/>
                </a:lnTo>
                <a:lnTo>
                  <a:pt x="13290" y="33530"/>
                </a:lnTo>
                <a:lnTo>
                  <a:pt x="14570" y="31367"/>
                </a:lnTo>
                <a:lnTo>
                  <a:pt x="15903" y="29355"/>
                </a:lnTo>
                <a:lnTo>
                  <a:pt x="17324" y="27419"/>
                </a:lnTo>
                <a:lnTo>
                  <a:pt x="18965" y="25391"/>
                </a:lnTo>
                <a:lnTo>
                  <a:pt x="18860" y="25524"/>
                </a:lnTo>
                <a:lnTo>
                  <a:pt x="20526" y="23655"/>
                </a:lnTo>
                <a:lnTo>
                  <a:pt x="22317" y="21837"/>
                </a:lnTo>
                <a:lnTo>
                  <a:pt x="24169" y="20124"/>
                </a:lnTo>
                <a:lnTo>
                  <a:pt x="24043" y="20229"/>
                </a:lnTo>
                <a:lnTo>
                  <a:pt x="26025" y="18574"/>
                </a:lnTo>
                <a:lnTo>
                  <a:pt x="28052" y="17030"/>
                </a:lnTo>
                <a:lnTo>
                  <a:pt x="27920" y="17121"/>
                </a:lnTo>
                <a:lnTo>
                  <a:pt x="30050" y="15655"/>
                </a:lnTo>
                <a:lnTo>
                  <a:pt x="32210" y="14319"/>
                </a:lnTo>
                <a:lnTo>
                  <a:pt x="34393" y="13102"/>
                </a:lnTo>
                <a:lnTo>
                  <a:pt x="36653" y="11982"/>
                </a:lnTo>
                <a:lnTo>
                  <a:pt x="38950" y="10979"/>
                </a:lnTo>
                <a:lnTo>
                  <a:pt x="41369" y="10054"/>
                </a:lnTo>
                <a:lnTo>
                  <a:pt x="43755" y="9278"/>
                </a:lnTo>
                <a:lnTo>
                  <a:pt x="46225" y="8594"/>
                </a:lnTo>
                <a:lnTo>
                  <a:pt x="48760" y="8024"/>
                </a:lnTo>
                <a:lnTo>
                  <a:pt x="51327" y="7581"/>
                </a:lnTo>
                <a:lnTo>
                  <a:pt x="54086" y="7237"/>
                </a:lnTo>
                <a:lnTo>
                  <a:pt x="53918" y="7259"/>
                </a:lnTo>
                <a:lnTo>
                  <a:pt x="56695" y="7052"/>
                </a:lnTo>
                <a:lnTo>
                  <a:pt x="59374" y="6987"/>
                </a:lnTo>
                <a:lnTo>
                  <a:pt x="62048" y="7052"/>
                </a:lnTo>
                <a:lnTo>
                  <a:pt x="64829" y="7259"/>
                </a:lnTo>
                <a:lnTo>
                  <a:pt x="64662" y="7237"/>
                </a:lnTo>
                <a:lnTo>
                  <a:pt x="67420" y="7581"/>
                </a:lnTo>
                <a:lnTo>
                  <a:pt x="69993" y="8025"/>
                </a:lnTo>
                <a:lnTo>
                  <a:pt x="72526" y="8595"/>
                </a:lnTo>
                <a:lnTo>
                  <a:pt x="74993" y="9278"/>
                </a:lnTo>
                <a:lnTo>
                  <a:pt x="77379" y="10054"/>
                </a:lnTo>
                <a:lnTo>
                  <a:pt x="79804" y="10979"/>
                </a:lnTo>
                <a:lnTo>
                  <a:pt x="82092" y="11981"/>
                </a:lnTo>
                <a:lnTo>
                  <a:pt x="84355" y="13102"/>
                </a:lnTo>
                <a:lnTo>
                  <a:pt x="86606" y="14357"/>
                </a:lnTo>
                <a:lnTo>
                  <a:pt x="88696" y="15654"/>
                </a:lnTo>
                <a:lnTo>
                  <a:pt x="90829" y="17121"/>
                </a:lnTo>
                <a:lnTo>
                  <a:pt x="90695" y="17030"/>
                </a:lnTo>
                <a:lnTo>
                  <a:pt x="92722" y="18574"/>
                </a:lnTo>
                <a:lnTo>
                  <a:pt x="94705" y="20229"/>
                </a:lnTo>
                <a:lnTo>
                  <a:pt x="94579" y="20124"/>
                </a:lnTo>
                <a:lnTo>
                  <a:pt x="96433" y="21832"/>
                </a:lnTo>
                <a:lnTo>
                  <a:pt x="98240" y="23673"/>
                </a:lnTo>
                <a:lnTo>
                  <a:pt x="99852" y="25475"/>
                </a:lnTo>
                <a:lnTo>
                  <a:pt x="101358" y="27331"/>
                </a:lnTo>
                <a:lnTo>
                  <a:pt x="102845" y="29355"/>
                </a:lnTo>
                <a:lnTo>
                  <a:pt x="104178" y="31368"/>
                </a:lnTo>
                <a:lnTo>
                  <a:pt x="105454" y="33511"/>
                </a:lnTo>
                <a:lnTo>
                  <a:pt x="106611" y="35707"/>
                </a:lnTo>
                <a:lnTo>
                  <a:pt x="107659" y="37953"/>
                </a:lnTo>
                <a:lnTo>
                  <a:pt x="108602" y="40257"/>
                </a:lnTo>
                <a:lnTo>
                  <a:pt x="109443" y="42679"/>
                </a:lnTo>
                <a:lnTo>
                  <a:pt x="109395" y="42511"/>
                </a:lnTo>
                <a:lnTo>
                  <a:pt x="110138" y="45068"/>
                </a:lnTo>
                <a:lnTo>
                  <a:pt x="110709" y="47471"/>
                </a:lnTo>
                <a:lnTo>
                  <a:pt x="111158" y="49919"/>
                </a:lnTo>
                <a:lnTo>
                  <a:pt x="111486" y="52398"/>
                </a:lnTo>
                <a:lnTo>
                  <a:pt x="111696" y="55068"/>
                </a:lnTo>
                <a:lnTo>
                  <a:pt x="111760" y="57628"/>
                </a:lnTo>
                <a:lnTo>
                  <a:pt x="111696" y="60187"/>
                </a:lnTo>
                <a:lnTo>
                  <a:pt x="111486" y="62857"/>
                </a:lnTo>
                <a:lnTo>
                  <a:pt x="111158" y="65336"/>
                </a:lnTo>
                <a:lnTo>
                  <a:pt x="110709" y="67781"/>
                </a:lnTo>
                <a:lnTo>
                  <a:pt x="110139" y="70182"/>
                </a:lnTo>
                <a:lnTo>
                  <a:pt x="109443" y="72578"/>
                </a:lnTo>
                <a:lnTo>
                  <a:pt x="108602" y="74998"/>
                </a:lnTo>
                <a:lnTo>
                  <a:pt x="107663" y="77295"/>
                </a:lnTo>
                <a:lnTo>
                  <a:pt x="106638" y="79498"/>
                </a:lnTo>
                <a:lnTo>
                  <a:pt x="105484" y="81695"/>
                </a:lnTo>
                <a:lnTo>
                  <a:pt x="104218" y="83827"/>
                </a:lnTo>
                <a:lnTo>
                  <a:pt x="102844" y="85900"/>
                </a:lnTo>
                <a:lnTo>
                  <a:pt x="101364" y="87918"/>
                </a:lnTo>
                <a:lnTo>
                  <a:pt x="99793" y="89852"/>
                </a:lnTo>
                <a:lnTo>
                  <a:pt x="98134" y="91701"/>
                </a:lnTo>
                <a:lnTo>
                  <a:pt x="98246" y="91575"/>
                </a:lnTo>
                <a:lnTo>
                  <a:pt x="96447" y="93410"/>
                </a:lnTo>
                <a:lnTo>
                  <a:pt x="94584" y="95126"/>
                </a:lnTo>
                <a:lnTo>
                  <a:pt x="92672" y="96723"/>
                </a:lnTo>
                <a:lnTo>
                  <a:pt x="92805" y="96626"/>
                </a:lnTo>
                <a:lnTo>
                  <a:pt x="90771" y="98175"/>
                </a:lnTo>
                <a:lnTo>
                  <a:pt x="88696" y="99601"/>
                </a:lnTo>
                <a:lnTo>
                  <a:pt x="86605" y="100898"/>
                </a:lnTo>
                <a:lnTo>
                  <a:pt x="84377" y="102142"/>
                </a:lnTo>
                <a:lnTo>
                  <a:pt x="82092" y="103275"/>
                </a:lnTo>
                <a:lnTo>
                  <a:pt x="79803" y="104277"/>
                </a:lnTo>
                <a:lnTo>
                  <a:pt x="77398" y="105195"/>
                </a:lnTo>
                <a:lnTo>
                  <a:pt x="75017" y="105977"/>
                </a:lnTo>
                <a:lnTo>
                  <a:pt x="72532" y="106659"/>
                </a:lnTo>
                <a:lnTo>
                  <a:pt x="69993" y="107230"/>
                </a:lnTo>
                <a:lnTo>
                  <a:pt x="67296" y="107696"/>
                </a:lnTo>
                <a:lnTo>
                  <a:pt x="64662" y="108018"/>
                </a:lnTo>
                <a:lnTo>
                  <a:pt x="64829" y="107998"/>
                </a:lnTo>
                <a:lnTo>
                  <a:pt x="62049" y="108203"/>
                </a:lnTo>
                <a:lnTo>
                  <a:pt x="59374" y="108268"/>
                </a:lnTo>
                <a:lnTo>
                  <a:pt x="56695" y="108203"/>
                </a:lnTo>
                <a:lnTo>
                  <a:pt x="53918" y="107998"/>
                </a:lnTo>
                <a:lnTo>
                  <a:pt x="54086" y="108018"/>
                </a:lnTo>
                <a:lnTo>
                  <a:pt x="51451" y="107696"/>
                </a:lnTo>
                <a:lnTo>
                  <a:pt x="48760" y="107231"/>
                </a:lnTo>
                <a:lnTo>
                  <a:pt x="46219" y="106660"/>
                </a:lnTo>
                <a:lnTo>
                  <a:pt x="43731" y="105977"/>
                </a:lnTo>
                <a:lnTo>
                  <a:pt x="41351" y="105196"/>
                </a:lnTo>
                <a:lnTo>
                  <a:pt x="38951" y="104277"/>
                </a:lnTo>
                <a:lnTo>
                  <a:pt x="36653" y="103273"/>
                </a:lnTo>
                <a:lnTo>
                  <a:pt x="34371" y="102142"/>
                </a:lnTo>
                <a:lnTo>
                  <a:pt x="32211" y="100937"/>
                </a:lnTo>
                <a:lnTo>
                  <a:pt x="30050" y="99600"/>
                </a:lnTo>
                <a:lnTo>
                  <a:pt x="27964" y="98165"/>
                </a:lnTo>
                <a:lnTo>
                  <a:pt x="25943" y="96626"/>
                </a:lnTo>
                <a:lnTo>
                  <a:pt x="26076" y="96723"/>
                </a:lnTo>
                <a:lnTo>
                  <a:pt x="24164" y="95126"/>
                </a:lnTo>
                <a:lnTo>
                  <a:pt x="22302" y="93404"/>
                </a:lnTo>
                <a:lnTo>
                  <a:pt x="20510" y="91584"/>
                </a:lnTo>
                <a:lnTo>
                  <a:pt x="18892" y="89774"/>
                </a:lnTo>
                <a:lnTo>
                  <a:pt x="17319" y="87830"/>
                </a:lnTo>
                <a:lnTo>
                  <a:pt x="15903" y="85900"/>
                </a:lnTo>
                <a:lnTo>
                  <a:pt x="14533" y="83832"/>
                </a:lnTo>
                <a:lnTo>
                  <a:pt x="13257" y="81669"/>
                </a:lnTo>
                <a:lnTo>
                  <a:pt x="12109" y="79497"/>
                </a:lnTo>
                <a:lnTo>
                  <a:pt x="11087" y="77299"/>
                </a:lnTo>
                <a:lnTo>
                  <a:pt x="10152" y="74997"/>
                </a:lnTo>
                <a:lnTo>
                  <a:pt x="9346" y="72694"/>
                </a:lnTo>
                <a:lnTo>
                  <a:pt x="8608" y="70181"/>
                </a:lnTo>
                <a:lnTo>
                  <a:pt x="8039" y="67781"/>
                </a:lnTo>
                <a:lnTo>
                  <a:pt x="7589" y="65337"/>
                </a:lnTo>
                <a:lnTo>
                  <a:pt x="7260" y="62832"/>
                </a:lnTo>
                <a:lnTo>
                  <a:pt x="7052" y="60187"/>
                </a:lnTo>
                <a:lnTo>
                  <a:pt x="6987" y="57628"/>
                </a:lnTo>
                <a:lnTo>
                  <a:pt x="7052" y="55068"/>
                </a:lnTo>
                <a:lnTo>
                  <a:pt x="7260" y="52423"/>
                </a:lnTo>
                <a:lnTo>
                  <a:pt x="7589" y="49918"/>
                </a:lnTo>
                <a:close/>
              </a:path>
            </a:pathLst>
          </a:custGeom>
          <a:solidFill xmlns:a="http://schemas.openxmlformats.org/drawingml/2006/main">
            <a:srgbClr val="795D0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C9C2369-D46E-492A-A823-C862D8E85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8432" y="1647356"/>
            <a:ext cx="77912" cy="101941"/>
          </a:xfrm>
          <a:custGeom xmlns:a="http://schemas.openxmlformats.org/drawingml/2006/main">
            <a:pathLst>
              <a:path w="77912" h="101941">
                <a:moveTo>
                  <a:pt x="72296" y="0"/>
                </a:moveTo>
                <a:lnTo>
                  <a:pt x="0" y="97792"/>
                </a:lnTo>
                <a:lnTo>
                  <a:pt x="5616" y="101941"/>
                </a:lnTo>
                <a:lnTo>
                  <a:pt x="77912" y="4149"/>
                </a:lnTo>
                <a:lnTo>
                  <a:pt x="72296" y="0"/>
                </a:lnTo>
              </a:path>
            </a:pathLst>
          </a:custGeom>
          <a:solidFill xmlns:a="http://schemas.openxmlformats.org/drawingml/2006/main">
            <a:srgbClr val="795D0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D47641C-2421-4307-81D9-7772BAB99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60" y="1647356"/>
            <a:ext cx="77912" cy="101941"/>
          </a:xfrm>
          <a:custGeom xmlns:a="http://schemas.openxmlformats.org/drawingml/2006/main">
            <a:pathLst>
              <a:path w="77912" h="101941">
                <a:moveTo>
                  <a:pt x="5616" y="0"/>
                </a:moveTo>
                <a:lnTo>
                  <a:pt x="77912" y="97792"/>
                </a:lnTo>
                <a:lnTo>
                  <a:pt x="72296" y="101941"/>
                </a:lnTo>
                <a:lnTo>
                  <a:pt x="0" y="4149"/>
                </a:lnTo>
                <a:lnTo>
                  <a:pt x="5616" y="0"/>
                </a:lnTo>
              </a:path>
            </a:pathLst>
          </a:custGeom>
          <a:solidFill xmlns:a="http://schemas.openxmlformats.org/drawingml/2006/main">
            <a:srgbClr val="795D0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5DC527B-6E63-4672-A38B-B689B1E90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1423" y="1837702"/>
            <a:ext cx="77912" cy="101941"/>
          </a:xfrm>
          <a:custGeom xmlns:a="http://schemas.openxmlformats.org/drawingml/2006/main">
            <a:pathLst>
              <a:path w="77912" h="101941">
                <a:moveTo>
                  <a:pt x="5616" y="0"/>
                </a:moveTo>
                <a:lnTo>
                  <a:pt x="77912" y="97792"/>
                </a:lnTo>
                <a:lnTo>
                  <a:pt x="72296" y="101941"/>
                </a:lnTo>
                <a:lnTo>
                  <a:pt x="0" y="4149"/>
                </a:lnTo>
                <a:lnTo>
                  <a:pt x="5616" y="0"/>
                </a:lnTo>
              </a:path>
            </a:pathLst>
          </a:custGeom>
          <a:solidFill xmlns:a="http://schemas.openxmlformats.org/drawingml/2006/main">
            <a:srgbClr val="795D0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D1F3A55-787E-467A-9D2E-37EEDF777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7121" y="2219769"/>
            <a:ext cx="111763" cy="108270"/>
          </a:xfrm>
          <a:custGeom xmlns:a="http://schemas.openxmlformats.org/drawingml/2006/main">
            <a:pathLst>
              <a:path w="111763" h="108270">
                <a:moveTo>
                  <a:pt x="63" y="54519"/>
                </a:moveTo>
                <a:cubicBezTo>
                  <a:pt x="0" y="24239"/>
                  <a:pt x="25021" y="0"/>
                  <a:pt x="55881" y="0"/>
                </a:cubicBezTo>
                <a:cubicBezTo>
                  <a:pt x="86742" y="0"/>
                  <a:pt x="111763" y="24239"/>
                  <a:pt x="111763" y="54135"/>
                </a:cubicBezTo>
                <a:cubicBezTo>
                  <a:pt x="111763" y="84038"/>
                  <a:pt x="86742" y="108270"/>
                  <a:pt x="55881" y="108270"/>
                </a:cubicBezTo>
                <a:cubicBezTo>
                  <a:pt x="25021" y="108270"/>
                  <a:pt x="0" y="84038"/>
                  <a:pt x="63" y="54519"/>
                </a:cubicBezTo>
              </a:path>
            </a:pathLst>
          </a:custGeom>
          <a:solidFill xmlns:a="http://schemas.openxmlformats.org/drawingml/2006/main">
            <a:srgbClr val="75BD4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87B0D54-782A-4735-B5C3-CFAD8C57F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3628" y="2216276"/>
            <a:ext cx="118748" cy="115262"/>
          </a:xfrm>
          <a:custGeom xmlns:a="http://schemas.openxmlformats.org/drawingml/2006/main">
            <a:pathLst>
              <a:path w="118748" h="115262">
                <a:moveTo>
                  <a:pt x="1872" y="72059"/>
                </a:moveTo>
                <a:lnTo>
                  <a:pt x="2677" y="74797"/>
                </a:lnTo>
                <a:lnTo>
                  <a:pt x="3611" y="77479"/>
                </a:lnTo>
                <a:lnTo>
                  <a:pt x="4680" y="80100"/>
                </a:lnTo>
                <a:lnTo>
                  <a:pt x="5875" y="82655"/>
                </a:lnTo>
                <a:lnTo>
                  <a:pt x="7188" y="85142"/>
                </a:lnTo>
                <a:lnTo>
                  <a:pt x="8620" y="87560"/>
                </a:lnTo>
                <a:lnTo>
                  <a:pt x="10172" y="89892"/>
                </a:lnTo>
                <a:lnTo>
                  <a:pt x="11827" y="92155"/>
                </a:lnTo>
                <a:lnTo>
                  <a:pt x="13595" y="94328"/>
                </a:lnTo>
                <a:lnTo>
                  <a:pt x="15458" y="96416"/>
                </a:lnTo>
                <a:lnTo>
                  <a:pt x="17428" y="98421"/>
                </a:lnTo>
                <a:lnTo>
                  <a:pt x="19489" y="100321"/>
                </a:lnTo>
                <a:lnTo>
                  <a:pt x="21647" y="102130"/>
                </a:lnTo>
                <a:lnTo>
                  <a:pt x="23889" y="103841"/>
                </a:lnTo>
                <a:lnTo>
                  <a:pt x="26217" y="105441"/>
                </a:lnTo>
                <a:lnTo>
                  <a:pt x="28625" y="106936"/>
                </a:lnTo>
                <a:lnTo>
                  <a:pt x="31112" y="108326"/>
                </a:lnTo>
                <a:lnTo>
                  <a:pt x="33668" y="109590"/>
                </a:lnTo>
                <a:lnTo>
                  <a:pt x="36296" y="110743"/>
                </a:lnTo>
                <a:lnTo>
                  <a:pt x="38991" y="111770"/>
                </a:lnTo>
                <a:lnTo>
                  <a:pt x="41750" y="112678"/>
                </a:lnTo>
                <a:lnTo>
                  <a:pt x="44565" y="113453"/>
                </a:lnTo>
                <a:lnTo>
                  <a:pt x="47429" y="114096"/>
                </a:lnTo>
                <a:lnTo>
                  <a:pt x="50349" y="114599"/>
                </a:lnTo>
                <a:lnTo>
                  <a:pt x="53318" y="114962"/>
                </a:lnTo>
                <a:lnTo>
                  <a:pt x="56328" y="115185"/>
                </a:lnTo>
                <a:lnTo>
                  <a:pt x="59374" y="115262"/>
                </a:lnTo>
                <a:lnTo>
                  <a:pt x="62419" y="115185"/>
                </a:lnTo>
                <a:lnTo>
                  <a:pt x="65430" y="114962"/>
                </a:lnTo>
                <a:lnTo>
                  <a:pt x="68392" y="114599"/>
                </a:lnTo>
                <a:lnTo>
                  <a:pt x="71311" y="114096"/>
                </a:lnTo>
                <a:lnTo>
                  <a:pt x="74182" y="113453"/>
                </a:lnTo>
                <a:lnTo>
                  <a:pt x="76997" y="112678"/>
                </a:lnTo>
                <a:lnTo>
                  <a:pt x="79757" y="111770"/>
                </a:lnTo>
                <a:lnTo>
                  <a:pt x="82446" y="110743"/>
                </a:lnTo>
                <a:lnTo>
                  <a:pt x="85079" y="109590"/>
                </a:lnTo>
                <a:lnTo>
                  <a:pt x="87636" y="108326"/>
                </a:lnTo>
                <a:lnTo>
                  <a:pt x="90123" y="106936"/>
                </a:lnTo>
                <a:lnTo>
                  <a:pt x="92532" y="105441"/>
                </a:lnTo>
                <a:lnTo>
                  <a:pt x="94858" y="103841"/>
                </a:lnTo>
                <a:lnTo>
                  <a:pt x="97102" y="102130"/>
                </a:lnTo>
                <a:lnTo>
                  <a:pt x="99252" y="100321"/>
                </a:lnTo>
                <a:lnTo>
                  <a:pt x="101320" y="98421"/>
                </a:lnTo>
                <a:lnTo>
                  <a:pt x="103283" y="96416"/>
                </a:lnTo>
                <a:lnTo>
                  <a:pt x="105155" y="94328"/>
                </a:lnTo>
                <a:lnTo>
                  <a:pt x="106915" y="92155"/>
                </a:lnTo>
                <a:lnTo>
                  <a:pt x="108577" y="89892"/>
                </a:lnTo>
                <a:lnTo>
                  <a:pt x="110121" y="87560"/>
                </a:lnTo>
                <a:lnTo>
                  <a:pt x="111560" y="85142"/>
                </a:lnTo>
                <a:lnTo>
                  <a:pt x="112873" y="82655"/>
                </a:lnTo>
                <a:lnTo>
                  <a:pt x="114068" y="80100"/>
                </a:lnTo>
                <a:lnTo>
                  <a:pt x="115129" y="77479"/>
                </a:lnTo>
                <a:lnTo>
                  <a:pt x="116065" y="74797"/>
                </a:lnTo>
                <a:lnTo>
                  <a:pt x="116869" y="72059"/>
                </a:lnTo>
                <a:lnTo>
                  <a:pt x="117539" y="69265"/>
                </a:lnTo>
                <a:lnTo>
                  <a:pt x="118063" y="66415"/>
                </a:lnTo>
                <a:lnTo>
                  <a:pt x="118442" y="63530"/>
                </a:lnTo>
                <a:lnTo>
                  <a:pt x="118671" y="60596"/>
                </a:lnTo>
                <a:lnTo>
                  <a:pt x="118748" y="57628"/>
                </a:lnTo>
                <a:lnTo>
                  <a:pt x="118671" y="54659"/>
                </a:lnTo>
                <a:lnTo>
                  <a:pt x="118442" y="51732"/>
                </a:lnTo>
                <a:lnTo>
                  <a:pt x="118063" y="48840"/>
                </a:lnTo>
                <a:lnTo>
                  <a:pt x="117539" y="45997"/>
                </a:lnTo>
                <a:lnTo>
                  <a:pt x="116869" y="43203"/>
                </a:lnTo>
                <a:lnTo>
                  <a:pt x="116065" y="40465"/>
                </a:lnTo>
                <a:lnTo>
                  <a:pt x="115129" y="37783"/>
                </a:lnTo>
                <a:lnTo>
                  <a:pt x="114068" y="35163"/>
                </a:lnTo>
                <a:lnTo>
                  <a:pt x="112873" y="32607"/>
                </a:lnTo>
                <a:lnTo>
                  <a:pt x="111560" y="30120"/>
                </a:lnTo>
                <a:lnTo>
                  <a:pt x="110121" y="27703"/>
                </a:lnTo>
                <a:lnTo>
                  <a:pt x="108577" y="25363"/>
                </a:lnTo>
                <a:lnTo>
                  <a:pt x="106915" y="23107"/>
                </a:lnTo>
                <a:lnTo>
                  <a:pt x="105155" y="20928"/>
                </a:lnTo>
                <a:lnTo>
                  <a:pt x="103283" y="18839"/>
                </a:lnTo>
                <a:lnTo>
                  <a:pt x="101320" y="16841"/>
                </a:lnTo>
                <a:lnTo>
                  <a:pt x="99252" y="14934"/>
                </a:lnTo>
                <a:lnTo>
                  <a:pt x="97102" y="13125"/>
                </a:lnTo>
                <a:lnTo>
                  <a:pt x="94858" y="11421"/>
                </a:lnTo>
                <a:lnTo>
                  <a:pt x="92532" y="9814"/>
                </a:lnTo>
                <a:lnTo>
                  <a:pt x="90123" y="8319"/>
                </a:lnTo>
                <a:lnTo>
                  <a:pt x="87636" y="6936"/>
                </a:lnTo>
                <a:lnTo>
                  <a:pt x="85079" y="5665"/>
                </a:lnTo>
                <a:lnTo>
                  <a:pt x="82446" y="4519"/>
                </a:lnTo>
                <a:lnTo>
                  <a:pt x="79757" y="3486"/>
                </a:lnTo>
                <a:lnTo>
                  <a:pt x="76997" y="2585"/>
                </a:lnTo>
                <a:lnTo>
                  <a:pt x="74182" y="1811"/>
                </a:lnTo>
                <a:lnTo>
                  <a:pt x="71311" y="1167"/>
                </a:lnTo>
                <a:lnTo>
                  <a:pt x="68392" y="664"/>
                </a:lnTo>
                <a:lnTo>
                  <a:pt x="65430" y="295"/>
                </a:lnTo>
                <a:lnTo>
                  <a:pt x="62419" y="77"/>
                </a:lnTo>
                <a:lnTo>
                  <a:pt x="59374" y="0"/>
                </a:lnTo>
                <a:lnTo>
                  <a:pt x="56328" y="77"/>
                </a:lnTo>
                <a:lnTo>
                  <a:pt x="53318" y="295"/>
                </a:lnTo>
                <a:lnTo>
                  <a:pt x="50349" y="664"/>
                </a:lnTo>
                <a:lnTo>
                  <a:pt x="47429" y="1167"/>
                </a:lnTo>
                <a:lnTo>
                  <a:pt x="44565" y="1811"/>
                </a:lnTo>
                <a:lnTo>
                  <a:pt x="41750" y="2585"/>
                </a:lnTo>
                <a:lnTo>
                  <a:pt x="38991" y="3486"/>
                </a:lnTo>
                <a:lnTo>
                  <a:pt x="36296" y="4519"/>
                </a:lnTo>
                <a:lnTo>
                  <a:pt x="33668" y="5665"/>
                </a:lnTo>
                <a:lnTo>
                  <a:pt x="31112" y="6936"/>
                </a:lnTo>
                <a:lnTo>
                  <a:pt x="28625" y="8319"/>
                </a:lnTo>
                <a:lnTo>
                  <a:pt x="26217" y="9814"/>
                </a:lnTo>
                <a:lnTo>
                  <a:pt x="23889" y="11421"/>
                </a:lnTo>
                <a:lnTo>
                  <a:pt x="21647" y="13125"/>
                </a:lnTo>
                <a:lnTo>
                  <a:pt x="19489" y="14934"/>
                </a:lnTo>
                <a:lnTo>
                  <a:pt x="17428" y="16841"/>
                </a:lnTo>
                <a:lnTo>
                  <a:pt x="15458" y="18839"/>
                </a:lnTo>
                <a:lnTo>
                  <a:pt x="13595" y="20928"/>
                </a:lnTo>
                <a:lnTo>
                  <a:pt x="11827" y="23107"/>
                </a:lnTo>
                <a:lnTo>
                  <a:pt x="10172" y="25363"/>
                </a:lnTo>
                <a:lnTo>
                  <a:pt x="8620" y="27703"/>
                </a:lnTo>
                <a:lnTo>
                  <a:pt x="7188" y="30120"/>
                </a:lnTo>
                <a:lnTo>
                  <a:pt x="5875" y="32607"/>
                </a:lnTo>
                <a:lnTo>
                  <a:pt x="4680" y="35163"/>
                </a:lnTo>
                <a:lnTo>
                  <a:pt x="3611" y="37783"/>
                </a:lnTo>
                <a:lnTo>
                  <a:pt x="2677" y="40465"/>
                </a:lnTo>
                <a:lnTo>
                  <a:pt x="1872" y="43203"/>
                </a:lnTo>
                <a:lnTo>
                  <a:pt x="1208" y="45997"/>
                </a:lnTo>
                <a:lnTo>
                  <a:pt x="685" y="48840"/>
                </a:lnTo>
                <a:lnTo>
                  <a:pt x="307" y="51732"/>
                </a:lnTo>
                <a:lnTo>
                  <a:pt x="77" y="54659"/>
                </a:lnTo>
                <a:lnTo>
                  <a:pt x="0" y="57628"/>
                </a:lnTo>
                <a:lnTo>
                  <a:pt x="77" y="60596"/>
                </a:lnTo>
                <a:lnTo>
                  <a:pt x="307" y="63530"/>
                </a:lnTo>
                <a:lnTo>
                  <a:pt x="685" y="66415"/>
                </a:lnTo>
                <a:lnTo>
                  <a:pt x="1208" y="69265"/>
                </a:lnTo>
                <a:lnTo>
                  <a:pt x="1872" y="72059"/>
                </a:lnTo>
                <a:close/>
                <a:moveTo>
                  <a:pt x="7586" y="49942"/>
                </a:moveTo>
                <a:lnTo>
                  <a:pt x="8040" y="47468"/>
                </a:lnTo>
                <a:lnTo>
                  <a:pt x="8608" y="45073"/>
                </a:lnTo>
                <a:lnTo>
                  <a:pt x="9353" y="42512"/>
                </a:lnTo>
                <a:lnTo>
                  <a:pt x="9304" y="42686"/>
                </a:lnTo>
                <a:lnTo>
                  <a:pt x="10146" y="40256"/>
                </a:lnTo>
                <a:lnTo>
                  <a:pt x="11084" y="37962"/>
                </a:lnTo>
                <a:lnTo>
                  <a:pt x="12136" y="35707"/>
                </a:lnTo>
                <a:lnTo>
                  <a:pt x="13293" y="33511"/>
                </a:lnTo>
                <a:lnTo>
                  <a:pt x="14529" y="31436"/>
                </a:lnTo>
                <a:lnTo>
                  <a:pt x="15900" y="29359"/>
                </a:lnTo>
                <a:lnTo>
                  <a:pt x="17376" y="27347"/>
                </a:lnTo>
                <a:lnTo>
                  <a:pt x="18960" y="25404"/>
                </a:lnTo>
                <a:lnTo>
                  <a:pt x="20615" y="23561"/>
                </a:lnTo>
                <a:lnTo>
                  <a:pt x="20494" y="23680"/>
                </a:lnTo>
                <a:lnTo>
                  <a:pt x="22320" y="21827"/>
                </a:lnTo>
                <a:lnTo>
                  <a:pt x="24093" y="20193"/>
                </a:lnTo>
                <a:lnTo>
                  <a:pt x="25956" y="18627"/>
                </a:lnTo>
                <a:lnTo>
                  <a:pt x="27964" y="17097"/>
                </a:lnTo>
                <a:lnTo>
                  <a:pt x="30056" y="15658"/>
                </a:lnTo>
                <a:lnTo>
                  <a:pt x="32141" y="14358"/>
                </a:lnTo>
                <a:lnTo>
                  <a:pt x="34437" y="13076"/>
                </a:lnTo>
                <a:lnTo>
                  <a:pt x="34290" y="13160"/>
                </a:lnTo>
                <a:lnTo>
                  <a:pt x="36658" y="11980"/>
                </a:lnTo>
                <a:lnTo>
                  <a:pt x="38941" y="10980"/>
                </a:lnTo>
                <a:lnTo>
                  <a:pt x="41346" y="10068"/>
                </a:lnTo>
                <a:lnTo>
                  <a:pt x="43789" y="9267"/>
                </a:lnTo>
                <a:lnTo>
                  <a:pt x="46221" y="8595"/>
                </a:lnTo>
                <a:lnTo>
                  <a:pt x="48875" y="8005"/>
                </a:lnTo>
                <a:lnTo>
                  <a:pt x="48708" y="8033"/>
                </a:lnTo>
                <a:lnTo>
                  <a:pt x="51312" y="7583"/>
                </a:lnTo>
                <a:lnTo>
                  <a:pt x="54053" y="7249"/>
                </a:lnTo>
                <a:lnTo>
                  <a:pt x="56726" y="7051"/>
                </a:lnTo>
                <a:lnTo>
                  <a:pt x="59374" y="6987"/>
                </a:lnTo>
                <a:lnTo>
                  <a:pt x="62023" y="7052"/>
                </a:lnTo>
                <a:lnTo>
                  <a:pt x="64695" y="7249"/>
                </a:lnTo>
                <a:lnTo>
                  <a:pt x="67436" y="7583"/>
                </a:lnTo>
                <a:lnTo>
                  <a:pt x="70040" y="8033"/>
                </a:lnTo>
                <a:lnTo>
                  <a:pt x="69874" y="8005"/>
                </a:lnTo>
                <a:lnTo>
                  <a:pt x="72528" y="8595"/>
                </a:lnTo>
                <a:lnTo>
                  <a:pt x="74988" y="9277"/>
                </a:lnTo>
                <a:lnTo>
                  <a:pt x="77401" y="10068"/>
                </a:lnTo>
                <a:lnTo>
                  <a:pt x="79800" y="10980"/>
                </a:lnTo>
                <a:lnTo>
                  <a:pt x="82092" y="11981"/>
                </a:lnTo>
                <a:lnTo>
                  <a:pt x="84458" y="13160"/>
                </a:lnTo>
                <a:lnTo>
                  <a:pt x="84311" y="13076"/>
                </a:lnTo>
                <a:lnTo>
                  <a:pt x="86535" y="14318"/>
                </a:lnTo>
                <a:lnTo>
                  <a:pt x="88695" y="15660"/>
                </a:lnTo>
                <a:lnTo>
                  <a:pt x="90771" y="17087"/>
                </a:lnTo>
                <a:lnTo>
                  <a:pt x="92720" y="18572"/>
                </a:lnTo>
                <a:lnTo>
                  <a:pt x="94656" y="20195"/>
                </a:lnTo>
                <a:lnTo>
                  <a:pt x="96520" y="21912"/>
                </a:lnTo>
                <a:lnTo>
                  <a:pt x="96395" y="21801"/>
                </a:lnTo>
                <a:lnTo>
                  <a:pt x="98185" y="23618"/>
                </a:lnTo>
                <a:lnTo>
                  <a:pt x="99852" y="25483"/>
                </a:lnTo>
                <a:lnTo>
                  <a:pt x="101434" y="27432"/>
                </a:lnTo>
                <a:lnTo>
                  <a:pt x="102847" y="29359"/>
                </a:lnTo>
                <a:lnTo>
                  <a:pt x="104216" y="31432"/>
                </a:lnTo>
                <a:lnTo>
                  <a:pt x="105446" y="33508"/>
                </a:lnTo>
                <a:lnTo>
                  <a:pt x="106613" y="35711"/>
                </a:lnTo>
                <a:lnTo>
                  <a:pt x="107662" y="37958"/>
                </a:lnTo>
                <a:lnTo>
                  <a:pt x="108595" y="40256"/>
                </a:lnTo>
                <a:lnTo>
                  <a:pt x="109414" y="42603"/>
                </a:lnTo>
                <a:lnTo>
                  <a:pt x="110140" y="45074"/>
                </a:lnTo>
                <a:lnTo>
                  <a:pt x="110708" y="47468"/>
                </a:lnTo>
                <a:lnTo>
                  <a:pt x="111162" y="49943"/>
                </a:lnTo>
                <a:lnTo>
                  <a:pt x="111486" y="52398"/>
                </a:lnTo>
                <a:lnTo>
                  <a:pt x="111696" y="55074"/>
                </a:lnTo>
                <a:lnTo>
                  <a:pt x="111760" y="57628"/>
                </a:lnTo>
                <a:lnTo>
                  <a:pt x="111696" y="60188"/>
                </a:lnTo>
                <a:lnTo>
                  <a:pt x="111486" y="62864"/>
                </a:lnTo>
                <a:lnTo>
                  <a:pt x="111162" y="65319"/>
                </a:lnTo>
                <a:lnTo>
                  <a:pt x="110715" y="67755"/>
                </a:lnTo>
                <a:lnTo>
                  <a:pt x="110131" y="70217"/>
                </a:lnTo>
                <a:lnTo>
                  <a:pt x="109402" y="72693"/>
                </a:lnTo>
                <a:lnTo>
                  <a:pt x="108579" y="75045"/>
                </a:lnTo>
                <a:lnTo>
                  <a:pt x="107662" y="77297"/>
                </a:lnTo>
                <a:lnTo>
                  <a:pt x="106613" y="79553"/>
                </a:lnTo>
                <a:lnTo>
                  <a:pt x="105481" y="81689"/>
                </a:lnTo>
                <a:lnTo>
                  <a:pt x="104214" y="83833"/>
                </a:lnTo>
                <a:lnTo>
                  <a:pt x="102844" y="85907"/>
                </a:lnTo>
                <a:lnTo>
                  <a:pt x="101437" y="87819"/>
                </a:lnTo>
                <a:lnTo>
                  <a:pt x="99855" y="89775"/>
                </a:lnTo>
                <a:lnTo>
                  <a:pt x="98185" y="91644"/>
                </a:lnTo>
                <a:lnTo>
                  <a:pt x="96430" y="93426"/>
                </a:lnTo>
                <a:lnTo>
                  <a:pt x="94652" y="95070"/>
                </a:lnTo>
                <a:lnTo>
                  <a:pt x="92720" y="96690"/>
                </a:lnTo>
                <a:lnTo>
                  <a:pt x="90771" y="98175"/>
                </a:lnTo>
                <a:lnTo>
                  <a:pt x="88695" y="99602"/>
                </a:lnTo>
                <a:lnTo>
                  <a:pt x="86540" y="100941"/>
                </a:lnTo>
                <a:lnTo>
                  <a:pt x="84380" y="102140"/>
                </a:lnTo>
                <a:lnTo>
                  <a:pt x="82094" y="103273"/>
                </a:lnTo>
                <a:lnTo>
                  <a:pt x="79797" y="104277"/>
                </a:lnTo>
                <a:lnTo>
                  <a:pt x="77398" y="105195"/>
                </a:lnTo>
                <a:lnTo>
                  <a:pt x="74992" y="105984"/>
                </a:lnTo>
                <a:lnTo>
                  <a:pt x="72532" y="106659"/>
                </a:lnTo>
                <a:lnTo>
                  <a:pt x="69993" y="107230"/>
                </a:lnTo>
                <a:lnTo>
                  <a:pt x="67296" y="107696"/>
                </a:lnTo>
                <a:lnTo>
                  <a:pt x="64667" y="108018"/>
                </a:lnTo>
                <a:lnTo>
                  <a:pt x="61993" y="108214"/>
                </a:lnTo>
                <a:lnTo>
                  <a:pt x="62162" y="108200"/>
                </a:lnTo>
                <a:lnTo>
                  <a:pt x="59374" y="108275"/>
                </a:lnTo>
                <a:lnTo>
                  <a:pt x="56580" y="108200"/>
                </a:lnTo>
                <a:lnTo>
                  <a:pt x="56754" y="108214"/>
                </a:lnTo>
                <a:lnTo>
                  <a:pt x="54081" y="108018"/>
                </a:lnTo>
                <a:lnTo>
                  <a:pt x="51451" y="107696"/>
                </a:lnTo>
                <a:lnTo>
                  <a:pt x="48760" y="107231"/>
                </a:lnTo>
                <a:lnTo>
                  <a:pt x="46218" y="106660"/>
                </a:lnTo>
                <a:lnTo>
                  <a:pt x="43784" y="105993"/>
                </a:lnTo>
                <a:lnTo>
                  <a:pt x="41349" y="105195"/>
                </a:lnTo>
                <a:lnTo>
                  <a:pt x="38944" y="104277"/>
                </a:lnTo>
                <a:lnTo>
                  <a:pt x="36656" y="103275"/>
                </a:lnTo>
                <a:lnTo>
                  <a:pt x="34367" y="102140"/>
                </a:lnTo>
                <a:lnTo>
                  <a:pt x="32139" y="100903"/>
                </a:lnTo>
                <a:lnTo>
                  <a:pt x="30056" y="99604"/>
                </a:lnTo>
                <a:lnTo>
                  <a:pt x="27964" y="98165"/>
                </a:lnTo>
                <a:lnTo>
                  <a:pt x="25956" y="96635"/>
                </a:lnTo>
                <a:lnTo>
                  <a:pt x="24097" y="95071"/>
                </a:lnTo>
                <a:lnTo>
                  <a:pt x="22247" y="93361"/>
                </a:lnTo>
                <a:lnTo>
                  <a:pt x="20494" y="91582"/>
                </a:lnTo>
                <a:lnTo>
                  <a:pt x="20615" y="91701"/>
                </a:lnTo>
                <a:lnTo>
                  <a:pt x="18954" y="89851"/>
                </a:lnTo>
                <a:lnTo>
                  <a:pt x="17378" y="87910"/>
                </a:lnTo>
                <a:lnTo>
                  <a:pt x="15903" y="85907"/>
                </a:lnTo>
                <a:lnTo>
                  <a:pt x="14531" y="83829"/>
                </a:lnTo>
                <a:lnTo>
                  <a:pt x="13262" y="81692"/>
                </a:lnTo>
                <a:lnTo>
                  <a:pt x="12137" y="79557"/>
                </a:lnTo>
                <a:lnTo>
                  <a:pt x="11084" y="77293"/>
                </a:lnTo>
                <a:lnTo>
                  <a:pt x="10161" y="75042"/>
                </a:lnTo>
                <a:lnTo>
                  <a:pt x="9304" y="72576"/>
                </a:lnTo>
                <a:lnTo>
                  <a:pt x="8617" y="70219"/>
                </a:lnTo>
                <a:lnTo>
                  <a:pt x="8033" y="67755"/>
                </a:lnTo>
                <a:lnTo>
                  <a:pt x="7586" y="65320"/>
                </a:lnTo>
                <a:lnTo>
                  <a:pt x="7260" y="62839"/>
                </a:lnTo>
                <a:lnTo>
                  <a:pt x="7052" y="60188"/>
                </a:lnTo>
                <a:lnTo>
                  <a:pt x="6987" y="57628"/>
                </a:lnTo>
                <a:lnTo>
                  <a:pt x="7052" y="55074"/>
                </a:lnTo>
                <a:lnTo>
                  <a:pt x="7260" y="52423"/>
                </a:lnTo>
                <a:lnTo>
                  <a:pt x="7586" y="49942"/>
                </a:lnTo>
                <a:close/>
              </a:path>
            </a:pathLst>
          </a:custGeom>
          <a:solidFill xmlns:a="http://schemas.openxmlformats.org/drawingml/2006/main">
            <a:srgbClr val="3B5F2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452A2C2-B98E-413C-AABF-54C28C677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5359" y="2410121"/>
            <a:ext cx="111763" cy="108270"/>
          </a:xfrm>
          <a:custGeom xmlns:a="http://schemas.openxmlformats.org/drawingml/2006/main">
            <a:pathLst>
              <a:path w="111763" h="108270">
                <a:moveTo>
                  <a:pt x="342" y="54442"/>
                </a:moveTo>
                <a:cubicBezTo>
                  <a:pt x="0" y="24232"/>
                  <a:pt x="25014" y="0"/>
                  <a:pt x="55881" y="0"/>
                </a:cubicBezTo>
                <a:cubicBezTo>
                  <a:pt x="86742" y="0"/>
                  <a:pt x="111763" y="24232"/>
                  <a:pt x="111763" y="54135"/>
                </a:cubicBezTo>
                <a:cubicBezTo>
                  <a:pt x="111763" y="84031"/>
                  <a:pt x="86742" y="108270"/>
                  <a:pt x="55881" y="108270"/>
                </a:cubicBezTo>
                <a:cubicBezTo>
                  <a:pt x="25014" y="108270"/>
                  <a:pt x="0" y="84031"/>
                  <a:pt x="342" y="54442"/>
                </a:cubicBezTo>
              </a:path>
            </a:pathLst>
          </a:custGeom>
          <a:solidFill xmlns:a="http://schemas.openxmlformats.org/drawingml/2006/main">
            <a:srgbClr val="75BD4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FBC558D-92D8-4BD7-BC5C-C40B0CB64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1866" y="2406622"/>
            <a:ext cx="118748" cy="115262"/>
          </a:xfrm>
          <a:custGeom xmlns:a="http://schemas.openxmlformats.org/drawingml/2006/main">
            <a:pathLst>
              <a:path w="118748" h="115262">
                <a:moveTo>
                  <a:pt x="2677" y="74797"/>
                </a:moveTo>
                <a:lnTo>
                  <a:pt x="3611" y="77481"/>
                </a:lnTo>
                <a:lnTo>
                  <a:pt x="4680" y="80099"/>
                </a:lnTo>
                <a:lnTo>
                  <a:pt x="5875" y="82655"/>
                </a:lnTo>
                <a:lnTo>
                  <a:pt x="7188" y="85142"/>
                </a:lnTo>
                <a:lnTo>
                  <a:pt x="8620" y="87559"/>
                </a:lnTo>
                <a:lnTo>
                  <a:pt x="10172" y="89899"/>
                </a:lnTo>
                <a:lnTo>
                  <a:pt x="11827" y="92155"/>
                </a:lnTo>
                <a:lnTo>
                  <a:pt x="13595" y="94335"/>
                </a:lnTo>
                <a:lnTo>
                  <a:pt x="15458" y="96423"/>
                </a:lnTo>
                <a:lnTo>
                  <a:pt x="17428" y="98421"/>
                </a:lnTo>
                <a:lnTo>
                  <a:pt x="19489" y="100328"/>
                </a:lnTo>
                <a:lnTo>
                  <a:pt x="21647" y="102130"/>
                </a:lnTo>
                <a:lnTo>
                  <a:pt x="23889" y="103841"/>
                </a:lnTo>
                <a:lnTo>
                  <a:pt x="26217" y="105441"/>
                </a:lnTo>
                <a:lnTo>
                  <a:pt x="28625" y="106943"/>
                </a:lnTo>
                <a:lnTo>
                  <a:pt x="31112" y="108326"/>
                </a:lnTo>
                <a:lnTo>
                  <a:pt x="33668" y="109597"/>
                </a:lnTo>
                <a:lnTo>
                  <a:pt x="36296" y="110743"/>
                </a:lnTo>
                <a:lnTo>
                  <a:pt x="38991" y="111777"/>
                </a:lnTo>
                <a:lnTo>
                  <a:pt x="41750" y="112678"/>
                </a:lnTo>
                <a:lnTo>
                  <a:pt x="44558" y="113453"/>
                </a:lnTo>
                <a:lnTo>
                  <a:pt x="47429" y="114096"/>
                </a:lnTo>
                <a:lnTo>
                  <a:pt x="50349" y="114599"/>
                </a:lnTo>
                <a:lnTo>
                  <a:pt x="53318" y="114962"/>
                </a:lnTo>
                <a:lnTo>
                  <a:pt x="56328" y="115185"/>
                </a:lnTo>
                <a:lnTo>
                  <a:pt x="59374" y="115262"/>
                </a:lnTo>
                <a:lnTo>
                  <a:pt x="62419" y="115185"/>
                </a:lnTo>
                <a:lnTo>
                  <a:pt x="65430" y="114962"/>
                </a:lnTo>
                <a:lnTo>
                  <a:pt x="68392" y="114599"/>
                </a:lnTo>
                <a:lnTo>
                  <a:pt x="71311" y="114096"/>
                </a:lnTo>
                <a:lnTo>
                  <a:pt x="74182" y="113453"/>
                </a:lnTo>
                <a:lnTo>
                  <a:pt x="76997" y="112678"/>
                </a:lnTo>
                <a:lnTo>
                  <a:pt x="79757" y="111777"/>
                </a:lnTo>
                <a:lnTo>
                  <a:pt x="82446" y="110743"/>
                </a:lnTo>
                <a:lnTo>
                  <a:pt x="85079" y="109597"/>
                </a:lnTo>
                <a:lnTo>
                  <a:pt x="87636" y="108326"/>
                </a:lnTo>
                <a:lnTo>
                  <a:pt x="90123" y="106943"/>
                </a:lnTo>
                <a:lnTo>
                  <a:pt x="92532" y="105441"/>
                </a:lnTo>
                <a:lnTo>
                  <a:pt x="94858" y="103841"/>
                </a:lnTo>
                <a:lnTo>
                  <a:pt x="97102" y="102130"/>
                </a:lnTo>
                <a:lnTo>
                  <a:pt x="99252" y="100328"/>
                </a:lnTo>
                <a:lnTo>
                  <a:pt x="101320" y="98421"/>
                </a:lnTo>
                <a:lnTo>
                  <a:pt x="103283" y="96423"/>
                </a:lnTo>
                <a:lnTo>
                  <a:pt x="105155" y="94335"/>
                </a:lnTo>
                <a:lnTo>
                  <a:pt x="106915" y="92155"/>
                </a:lnTo>
                <a:lnTo>
                  <a:pt x="108577" y="89899"/>
                </a:lnTo>
                <a:lnTo>
                  <a:pt x="110121" y="87559"/>
                </a:lnTo>
                <a:lnTo>
                  <a:pt x="111553" y="85142"/>
                </a:lnTo>
                <a:lnTo>
                  <a:pt x="112873" y="82655"/>
                </a:lnTo>
                <a:lnTo>
                  <a:pt x="114061" y="80099"/>
                </a:lnTo>
                <a:lnTo>
                  <a:pt x="115129" y="77481"/>
                </a:lnTo>
                <a:lnTo>
                  <a:pt x="116065" y="74797"/>
                </a:lnTo>
                <a:lnTo>
                  <a:pt x="116869" y="72059"/>
                </a:lnTo>
                <a:lnTo>
                  <a:pt x="117539" y="69265"/>
                </a:lnTo>
                <a:lnTo>
                  <a:pt x="118063" y="66423"/>
                </a:lnTo>
                <a:lnTo>
                  <a:pt x="118442" y="63530"/>
                </a:lnTo>
                <a:lnTo>
                  <a:pt x="118671" y="60596"/>
                </a:lnTo>
                <a:lnTo>
                  <a:pt x="118748" y="57635"/>
                </a:lnTo>
                <a:lnTo>
                  <a:pt x="118671" y="54666"/>
                </a:lnTo>
                <a:lnTo>
                  <a:pt x="118442" y="51732"/>
                </a:lnTo>
                <a:lnTo>
                  <a:pt x="118063" y="48840"/>
                </a:lnTo>
                <a:lnTo>
                  <a:pt x="117539" y="45997"/>
                </a:lnTo>
                <a:lnTo>
                  <a:pt x="116869" y="43203"/>
                </a:lnTo>
                <a:lnTo>
                  <a:pt x="116065" y="40465"/>
                </a:lnTo>
                <a:lnTo>
                  <a:pt x="115129" y="37783"/>
                </a:lnTo>
                <a:lnTo>
                  <a:pt x="114061" y="35163"/>
                </a:lnTo>
                <a:lnTo>
                  <a:pt x="112873" y="32607"/>
                </a:lnTo>
                <a:lnTo>
                  <a:pt x="111553" y="30120"/>
                </a:lnTo>
                <a:lnTo>
                  <a:pt x="110121" y="27703"/>
                </a:lnTo>
                <a:lnTo>
                  <a:pt x="108577" y="25363"/>
                </a:lnTo>
                <a:lnTo>
                  <a:pt x="106915" y="23107"/>
                </a:lnTo>
                <a:lnTo>
                  <a:pt x="105155" y="20928"/>
                </a:lnTo>
                <a:lnTo>
                  <a:pt x="103283" y="18839"/>
                </a:lnTo>
                <a:lnTo>
                  <a:pt x="101320" y="16841"/>
                </a:lnTo>
                <a:lnTo>
                  <a:pt x="99252" y="14934"/>
                </a:lnTo>
                <a:lnTo>
                  <a:pt x="97102" y="13132"/>
                </a:lnTo>
                <a:lnTo>
                  <a:pt x="94858" y="11421"/>
                </a:lnTo>
                <a:lnTo>
                  <a:pt x="92532" y="9821"/>
                </a:lnTo>
                <a:lnTo>
                  <a:pt x="90123" y="8319"/>
                </a:lnTo>
                <a:lnTo>
                  <a:pt x="87636" y="6936"/>
                </a:lnTo>
                <a:lnTo>
                  <a:pt x="85079" y="5672"/>
                </a:lnTo>
                <a:lnTo>
                  <a:pt x="82446" y="4519"/>
                </a:lnTo>
                <a:lnTo>
                  <a:pt x="79757" y="3486"/>
                </a:lnTo>
                <a:lnTo>
                  <a:pt x="76997" y="2585"/>
                </a:lnTo>
                <a:lnTo>
                  <a:pt x="74182" y="1811"/>
                </a:lnTo>
                <a:lnTo>
                  <a:pt x="71311" y="1167"/>
                </a:lnTo>
                <a:lnTo>
                  <a:pt x="68392" y="664"/>
                </a:lnTo>
                <a:lnTo>
                  <a:pt x="65430" y="300"/>
                </a:lnTo>
                <a:lnTo>
                  <a:pt x="62419" y="77"/>
                </a:lnTo>
                <a:lnTo>
                  <a:pt x="59374" y="0"/>
                </a:lnTo>
                <a:lnTo>
                  <a:pt x="56328" y="77"/>
                </a:lnTo>
                <a:lnTo>
                  <a:pt x="53318" y="300"/>
                </a:lnTo>
                <a:lnTo>
                  <a:pt x="50349" y="664"/>
                </a:lnTo>
                <a:lnTo>
                  <a:pt x="47429" y="1167"/>
                </a:lnTo>
                <a:lnTo>
                  <a:pt x="44558" y="1811"/>
                </a:lnTo>
                <a:lnTo>
                  <a:pt x="41750" y="2585"/>
                </a:lnTo>
                <a:lnTo>
                  <a:pt x="38991" y="3486"/>
                </a:lnTo>
                <a:lnTo>
                  <a:pt x="36296" y="4519"/>
                </a:lnTo>
                <a:lnTo>
                  <a:pt x="33668" y="5672"/>
                </a:lnTo>
                <a:lnTo>
                  <a:pt x="31112" y="6936"/>
                </a:lnTo>
                <a:lnTo>
                  <a:pt x="28625" y="8319"/>
                </a:lnTo>
                <a:lnTo>
                  <a:pt x="26217" y="9821"/>
                </a:lnTo>
                <a:lnTo>
                  <a:pt x="23889" y="11421"/>
                </a:lnTo>
                <a:lnTo>
                  <a:pt x="21647" y="13132"/>
                </a:lnTo>
                <a:lnTo>
                  <a:pt x="19489" y="14934"/>
                </a:lnTo>
                <a:lnTo>
                  <a:pt x="17428" y="16841"/>
                </a:lnTo>
                <a:lnTo>
                  <a:pt x="15458" y="18839"/>
                </a:lnTo>
                <a:lnTo>
                  <a:pt x="13595" y="20928"/>
                </a:lnTo>
                <a:lnTo>
                  <a:pt x="11827" y="23107"/>
                </a:lnTo>
                <a:lnTo>
                  <a:pt x="10172" y="25363"/>
                </a:lnTo>
                <a:lnTo>
                  <a:pt x="8620" y="27703"/>
                </a:lnTo>
                <a:lnTo>
                  <a:pt x="7188" y="30120"/>
                </a:lnTo>
                <a:lnTo>
                  <a:pt x="5875" y="32607"/>
                </a:lnTo>
                <a:lnTo>
                  <a:pt x="4680" y="35163"/>
                </a:lnTo>
                <a:lnTo>
                  <a:pt x="3611" y="37783"/>
                </a:lnTo>
                <a:lnTo>
                  <a:pt x="2677" y="40465"/>
                </a:lnTo>
                <a:lnTo>
                  <a:pt x="1872" y="43203"/>
                </a:lnTo>
                <a:lnTo>
                  <a:pt x="1208" y="45997"/>
                </a:lnTo>
                <a:lnTo>
                  <a:pt x="685" y="48840"/>
                </a:lnTo>
                <a:lnTo>
                  <a:pt x="307" y="51732"/>
                </a:lnTo>
                <a:lnTo>
                  <a:pt x="77" y="54666"/>
                </a:lnTo>
                <a:lnTo>
                  <a:pt x="0" y="57635"/>
                </a:lnTo>
                <a:lnTo>
                  <a:pt x="77" y="60596"/>
                </a:lnTo>
                <a:lnTo>
                  <a:pt x="307" y="63530"/>
                </a:lnTo>
                <a:lnTo>
                  <a:pt x="685" y="66423"/>
                </a:lnTo>
                <a:lnTo>
                  <a:pt x="1208" y="69265"/>
                </a:lnTo>
                <a:lnTo>
                  <a:pt x="1872" y="72059"/>
                </a:lnTo>
                <a:lnTo>
                  <a:pt x="2677" y="74797"/>
                </a:lnTo>
                <a:close/>
                <a:moveTo>
                  <a:pt x="7244" y="52547"/>
                </a:moveTo>
                <a:lnTo>
                  <a:pt x="7586" y="49942"/>
                </a:lnTo>
                <a:lnTo>
                  <a:pt x="8034" y="47499"/>
                </a:lnTo>
                <a:lnTo>
                  <a:pt x="8646" y="44919"/>
                </a:lnTo>
                <a:lnTo>
                  <a:pt x="9341" y="42562"/>
                </a:lnTo>
                <a:lnTo>
                  <a:pt x="10162" y="40214"/>
                </a:lnTo>
                <a:lnTo>
                  <a:pt x="11078" y="37962"/>
                </a:lnTo>
                <a:lnTo>
                  <a:pt x="12134" y="35711"/>
                </a:lnTo>
                <a:lnTo>
                  <a:pt x="13268" y="33560"/>
                </a:lnTo>
                <a:lnTo>
                  <a:pt x="14531" y="31433"/>
                </a:lnTo>
                <a:lnTo>
                  <a:pt x="15905" y="29353"/>
                </a:lnTo>
                <a:lnTo>
                  <a:pt x="17326" y="27415"/>
                </a:lnTo>
                <a:lnTo>
                  <a:pt x="18954" y="25410"/>
                </a:lnTo>
                <a:lnTo>
                  <a:pt x="20615" y="23561"/>
                </a:lnTo>
                <a:lnTo>
                  <a:pt x="20494" y="23680"/>
                </a:lnTo>
                <a:lnTo>
                  <a:pt x="22247" y="21901"/>
                </a:lnTo>
                <a:lnTo>
                  <a:pt x="24097" y="20191"/>
                </a:lnTo>
                <a:lnTo>
                  <a:pt x="25956" y="18627"/>
                </a:lnTo>
                <a:lnTo>
                  <a:pt x="27956" y="17102"/>
                </a:lnTo>
                <a:lnTo>
                  <a:pt x="29978" y="15707"/>
                </a:lnTo>
                <a:lnTo>
                  <a:pt x="32139" y="14359"/>
                </a:lnTo>
                <a:lnTo>
                  <a:pt x="34367" y="13122"/>
                </a:lnTo>
                <a:lnTo>
                  <a:pt x="36656" y="11988"/>
                </a:lnTo>
                <a:lnTo>
                  <a:pt x="38946" y="10985"/>
                </a:lnTo>
                <a:lnTo>
                  <a:pt x="41302" y="10082"/>
                </a:lnTo>
                <a:lnTo>
                  <a:pt x="43742" y="9280"/>
                </a:lnTo>
                <a:lnTo>
                  <a:pt x="46333" y="8572"/>
                </a:lnTo>
                <a:lnTo>
                  <a:pt x="46171" y="8607"/>
                </a:lnTo>
                <a:lnTo>
                  <a:pt x="48758" y="8031"/>
                </a:lnTo>
                <a:lnTo>
                  <a:pt x="51335" y="7580"/>
                </a:lnTo>
                <a:lnTo>
                  <a:pt x="54052" y="7248"/>
                </a:lnTo>
                <a:lnTo>
                  <a:pt x="56726" y="7051"/>
                </a:lnTo>
                <a:lnTo>
                  <a:pt x="59370" y="6987"/>
                </a:lnTo>
                <a:lnTo>
                  <a:pt x="62024" y="7052"/>
                </a:lnTo>
                <a:lnTo>
                  <a:pt x="64696" y="7248"/>
                </a:lnTo>
                <a:lnTo>
                  <a:pt x="67429" y="7583"/>
                </a:lnTo>
                <a:lnTo>
                  <a:pt x="69996" y="8032"/>
                </a:lnTo>
                <a:lnTo>
                  <a:pt x="72576" y="8607"/>
                </a:lnTo>
                <a:lnTo>
                  <a:pt x="72408" y="8572"/>
                </a:lnTo>
                <a:lnTo>
                  <a:pt x="74994" y="9278"/>
                </a:lnTo>
                <a:lnTo>
                  <a:pt x="77398" y="10066"/>
                </a:lnTo>
                <a:lnTo>
                  <a:pt x="79796" y="10985"/>
                </a:lnTo>
                <a:lnTo>
                  <a:pt x="82094" y="11989"/>
                </a:lnTo>
                <a:lnTo>
                  <a:pt x="84380" y="13122"/>
                </a:lnTo>
                <a:lnTo>
                  <a:pt x="86540" y="14321"/>
                </a:lnTo>
                <a:lnTo>
                  <a:pt x="88695" y="15660"/>
                </a:lnTo>
                <a:lnTo>
                  <a:pt x="90709" y="17045"/>
                </a:lnTo>
                <a:lnTo>
                  <a:pt x="92721" y="18573"/>
                </a:lnTo>
                <a:lnTo>
                  <a:pt x="94698" y="20236"/>
                </a:lnTo>
                <a:lnTo>
                  <a:pt x="94579" y="20124"/>
                </a:lnTo>
                <a:lnTo>
                  <a:pt x="96493" y="21900"/>
                </a:lnTo>
                <a:lnTo>
                  <a:pt x="98185" y="23618"/>
                </a:lnTo>
                <a:lnTo>
                  <a:pt x="99855" y="25486"/>
                </a:lnTo>
                <a:lnTo>
                  <a:pt x="101414" y="27414"/>
                </a:lnTo>
                <a:lnTo>
                  <a:pt x="102891" y="29428"/>
                </a:lnTo>
                <a:lnTo>
                  <a:pt x="102801" y="29289"/>
                </a:lnTo>
                <a:lnTo>
                  <a:pt x="104214" y="31429"/>
                </a:lnTo>
                <a:lnTo>
                  <a:pt x="105474" y="33562"/>
                </a:lnTo>
                <a:lnTo>
                  <a:pt x="106614" y="35711"/>
                </a:lnTo>
                <a:lnTo>
                  <a:pt x="107662" y="37958"/>
                </a:lnTo>
                <a:lnTo>
                  <a:pt x="108578" y="40214"/>
                </a:lnTo>
                <a:lnTo>
                  <a:pt x="109400" y="42562"/>
                </a:lnTo>
                <a:lnTo>
                  <a:pt x="110130" y="45041"/>
                </a:lnTo>
                <a:lnTo>
                  <a:pt x="110713" y="47499"/>
                </a:lnTo>
                <a:lnTo>
                  <a:pt x="111162" y="49943"/>
                </a:lnTo>
                <a:lnTo>
                  <a:pt x="111486" y="52398"/>
                </a:lnTo>
                <a:lnTo>
                  <a:pt x="111696" y="55075"/>
                </a:lnTo>
                <a:lnTo>
                  <a:pt x="111760" y="57634"/>
                </a:lnTo>
                <a:lnTo>
                  <a:pt x="111696" y="60188"/>
                </a:lnTo>
                <a:lnTo>
                  <a:pt x="111486" y="62864"/>
                </a:lnTo>
                <a:lnTo>
                  <a:pt x="111162" y="65319"/>
                </a:lnTo>
                <a:lnTo>
                  <a:pt x="110710" y="67785"/>
                </a:lnTo>
                <a:lnTo>
                  <a:pt x="110140" y="70188"/>
                </a:lnTo>
                <a:lnTo>
                  <a:pt x="109415" y="72658"/>
                </a:lnTo>
                <a:lnTo>
                  <a:pt x="108575" y="75058"/>
                </a:lnTo>
                <a:lnTo>
                  <a:pt x="107666" y="77295"/>
                </a:lnTo>
                <a:lnTo>
                  <a:pt x="106613" y="79551"/>
                </a:lnTo>
                <a:lnTo>
                  <a:pt x="105481" y="81689"/>
                </a:lnTo>
                <a:lnTo>
                  <a:pt x="104214" y="83833"/>
                </a:lnTo>
                <a:lnTo>
                  <a:pt x="102801" y="85973"/>
                </a:lnTo>
                <a:lnTo>
                  <a:pt x="102891" y="85834"/>
                </a:lnTo>
                <a:lnTo>
                  <a:pt x="101372" y="87907"/>
                </a:lnTo>
                <a:lnTo>
                  <a:pt x="99858" y="89772"/>
                </a:lnTo>
                <a:lnTo>
                  <a:pt x="98185" y="91644"/>
                </a:lnTo>
                <a:lnTo>
                  <a:pt x="96493" y="93362"/>
                </a:lnTo>
                <a:lnTo>
                  <a:pt x="94579" y="95138"/>
                </a:lnTo>
                <a:lnTo>
                  <a:pt x="94698" y="95026"/>
                </a:lnTo>
                <a:lnTo>
                  <a:pt x="92721" y="96689"/>
                </a:lnTo>
                <a:lnTo>
                  <a:pt x="90699" y="98224"/>
                </a:lnTo>
                <a:lnTo>
                  <a:pt x="88695" y="99602"/>
                </a:lnTo>
                <a:lnTo>
                  <a:pt x="86530" y="100947"/>
                </a:lnTo>
                <a:lnTo>
                  <a:pt x="84380" y="102140"/>
                </a:lnTo>
                <a:lnTo>
                  <a:pt x="82089" y="103276"/>
                </a:lnTo>
                <a:lnTo>
                  <a:pt x="79722" y="104316"/>
                </a:lnTo>
                <a:lnTo>
                  <a:pt x="79875" y="104247"/>
                </a:lnTo>
                <a:lnTo>
                  <a:pt x="77398" y="105195"/>
                </a:lnTo>
                <a:lnTo>
                  <a:pt x="74993" y="105984"/>
                </a:lnTo>
                <a:lnTo>
                  <a:pt x="72408" y="106691"/>
                </a:lnTo>
                <a:lnTo>
                  <a:pt x="72576" y="106658"/>
                </a:lnTo>
                <a:lnTo>
                  <a:pt x="69998" y="107230"/>
                </a:lnTo>
                <a:lnTo>
                  <a:pt x="67429" y="107680"/>
                </a:lnTo>
                <a:lnTo>
                  <a:pt x="64680" y="108016"/>
                </a:lnTo>
                <a:lnTo>
                  <a:pt x="62051" y="108210"/>
                </a:lnTo>
                <a:lnTo>
                  <a:pt x="59370" y="108275"/>
                </a:lnTo>
                <a:lnTo>
                  <a:pt x="56698" y="108210"/>
                </a:lnTo>
                <a:lnTo>
                  <a:pt x="54068" y="108016"/>
                </a:lnTo>
                <a:lnTo>
                  <a:pt x="51335" y="107682"/>
                </a:lnTo>
                <a:lnTo>
                  <a:pt x="48755" y="107231"/>
                </a:lnTo>
                <a:lnTo>
                  <a:pt x="46171" y="106658"/>
                </a:lnTo>
                <a:lnTo>
                  <a:pt x="46333" y="106691"/>
                </a:lnTo>
                <a:lnTo>
                  <a:pt x="43743" y="105982"/>
                </a:lnTo>
                <a:lnTo>
                  <a:pt x="41302" y="105180"/>
                </a:lnTo>
                <a:lnTo>
                  <a:pt x="38865" y="104247"/>
                </a:lnTo>
                <a:lnTo>
                  <a:pt x="39019" y="104316"/>
                </a:lnTo>
                <a:lnTo>
                  <a:pt x="36661" y="103277"/>
                </a:lnTo>
                <a:lnTo>
                  <a:pt x="34367" y="102140"/>
                </a:lnTo>
                <a:lnTo>
                  <a:pt x="32149" y="100908"/>
                </a:lnTo>
                <a:lnTo>
                  <a:pt x="29978" y="99556"/>
                </a:lnTo>
                <a:lnTo>
                  <a:pt x="27966" y="98166"/>
                </a:lnTo>
                <a:lnTo>
                  <a:pt x="25956" y="96635"/>
                </a:lnTo>
                <a:lnTo>
                  <a:pt x="24097" y="95071"/>
                </a:lnTo>
                <a:lnTo>
                  <a:pt x="22247" y="93361"/>
                </a:lnTo>
                <a:lnTo>
                  <a:pt x="20494" y="91582"/>
                </a:lnTo>
                <a:lnTo>
                  <a:pt x="20615" y="91701"/>
                </a:lnTo>
                <a:lnTo>
                  <a:pt x="18954" y="89851"/>
                </a:lnTo>
                <a:lnTo>
                  <a:pt x="17366" y="87903"/>
                </a:lnTo>
                <a:lnTo>
                  <a:pt x="15905" y="85910"/>
                </a:lnTo>
                <a:lnTo>
                  <a:pt x="14531" y="83829"/>
                </a:lnTo>
                <a:lnTo>
                  <a:pt x="13262" y="81692"/>
                </a:lnTo>
                <a:lnTo>
                  <a:pt x="12134" y="79552"/>
                </a:lnTo>
                <a:lnTo>
                  <a:pt x="11073" y="77292"/>
                </a:lnTo>
                <a:lnTo>
                  <a:pt x="10166" y="75058"/>
                </a:lnTo>
                <a:lnTo>
                  <a:pt x="9326" y="72658"/>
                </a:lnTo>
                <a:lnTo>
                  <a:pt x="8638" y="70313"/>
                </a:lnTo>
                <a:lnTo>
                  <a:pt x="8038" y="67785"/>
                </a:lnTo>
                <a:lnTo>
                  <a:pt x="7586" y="65320"/>
                </a:lnTo>
                <a:lnTo>
                  <a:pt x="7244" y="62715"/>
                </a:lnTo>
                <a:lnTo>
                  <a:pt x="7052" y="60190"/>
                </a:lnTo>
                <a:lnTo>
                  <a:pt x="6987" y="57634"/>
                </a:lnTo>
                <a:lnTo>
                  <a:pt x="7052" y="55072"/>
                </a:lnTo>
                <a:lnTo>
                  <a:pt x="7244" y="52547"/>
                </a:lnTo>
                <a:close/>
              </a:path>
            </a:pathLst>
          </a:custGeom>
          <a:solidFill xmlns:a="http://schemas.openxmlformats.org/drawingml/2006/main">
            <a:srgbClr val="3B5F2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89D88E1-C67C-4767-AB55-95A768155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67" y="2410121"/>
            <a:ext cx="111979" cy="108270"/>
          </a:xfrm>
          <a:custGeom xmlns:a="http://schemas.openxmlformats.org/drawingml/2006/main">
            <a:pathLst>
              <a:path w="111979" h="108270">
                <a:moveTo>
                  <a:pt x="0" y="54442"/>
                </a:moveTo>
                <a:cubicBezTo>
                  <a:pt x="217" y="24232"/>
                  <a:pt x="25237" y="0"/>
                  <a:pt x="56098" y="0"/>
                </a:cubicBezTo>
                <a:cubicBezTo>
                  <a:pt x="86958" y="0"/>
                  <a:pt x="111979" y="24232"/>
                  <a:pt x="111979" y="54135"/>
                </a:cubicBezTo>
                <a:cubicBezTo>
                  <a:pt x="111979" y="84031"/>
                  <a:pt x="86958" y="108270"/>
                  <a:pt x="56098" y="108270"/>
                </a:cubicBezTo>
                <a:cubicBezTo>
                  <a:pt x="25237" y="108270"/>
                  <a:pt x="217" y="84031"/>
                  <a:pt x="0" y="54442"/>
                </a:cubicBezTo>
              </a:path>
            </a:pathLst>
          </a:custGeom>
          <a:solidFill xmlns:a="http://schemas.openxmlformats.org/drawingml/2006/main">
            <a:srgbClr val="75BD4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4B4C486-DBAB-4B18-A8E8-4CF1D9D6C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5391" y="2406622"/>
            <a:ext cx="118748" cy="115262"/>
          </a:xfrm>
          <a:custGeom xmlns:a="http://schemas.openxmlformats.org/drawingml/2006/main">
            <a:pathLst>
              <a:path w="118748" h="115262">
                <a:moveTo>
                  <a:pt x="1872" y="72059"/>
                </a:moveTo>
                <a:lnTo>
                  <a:pt x="2677" y="74797"/>
                </a:lnTo>
                <a:lnTo>
                  <a:pt x="3618" y="77481"/>
                </a:lnTo>
                <a:lnTo>
                  <a:pt x="4680" y="80099"/>
                </a:lnTo>
                <a:lnTo>
                  <a:pt x="5875" y="82655"/>
                </a:lnTo>
                <a:lnTo>
                  <a:pt x="7188" y="85142"/>
                </a:lnTo>
                <a:lnTo>
                  <a:pt x="8620" y="87559"/>
                </a:lnTo>
                <a:lnTo>
                  <a:pt x="10172" y="89899"/>
                </a:lnTo>
                <a:lnTo>
                  <a:pt x="11827" y="92155"/>
                </a:lnTo>
                <a:lnTo>
                  <a:pt x="13595" y="94335"/>
                </a:lnTo>
                <a:lnTo>
                  <a:pt x="15458" y="96423"/>
                </a:lnTo>
                <a:lnTo>
                  <a:pt x="17428" y="98421"/>
                </a:lnTo>
                <a:lnTo>
                  <a:pt x="19489" y="100328"/>
                </a:lnTo>
                <a:lnTo>
                  <a:pt x="21647" y="102130"/>
                </a:lnTo>
                <a:lnTo>
                  <a:pt x="23889" y="103841"/>
                </a:lnTo>
                <a:lnTo>
                  <a:pt x="26217" y="105441"/>
                </a:lnTo>
                <a:lnTo>
                  <a:pt x="28625" y="106943"/>
                </a:lnTo>
                <a:lnTo>
                  <a:pt x="31112" y="108326"/>
                </a:lnTo>
                <a:lnTo>
                  <a:pt x="33668" y="109597"/>
                </a:lnTo>
                <a:lnTo>
                  <a:pt x="36296" y="110743"/>
                </a:lnTo>
                <a:lnTo>
                  <a:pt x="38991" y="111777"/>
                </a:lnTo>
                <a:lnTo>
                  <a:pt x="41750" y="112678"/>
                </a:lnTo>
                <a:lnTo>
                  <a:pt x="44565" y="113453"/>
                </a:lnTo>
                <a:lnTo>
                  <a:pt x="47429" y="114096"/>
                </a:lnTo>
                <a:lnTo>
                  <a:pt x="50349" y="114599"/>
                </a:lnTo>
                <a:lnTo>
                  <a:pt x="53318" y="114962"/>
                </a:lnTo>
                <a:lnTo>
                  <a:pt x="56328" y="115185"/>
                </a:lnTo>
                <a:lnTo>
                  <a:pt x="59374" y="115262"/>
                </a:lnTo>
                <a:lnTo>
                  <a:pt x="62419" y="115185"/>
                </a:lnTo>
                <a:lnTo>
                  <a:pt x="65430" y="114962"/>
                </a:lnTo>
                <a:lnTo>
                  <a:pt x="68399" y="114599"/>
                </a:lnTo>
                <a:lnTo>
                  <a:pt x="71311" y="114096"/>
                </a:lnTo>
                <a:lnTo>
                  <a:pt x="74182" y="113453"/>
                </a:lnTo>
                <a:lnTo>
                  <a:pt x="76997" y="112678"/>
                </a:lnTo>
                <a:lnTo>
                  <a:pt x="79757" y="111777"/>
                </a:lnTo>
                <a:lnTo>
                  <a:pt x="82453" y="110743"/>
                </a:lnTo>
                <a:lnTo>
                  <a:pt x="85079" y="109597"/>
                </a:lnTo>
                <a:lnTo>
                  <a:pt x="87636" y="108326"/>
                </a:lnTo>
                <a:lnTo>
                  <a:pt x="90123" y="106943"/>
                </a:lnTo>
                <a:lnTo>
                  <a:pt x="92532" y="105441"/>
                </a:lnTo>
                <a:lnTo>
                  <a:pt x="94858" y="103841"/>
                </a:lnTo>
                <a:lnTo>
                  <a:pt x="97102" y="102130"/>
                </a:lnTo>
                <a:lnTo>
                  <a:pt x="99259" y="100328"/>
                </a:lnTo>
                <a:lnTo>
                  <a:pt x="101320" y="98421"/>
                </a:lnTo>
                <a:lnTo>
                  <a:pt x="103290" y="96423"/>
                </a:lnTo>
                <a:lnTo>
                  <a:pt x="105155" y="94335"/>
                </a:lnTo>
                <a:lnTo>
                  <a:pt x="106922" y="92155"/>
                </a:lnTo>
                <a:lnTo>
                  <a:pt x="108577" y="89899"/>
                </a:lnTo>
                <a:lnTo>
                  <a:pt x="110129" y="87559"/>
                </a:lnTo>
                <a:lnTo>
                  <a:pt x="111560" y="85142"/>
                </a:lnTo>
                <a:lnTo>
                  <a:pt x="112873" y="82655"/>
                </a:lnTo>
                <a:lnTo>
                  <a:pt x="114068" y="80099"/>
                </a:lnTo>
                <a:lnTo>
                  <a:pt x="115129" y="77481"/>
                </a:lnTo>
                <a:lnTo>
                  <a:pt x="116072" y="74797"/>
                </a:lnTo>
                <a:lnTo>
                  <a:pt x="116876" y="72059"/>
                </a:lnTo>
                <a:lnTo>
                  <a:pt x="117539" y="69265"/>
                </a:lnTo>
                <a:lnTo>
                  <a:pt x="118063" y="66423"/>
                </a:lnTo>
                <a:lnTo>
                  <a:pt x="118442" y="63530"/>
                </a:lnTo>
                <a:lnTo>
                  <a:pt x="118671" y="60596"/>
                </a:lnTo>
                <a:lnTo>
                  <a:pt x="118748" y="57635"/>
                </a:lnTo>
                <a:lnTo>
                  <a:pt x="118671" y="54666"/>
                </a:lnTo>
                <a:lnTo>
                  <a:pt x="118442" y="51732"/>
                </a:lnTo>
                <a:lnTo>
                  <a:pt x="118063" y="48840"/>
                </a:lnTo>
                <a:lnTo>
                  <a:pt x="117539" y="45997"/>
                </a:lnTo>
                <a:lnTo>
                  <a:pt x="116876" y="43203"/>
                </a:lnTo>
                <a:lnTo>
                  <a:pt x="116072" y="40465"/>
                </a:lnTo>
                <a:lnTo>
                  <a:pt x="115129" y="37783"/>
                </a:lnTo>
                <a:lnTo>
                  <a:pt x="114068" y="35163"/>
                </a:lnTo>
                <a:lnTo>
                  <a:pt x="112873" y="32607"/>
                </a:lnTo>
                <a:lnTo>
                  <a:pt x="111560" y="30120"/>
                </a:lnTo>
                <a:lnTo>
                  <a:pt x="110129" y="27703"/>
                </a:lnTo>
                <a:lnTo>
                  <a:pt x="108577" y="25363"/>
                </a:lnTo>
                <a:lnTo>
                  <a:pt x="106922" y="23107"/>
                </a:lnTo>
                <a:lnTo>
                  <a:pt x="105155" y="20928"/>
                </a:lnTo>
                <a:lnTo>
                  <a:pt x="103290" y="18839"/>
                </a:lnTo>
                <a:lnTo>
                  <a:pt x="101320" y="16841"/>
                </a:lnTo>
                <a:lnTo>
                  <a:pt x="99259" y="14934"/>
                </a:lnTo>
                <a:lnTo>
                  <a:pt x="97102" y="13132"/>
                </a:lnTo>
                <a:lnTo>
                  <a:pt x="94858" y="11421"/>
                </a:lnTo>
                <a:lnTo>
                  <a:pt x="92532" y="9821"/>
                </a:lnTo>
                <a:lnTo>
                  <a:pt x="90123" y="8319"/>
                </a:lnTo>
                <a:lnTo>
                  <a:pt x="87636" y="6936"/>
                </a:lnTo>
                <a:lnTo>
                  <a:pt x="85079" y="5672"/>
                </a:lnTo>
                <a:lnTo>
                  <a:pt x="82453" y="4519"/>
                </a:lnTo>
                <a:lnTo>
                  <a:pt x="79757" y="3486"/>
                </a:lnTo>
                <a:lnTo>
                  <a:pt x="76997" y="2585"/>
                </a:lnTo>
                <a:lnTo>
                  <a:pt x="74182" y="1811"/>
                </a:lnTo>
                <a:lnTo>
                  <a:pt x="71311" y="1167"/>
                </a:lnTo>
                <a:lnTo>
                  <a:pt x="68399" y="664"/>
                </a:lnTo>
                <a:lnTo>
                  <a:pt x="65430" y="300"/>
                </a:lnTo>
                <a:lnTo>
                  <a:pt x="62419" y="77"/>
                </a:lnTo>
                <a:lnTo>
                  <a:pt x="59374" y="0"/>
                </a:lnTo>
                <a:lnTo>
                  <a:pt x="56328" y="77"/>
                </a:lnTo>
                <a:lnTo>
                  <a:pt x="53318" y="300"/>
                </a:lnTo>
                <a:lnTo>
                  <a:pt x="50349" y="664"/>
                </a:lnTo>
                <a:lnTo>
                  <a:pt x="47429" y="1167"/>
                </a:lnTo>
                <a:lnTo>
                  <a:pt x="44565" y="1811"/>
                </a:lnTo>
                <a:lnTo>
                  <a:pt x="41750" y="2585"/>
                </a:lnTo>
                <a:lnTo>
                  <a:pt x="38991" y="3486"/>
                </a:lnTo>
                <a:lnTo>
                  <a:pt x="36296" y="4519"/>
                </a:lnTo>
                <a:lnTo>
                  <a:pt x="33668" y="5672"/>
                </a:lnTo>
                <a:lnTo>
                  <a:pt x="31112" y="6936"/>
                </a:lnTo>
                <a:lnTo>
                  <a:pt x="28625" y="8319"/>
                </a:lnTo>
                <a:lnTo>
                  <a:pt x="26217" y="9821"/>
                </a:lnTo>
                <a:lnTo>
                  <a:pt x="23889" y="11421"/>
                </a:lnTo>
                <a:lnTo>
                  <a:pt x="21647" y="13132"/>
                </a:lnTo>
                <a:lnTo>
                  <a:pt x="19489" y="14934"/>
                </a:lnTo>
                <a:lnTo>
                  <a:pt x="17428" y="16841"/>
                </a:lnTo>
                <a:lnTo>
                  <a:pt x="15458" y="18839"/>
                </a:lnTo>
                <a:lnTo>
                  <a:pt x="13595" y="20928"/>
                </a:lnTo>
                <a:lnTo>
                  <a:pt x="11827" y="23107"/>
                </a:lnTo>
                <a:lnTo>
                  <a:pt x="10172" y="25363"/>
                </a:lnTo>
                <a:lnTo>
                  <a:pt x="8620" y="27703"/>
                </a:lnTo>
                <a:lnTo>
                  <a:pt x="7188" y="30120"/>
                </a:lnTo>
                <a:lnTo>
                  <a:pt x="5875" y="32607"/>
                </a:lnTo>
                <a:lnTo>
                  <a:pt x="4680" y="35163"/>
                </a:lnTo>
                <a:lnTo>
                  <a:pt x="3618" y="37783"/>
                </a:lnTo>
                <a:lnTo>
                  <a:pt x="2677" y="40465"/>
                </a:lnTo>
                <a:lnTo>
                  <a:pt x="1872" y="43203"/>
                </a:lnTo>
                <a:lnTo>
                  <a:pt x="1208" y="45997"/>
                </a:lnTo>
                <a:lnTo>
                  <a:pt x="685" y="48840"/>
                </a:lnTo>
                <a:lnTo>
                  <a:pt x="307" y="51732"/>
                </a:lnTo>
                <a:lnTo>
                  <a:pt x="77" y="54666"/>
                </a:lnTo>
                <a:lnTo>
                  <a:pt x="0" y="57635"/>
                </a:lnTo>
                <a:lnTo>
                  <a:pt x="77" y="60596"/>
                </a:lnTo>
                <a:lnTo>
                  <a:pt x="307" y="63530"/>
                </a:lnTo>
                <a:lnTo>
                  <a:pt x="685" y="66423"/>
                </a:lnTo>
                <a:lnTo>
                  <a:pt x="1208" y="69265"/>
                </a:lnTo>
                <a:lnTo>
                  <a:pt x="1872" y="72059"/>
                </a:lnTo>
                <a:close/>
                <a:moveTo>
                  <a:pt x="7586" y="49942"/>
                </a:moveTo>
                <a:lnTo>
                  <a:pt x="8034" y="47499"/>
                </a:lnTo>
                <a:lnTo>
                  <a:pt x="8618" y="45039"/>
                </a:lnTo>
                <a:lnTo>
                  <a:pt x="9307" y="42679"/>
                </a:lnTo>
                <a:lnTo>
                  <a:pt x="10161" y="40218"/>
                </a:lnTo>
                <a:lnTo>
                  <a:pt x="11084" y="37962"/>
                </a:lnTo>
                <a:lnTo>
                  <a:pt x="12134" y="35711"/>
                </a:lnTo>
                <a:lnTo>
                  <a:pt x="13328" y="33460"/>
                </a:lnTo>
                <a:lnTo>
                  <a:pt x="13237" y="33613"/>
                </a:lnTo>
                <a:lnTo>
                  <a:pt x="14531" y="31433"/>
                </a:lnTo>
                <a:lnTo>
                  <a:pt x="15905" y="29353"/>
                </a:lnTo>
                <a:lnTo>
                  <a:pt x="17407" y="27305"/>
                </a:lnTo>
                <a:lnTo>
                  <a:pt x="17309" y="27445"/>
                </a:lnTo>
                <a:lnTo>
                  <a:pt x="18955" y="25410"/>
                </a:lnTo>
                <a:lnTo>
                  <a:pt x="20578" y="23601"/>
                </a:lnTo>
                <a:lnTo>
                  <a:pt x="22251" y="21897"/>
                </a:lnTo>
                <a:lnTo>
                  <a:pt x="24095" y="20192"/>
                </a:lnTo>
                <a:lnTo>
                  <a:pt x="26028" y="18572"/>
                </a:lnTo>
                <a:lnTo>
                  <a:pt x="27955" y="17103"/>
                </a:lnTo>
                <a:lnTo>
                  <a:pt x="30056" y="15658"/>
                </a:lnTo>
                <a:lnTo>
                  <a:pt x="32139" y="14359"/>
                </a:lnTo>
                <a:lnTo>
                  <a:pt x="34367" y="13122"/>
                </a:lnTo>
                <a:lnTo>
                  <a:pt x="36653" y="11989"/>
                </a:lnTo>
                <a:lnTo>
                  <a:pt x="38999" y="10965"/>
                </a:lnTo>
                <a:lnTo>
                  <a:pt x="41349" y="10067"/>
                </a:lnTo>
                <a:lnTo>
                  <a:pt x="43755" y="9278"/>
                </a:lnTo>
                <a:lnTo>
                  <a:pt x="46333" y="8572"/>
                </a:lnTo>
                <a:lnTo>
                  <a:pt x="46171" y="8607"/>
                </a:lnTo>
                <a:lnTo>
                  <a:pt x="48758" y="8031"/>
                </a:lnTo>
                <a:lnTo>
                  <a:pt x="51319" y="7583"/>
                </a:lnTo>
                <a:lnTo>
                  <a:pt x="54052" y="7248"/>
                </a:lnTo>
                <a:lnTo>
                  <a:pt x="56723" y="7052"/>
                </a:lnTo>
                <a:lnTo>
                  <a:pt x="59374" y="6987"/>
                </a:lnTo>
                <a:lnTo>
                  <a:pt x="62023" y="7052"/>
                </a:lnTo>
                <a:lnTo>
                  <a:pt x="64696" y="7248"/>
                </a:lnTo>
                <a:lnTo>
                  <a:pt x="67429" y="7583"/>
                </a:lnTo>
                <a:lnTo>
                  <a:pt x="69996" y="8032"/>
                </a:lnTo>
                <a:lnTo>
                  <a:pt x="72576" y="8607"/>
                </a:lnTo>
                <a:lnTo>
                  <a:pt x="72415" y="8572"/>
                </a:lnTo>
                <a:lnTo>
                  <a:pt x="74993" y="9278"/>
                </a:lnTo>
                <a:lnTo>
                  <a:pt x="77399" y="10067"/>
                </a:lnTo>
                <a:lnTo>
                  <a:pt x="79749" y="10965"/>
                </a:lnTo>
                <a:lnTo>
                  <a:pt x="82094" y="11989"/>
                </a:lnTo>
                <a:lnTo>
                  <a:pt x="84380" y="13122"/>
                </a:lnTo>
                <a:lnTo>
                  <a:pt x="86603" y="14356"/>
                </a:lnTo>
                <a:lnTo>
                  <a:pt x="88693" y="15659"/>
                </a:lnTo>
                <a:lnTo>
                  <a:pt x="90780" y="17094"/>
                </a:lnTo>
                <a:lnTo>
                  <a:pt x="92720" y="18572"/>
                </a:lnTo>
                <a:lnTo>
                  <a:pt x="94652" y="20192"/>
                </a:lnTo>
                <a:lnTo>
                  <a:pt x="96430" y="21836"/>
                </a:lnTo>
                <a:lnTo>
                  <a:pt x="98185" y="23618"/>
                </a:lnTo>
                <a:lnTo>
                  <a:pt x="99855" y="25486"/>
                </a:lnTo>
                <a:lnTo>
                  <a:pt x="101438" y="27445"/>
                </a:lnTo>
                <a:lnTo>
                  <a:pt x="101341" y="27305"/>
                </a:lnTo>
                <a:lnTo>
                  <a:pt x="102843" y="29353"/>
                </a:lnTo>
                <a:lnTo>
                  <a:pt x="104214" y="31429"/>
                </a:lnTo>
                <a:lnTo>
                  <a:pt x="105474" y="33562"/>
                </a:lnTo>
                <a:lnTo>
                  <a:pt x="106614" y="35711"/>
                </a:lnTo>
                <a:lnTo>
                  <a:pt x="107662" y="37958"/>
                </a:lnTo>
                <a:lnTo>
                  <a:pt x="108626" y="40331"/>
                </a:lnTo>
                <a:lnTo>
                  <a:pt x="109441" y="42679"/>
                </a:lnTo>
                <a:lnTo>
                  <a:pt x="110130" y="45039"/>
                </a:lnTo>
                <a:lnTo>
                  <a:pt x="110713" y="47499"/>
                </a:lnTo>
                <a:lnTo>
                  <a:pt x="111162" y="49943"/>
                </a:lnTo>
                <a:lnTo>
                  <a:pt x="111486" y="52398"/>
                </a:lnTo>
                <a:lnTo>
                  <a:pt x="111696" y="55075"/>
                </a:lnTo>
                <a:lnTo>
                  <a:pt x="111760" y="57634"/>
                </a:lnTo>
                <a:lnTo>
                  <a:pt x="111696" y="60188"/>
                </a:lnTo>
                <a:lnTo>
                  <a:pt x="111486" y="62864"/>
                </a:lnTo>
                <a:lnTo>
                  <a:pt x="111162" y="65319"/>
                </a:lnTo>
                <a:lnTo>
                  <a:pt x="110710" y="67785"/>
                </a:lnTo>
                <a:lnTo>
                  <a:pt x="110139" y="70189"/>
                </a:lnTo>
                <a:lnTo>
                  <a:pt x="109395" y="72750"/>
                </a:lnTo>
                <a:lnTo>
                  <a:pt x="109443" y="72576"/>
                </a:lnTo>
                <a:lnTo>
                  <a:pt x="108622" y="74941"/>
                </a:lnTo>
                <a:lnTo>
                  <a:pt x="107666" y="77295"/>
                </a:lnTo>
                <a:lnTo>
                  <a:pt x="106613" y="79551"/>
                </a:lnTo>
                <a:lnTo>
                  <a:pt x="105481" y="81689"/>
                </a:lnTo>
                <a:lnTo>
                  <a:pt x="104214" y="83833"/>
                </a:lnTo>
                <a:lnTo>
                  <a:pt x="102843" y="85910"/>
                </a:lnTo>
                <a:lnTo>
                  <a:pt x="101341" y="87959"/>
                </a:lnTo>
                <a:lnTo>
                  <a:pt x="101438" y="87824"/>
                </a:lnTo>
                <a:lnTo>
                  <a:pt x="99858" y="89772"/>
                </a:lnTo>
                <a:lnTo>
                  <a:pt x="98185" y="91644"/>
                </a:lnTo>
                <a:lnTo>
                  <a:pt x="96430" y="93426"/>
                </a:lnTo>
                <a:lnTo>
                  <a:pt x="94652" y="95070"/>
                </a:lnTo>
                <a:lnTo>
                  <a:pt x="92720" y="96690"/>
                </a:lnTo>
                <a:lnTo>
                  <a:pt x="90771" y="98175"/>
                </a:lnTo>
                <a:lnTo>
                  <a:pt x="88693" y="99603"/>
                </a:lnTo>
                <a:lnTo>
                  <a:pt x="86593" y="100912"/>
                </a:lnTo>
                <a:lnTo>
                  <a:pt x="84380" y="102140"/>
                </a:lnTo>
                <a:lnTo>
                  <a:pt x="82089" y="103276"/>
                </a:lnTo>
                <a:lnTo>
                  <a:pt x="79869" y="104251"/>
                </a:lnTo>
                <a:lnTo>
                  <a:pt x="77399" y="105195"/>
                </a:lnTo>
                <a:lnTo>
                  <a:pt x="74992" y="105984"/>
                </a:lnTo>
                <a:lnTo>
                  <a:pt x="72415" y="106691"/>
                </a:lnTo>
                <a:lnTo>
                  <a:pt x="72576" y="106658"/>
                </a:lnTo>
                <a:lnTo>
                  <a:pt x="69998" y="107230"/>
                </a:lnTo>
                <a:lnTo>
                  <a:pt x="67429" y="107680"/>
                </a:lnTo>
                <a:lnTo>
                  <a:pt x="64680" y="108016"/>
                </a:lnTo>
                <a:lnTo>
                  <a:pt x="62051" y="108210"/>
                </a:lnTo>
                <a:lnTo>
                  <a:pt x="59374" y="108275"/>
                </a:lnTo>
                <a:lnTo>
                  <a:pt x="56695" y="108210"/>
                </a:lnTo>
                <a:lnTo>
                  <a:pt x="54068" y="108016"/>
                </a:lnTo>
                <a:lnTo>
                  <a:pt x="51319" y="107680"/>
                </a:lnTo>
                <a:lnTo>
                  <a:pt x="48755" y="107231"/>
                </a:lnTo>
                <a:lnTo>
                  <a:pt x="46171" y="106658"/>
                </a:lnTo>
                <a:lnTo>
                  <a:pt x="46333" y="106691"/>
                </a:lnTo>
                <a:lnTo>
                  <a:pt x="43756" y="105984"/>
                </a:lnTo>
                <a:lnTo>
                  <a:pt x="41349" y="105195"/>
                </a:lnTo>
                <a:lnTo>
                  <a:pt x="38878" y="104251"/>
                </a:lnTo>
                <a:lnTo>
                  <a:pt x="36659" y="103276"/>
                </a:lnTo>
                <a:lnTo>
                  <a:pt x="34367" y="102140"/>
                </a:lnTo>
                <a:lnTo>
                  <a:pt x="32149" y="100908"/>
                </a:lnTo>
                <a:lnTo>
                  <a:pt x="30055" y="99604"/>
                </a:lnTo>
                <a:lnTo>
                  <a:pt x="27964" y="98165"/>
                </a:lnTo>
                <a:lnTo>
                  <a:pt x="26027" y="96690"/>
                </a:lnTo>
                <a:lnTo>
                  <a:pt x="24095" y="95070"/>
                </a:lnTo>
                <a:lnTo>
                  <a:pt x="22251" y="93365"/>
                </a:lnTo>
                <a:lnTo>
                  <a:pt x="20578" y="91661"/>
                </a:lnTo>
                <a:lnTo>
                  <a:pt x="18954" y="89851"/>
                </a:lnTo>
                <a:lnTo>
                  <a:pt x="17309" y="87824"/>
                </a:lnTo>
                <a:lnTo>
                  <a:pt x="17407" y="87959"/>
                </a:lnTo>
                <a:lnTo>
                  <a:pt x="15905" y="85910"/>
                </a:lnTo>
                <a:lnTo>
                  <a:pt x="14531" y="83829"/>
                </a:lnTo>
                <a:lnTo>
                  <a:pt x="13324" y="81796"/>
                </a:lnTo>
                <a:lnTo>
                  <a:pt x="12134" y="79551"/>
                </a:lnTo>
                <a:lnTo>
                  <a:pt x="11079" y="77290"/>
                </a:lnTo>
                <a:lnTo>
                  <a:pt x="10165" y="75054"/>
                </a:lnTo>
                <a:lnTo>
                  <a:pt x="9304" y="72576"/>
                </a:lnTo>
                <a:lnTo>
                  <a:pt x="9353" y="72750"/>
                </a:lnTo>
                <a:lnTo>
                  <a:pt x="8608" y="70189"/>
                </a:lnTo>
                <a:lnTo>
                  <a:pt x="8038" y="67785"/>
                </a:lnTo>
                <a:lnTo>
                  <a:pt x="7586" y="65320"/>
                </a:lnTo>
                <a:lnTo>
                  <a:pt x="7260" y="62839"/>
                </a:lnTo>
                <a:lnTo>
                  <a:pt x="7052" y="60188"/>
                </a:lnTo>
                <a:lnTo>
                  <a:pt x="6987" y="57634"/>
                </a:lnTo>
                <a:lnTo>
                  <a:pt x="7052" y="55075"/>
                </a:lnTo>
                <a:lnTo>
                  <a:pt x="7260" y="52423"/>
                </a:lnTo>
                <a:lnTo>
                  <a:pt x="7586" y="49942"/>
                </a:lnTo>
                <a:close/>
              </a:path>
            </a:pathLst>
          </a:custGeom>
          <a:solidFill xmlns:a="http://schemas.openxmlformats.org/drawingml/2006/main">
            <a:srgbClr val="3B5F2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887A5A7-A91B-486E-8C6B-8C6B0E567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1754" y="2585100"/>
            <a:ext cx="111763" cy="108270"/>
          </a:xfrm>
          <a:custGeom xmlns:a="http://schemas.openxmlformats.org/drawingml/2006/main">
            <a:pathLst>
              <a:path w="111763" h="108270">
                <a:moveTo>
                  <a:pt x="342" y="53814"/>
                </a:moveTo>
                <a:cubicBezTo>
                  <a:pt x="0" y="24232"/>
                  <a:pt x="25014" y="0"/>
                  <a:pt x="55881" y="0"/>
                </a:cubicBezTo>
                <a:cubicBezTo>
                  <a:pt x="86742" y="0"/>
                  <a:pt x="111763" y="24232"/>
                  <a:pt x="111763" y="54135"/>
                </a:cubicBezTo>
                <a:cubicBezTo>
                  <a:pt x="111763" y="84031"/>
                  <a:pt x="86742" y="108270"/>
                  <a:pt x="55881" y="108270"/>
                </a:cubicBezTo>
                <a:cubicBezTo>
                  <a:pt x="25014" y="108270"/>
                  <a:pt x="0" y="84031"/>
                  <a:pt x="342" y="53814"/>
                </a:cubicBezTo>
              </a:path>
            </a:pathLst>
          </a:custGeom>
          <a:solidFill xmlns:a="http://schemas.openxmlformats.org/drawingml/2006/main">
            <a:srgbClr val="75BD4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ECC7A35-6133-41CA-B617-C1DDAEAB7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8261" y="2581607"/>
            <a:ext cx="118748" cy="115255"/>
          </a:xfrm>
          <a:custGeom xmlns:a="http://schemas.openxmlformats.org/drawingml/2006/main">
            <a:pathLst>
              <a:path w="118748" h="115255">
                <a:moveTo>
                  <a:pt x="2677" y="74790"/>
                </a:moveTo>
                <a:lnTo>
                  <a:pt x="3611" y="77472"/>
                </a:lnTo>
                <a:lnTo>
                  <a:pt x="4680" y="80092"/>
                </a:lnTo>
                <a:lnTo>
                  <a:pt x="5875" y="82648"/>
                </a:lnTo>
                <a:lnTo>
                  <a:pt x="7188" y="85135"/>
                </a:lnTo>
                <a:lnTo>
                  <a:pt x="8620" y="87552"/>
                </a:lnTo>
                <a:lnTo>
                  <a:pt x="10170" y="89892"/>
                </a:lnTo>
                <a:lnTo>
                  <a:pt x="11826" y="92148"/>
                </a:lnTo>
                <a:lnTo>
                  <a:pt x="13593" y="94328"/>
                </a:lnTo>
                <a:lnTo>
                  <a:pt x="15458" y="96416"/>
                </a:lnTo>
                <a:lnTo>
                  <a:pt x="17428" y="98414"/>
                </a:lnTo>
                <a:lnTo>
                  <a:pt x="19489" y="100321"/>
                </a:lnTo>
                <a:lnTo>
                  <a:pt x="21648" y="102130"/>
                </a:lnTo>
                <a:lnTo>
                  <a:pt x="23889" y="103834"/>
                </a:lnTo>
                <a:lnTo>
                  <a:pt x="26215" y="105441"/>
                </a:lnTo>
                <a:lnTo>
                  <a:pt x="28625" y="106936"/>
                </a:lnTo>
                <a:lnTo>
                  <a:pt x="31112" y="108319"/>
                </a:lnTo>
                <a:lnTo>
                  <a:pt x="33668" y="109590"/>
                </a:lnTo>
                <a:lnTo>
                  <a:pt x="36295" y="110735"/>
                </a:lnTo>
                <a:lnTo>
                  <a:pt x="38991" y="111770"/>
                </a:lnTo>
                <a:lnTo>
                  <a:pt x="41750" y="112671"/>
                </a:lnTo>
                <a:lnTo>
                  <a:pt x="44565" y="113447"/>
                </a:lnTo>
                <a:lnTo>
                  <a:pt x="47429" y="114089"/>
                </a:lnTo>
                <a:lnTo>
                  <a:pt x="50349" y="114591"/>
                </a:lnTo>
                <a:lnTo>
                  <a:pt x="53319" y="114963"/>
                </a:lnTo>
                <a:lnTo>
                  <a:pt x="56328" y="115178"/>
                </a:lnTo>
                <a:lnTo>
                  <a:pt x="59374" y="115255"/>
                </a:lnTo>
                <a:lnTo>
                  <a:pt x="62419" y="115178"/>
                </a:lnTo>
                <a:lnTo>
                  <a:pt x="65430" y="114963"/>
                </a:lnTo>
                <a:lnTo>
                  <a:pt x="68392" y="114591"/>
                </a:lnTo>
                <a:lnTo>
                  <a:pt x="71311" y="114089"/>
                </a:lnTo>
                <a:lnTo>
                  <a:pt x="74182" y="113447"/>
                </a:lnTo>
                <a:lnTo>
                  <a:pt x="76997" y="112671"/>
                </a:lnTo>
                <a:lnTo>
                  <a:pt x="79757" y="111770"/>
                </a:lnTo>
                <a:lnTo>
                  <a:pt x="82446" y="110735"/>
                </a:lnTo>
                <a:lnTo>
                  <a:pt x="85079" y="109590"/>
                </a:lnTo>
                <a:lnTo>
                  <a:pt x="87636" y="108319"/>
                </a:lnTo>
                <a:lnTo>
                  <a:pt x="90123" y="106936"/>
                </a:lnTo>
                <a:lnTo>
                  <a:pt x="92532" y="105441"/>
                </a:lnTo>
                <a:lnTo>
                  <a:pt x="94858" y="103834"/>
                </a:lnTo>
                <a:lnTo>
                  <a:pt x="97102" y="102130"/>
                </a:lnTo>
                <a:lnTo>
                  <a:pt x="99252" y="100321"/>
                </a:lnTo>
                <a:lnTo>
                  <a:pt x="101320" y="98414"/>
                </a:lnTo>
                <a:lnTo>
                  <a:pt x="103283" y="96416"/>
                </a:lnTo>
                <a:lnTo>
                  <a:pt x="105155" y="94328"/>
                </a:lnTo>
                <a:lnTo>
                  <a:pt x="106915" y="92148"/>
                </a:lnTo>
                <a:lnTo>
                  <a:pt x="108577" y="89892"/>
                </a:lnTo>
                <a:lnTo>
                  <a:pt x="110121" y="87552"/>
                </a:lnTo>
                <a:lnTo>
                  <a:pt x="111560" y="85135"/>
                </a:lnTo>
                <a:lnTo>
                  <a:pt x="112875" y="82648"/>
                </a:lnTo>
                <a:lnTo>
                  <a:pt x="114067" y="80092"/>
                </a:lnTo>
                <a:lnTo>
                  <a:pt x="115129" y="77472"/>
                </a:lnTo>
                <a:lnTo>
                  <a:pt x="116065" y="74790"/>
                </a:lnTo>
                <a:lnTo>
                  <a:pt x="116869" y="72052"/>
                </a:lnTo>
                <a:lnTo>
                  <a:pt x="117539" y="69258"/>
                </a:lnTo>
                <a:lnTo>
                  <a:pt x="118063" y="66415"/>
                </a:lnTo>
                <a:lnTo>
                  <a:pt x="118440" y="63523"/>
                </a:lnTo>
                <a:lnTo>
                  <a:pt x="118671" y="60596"/>
                </a:lnTo>
                <a:lnTo>
                  <a:pt x="118748" y="57628"/>
                </a:lnTo>
                <a:lnTo>
                  <a:pt x="118671" y="54659"/>
                </a:lnTo>
                <a:lnTo>
                  <a:pt x="118440" y="51724"/>
                </a:lnTo>
                <a:lnTo>
                  <a:pt x="118063" y="48840"/>
                </a:lnTo>
                <a:lnTo>
                  <a:pt x="117539" y="45990"/>
                </a:lnTo>
                <a:lnTo>
                  <a:pt x="116869" y="43196"/>
                </a:lnTo>
                <a:lnTo>
                  <a:pt x="116065" y="40458"/>
                </a:lnTo>
                <a:lnTo>
                  <a:pt x="115129" y="37776"/>
                </a:lnTo>
                <a:lnTo>
                  <a:pt x="114067" y="35156"/>
                </a:lnTo>
                <a:lnTo>
                  <a:pt x="112875" y="32600"/>
                </a:lnTo>
                <a:lnTo>
                  <a:pt x="111560" y="30113"/>
                </a:lnTo>
                <a:lnTo>
                  <a:pt x="110121" y="27696"/>
                </a:lnTo>
                <a:lnTo>
                  <a:pt x="108577" y="25363"/>
                </a:lnTo>
                <a:lnTo>
                  <a:pt x="106915" y="23100"/>
                </a:lnTo>
                <a:lnTo>
                  <a:pt x="105155" y="20928"/>
                </a:lnTo>
                <a:lnTo>
                  <a:pt x="103283" y="18839"/>
                </a:lnTo>
                <a:lnTo>
                  <a:pt x="101320" y="16834"/>
                </a:lnTo>
                <a:lnTo>
                  <a:pt x="99252" y="14934"/>
                </a:lnTo>
                <a:lnTo>
                  <a:pt x="97102" y="13125"/>
                </a:lnTo>
                <a:lnTo>
                  <a:pt x="94858" y="11414"/>
                </a:lnTo>
                <a:lnTo>
                  <a:pt x="92532" y="9813"/>
                </a:lnTo>
                <a:lnTo>
                  <a:pt x="90123" y="8319"/>
                </a:lnTo>
                <a:lnTo>
                  <a:pt x="87636" y="6929"/>
                </a:lnTo>
                <a:lnTo>
                  <a:pt x="85079" y="5665"/>
                </a:lnTo>
                <a:lnTo>
                  <a:pt x="82446" y="4512"/>
                </a:lnTo>
                <a:lnTo>
                  <a:pt x="79757" y="3486"/>
                </a:lnTo>
                <a:lnTo>
                  <a:pt x="76997" y="2578"/>
                </a:lnTo>
                <a:lnTo>
                  <a:pt x="74182" y="1802"/>
                </a:lnTo>
                <a:lnTo>
                  <a:pt x="71311" y="1167"/>
                </a:lnTo>
                <a:lnTo>
                  <a:pt x="68392" y="657"/>
                </a:lnTo>
                <a:lnTo>
                  <a:pt x="65430" y="293"/>
                </a:lnTo>
                <a:lnTo>
                  <a:pt x="62419" y="70"/>
                </a:lnTo>
                <a:lnTo>
                  <a:pt x="59374" y="0"/>
                </a:lnTo>
                <a:lnTo>
                  <a:pt x="56328" y="70"/>
                </a:lnTo>
                <a:lnTo>
                  <a:pt x="53319" y="293"/>
                </a:lnTo>
                <a:lnTo>
                  <a:pt x="50349" y="657"/>
                </a:lnTo>
                <a:lnTo>
                  <a:pt x="47429" y="1167"/>
                </a:lnTo>
                <a:lnTo>
                  <a:pt x="44565" y="1802"/>
                </a:lnTo>
                <a:lnTo>
                  <a:pt x="41750" y="2578"/>
                </a:lnTo>
                <a:lnTo>
                  <a:pt x="38991" y="3486"/>
                </a:lnTo>
                <a:lnTo>
                  <a:pt x="36295" y="4512"/>
                </a:lnTo>
                <a:lnTo>
                  <a:pt x="33668" y="5665"/>
                </a:lnTo>
                <a:lnTo>
                  <a:pt x="31112" y="6929"/>
                </a:lnTo>
                <a:lnTo>
                  <a:pt x="28625" y="8319"/>
                </a:lnTo>
                <a:lnTo>
                  <a:pt x="26215" y="9813"/>
                </a:lnTo>
                <a:lnTo>
                  <a:pt x="23889" y="11414"/>
                </a:lnTo>
                <a:lnTo>
                  <a:pt x="21648" y="13125"/>
                </a:lnTo>
                <a:lnTo>
                  <a:pt x="19489" y="14934"/>
                </a:lnTo>
                <a:lnTo>
                  <a:pt x="17428" y="16834"/>
                </a:lnTo>
                <a:lnTo>
                  <a:pt x="15458" y="18839"/>
                </a:lnTo>
                <a:lnTo>
                  <a:pt x="13593" y="20928"/>
                </a:lnTo>
                <a:lnTo>
                  <a:pt x="11826" y="23100"/>
                </a:lnTo>
                <a:lnTo>
                  <a:pt x="10170" y="25363"/>
                </a:lnTo>
                <a:lnTo>
                  <a:pt x="8620" y="27696"/>
                </a:lnTo>
                <a:lnTo>
                  <a:pt x="7188" y="30113"/>
                </a:lnTo>
                <a:lnTo>
                  <a:pt x="5875" y="32600"/>
                </a:lnTo>
                <a:lnTo>
                  <a:pt x="4680" y="35156"/>
                </a:lnTo>
                <a:lnTo>
                  <a:pt x="3611" y="37776"/>
                </a:lnTo>
                <a:lnTo>
                  <a:pt x="2677" y="40458"/>
                </a:lnTo>
                <a:lnTo>
                  <a:pt x="1872" y="43196"/>
                </a:lnTo>
                <a:lnTo>
                  <a:pt x="1208" y="45990"/>
                </a:lnTo>
                <a:lnTo>
                  <a:pt x="685" y="48840"/>
                </a:lnTo>
                <a:lnTo>
                  <a:pt x="307" y="51724"/>
                </a:lnTo>
                <a:lnTo>
                  <a:pt x="77" y="54659"/>
                </a:lnTo>
                <a:lnTo>
                  <a:pt x="0" y="57628"/>
                </a:lnTo>
                <a:lnTo>
                  <a:pt x="77" y="60596"/>
                </a:lnTo>
                <a:lnTo>
                  <a:pt x="307" y="63523"/>
                </a:lnTo>
                <a:lnTo>
                  <a:pt x="685" y="66415"/>
                </a:lnTo>
                <a:lnTo>
                  <a:pt x="1208" y="69258"/>
                </a:lnTo>
                <a:lnTo>
                  <a:pt x="1872" y="72052"/>
                </a:lnTo>
                <a:lnTo>
                  <a:pt x="2677" y="74790"/>
                </a:lnTo>
                <a:close/>
                <a:moveTo>
                  <a:pt x="7589" y="49918"/>
                </a:moveTo>
                <a:lnTo>
                  <a:pt x="8034" y="47492"/>
                </a:lnTo>
                <a:lnTo>
                  <a:pt x="8638" y="44950"/>
                </a:lnTo>
                <a:lnTo>
                  <a:pt x="9339" y="42561"/>
                </a:lnTo>
                <a:lnTo>
                  <a:pt x="10160" y="40215"/>
                </a:lnTo>
                <a:lnTo>
                  <a:pt x="11084" y="37962"/>
                </a:lnTo>
                <a:lnTo>
                  <a:pt x="12137" y="35698"/>
                </a:lnTo>
                <a:lnTo>
                  <a:pt x="13262" y="33563"/>
                </a:lnTo>
                <a:lnTo>
                  <a:pt x="14530" y="31428"/>
                </a:lnTo>
                <a:lnTo>
                  <a:pt x="15947" y="29289"/>
                </a:lnTo>
                <a:lnTo>
                  <a:pt x="15849" y="29421"/>
                </a:lnTo>
                <a:lnTo>
                  <a:pt x="17378" y="27345"/>
                </a:lnTo>
                <a:lnTo>
                  <a:pt x="18955" y="25403"/>
                </a:lnTo>
                <a:lnTo>
                  <a:pt x="20571" y="23601"/>
                </a:lnTo>
                <a:lnTo>
                  <a:pt x="22250" y="21891"/>
                </a:lnTo>
                <a:lnTo>
                  <a:pt x="24097" y="20184"/>
                </a:lnTo>
                <a:lnTo>
                  <a:pt x="25956" y="18620"/>
                </a:lnTo>
                <a:lnTo>
                  <a:pt x="27964" y="17090"/>
                </a:lnTo>
                <a:lnTo>
                  <a:pt x="30055" y="15651"/>
                </a:lnTo>
                <a:lnTo>
                  <a:pt x="32145" y="14349"/>
                </a:lnTo>
                <a:lnTo>
                  <a:pt x="34367" y="13115"/>
                </a:lnTo>
                <a:lnTo>
                  <a:pt x="36655" y="11981"/>
                </a:lnTo>
                <a:lnTo>
                  <a:pt x="38955" y="10974"/>
                </a:lnTo>
                <a:lnTo>
                  <a:pt x="41349" y="10060"/>
                </a:lnTo>
                <a:lnTo>
                  <a:pt x="43789" y="9260"/>
                </a:lnTo>
                <a:lnTo>
                  <a:pt x="46249" y="8588"/>
                </a:lnTo>
                <a:lnTo>
                  <a:pt x="48760" y="8024"/>
                </a:lnTo>
                <a:lnTo>
                  <a:pt x="51460" y="7558"/>
                </a:lnTo>
                <a:lnTo>
                  <a:pt x="51292" y="7578"/>
                </a:lnTo>
                <a:lnTo>
                  <a:pt x="54054" y="7242"/>
                </a:lnTo>
                <a:lnTo>
                  <a:pt x="56754" y="7041"/>
                </a:lnTo>
                <a:lnTo>
                  <a:pt x="56580" y="7055"/>
                </a:lnTo>
                <a:lnTo>
                  <a:pt x="59374" y="6987"/>
                </a:lnTo>
                <a:lnTo>
                  <a:pt x="62161" y="7055"/>
                </a:lnTo>
                <a:lnTo>
                  <a:pt x="61993" y="7041"/>
                </a:lnTo>
                <a:lnTo>
                  <a:pt x="64693" y="7242"/>
                </a:lnTo>
                <a:lnTo>
                  <a:pt x="67290" y="7558"/>
                </a:lnTo>
                <a:lnTo>
                  <a:pt x="69987" y="8024"/>
                </a:lnTo>
                <a:lnTo>
                  <a:pt x="72505" y="8590"/>
                </a:lnTo>
                <a:lnTo>
                  <a:pt x="74992" y="9271"/>
                </a:lnTo>
                <a:lnTo>
                  <a:pt x="77398" y="10060"/>
                </a:lnTo>
                <a:lnTo>
                  <a:pt x="79797" y="10978"/>
                </a:lnTo>
                <a:lnTo>
                  <a:pt x="82095" y="11982"/>
                </a:lnTo>
                <a:lnTo>
                  <a:pt x="84369" y="13109"/>
                </a:lnTo>
                <a:lnTo>
                  <a:pt x="86540" y="14314"/>
                </a:lnTo>
                <a:lnTo>
                  <a:pt x="88695" y="15653"/>
                </a:lnTo>
                <a:lnTo>
                  <a:pt x="90712" y="17041"/>
                </a:lnTo>
                <a:lnTo>
                  <a:pt x="92721" y="18566"/>
                </a:lnTo>
                <a:lnTo>
                  <a:pt x="94698" y="20229"/>
                </a:lnTo>
                <a:lnTo>
                  <a:pt x="94579" y="20117"/>
                </a:lnTo>
                <a:lnTo>
                  <a:pt x="96497" y="21897"/>
                </a:lnTo>
                <a:lnTo>
                  <a:pt x="98245" y="23678"/>
                </a:lnTo>
                <a:lnTo>
                  <a:pt x="99855" y="25480"/>
                </a:lnTo>
                <a:lnTo>
                  <a:pt x="101360" y="27340"/>
                </a:lnTo>
                <a:lnTo>
                  <a:pt x="102862" y="29382"/>
                </a:lnTo>
                <a:lnTo>
                  <a:pt x="104216" y="31425"/>
                </a:lnTo>
                <a:lnTo>
                  <a:pt x="105469" y="33544"/>
                </a:lnTo>
                <a:lnTo>
                  <a:pt x="106613" y="35702"/>
                </a:lnTo>
                <a:lnTo>
                  <a:pt x="107662" y="37958"/>
                </a:lnTo>
                <a:lnTo>
                  <a:pt x="108579" y="40210"/>
                </a:lnTo>
                <a:lnTo>
                  <a:pt x="109402" y="42561"/>
                </a:lnTo>
                <a:lnTo>
                  <a:pt x="110140" y="45074"/>
                </a:lnTo>
                <a:lnTo>
                  <a:pt x="110713" y="47492"/>
                </a:lnTo>
                <a:lnTo>
                  <a:pt x="111158" y="49919"/>
                </a:lnTo>
                <a:lnTo>
                  <a:pt x="111486" y="52392"/>
                </a:lnTo>
                <a:lnTo>
                  <a:pt x="111696" y="55067"/>
                </a:lnTo>
                <a:lnTo>
                  <a:pt x="111760" y="57627"/>
                </a:lnTo>
                <a:lnTo>
                  <a:pt x="111696" y="60180"/>
                </a:lnTo>
                <a:lnTo>
                  <a:pt x="111486" y="62857"/>
                </a:lnTo>
                <a:lnTo>
                  <a:pt x="111162" y="65312"/>
                </a:lnTo>
                <a:lnTo>
                  <a:pt x="110710" y="67778"/>
                </a:lnTo>
                <a:lnTo>
                  <a:pt x="110140" y="70181"/>
                </a:lnTo>
                <a:lnTo>
                  <a:pt x="109414" y="72652"/>
                </a:lnTo>
                <a:lnTo>
                  <a:pt x="108592" y="75008"/>
                </a:lnTo>
                <a:lnTo>
                  <a:pt x="107662" y="77297"/>
                </a:lnTo>
                <a:lnTo>
                  <a:pt x="106613" y="79544"/>
                </a:lnTo>
                <a:lnTo>
                  <a:pt x="105435" y="81768"/>
                </a:lnTo>
                <a:lnTo>
                  <a:pt x="104216" y="83823"/>
                </a:lnTo>
                <a:lnTo>
                  <a:pt x="102801" y="85966"/>
                </a:lnTo>
                <a:lnTo>
                  <a:pt x="102891" y="85827"/>
                </a:lnTo>
                <a:lnTo>
                  <a:pt x="101361" y="87912"/>
                </a:lnTo>
                <a:lnTo>
                  <a:pt x="99858" y="89765"/>
                </a:lnTo>
                <a:lnTo>
                  <a:pt x="98185" y="91637"/>
                </a:lnTo>
                <a:lnTo>
                  <a:pt x="96424" y="93425"/>
                </a:lnTo>
                <a:lnTo>
                  <a:pt x="94579" y="95131"/>
                </a:lnTo>
                <a:lnTo>
                  <a:pt x="94698" y="95018"/>
                </a:lnTo>
                <a:lnTo>
                  <a:pt x="92721" y="96682"/>
                </a:lnTo>
                <a:lnTo>
                  <a:pt x="90712" y="98207"/>
                </a:lnTo>
                <a:lnTo>
                  <a:pt x="88695" y="99595"/>
                </a:lnTo>
                <a:lnTo>
                  <a:pt x="86535" y="100937"/>
                </a:lnTo>
                <a:lnTo>
                  <a:pt x="84311" y="102179"/>
                </a:lnTo>
                <a:lnTo>
                  <a:pt x="84459" y="102095"/>
                </a:lnTo>
                <a:lnTo>
                  <a:pt x="82071" y="103285"/>
                </a:lnTo>
                <a:lnTo>
                  <a:pt x="79801" y="104275"/>
                </a:lnTo>
                <a:lnTo>
                  <a:pt x="77400" y="105188"/>
                </a:lnTo>
                <a:lnTo>
                  <a:pt x="75014" y="105971"/>
                </a:lnTo>
                <a:lnTo>
                  <a:pt x="72528" y="106660"/>
                </a:lnTo>
                <a:lnTo>
                  <a:pt x="69873" y="107250"/>
                </a:lnTo>
                <a:lnTo>
                  <a:pt x="70040" y="107222"/>
                </a:lnTo>
                <a:lnTo>
                  <a:pt x="67440" y="107671"/>
                </a:lnTo>
                <a:lnTo>
                  <a:pt x="64694" y="108008"/>
                </a:lnTo>
                <a:lnTo>
                  <a:pt x="62052" y="108203"/>
                </a:lnTo>
                <a:lnTo>
                  <a:pt x="59374" y="108268"/>
                </a:lnTo>
                <a:lnTo>
                  <a:pt x="56699" y="108203"/>
                </a:lnTo>
                <a:lnTo>
                  <a:pt x="54054" y="108008"/>
                </a:lnTo>
                <a:lnTo>
                  <a:pt x="51312" y="107672"/>
                </a:lnTo>
                <a:lnTo>
                  <a:pt x="48708" y="107222"/>
                </a:lnTo>
                <a:lnTo>
                  <a:pt x="48875" y="107250"/>
                </a:lnTo>
                <a:lnTo>
                  <a:pt x="46225" y="106661"/>
                </a:lnTo>
                <a:lnTo>
                  <a:pt x="43769" y="105983"/>
                </a:lnTo>
                <a:lnTo>
                  <a:pt x="41347" y="105187"/>
                </a:lnTo>
                <a:lnTo>
                  <a:pt x="38950" y="104279"/>
                </a:lnTo>
                <a:lnTo>
                  <a:pt x="36679" y="103286"/>
                </a:lnTo>
                <a:lnTo>
                  <a:pt x="34290" y="102095"/>
                </a:lnTo>
                <a:lnTo>
                  <a:pt x="34437" y="102179"/>
                </a:lnTo>
                <a:lnTo>
                  <a:pt x="32147" y="100901"/>
                </a:lnTo>
                <a:lnTo>
                  <a:pt x="30055" y="99597"/>
                </a:lnTo>
                <a:lnTo>
                  <a:pt x="27964" y="98158"/>
                </a:lnTo>
                <a:lnTo>
                  <a:pt x="25956" y="96629"/>
                </a:lnTo>
                <a:lnTo>
                  <a:pt x="24085" y="95054"/>
                </a:lnTo>
                <a:lnTo>
                  <a:pt x="22320" y="93428"/>
                </a:lnTo>
                <a:lnTo>
                  <a:pt x="20494" y="91575"/>
                </a:lnTo>
                <a:lnTo>
                  <a:pt x="20613" y="91694"/>
                </a:lnTo>
                <a:lnTo>
                  <a:pt x="18955" y="89845"/>
                </a:lnTo>
                <a:lnTo>
                  <a:pt x="17376" y="87908"/>
                </a:lnTo>
                <a:lnTo>
                  <a:pt x="15905" y="85902"/>
                </a:lnTo>
                <a:lnTo>
                  <a:pt x="14529" y="83819"/>
                </a:lnTo>
                <a:lnTo>
                  <a:pt x="13293" y="81744"/>
                </a:lnTo>
                <a:lnTo>
                  <a:pt x="12136" y="79548"/>
                </a:lnTo>
                <a:lnTo>
                  <a:pt x="11084" y="77293"/>
                </a:lnTo>
                <a:lnTo>
                  <a:pt x="10147" y="75005"/>
                </a:lnTo>
                <a:lnTo>
                  <a:pt x="9326" y="72652"/>
                </a:lnTo>
                <a:lnTo>
                  <a:pt x="8638" y="70306"/>
                </a:lnTo>
                <a:lnTo>
                  <a:pt x="8038" y="67778"/>
                </a:lnTo>
                <a:lnTo>
                  <a:pt x="7586" y="65313"/>
                </a:lnTo>
                <a:lnTo>
                  <a:pt x="7260" y="62832"/>
                </a:lnTo>
                <a:lnTo>
                  <a:pt x="7051" y="60168"/>
                </a:lnTo>
                <a:lnTo>
                  <a:pt x="6987" y="57627"/>
                </a:lnTo>
                <a:lnTo>
                  <a:pt x="7051" y="55079"/>
                </a:lnTo>
                <a:lnTo>
                  <a:pt x="7260" y="52417"/>
                </a:lnTo>
                <a:lnTo>
                  <a:pt x="7589" y="49918"/>
                </a:lnTo>
                <a:close/>
              </a:path>
            </a:pathLst>
          </a:custGeom>
          <a:solidFill xmlns:a="http://schemas.openxmlformats.org/drawingml/2006/main">
            <a:srgbClr val="3B5F2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EB01FAF-749E-4556-B41B-6CCC0FFC0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8432" y="2310248"/>
            <a:ext cx="77912" cy="101948"/>
          </a:xfrm>
          <a:custGeom xmlns:a="http://schemas.openxmlformats.org/drawingml/2006/main">
            <a:pathLst>
              <a:path w="77912" h="101948">
                <a:moveTo>
                  <a:pt x="72296" y="0"/>
                </a:moveTo>
                <a:lnTo>
                  <a:pt x="0" y="97792"/>
                </a:lnTo>
                <a:lnTo>
                  <a:pt x="5616" y="101948"/>
                </a:lnTo>
                <a:lnTo>
                  <a:pt x="77912" y="4156"/>
                </a:lnTo>
                <a:lnTo>
                  <a:pt x="72296" y="0"/>
                </a:lnTo>
              </a:path>
            </a:pathLst>
          </a:custGeom>
          <a:solidFill xmlns:a="http://schemas.openxmlformats.org/drawingml/2006/main">
            <a:srgbClr val="3B5F2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A330F07-89BD-4019-9A67-3916CDEA0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60" y="2310248"/>
            <a:ext cx="77912" cy="101948"/>
          </a:xfrm>
          <a:custGeom xmlns:a="http://schemas.openxmlformats.org/drawingml/2006/main">
            <a:pathLst>
              <a:path w="77912" h="101948">
                <a:moveTo>
                  <a:pt x="5616" y="0"/>
                </a:moveTo>
                <a:lnTo>
                  <a:pt x="77912" y="97792"/>
                </a:lnTo>
                <a:lnTo>
                  <a:pt x="72296" y="101948"/>
                </a:lnTo>
                <a:lnTo>
                  <a:pt x="0" y="4156"/>
                </a:lnTo>
                <a:lnTo>
                  <a:pt x="5616" y="0"/>
                </a:lnTo>
              </a:path>
            </a:pathLst>
          </a:custGeom>
          <a:solidFill xmlns:a="http://schemas.openxmlformats.org/drawingml/2006/main">
            <a:srgbClr val="3B5F2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259403D-16F4-4D9E-A876-DA15378F9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8362" y="2516401"/>
            <a:ext cx="62678" cy="86399"/>
          </a:xfrm>
          <a:custGeom xmlns:a="http://schemas.openxmlformats.org/drawingml/2006/main">
            <a:pathLst>
              <a:path w="62678" h="86399">
                <a:moveTo>
                  <a:pt x="5749" y="0"/>
                </a:moveTo>
                <a:lnTo>
                  <a:pt x="62678" y="82425"/>
                </a:lnTo>
                <a:lnTo>
                  <a:pt x="56929" y="86399"/>
                </a:lnTo>
                <a:lnTo>
                  <a:pt x="0" y="3976"/>
                </a:lnTo>
                <a:lnTo>
                  <a:pt x="5749" y="0"/>
                </a:lnTo>
              </a:path>
            </a:pathLst>
          </a:custGeom>
          <a:solidFill xmlns:a="http://schemas.openxmlformats.org/drawingml/2006/main">
            <a:srgbClr val="3B5F2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7" name="Text samples=set()">
            <a:extLst xmlns:a="http://schemas.openxmlformats.org/drawingml/2006/main">
              <a:ext uri="{FF2B5EF4-FFF2-40B4-BE49-F238E27FC236}">
                <a16:creationId xmlns:a16="http://schemas.microsoft.com/office/drawing/2014/main" id="{82DFE303-9C92-4064-88CE-3824837BE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0811" y="2207865"/>
            <a:ext cx="895606" cy="103906"/>
          </a:xfrm>
          <a:custGeom xmlns:a="http://schemas.openxmlformats.org/drawingml/2006/main">
            <a:pathLst>
              <a:path w="895606" h="103906">
                <a:moveTo>
                  <a:pt x="42052" y="66152"/>
                </a:moveTo>
                <a:cubicBezTo>
                  <a:pt x="42052" y="68074"/>
                  <a:pt x="41726" y="69797"/>
                  <a:pt x="41073" y="71320"/>
                </a:cubicBezTo>
                <a:cubicBezTo>
                  <a:pt x="40420" y="72843"/>
                  <a:pt x="39531" y="74194"/>
                  <a:pt x="38407" y="75373"/>
                </a:cubicBezTo>
                <a:cubicBezTo>
                  <a:pt x="37283" y="76551"/>
                  <a:pt x="35977" y="77558"/>
                  <a:pt x="34490" y="78392"/>
                </a:cubicBezTo>
                <a:cubicBezTo>
                  <a:pt x="33003" y="79226"/>
                  <a:pt x="31417" y="79915"/>
                  <a:pt x="29730" y="80459"/>
                </a:cubicBezTo>
                <a:cubicBezTo>
                  <a:pt x="28044" y="81003"/>
                  <a:pt x="26312" y="81402"/>
                  <a:pt x="24535" y="81656"/>
                </a:cubicBezTo>
                <a:cubicBezTo>
                  <a:pt x="22758" y="81910"/>
                  <a:pt x="21017" y="82037"/>
                  <a:pt x="19312" y="82037"/>
                </a:cubicBezTo>
                <a:cubicBezTo>
                  <a:pt x="15613" y="82037"/>
                  <a:pt x="12213" y="81874"/>
                  <a:pt x="9112" y="81547"/>
                </a:cubicBezTo>
                <a:cubicBezTo>
                  <a:pt x="6011" y="81221"/>
                  <a:pt x="2974" y="80695"/>
                  <a:pt x="0" y="79969"/>
                </a:cubicBezTo>
                <a:lnTo>
                  <a:pt x="0" y="71265"/>
                </a:lnTo>
                <a:cubicBezTo>
                  <a:pt x="3192" y="72172"/>
                  <a:pt x="6365" y="72861"/>
                  <a:pt x="9520" y="73333"/>
                </a:cubicBezTo>
                <a:cubicBezTo>
                  <a:pt x="12675" y="73804"/>
                  <a:pt x="15813" y="74040"/>
                  <a:pt x="18932" y="74040"/>
                </a:cubicBezTo>
                <a:cubicBezTo>
                  <a:pt x="23465" y="74040"/>
                  <a:pt x="26820" y="73423"/>
                  <a:pt x="28996" y="72190"/>
                </a:cubicBezTo>
                <a:cubicBezTo>
                  <a:pt x="31172" y="70957"/>
                  <a:pt x="32260" y="69198"/>
                  <a:pt x="32260" y="66913"/>
                </a:cubicBezTo>
                <a:cubicBezTo>
                  <a:pt x="32260" y="65934"/>
                  <a:pt x="32088" y="65055"/>
                  <a:pt x="31743" y="64275"/>
                </a:cubicBezTo>
                <a:cubicBezTo>
                  <a:pt x="31398" y="63495"/>
                  <a:pt x="30773" y="62752"/>
                  <a:pt x="29866" y="62044"/>
                </a:cubicBezTo>
                <a:cubicBezTo>
                  <a:pt x="28959" y="61337"/>
                  <a:pt x="27554" y="60603"/>
                  <a:pt x="25650" y="59841"/>
                </a:cubicBezTo>
                <a:cubicBezTo>
                  <a:pt x="23746" y="59080"/>
                  <a:pt x="21144" y="58209"/>
                  <a:pt x="17844" y="57230"/>
                </a:cubicBezTo>
                <a:cubicBezTo>
                  <a:pt x="15377" y="56505"/>
                  <a:pt x="13102" y="55679"/>
                  <a:pt x="11016" y="54755"/>
                </a:cubicBezTo>
                <a:cubicBezTo>
                  <a:pt x="8931" y="53830"/>
                  <a:pt x="7127" y="52733"/>
                  <a:pt x="5603" y="51463"/>
                </a:cubicBezTo>
                <a:cubicBezTo>
                  <a:pt x="4080" y="50194"/>
                  <a:pt x="2883" y="48707"/>
                  <a:pt x="2013" y="47002"/>
                </a:cubicBezTo>
                <a:cubicBezTo>
                  <a:pt x="1142" y="45298"/>
                  <a:pt x="707" y="43285"/>
                  <a:pt x="707" y="40964"/>
                </a:cubicBezTo>
                <a:cubicBezTo>
                  <a:pt x="707" y="39441"/>
                  <a:pt x="1061" y="37772"/>
                  <a:pt x="1768" y="35959"/>
                </a:cubicBezTo>
                <a:cubicBezTo>
                  <a:pt x="2475" y="34146"/>
                  <a:pt x="3681" y="32459"/>
                  <a:pt x="5386" y="30900"/>
                </a:cubicBezTo>
                <a:cubicBezTo>
                  <a:pt x="7090" y="29340"/>
                  <a:pt x="9393" y="28044"/>
                  <a:pt x="12295" y="27010"/>
                </a:cubicBezTo>
                <a:cubicBezTo>
                  <a:pt x="15196" y="25976"/>
                  <a:pt x="18823" y="25460"/>
                  <a:pt x="23175" y="25460"/>
                </a:cubicBezTo>
                <a:cubicBezTo>
                  <a:pt x="25315" y="25460"/>
                  <a:pt x="27690" y="25578"/>
                  <a:pt x="30301" y="25813"/>
                </a:cubicBezTo>
                <a:cubicBezTo>
                  <a:pt x="32913" y="26049"/>
                  <a:pt x="35633" y="26457"/>
                  <a:pt x="38462" y="27037"/>
                </a:cubicBezTo>
                <a:lnTo>
                  <a:pt x="38462" y="35469"/>
                </a:lnTo>
                <a:cubicBezTo>
                  <a:pt x="35488" y="34744"/>
                  <a:pt x="32668" y="34209"/>
                  <a:pt x="30002" y="33865"/>
                </a:cubicBezTo>
                <a:cubicBezTo>
                  <a:pt x="27337" y="33520"/>
                  <a:pt x="25024" y="33348"/>
                  <a:pt x="23066" y="33348"/>
                </a:cubicBezTo>
                <a:cubicBezTo>
                  <a:pt x="20709" y="33348"/>
                  <a:pt x="18723" y="33529"/>
                  <a:pt x="17109" y="33892"/>
                </a:cubicBezTo>
                <a:cubicBezTo>
                  <a:pt x="15495" y="34255"/>
                  <a:pt x="14190" y="34753"/>
                  <a:pt x="13192" y="35388"/>
                </a:cubicBezTo>
                <a:cubicBezTo>
                  <a:pt x="12195" y="36023"/>
                  <a:pt x="11479" y="36766"/>
                  <a:pt x="11043" y="37618"/>
                </a:cubicBezTo>
                <a:cubicBezTo>
                  <a:pt x="10608" y="38471"/>
                  <a:pt x="10391" y="39386"/>
                  <a:pt x="10391" y="40366"/>
                </a:cubicBezTo>
                <a:cubicBezTo>
                  <a:pt x="10391" y="41345"/>
                  <a:pt x="10581" y="42233"/>
                  <a:pt x="10962" y="43031"/>
                </a:cubicBezTo>
                <a:cubicBezTo>
                  <a:pt x="11343" y="43829"/>
                  <a:pt x="12050" y="44600"/>
                  <a:pt x="13083" y="45343"/>
                </a:cubicBezTo>
                <a:cubicBezTo>
                  <a:pt x="14117" y="46087"/>
                  <a:pt x="15559" y="46830"/>
                  <a:pt x="17408" y="47574"/>
                </a:cubicBezTo>
                <a:cubicBezTo>
                  <a:pt x="19258" y="48317"/>
                  <a:pt x="21670" y="49124"/>
                  <a:pt x="24644" y="49995"/>
                </a:cubicBezTo>
                <a:cubicBezTo>
                  <a:pt x="27871" y="50937"/>
                  <a:pt x="30592" y="51926"/>
                  <a:pt x="32804" y="52959"/>
                </a:cubicBezTo>
                <a:cubicBezTo>
                  <a:pt x="35016" y="53993"/>
                  <a:pt x="36811" y="55145"/>
                  <a:pt x="38190" y="56414"/>
                </a:cubicBezTo>
                <a:cubicBezTo>
                  <a:pt x="39568" y="57683"/>
                  <a:pt x="40556" y="59116"/>
                  <a:pt x="41154" y="60712"/>
                </a:cubicBezTo>
                <a:cubicBezTo>
                  <a:pt x="41753" y="62307"/>
                  <a:pt x="42052" y="64121"/>
                  <a:pt x="42052" y="66152"/>
                </a:cubicBezTo>
                <a:close/>
                <a:moveTo>
                  <a:pt x="95361" y="81058"/>
                </a:moveTo>
                <a:lnTo>
                  <a:pt x="95144" y="73698"/>
                </a:lnTo>
                <a:cubicBezTo>
                  <a:pt x="92170" y="76641"/>
                  <a:pt x="89151" y="78767"/>
                  <a:pt x="86086" y="80075"/>
                </a:cubicBezTo>
                <a:cubicBezTo>
                  <a:pt x="83021" y="81383"/>
                  <a:pt x="79803" y="82037"/>
                  <a:pt x="76430" y="82037"/>
                </a:cubicBezTo>
                <a:cubicBezTo>
                  <a:pt x="73311" y="82037"/>
                  <a:pt x="70645" y="81637"/>
                  <a:pt x="68433" y="80838"/>
                </a:cubicBezTo>
                <a:cubicBezTo>
                  <a:pt x="66221" y="80039"/>
                  <a:pt x="64398" y="78940"/>
                  <a:pt x="62966" y="77542"/>
                </a:cubicBezTo>
                <a:cubicBezTo>
                  <a:pt x="61533" y="76143"/>
                  <a:pt x="60481" y="74499"/>
                  <a:pt x="59810" y="72610"/>
                </a:cubicBezTo>
                <a:cubicBezTo>
                  <a:pt x="59139" y="70721"/>
                  <a:pt x="58804" y="68668"/>
                  <a:pt x="58804" y="66453"/>
                </a:cubicBezTo>
                <a:cubicBezTo>
                  <a:pt x="58804" y="60967"/>
                  <a:pt x="60844" y="56672"/>
                  <a:pt x="64924" y="53566"/>
                </a:cubicBezTo>
                <a:cubicBezTo>
                  <a:pt x="69004" y="50460"/>
                  <a:pt x="75034" y="48907"/>
                  <a:pt x="83012" y="48907"/>
                </a:cubicBezTo>
                <a:lnTo>
                  <a:pt x="94328" y="48907"/>
                </a:lnTo>
                <a:lnTo>
                  <a:pt x="94328" y="44136"/>
                </a:lnTo>
                <a:cubicBezTo>
                  <a:pt x="94328" y="40920"/>
                  <a:pt x="93294" y="38345"/>
                  <a:pt x="91227" y="36411"/>
                </a:cubicBezTo>
                <a:cubicBezTo>
                  <a:pt x="89160" y="34478"/>
                  <a:pt x="86004" y="33511"/>
                  <a:pt x="81761" y="33511"/>
                </a:cubicBezTo>
                <a:cubicBezTo>
                  <a:pt x="78678" y="33511"/>
                  <a:pt x="75641" y="33861"/>
                  <a:pt x="72649" y="34560"/>
                </a:cubicBezTo>
                <a:cubicBezTo>
                  <a:pt x="69657" y="35258"/>
                  <a:pt x="66565" y="36250"/>
                  <a:pt x="63374" y="37537"/>
                </a:cubicBezTo>
                <a:lnTo>
                  <a:pt x="63374" y="28996"/>
                </a:lnTo>
                <a:cubicBezTo>
                  <a:pt x="64570" y="28554"/>
                  <a:pt x="65903" y="28121"/>
                  <a:pt x="67372" y="27697"/>
                </a:cubicBezTo>
                <a:cubicBezTo>
                  <a:pt x="68841" y="27273"/>
                  <a:pt x="70391" y="26896"/>
                  <a:pt x="72023" y="26565"/>
                </a:cubicBezTo>
                <a:cubicBezTo>
                  <a:pt x="73655" y="26233"/>
                  <a:pt x="75360" y="25966"/>
                  <a:pt x="77137" y="25764"/>
                </a:cubicBezTo>
                <a:cubicBezTo>
                  <a:pt x="78914" y="25561"/>
                  <a:pt x="80709" y="25460"/>
                  <a:pt x="82523" y="25460"/>
                </a:cubicBezTo>
                <a:cubicBezTo>
                  <a:pt x="85823" y="25460"/>
                  <a:pt x="88797" y="25822"/>
                  <a:pt x="91445" y="26548"/>
                </a:cubicBezTo>
                <a:cubicBezTo>
                  <a:pt x="94092" y="27273"/>
                  <a:pt x="96332" y="28379"/>
                  <a:pt x="98163" y="29866"/>
                </a:cubicBezTo>
                <a:cubicBezTo>
                  <a:pt x="99995" y="31353"/>
                  <a:pt x="101400" y="33221"/>
                  <a:pt x="102379" y="35469"/>
                </a:cubicBezTo>
                <a:cubicBezTo>
                  <a:pt x="103358" y="37718"/>
                  <a:pt x="103848" y="40366"/>
                  <a:pt x="103848" y="43412"/>
                </a:cubicBezTo>
                <a:lnTo>
                  <a:pt x="103848" y="81058"/>
                </a:lnTo>
                <a:lnTo>
                  <a:pt x="95361" y="81058"/>
                </a:lnTo>
                <a:moveTo>
                  <a:pt x="94328" y="56142"/>
                </a:moveTo>
                <a:lnTo>
                  <a:pt x="82305" y="56142"/>
                </a:lnTo>
                <a:cubicBezTo>
                  <a:pt x="79948" y="56142"/>
                  <a:pt x="77917" y="56379"/>
                  <a:pt x="76212" y="56852"/>
                </a:cubicBezTo>
                <a:cubicBezTo>
                  <a:pt x="74508" y="57325"/>
                  <a:pt x="73111" y="57998"/>
                  <a:pt x="72023" y="58870"/>
                </a:cubicBezTo>
                <a:cubicBezTo>
                  <a:pt x="70935" y="59743"/>
                  <a:pt x="70128" y="60789"/>
                  <a:pt x="69603" y="62009"/>
                </a:cubicBezTo>
                <a:cubicBezTo>
                  <a:pt x="69077" y="63227"/>
                  <a:pt x="68814" y="64600"/>
                  <a:pt x="68814" y="66128"/>
                </a:cubicBezTo>
                <a:cubicBezTo>
                  <a:pt x="68814" y="67183"/>
                  <a:pt x="68977" y="68193"/>
                  <a:pt x="69303" y="69157"/>
                </a:cubicBezTo>
                <a:cubicBezTo>
                  <a:pt x="69630" y="70121"/>
                  <a:pt x="70156" y="70975"/>
                  <a:pt x="70881" y="71721"/>
                </a:cubicBezTo>
                <a:cubicBezTo>
                  <a:pt x="71606" y="72467"/>
                  <a:pt x="72549" y="73058"/>
                  <a:pt x="73710" y="73494"/>
                </a:cubicBezTo>
                <a:cubicBezTo>
                  <a:pt x="74870" y="73930"/>
                  <a:pt x="76285" y="74149"/>
                  <a:pt x="77953" y="74149"/>
                </a:cubicBezTo>
                <a:cubicBezTo>
                  <a:pt x="80129" y="74149"/>
                  <a:pt x="82623" y="73485"/>
                  <a:pt x="85433" y="72158"/>
                </a:cubicBezTo>
                <a:cubicBezTo>
                  <a:pt x="88244" y="70830"/>
                  <a:pt x="91209" y="68728"/>
                  <a:pt x="94328" y="65854"/>
                </a:cubicBezTo>
                <a:lnTo>
                  <a:pt x="94328" y="56142"/>
                </a:lnTo>
                <a:close/>
                <a:moveTo>
                  <a:pt x="160693" y="81058"/>
                </a:moveTo>
                <a:lnTo>
                  <a:pt x="160693" y="41834"/>
                </a:lnTo>
                <a:cubicBezTo>
                  <a:pt x="160693" y="40130"/>
                  <a:pt x="160630" y="38734"/>
                  <a:pt x="160503" y="37646"/>
                </a:cubicBezTo>
                <a:cubicBezTo>
                  <a:pt x="160376" y="36557"/>
                  <a:pt x="160177" y="35696"/>
                  <a:pt x="159905" y="35061"/>
                </a:cubicBezTo>
                <a:cubicBezTo>
                  <a:pt x="159633" y="34427"/>
                  <a:pt x="159288" y="33983"/>
                  <a:pt x="158871" y="33729"/>
                </a:cubicBezTo>
                <a:cubicBezTo>
                  <a:pt x="158454" y="33475"/>
                  <a:pt x="157937" y="33348"/>
                  <a:pt x="157321" y="33348"/>
                </a:cubicBezTo>
                <a:cubicBezTo>
                  <a:pt x="156595" y="33348"/>
                  <a:pt x="155924" y="33565"/>
                  <a:pt x="155308" y="34001"/>
                </a:cubicBezTo>
                <a:cubicBezTo>
                  <a:pt x="154691" y="34436"/>
                  <a:pt x="154029" y="35143"/>
                  <a:pt x="153322" y="36122"/>
                </a:cubicBezTo>
                <a:cubicBezTo>
                  <a:pt x="152615" y="37101"/>
                  <a:pt x="151835" y="38398"/>
                  <a:pt x="150983" y="40012"/>
                </a:cubicBezTo>
                <a:cubicBezTo>
                  <a:pt x="150131" y="41626"/>
                  <a:pt x="149124" y="43611"/>
                  <a:pt x="147964" y="45969"/>
                </a:cubicBezTo>
                <a:lnTo>
                  <a:pt x="147964" y="81058"/>
                </a:lnTo>
                <a:lnTo>
                  <a:pt x="139314" y="81058"/>
                </a:lnTo>
                <a:lnTo>
                  <a:pt x="139314" y="42868"/>
                </a:lnTo>
                <a:cubicBezTo>
                  <a:pt x="139314" y="40873"/>
                  <a:pt x="139250" y="39259"/>
                  <a:pt x="139123" y="38026"/>
                </a:cubicBezTo>
                <a:cubicBezTo>
                  <a:pt x="138996" y="36793"/>
                  <a:pt x="138797" y="35832"/>
                  <a:pt x="138525" y="35143"/>
                </a:cubicBezTo>
                <a:cubicBezTo>
                  <a:pt x="138253" y="34454"/>
                  <a:pt x="137899" y="33983"/>
                  <a:pt x="137464" y="33729"/>
                </a:cubicBezTo>
                <a:cubicBezTo>
                  <a:pt x="137029" y="33475"/>
                  <a:pt x="136503" y="33348"/>
                  <a:pt x="135887" y="33348"/>
                </a:cubicBezTo>
                <a:cubicBezTo>
                  <a:pt x="135234" y="33348"/>
                  <a:pt x="134617" y="33529"/>
                  <a:pt x="134037" y="33892"/>
                </a:cubicBezTo>
                <a:cubicBezTo>
                  <a:pt x="133457" y="34255"/>
                  <a:pt x="132813" y="34907"/>
                  <a:pt x="132106" y="35850"/>
                </a:cubicBezTo>
                <a:cubicBezTo>
                  <a:pt x="131398" y="36793"/>
                  <a:pt x="130610" y="38081"/>
                  <a:pt x="129739" y="39713"/>
                </a:cubicBezTo>
                <a:cubicBezTo>
                  <a:pt x="128869" y="41345"/>
                  <a:pt x="127835" y="43430"/>
                  <a:pt x="126638" y="45969"/>
                </a:cubicBezTo>
                <a:lnTo>
                  <a:pt x="126638" y="81058"/>
                </a:lnTo>
                <a:lnTo>
                  <a:pt x="117934" y="81058"/>
                </a:lnTo>
                <a:lnTo>
                  <a:pt x="117934" y="26439"/>
                </a:lnTo>
                <a:lnTo>
                  <a:pt x="125170" y="26439"/>
                </a:lnTo>
                <a:lnTo>
                  <a:pt x="125605" y="36829"/>
                </a:lnTo>
                <a:cubicBezTo>
                  <a:pt x="126548" y="34762"/>
                  <a:pt x="127463" y="33003"/>
                  <a:pt x="128352" y="31553"/>
                </a:cubicBezTo>
                <a:cubicBezTo>
                  <a:pt x="129241" y="30102"/>
                  <a:pt x="130156" y="28932"/>
                  <a:pt x="131099" y="28044"/>
                </a:cubicBezTo>
                <a:cubicBezTo>
                  <a:pt x="132042" y="27155"/>
                  <a:pt x="133049" y="26502"/>
                  <a:pt x="134118" y="26085"/>
                </a:cubicBezTo>
                <a:cubicBezTo>
                  <a:pt x="135188" y="25668"/>
                  <a:pt x="136376" y="25460"/>
                  <a:pt x="137682" y="25460"/>
                </a:cubicBezTo>
                <a:cubicBezTo>
                  <a:pt x="140619" y="25460"/>
                  <a:pt x="142850" y="26421"/>
                  <a:pt x="144373" y="28343"/>
                </a:cubicBezTo>
                <a:cubicBezTo>
                  <a:pt x="145896" y="30265"/>
                  <a:pt x="146658" y="33239"/>
                  <a:pt x="146658" y="37265"/>
                </a:cubicBezTo>
                <a:cubicBezTo>
                  <a:pt x="147528" y="35379"/>
                  <a:pt x="148381" y="33701"/>
                  <a:pt x="149215" y="32233"/>
                </a:cubicBezTo>
                <a:cubicBezTo>
                  <a:pt x="150049" y="30764"/>
                  <a:pt x="150947" y="29531"/>
                  <a:pt x="151908" y="28533"/>
                </a:cubicBezTo>
                <a:cubicBezTo>
                  <a:pt x="152869" y="27536"/>
                  <a:pt x="153930" y="26774"/>
                  <a:pt x="155090" y="26248"/>
                </a:cubicBezTo>
                <a:cubicBezTo>
                  <a:pt x="156251" y="25723"/>
                  <a:pt x="157593" y="25460"/>
                  <a:pt x="159116" y="25460"/>
                </a:cubicBezTo>
                <a:cubicBezTo>
                  <a:pt x="165970" y="25460"/>
                  <a:pt x="169398" y="30737"/>
                  <a:pt x="169398" y="41290"/>
                </a:cubicBezTo>
                <a:lnTo>
                  <a:pt x="169398" y="81058"/>
                </a:lnTo>
                <a:lnTo>
                  <a:pt x="160693" y="81058"/>
                </a:lnTo>
                <a:close/>
                <a:moveTo>
                  <a:pt x="229888" y="52769"/>
                </a:moveTo>
                <a:cubicBezTo>
                  <a:pt x="229888" y="57629"/>
                  <a:pt x="229208" y="61872"/>
                  <a:pt x="227848" y="65499"/>
                </a:cubicBezTo>
                <a:cubicBezTo>
                  <a:pt x="226488" y="69126"/>
                  <a:pt x="224611" y="72136"/>
                  <a:pt x="222217" y="74529"/>
                </a:cubicBezTo>
                <a:cubicBezTo>
                  <a:pt x="219824" y="76923"/>
                  <a:pt x="216995" y="78718"/>
                  <a:pt x="213731" y="79915"/>
                </a:cubicBezTo>
                <a:cubicBezTo>
                  <a:pt x="210467" y="81112"/>
                  <a:pt x="206930" y="81710"/>
                  <a:pt x="203122" y="81710"/>
                </a:cubicBezTo>
                <a:cubicBezTo>
                  <a:pt x="201382" y="81710"/>
                  <a:pt x="199650" y="81620"/>
                  <a:pt x="197927" y="81438"/>
                </a:cubicBezTo>
                <a:cubicBezTo>
                  <a:pt x="196204" y="81257"/>
                  <a:pt x="194455" y="80949"/>
                  <a:pt x="192677" y="80514"/>
                </a:cubicBezTo>
                <a:lnTo>
                  <a:pt x="192677" y="103362"/>
                </a:lnTo>
                <a:lnTo>
                  <a:pt x="183212" y="103362"/>
                </a:lnTo>
                <a:lnTo>
                  <a:pt x="183212" y="26439"/>
                </a:lnTo>
                <a:lnTo>
                  <a:pt x="191644" y="26439"/>
                </a:lnTo>
                <a:lnTo>
                  <a:pt x="192242" y="35578"/>
                </a:lnTo>
                <a:cubicBezTo>
                  <a:pt x="194962" y="31843"/>
                  <a:pt x="197864" y="29222"/>
                  <a:pt x="200946" y="27717"/>
                </a:cubicBezTo>
                <a:cubicBezTo>
                  <a:pt x="204029" y="26212"/>
                  <a:pt x="207366" y="25460"/>
                  <a:pt x="210956" y="25460"/>
                </a:cubicBezTo>
                <a:cubicBezTo>
                  <a:pt x="214075" y="25460"/>
                  <a:pt x="216813" y="26112"/>
                  <a:pt x="219171" y="27418"/>
                </a:cubicBezTo>
                <a:cubicBezTo>
                  <a:pt x="221528" y="28724"/>
                  <a:pt x="223505" y="30564"/>
                  <a:pt x="225100" y="32940"/>
                </a:cubicBezTo>
                <a:cubicBezTo>
                  <a:pt x="226696" y="35315"/>
                  <a:pt x="227893" y="38180"/>
                  <a:pt x="228691" y="41535"/>
                </a:cubicBezTo>
                <a:cubicBezTo>
                  <a:pt x="229489" y="44890"/>
                  <a:pt x="229888" y="48635"/>
                  <a:pt x="229888" y="52769"/>
                </a:cubicBezTo>
                <a:moveTo>
                  <a:pt x="220204" y="53204"/>
                </a:moveTo>
                <a:cubicBezTo>
                  <a:pt x="220204" y="50339"/>
                  <a:pt x="219996" y="47710"/>
                  <a:pt x="219579" y="45316"/>
                </a:cubicBezTo>
                <a:cubicBezTo>
                  <a:pt x="219162" y="42922"/>
                  <a:pt x="218500" y="40873"/>
                  <a:pt x="217593" y="39169"/>
                </a:cubicBezTo>
                <a:cubicBezTo>
                  <a:pt x="216686" y="37464"/>
                  <a:pt x="215526" y="36131"/>
                  <a:pt x="214111" y="35170"/>
                </a:cubicBezTo>
                <a:cubicBezTo>
                  <a:pt x="212697" y="34209"/>
                  <a:pt x="211011" y="33729"/>
                  <a:pt x="209052" y="33729"/>
                </a:cubicBezTo>
                <a:cubicBezTo>
                  <a:pt x="207855" y="33729"/>
                  <a:pt x="206640" y="33919"/>
                  <a:pt x="205407" y="34300"/>
                </a:cubicBezTo>
                <a:cubicBezTo>
                  <a:pt x="204174" y="34681"/>
                  <a:pt x="202896" y="35315"/>
                  <a:pt x="201572" y="36204"/>
                </a:cubicBezTo>
                <a:cubicBezTo>
                  <a:pt x="200248" y="37092"/>
                  <a:pt x="198852" y="38271"/>
                  <a:pt x="197383" y="39740"/>
                </a:cubicBezTo>
                <a:cubicBezTo>
                  <a:pt x="195914" y="41209"/>
                  <a:pt x="194346" y="43031"/>
                  <a:pt x="192677" y="45207"/>
                </a:cubicBezTo>
                <a:lnTo>
                  <a:pt x="192677" y="71701"/>
                </a:lnTo>
                <a:cubicBezTo>
                  <a:pt x="194418" y="72426"/>
                  <a:pt x="196250" y="72997"/>
                  <a:pt x="198172" y="73414"/>
                </a:cubicBezTo>
                <a:cubicBezTo>
                  <a:pt x="200094" y="73831"/>
                  <a:pt x="201980" y="74040"/>
                  <a:pt x="203830" y="74040"/>
                </a:cubicBezTo>
                <a:cubicBezTo>
                  <a:pt x="208943" y="74040"/>
                  <a:pt x="212951" y="72308"/>
                  <a:pt x="215852" y="68844"/>
                </a:cubicBezTo>
                <a:cubicBezTo>
                  <a:pt x="218754" y="65381"/>
                  <a:pt x="220204" y="60168"/>
                  <a:pt x="220204" y="53204"/>
                </a:cubicBezTo>
                <a:close/>
                <a:moveTo>
                  <a:pt x="263286" y="11914"/>
                </a:moveTo>
                <a:lnTo>
                  <a:pt x="247129" y="11914"/>
                </a:lnTo>
                <a:lnTo>
                  <a:pt x="247129" y="4134"/>
                </a:lnTo>
                <a:lnTo>
                  <a:pt x="272861" y="4134"/>
                </a:lnTo>
                <a:lnTo>
                  <a:pt x="272861" y="73169"/>
                </a:lnTo>
                <a:lnTo>
                  <a:pt x="289127" y="73169"/>
                </a:lnTo>
                <a:lnTo>
                  <a:pt x="289127" y="81058"/>
                </a:lnTo>
                <a:lnTo>
                  <a:pt x="245334" y="81058"/>
                </a:lnTo>
                <a:lnTo>
                  <a:pt x="245334" y="73169"/>
                </a:lnTo>
                <a:lnTo>
                  <a:pt x="263286" y="73169"/>
                </a:lnTo>
                <a:lnTo>
                  <a:pt x="263286" y="11914"/>
                </a:lnTo>
                <a:close/>
                <a:moveTo>
                  <a:pt x="352283" y="50865"/>
                </a:moveTo>
                <a:cubicBezTo>
                  <a:pt x="352283" y="52207"/>
                  <a:pt x="352264" y="53331"/>
                  <a:pt x="352228" y="54238"/>
                </a:cubicBezTo>
                <a:cubicBezTo>
                  <a:pt x="352192" y="55145"/>
                  <a:pt x="352137" y="55997"/>
                  <a:pt x="352065" y="56795"/>
                </a:cubicBezTo>
                <a:lnTo>
                  <a:pt x="313712" y="56795"/>
                </a:lnTo>
                <a:cubicBezTo>
                  <a:pt x="313712" y="62380"/>
                  <a:pt x="315272" y="66668"/>
                  <a:pt x="318391" y="69661"/>
                </a:cubicBezTo>
                <a:cubicBezTo>
                  <a:pt x="321510" y="72653"/>
                  <a:pt x="326007" y="74149"/>
                  <a:pt x="331882" y="74149"/>
                </a:cubicBezTo>
                <a:cubicBezTo>
                  <a:pt x="333478" y="74149"/>
                  <a:pt x="335074" y="74084"/>
                  <a:pt x="336669" y="73955"/>
                </a:cubicBezTo>
                <a:cubicBezTo>
                  <a:pt x="338265" y="73824"/>
                  <a:pt x="339807" y="73648"/>
                  <a:pt x="341294" y="73426"/>
                </a:cubicBezTo>
                <a:cubicBezTo>
                  <a:pt x="342780" y="73203"/>
                  <a:pt x="344204" y="72952"/>
                  <a:pt x="345564" y="72675"/>
                </a:cubicBezTo>
                <a:cubicBezTo>
                  <a:pt x="346924" y="72396"/>
                  <a:pt x="348184" y="72089"/>
                  <a:pt x="349345" y="71755"/>
                </a:cubicBezTo>
                <a:lnTo>
                  <a:pt x="349345" y="79534"/>
                </a:lnTo>
                <a:cubicBezTo>
                  <a:pt x="346770" y="80276"/>
                  <a:pt x="343859" y="80878"/>
                  <a:pt x="340613" y="81341"/>
                </a:cubicBezTo>
                <a:cubicBezTo>
                  <a:pt x="337368" y="81805"/>
                  <a:pt x="334004" y="82037"/>
                  <a:pt x="330522" y="82037"/>
                </a:cubicBezTo>
                <a:cubicBezTo>
                  <a:pt x="325844" y="82037"/>
                  <a:pt x="321818" y="81402"/>
                  <a:pt x="318445" y="80133"/>
                </a:cubicBezTo>
                <a:cubicBezTo>
                  <a:pt x="315072" y="78863"/>
                  <a:pt x="312307" y="77023"/>
                  <a:pt x="310149" y="74611"/>
                </a:cubicBezTo>
                <a:cubicBezTo>
                  <a:pt x="307991" y="72199"/>
                  <a:pt x="306395" y="69243"/>
                  <a:pt x="305362" y="65744"/>
                </a:cubicBezTo>
                <a:cubicBezTo>
                  <a:pt x="304328" y="62244"/>
                  <a:pt x="303811" y="58282"/>
                  <a:pt x="303811" y="53857"/>
                </a:cubicBezTo>
                <a:cubicBezTo>
                  <a:pt x="303811" y="50013"/>
                  <a:pt x="304364" y="46377"/>
                  <a:pt x="305470" y="42950"/>
                </a:cubicBezTo>
                <a:cubicBezTo>
                  <a:pt x="306577" y="39522"/>
                  <a:pt x="308190" y="36512"/>
                  <a:pt x="310312" y="33919"/>
                </a:cubicBezTo>
                <a:cubicBezTo>
                  <a:pt x="312434" y="31326"/>
                  <a:pt x="315036" y="29268"/>
                  <a:pt x="318119" y="27745"/>
                </a:cubicBezTo>
                <a:cubicBezTo>
                  <a:pt x="321201" y="26221"/>
                  <a:pt x="324701" y="25460"/>
                  <a:pt x="328618" y="25460"/>
                </a:cubicBezTo>
                <a:cubicBezTo>
                  <a:pt x="332426" y="25460"/>
                  <a:pt x="335799" y="26058"/>
                  <a:pt x="338737" y="27255"/>
                </a:cubicBezTo>
                <a:cubicBezTo>
                  <a:pt x="341674" y="28452"/>
                  <a:pt x="344150" y="30147"/>
                  <a:pt x="346162" y="32341"/>
                </a:cubicBezTo>
                <a:cubicBezTo>
                  <a:pt x="348175" y="34536"/>
                  <a:pt x="349698" y="37201"/>
                  <a:pt x="350732" y="40338"/>
                </a:cubicBezTo>
                <a:cubicBezTo>
                  <a:pt x="351766" y="43475"/>
                  <a:pt x="352283" y="46984"/>
                  <a:pt x="352283" y="50865"/>
                </a:cubicBezTo>
                <a:moveTo>
                  <a:pt x="342436" y="49505"/>
                </a:moveTo>
                <a:cubicBezTo>
                  <a:pt x="342545" y="47075"/>
                  <a:pt x="342309" y="44854"/>
                  <a:pt x="341729" y="42841"/>
                </a:cubicBezTo>
                <a:cubicBezTo>
                  <a:pt x="341148" y="40828"/>
                  <a:pt x="340251" y="39096"/>
                  <a:pt x="339036" y="37646"/>
                </a:cubicBezTo>
                <a:cubicBezTo>
                  <a:pt x="337821" y="36195"/>
                  <a:pt x="336307" y="35061"/>
                  <a:pt x="334493" y="34245"/>
                </a:cubicBezTo>
                <a:cubicBezTo>
                  <a:pt x="332680" y="33429"/>
                  <a:pt x="330577" y="33021"/>
                  <a:pt x="328183" y="33021"/>
                </a:cubicBezTo>
                <a:cubicBezTo>
                  <a:pt x="326116" y="33021"/>
                  <a:pt x="324230" y="33420"/>
                  <a:pt x="322525" y="34218"/>
                </a:cubicBezTo>
                <a:cubicBezTo>
                  <a:pt x="320821" y="35016"/>
                  <a:pt x="319352" y="36140"/>
                  <a:pt x="318119" y="37591"/>
                </a:cubicBezTo>
                <a:cubicBezTo>
                  <a:pt x="316886" y="39042"/>
                  <a:pt x="315888" y="40783"/>
                  <a:pt x="315127" y="42814"/>
                </a:cubicBezTo>
                <a:cubicBezTo>
                  <a:pt x="314365" y="44845"/>
                  <a:pt x="313894" y="47075"/>
                  <a:pt x="313712" y="49505"/>
                </a:cubicBezTo>
                <a:lnTo>
                  <a:pt x="342436" y="49505"/>
                </a:lnTo>
                <a:close/>
                <a:moveTo>
                  <a:pt x="410868" y="66152"/>
                </a:moveTo>
                <a:cubicBezTo>
                  <a:pt x="410868" y="68074"/>
                  <a:pt x="410542" y="69797"/>
                  <a:pt x="409889" y="71320"/>
                </a:cubicBezTo>
                <a:cubicBezTo>
                  <a:pt x="409236" y="72843"/>
                  <a:pt x="408348" y="74194"/>
                  <a:pt x="407224" y="75373"/>
                </a:cubicBezTo>
                <a:cubicBezTo>
                  <a:pt x="406099" y="76551"/>
                  <a:pt x="404794" y="77558"/>
                  <a:pt x="403307" y="78392"/>
                </a:cubicBezTo>
                <a:cubicBezTo>
                  <a:pt x="401820" y="79226"/>
                  <a:pt x="400233" y="79915"/>
                  <a:pt x="398547" y="80459"/>
                </a:cubicBezTo>
                <a:cubicBezTo>
                  <a:pt x="396860" y="81003"/>
                  <a:pt x="395128" y="81402"/>
                  <a:pt x="393351" y="81656"/>
                </a:cubicBezTo>
                <a:cubicBezTo>
                  <a:pt x="391574" y="81910"/>
                  <a:pt x="389833" y="82037"/>
                  <a:pt x="388129" y="82037"/>
                </a:cubicBezTo>
                <a:cubicBezTo>
                  <a:pt x="384429" y="82037"/>
                  <a:pt x="381029" y="81874"/>
                  <a:pt x="377929" y="81547"/>
                </a:cubicBezTo>
                <a:cubicBezTo>
                  <a:pt x="374828" y="81221"/>
                  <a:pt x="371790" y="80695"/>
                  <a:pt x="368816" y="79969"/>
                </a:cubicBezTo>
                <a:lnTo>
                  <a:pt x="368816" y="71265"/>
                </a:lnTo>
                <a:cubicBezTo>
                  <a:pt x="372008" y="72172"/>
                  <a:pt x="375181" y="72861"/>
                  <a:pt x="378337" y="73333"/>
                </a:cubicBezTo>
                <a:cubicBezTo>
                  <a:pt x="381492" y="73804"/>
                  <a:pt x="384629" y="74040"/>
                  <a:pt x="387748" y="74040"/>
                </a:cubicBezTo>
                <a:cubicBezTo>
                  <a:pt x="392281" y="74040"/>
                  <a:pt x="395636" y="73423"/>
                  <a:pt x="397812" y="72190"/>
                </a:cubicBezTo>
                <a:cubicBezTo>
                  <a:pt x="399988" y="70957"/>
                  <a:pt x="401076" y="69198"/>
                  <a:pt x="401076" y="66913"/>
                </a:cubicBezTo>
                <a:cubicBezTo>
                  <a:pt x="401076" y="65934"/>
                  <a:pt x="400904" y="65055"/>
                  <a:pt x="400559" y="64275"/>
                </a:cubicBezTo>
                <a:cubicBezTo>
                  <a:pt x="400215" y="63495"/>
                  <a:pt x="399589" y="62752"/>
                  <a:pt x="398683" y="62044"/>
                </a:cubicBezTo>
                <a:cubicBezTo>
                  <a:pt x="397776" y="61337"/>
                  <a:pt x="396370" y="60603"/>
                  <a:pt x="394466" y="59841"/>
                </a:cubicBezTo>
                <a:cubicBezTo>
                  <a:pt x="392562" y="59080"/>
                  <a:pt x="389960" y="58209"/>
                  <a:pt x="386660" y="57230"/>
                </a:cubicBezTo>
                <a:cubicBezTo>
                  <a:pt x="384194" y="56505"/>
                  <a:pt x="381918" y="55679"/>
                  <a:pt x="379833" y="54755"/>
                </a:cubicBezTo>
                <a:cubicBezTo>
                  <a:pt x="377747" y="53830"/>
                  <a:pt x="375943" y="52733"/>
                  <a:pt x="374420" y="51463"/>
                </a:cubicBezTo>
                <a:cubicBezTo>
                  <a:pt x="372896" y="50194"/>
                  <a:pt x="371700" y="48707"/>
                  <a:pt x="370829" y="47002"/>
                </a:cubicBezTo>
                <a:cubicBezTo>
                  <a:pt x="369959" y="45298"/>
                  <a:pt x="369524" y="43285"/>
                  <a:pt x="369524" y="40964"/>
                </a:cubicBezTo>
                <a:cubicBezTo>
                  <a:pt x="369524" y="39441"/>
                  <a:pt x="369877" y="37772"/>
                  <a:pt x="370584" y="35959"/>
                </a:cubicBezTo>
                <a:cubicBezTo>
                  <a:pt x="371292" y="34146"/>
                  <a:pt x="372498" y="32459"/>
                  <a:pt x="374202" y="30900"/>
                </a:cubicBezTo>
                <a:cubicBezTo>
                  <a:pt x="375907" y="29340"/>
                  <a:pt x="378210" y="28044"/>
                  <a:pt x="381111" y="27010"/>
                </a:cubicBezTo>
                <a:cubicBezTo>
                  <a:pt x="384012" y="25976"/>
                  <a:pt x="387639" y="25460"/>
                  <a:pt x="391991" y="25460"/>
                </a:cubicBezTo>
                <a:cubicBezTo>
                  <a:pt x="394131" y="25460"/>
                  <a:pt x="396507" y="25578"/>
                  <a:pt x="399118" y="25813"/>
                </a:cubicBezTo>
                <a:cubicBezTo>
                  <a:pt x="401729" y="26049"/>
                  <a:pt x="404449" y="26457"/>
                  <a:pt x="407278" y="27037"/>
                </a:cubicBezTo>
                <a:lnTo>
                  <a:pt x="407278" y="35469"/>
                </a:lnTo>
                <a:cubicBezTo>
                  <a:pt x="404304" y="34744"/>
                  <a:pt x="401484" y="34209"/>
                  <a:pt x="398819" y="33865"/>
                </a:cubicBezTo>
                <a:cubicBezTo>
                  <a:pt x="396153" y="33520"/>
                  <a:pt x="393841" y="33348"/>
                  <a:pt x="391882" y="33348"/>
                </a:cubicBezTo>
                <a:cubicBezTo>
                  <a:pt x="389525" y="33348"/>
                  <a:pt x="387539" y="33529"/>
                  <a:pt x="385926" y="33892"/>
                </a:cubicBezTo>
                <a:cubicBezTo>
                  <a:pt x="384312" y="34255"/>
                  <a:pt x="383006" y="34753"/>
                  <a:pt x="382009" y="35388"/>
                </a:cubicBezTo>
                <a:cubicBezTo>
                  <a:pt x="381011" y="36023"/>
                  <a:pt x="380295" y="36766"/>
                  <a:pt x="379860" y="37618"/>
                </a:cubicBezTo>
                <a:cubicBezTo>
                  <a:pt x="379425" y="38471"/>
                  <a:pt x="379207" y="39386"/>
                  <a:pt x="379207" y="40366"/>
                </a:cubicBezTo>
                <a:cubicBezTo>
                  <a:pt x="379207" y="41345"/>
                  <a:pt x="379397" y="42233"/>
                  <a:pt x="379778" y="43031"/>
                </a:cubicBezTo>
                <a:cubicBezTo>
                  <a:pt x="380159" y="43829"/>
                  <a:pt x="380866" y="44600"/>
                  <a:pt x="381900" y="45343"/>
                </a:cubicBezTo>
                <a:cubicBezTo>
                  <a:pt x="382933" y="46087"/>
                  <a:pt x="384375" y="46830"/>
                  <a:pt x="386225" y="47574"/>
                </a:cubicBezTo>
                <a:cubicBezTo>
                  <a:pt x="388074" y="48317"/>
                  <a:pt x="390486" y="49124"/>
                  <a:pt x="393460" y="49995"/>
                </a:cubicBezTo>
                <a:cubicBezTo>
                  <a:pt x="396688" y="50937"/>
                  <a:pt x="399408" y="51926"/>
                  <a:pt x="401620" y="52959"/>
                </a:cubicBezTo>
                <a:cubicBezTo>
                  <a:pt x="403833" y="53993"/>
                  <a:pt x="405628" y="55145"/>
                  <a:pt x="407006" y="56414"/>
                </a:cubicBezTo>
                <a:cubicBezTo>
                  <a:pt x="408384" y="57683"/>
                  <a:pt x="409372" y="59116"/>
                  <a:pt x="409971" y="60712"/>
                </a:cubicBezTo>
                <a:cubicBezTo>
                  <a:pt x="410569" y="62307"/>
                  <a:pt x="410868" y="64121"/>
                  <a:pt x="410868" y="66152"/>
                </a:cubicBezTo>
                <a:close/>
                <a:moveTo>
                  <a:pt x="535875" y="45914"/>
                </a:moveTo>
                <a:lnTo>
                  <a:pt x="489090" y="45914"/>
                </a:lnTo>
                <a:lnTo>
                  <a:pt x="489090" y="37918"/>
                </a:lnTo>
                <a:lnTo>
                  <a:pt x="535875" y="37918"/>
                </a:lnTo>
                <a:lnTo>
                  <a:pt x="535875" y="45914"/>
                </a:lnTo>
                <a:moveTo>
                  <a:pt x="535875" y="64900"/>
                </a:moveTo>
                <a:lnTo>
                  <a:pt x="489090" y="64900"/>
                </a:lnTo>
                <a:lnTo>
                  <a:pt x="489090" y="56903"/>
                </a:lnTo>
                <a:lnTo>
                  <a:pt x="535875" y="56903"/>
                </a:lnTo>
                <a:lnTo>
                  <a:pt x="535875" y="64900"/>
                </a:lnTo>
                <a:close/>
                <a:moveTo>
                  <a:pt x="656746" y="66152"/>
                </a:moveTo>
                <a:cubicBezTo>
                  <a:pt x="656746" y="68074"/>
                  <a:pt x="656419" y="69797"/>
                  <a:pt x="655766" y="71320"/>
                </a:cubicBezTo>
                <a:cubicBezTo>
                  <a:pt x="655114" y="72843"/>
                  <a:pt x="654225" y="74194"/>
                  <a:pt x="653101" y="75373"/>
                </a:cubicBezTo>
                <a:cubicBezTo>
                  <a:pt x="651977" y="76551"/>
                  <a:pt x="650671" y="77558"/>
                  <a:pt x="649184" y="78392"/>
                </a:cubicBezTo>
                <a:cubicBezTo>
                  <a:pt x="647697" y="79226"/>
                  <a:pt x="646110" y="79915"/>
                  <a:pt x="644424" y="80459"/>
                </a:cubicBezTo>
                <a:cubicBezTo>
                  <a:pt x="642737" y="81003"/>
                  <a:pt x="641006" y="81402"/>
                  <a:pt x="639229" y="81656"/>
                </a:cubicBezTo>
                <a:cubicBezTo>
                  <a:pt x="637451" y="81910"/>
                  <a:pt x="635711" y="82037"/>
                  <a:pt x="634006" y="82037"/>
                </a:cubicBezTo>
                <a:cubicBezTo>
                  <a:pt x="630307" y="82037"/>
                  <a:pt x="626907" y="81874"/>
                  <a:pt x="623806" y="81547"/>
                </a:cubicBezTo>
                <a:cubicBezTo>
                  <a:pt x="620705" y="81221"/>
                  <a:pt x="617668" y="80695"/>
                  <a:pt x="614694" y="79969"/>
                </a:cubicBezTo>
                <a:lnTo>
                  <a:pt x="614694" y="71265"/>
                </a:lnTo>
                <a:cubicBezTo>
                  <a:pt x="617885" y="72172"/>
                  <a:pt x="621059" y="72861"/>
                  <a:pt x="624214" y="73333"/>
                </a:cubicBezTo>
                <a:cubicBezTo>
                  <a:pt x="627369" y="73804"/>
                  <a:pt x="630506" y="74040"/>
                  <a:pt x="633625" y="74040"/>
                </a:cubicBezTo>
                <a:cubicBezTo>
                  <a:pt x="638159" y="74040"/>
                  <a:pt x="641513" y="73423"/>
                  <a:pt x="643689" y="72190"/>
                </a:cubicBezTo>
                <a:cubicBezTo>
                  <a:pt x="645865" y="70957"/>
                  <a:pt x="646953" y="69198"/>
                  <a:pt x="646953" y="66913"/>
                </a:cubicBezTo>
                <a:cubicBezTo>
                  <a:pt x="646953" y="65934"/>
                  <a:pt x="646781" y="65055"/>
                  <a:pt x="646437" y="64275"/>
                </a:cubicBezTo>
                <a:cubicBezTo>
                  <a:pt x="646092" y="63495"/>
                  <a:pt x="645467" y="62752"/>
                  <a:pt x="644560" y="62044"/>
                </a:cubicBezTo>
                <a:cubicBezTo>
                  <a:pt x="643653" y="61337"/>
                  <a:pt x="642248" y="60603"/>
                  <a:pt x="640344" y="59841"/>
                </a:cubicBezTo>
                <a:cubicBezTo>
                  <a:pt x="638440" y="59080"/>
                  <a:pt x="635838" y="58209"/>
                  <a:pt x="632537" y="57230"/>
                </a:cubicBezTo>
                <a:cubicBezTo>
                  <a:pt x="630071" y="56505"/>
                  <a:pt x="627795" y="55679"/>
                  <a:pt x="625710" y="54755"/>
                </a:cubicBezTo>
                <a:cubicBezTo>
                  <a:pt x="623625" y="53830"/>
                  <a:pt x="621820" y="52733"/>
                  <a:pt x="620297" y="51463"/>
                </a:cubicBezTo>
                <a:cubicBezTo>
                  <a:pt x="618774" y="50194"/>
                  <a:pt x="617577" y="48707"/>
                  <a:pt x="616707" y="47002"/>
                </a:cubicBezTo>
                <a:cubicBezTo>
                  <a:pt x="615836" y="45298"/>
                  <a:pt x="615401" y="43285"/>
                  <a:pt x="615401" y="40964"/>
                </a:cubicBezTo>
                <a:cubicBezTo>
                  <a:pt x="615401" y="39441"/>
                  <a:pt x="615755" y="37772"/>
                  <a:pt x="616462" y="35959"/>
                </a:cubicBezTo>
                <a:cubicBezTo>
                  <a:pt x="617169" y="34146"/>
                  <a:pt x="618375" y="32459"/>
                  <a:pt x="620079" y="30900"/>
                </a:cubicBezTo>
                <a:cubicBezTo>
                  <a:pt x="621784" y="29340"/>
                  <a:pt x="624087" y="28044"/>
                  <a:pt x="626988" y="27010"/>
                </a:cubicBezTo>
                <a:cubicBezTo>
                  <a:pt x="629890" y="25976"/>
                  <a:pt x="633516" y="25460"/>
                  <a:pt x="637869" y="25460"/>
                </a:cubicBezTo>
                <a:cubicBezTo>
                  <a:pt x="640008" y="25460"/>
                  <a:pt x="642384" y="25578"/>
                  <a:pt x="644995" y="25813"/>
                </a:cubicBezTo>
                <a:cubicBezTo>
                  <a:pt x="647606" y="26049"/>
                  <a:pt x="650326" y="26457"/>
                  <a:pt x="653155" y="27037"/>
                </a:cubicBezTo>
                <a:lnTo>
                  <a:pt x="653155" y="35469"/>
                </a:lnTo>
                <a:cubicBezTo>
                  <a:pt x="650181" y="34744"/>
                  <a:pt x="647361" y="34209"/>
                  <a:pt x="644696" y="33865"/>
                </a:cubicBezTo>
                <a:cubicBezTo>
                  <a:pt x="642030" y="33520"/>
                  <a:pt x="639718" y="33348"/>
                  <a:pt x="637760" y="33348"/>
                </a:cubicBezTo>
                <a:cubicBezTo>
                  <a:pt x="635402" y="33348"/>
                  <a:pt x="633417" y="33529"/>
                  <a:pt x="631803" y="33892"/>
                </a:cubicBezTo>
                <a:cubicBezTo>
                  <a:pt x="630189" y="34255"/>
                  <a:pt x="628883" y="34753"/>
                  <a:pt x="627886" y="35388"/>
                </a:cubicBezTo>
                <a:cubicBezTo>
                  <a:pt x="626889" y="36023"/>
                  <a:pt x="626172" y="36766"/>
                  <a:pt x="625737" y="37618"/>
                </a:cubicBezTo>
                <a:cubicBezTo>
                  <a:pt x="625302" y="38471"/>
                  <a:pt x="625084" y="39386"/>
                  <a:pt x="625084" y="40366"/>
                </a:cubicBezTo>
                <a:cubicBezTo>
                  <a:pt x="625084" y="41345"/>
                  <a:pt x="625275" y="42233"/>
                  <a:pt x="625655" y="43031"/>
                </a:cubicBezTo>
                <a:cubicBezTo>
                  <a:pt x="626036" y="43829"/>
                  <a:pt x="626744" y="44600"/>
                  <a:pt x="627777" y="45343"/>
                </a:cubicBezTo>
                <a:cubicBezTo>
                  <a:pt x="628811" y="46087"/>
                  <a:pt x="630252" y="46830"/>
                  <a:pt x="632102" y="47574"/>
                </a:cubicBezTo>
                <a:cubicBezTo>
                  <a:pt x="633952" y="48317"/>
                  <a:pt x="636363" y="49124"/>
                  <a:pt x="639337" y="49995"/>
                </a:cubicBezTo>
                <a:cubicBezTo>
                  <a:pt x="642565" y="50937"/>
                  <a:pt x="645285" y="51926"/>
                  <a:pt x="647497" y="52959"/>
                </a:cubicBezTo>
                <a:cubicBezTo>
                  <a:pt x="649710" y="53993"/>
                  <a:pt x="651505" y="55145"/>
                  <a:pt x="652883" y="56414"/>
                </a:cubicBezTo>
                <a:cubicBezTo>
                  <a:pt x="654261" y="57683"/>
                  <a:pt x="655250" y="59116"/>
                  <a:pt x="655848" y="60712"/>
                </a:cubicBezTo>
                <a:cubicBezTo>
                  <a:pt x="656446" y="62307"/>
                  <a:pt x="656746" y="64121"/>
                  <a:pt x="656746" y="66152"/>
                </a:cubicBezTo>
                <a:close/>
                <a:moveTo>
                  <a:pt x="721099" y="50865"/>
                </a:moveTo>
                <a:cubicBezTo>
                  <a:pt x="721099" y="52207"/>
                  <a:pt x="721080" y="53331"/>
                  <a:pt x="721044" y="54238"/>
                </a:cubicBezTo>
                <a:cubicBezTo>
                  <a:pt x="721008" y="55145"/>
                  <a:pt x="720954" y="55997"/>
                  <a:pt x="720881" y="56795"/>
                </a:cubicBezTo>
                <a:lnTo>
                  <a:pt x="682528" y="56795"/>
                </a:lnTo>
                <a:cubicBezTo>
                  <a:pt x="682528" y="62380"/>
                  <a:pt x="684088" y="66668"/>
                  <a:pt x="687207" y="69661"/>
                </a:cubicBezTo>
                <a:cubicBezTo>
                  <a:pt x="690326" y="72653"/>
                  <a:pt x="694823" y="74149"/>
                  <a:pt x="700698" y="74149"/>
                </a:cubicBezTo>
                <a:cubicBezTo>
                  <a:pt x="702294" y="74149"/>
                  <a:pt x="703890" y="74084"/>
                  <a:pt x="705486" y="73955"/>
                </a:cubicBezTo>
                <a:cubicBezTo>
                  <a:pt x="707081" y="73824"/>
                  <a:pt x="708623" y="73648"/>
                  <a:pt x="710110" y="73426"/>
                </a:cubicBezTo>
                <a:cubicBezTo>
                  <a:pt x="711597" y="73203"/>
                  <a:pt x="713020" y="72952"/>
                  <a:pt x="714380" y="72675"/>
                </a:cubicBezTo>
                <a:cubicBezTo>
                  <a:pt x="715740" y="72396"/>
                  <a:pt x="717000" y="72089"/>
                  <a:pt x="718161" y="71755"/>
                </a:cubicBezTo>
                <a:lnTo>
                  <a:pt x="718161" y="79534"/>
                </a:lnTo>
                <a:cubicBezTo>
                  <a:pt x="715586" y="80276"/>
                  <a:pt x="712676" y="80878"/>
                  <a:pt x="709430" y="81341"/>
                </a:cubicBezTo>
                <a:cubicBezTo>
                  <a:pt x="706184" y="81805"/>
                  <a:pt x="702820" y="82037"/>
                  <a:pt x="699338" y="82037"/>
                </a:cubicBezTo>
                <a:cubicBezTo>
                  <a:pt x="694660" y="82037"/>
                  <a:pt x="690634" y="81402"/>
                  <a:pt x="687261" y="80133"/>
                </a:cubicBezTo>
                <a:cubicBezTo>
                  <a:pt x="683888" y="78863"/>
                  <a:pt x="681123" y="77023"/>
                  <a:pt x="678965" y="74611"/>
                </a:cubicBezTo>
                <a:cubicBezTo>
                  <a:pt x="676807" y="72199"/>
                  <a:pt x="675211" y="69243"/>
                  <a:pt x="674178" y="65744"/>
                </a:cubicBezTo>
                <a:cubicBezTo>
                  <a:pt x="673144" y="62244"/>
                  <a:pt x="672627" y="58282"/>
                  <a:pt x="672627" y="53857"/>
                </a:cubicBezTo>
                <a:cubicBezTo>
                  <a:pt x="672627" y="50013"/>
                  <a:pt x="673180" y="46377"/>
                  <a:pt x="674287" y="42950"/>
                </a:cubicBezTo>
                <a:cubicBezTo>
                  <a:pt x="675393" y="39522"/>
                  <a:pt x="677007" y="36512"/>
                  <a:pt x="679128" y="33919"/>
                </a:cubicBezTo>
                <a:cubicBezTo>
                  <a:pt x="681250" y="31326"/>
                  <a:pt x="683852" y="29268"/>
                  <a:pt x="686935" y="27745"/>
                </a:cubicBezTo>
                <a:cubicBezTo>
                  <a:pt x="690017" y="26221"/>
                  <a:pt x="693517" y="25460"/>
                  <a:pt x="697434" y="25460"/>
                </a:cubicBezTo>
                <a:cubicBezTo>
                  <a:pt x="701242" y="25460"/>
                  <a:pt x="704615" y="26058"/>
                  <a:pt x="707553" y="27255"/>
                </a:cubicBezTo>
                <a:cubicBezTo>
                  <a:pt x="710490" y="28452"/>
                  <a:pt x="712966" y="30147"/>
                  <a:pt x="714978" y="32341"/>
                </a:cubicBezTo>
                <a:cubicBezTo>
                  <a:pt x="716991" y="34536"/>
                  <a:pt x="718515" y="37201"/>
                  <a:pt x="719548" y="40338"/>
                </a:cubicBezTo>
                <a:cubicBezTo>
                  <a:pt x="720582" y="43475"/>
                  <a:pt x="721099" y="46984"/>
                  <a:pt x="721099" y="50865"/>
                </a:cubicBezTo>
                <a:moveTo>
                  <a:pt x="711252" y="49505"/>
                </a:moveTo>
                <a:cubicBezTo>
                  <a:pt x="711361" y="47075"/>
                  <a:pt x="711125" y="44854"/>
                  <a:pt x="710545" y="42841"/>
                </a:cubicBezTo>
                <a:cubicBezTo>
                  <a:pt x="709965" y="40828"/>
                  <a:pt x="709067" y="39096"/>
                  <a:pt x="707852" y="37646"/>
                </a:cubicBezTo>
                <a:cubicBezTo>
                  <a:pt x="706637" y="36195"/>
                  <a:pt x="705123" y="35061"/>
                  <a:pt x="703309" y="34245"/>
                </a:cubicBezTo>
                <a:cubicBezTo>
                  <a:pt x="701496" y="33429"/>
                  <a:pt x="699393" y="33021"/>
                  <a:pt x="696999" y="33021"/>
                </a:cubicBezTo>
                <a:cubicBezTo>
                  <a:pt x="694932" y="33021"/>
                  <a:pt x="693046" y="33420"/>
                  <a:pt x="691341" y="34218"/>
                </a:cubicBezTo>
                <a:cubicBezTo>
                  <a:pt x="689637" y="35016"/>
                  <a:pt x="688168" y="36140"/>
                  <a:pt x="686935" y="37591"/>
                </a:cubicBezTo>
                <a:cubicBezTo>
                  <a:pt x="685702" y="39042"/>
                  <a:pt x="684704" y="40783"/>
                  <a:pt x="683943" y="42814"/>
                </a:cubicBezTo>
                <a:cubicBezTo>
                  <a:pt x="683181" y="44845"/>
                  <a:pt x="682710" y="47075"/>
                  <a:pt x="682528" y="49505"/>
                </a:cubicBezTo>
                <a:lnTo>
                  <a:pt x="711252" y="49505"/>
                </a:lnTo>
                <a:close/>
                <a:moveTo>
                  <a:pt x="780446" y="80242"/>
                </a:moveTo>
                <a:cubicBezTo>
                  <a:pt x="778306" y="80805"/>
                  <a:pt x="776094" y="81208"/>
                  <a:pt x="773809" y="81452"/>
                </a:cubicBezTo>
                <a:cubicBezTo>
                  <a:pt x="771524" y="81697"/>
                  <a:pt x="769203" y="81819"/>
                  <a:pt x="766846" y="81819"/>
                </a:cubicBezTo>
                <a:cubicBezTo>
                  <a:pt x="759991" y="81819"/>
                  <a:pt x="754877" y="80269"/>
                  <a:pt x="751504" y="77168"/>
                </a:cubicBezTo>
                <a:cubicBezTo>
                  <a:pt x="748132" y="74067"/>
                  <a:pt x="746445" y="69307"/>
                  <a:pt x="746445" y="62888"/>
                </a:cubicBezTo>
                <a:lnTo>
                  <a:pt x="746445" y="34381"/>
                </a:lnTo>
                <a:lnTo>
                  <a:pt x="731158" y="34381"/>
                </a:lnTo>
                <a:lnTo>
                  <a:pt x="731158" y="26439"/>
                </a:lnTo>
                <a:lnTo>
                  <a:pt x="746445" y="26439"/>
                </a:lnTo>
                <a:lnTo>
                  <a:pt x="746445" y="11377"/>
                </a:lnTo>
                <a:lnTo>
                  <a:pt x="755911" y="8922"/>
                </a:lnTo>
                <a:lnTo>
                  <a:pt x="755911" y="26439"/>
                </a:lnTo>
                <a:lnTo>
                  <a:pt x="780446" y="26439"/>
                </a:lnTo>
                <a:lnTo>
                  <a:pt x="780446" y="34381"/>
                </a:lnTo>
                <a:lnTo>
                  <a:pt x="755911" y="34381"/>
                </a:lnTo>
                <a:lnTo>
                  <a:pt x="755911" y="62126"/>
                </a:lnTo>
                <a:cubicBezTo>
                  <a:pt x="755911" y="66043"/>
                  <a:pt x="756954" y="68971"/>
                  <a:pt x="759039" y="70912"/>
                </a:cubicBezTo>
                <a:cubicBezTo>
                  <a:pt x="761124" y="72852"/>
                  <a:pt x="764198" y="73822"/>
                  <a:pt x="768260" y="73822"/>
                </a:cubicBezTo>
                <a:cubicBezTo>
                  <a:pt x="770001" y="73822"/>
                  <a:pt x="771905" y="73682"/>
                  <a:pt x="773972" y="73402"/>
                </a:cubicBezTo>
                <a:cubicBezTo>
                  <a:pt x="776039" y="73121"/>
                  <a:pt x="778197" y="72681"/>
                  <a:pt x="780446" y="72081"/>
                </a:cubicBezTo>
                <a:lnTo>
                  <a:pt x="780446" y="80242"/>
                </a:lnTo>
                <a:close/>
                <a:moveTo>
                  <a:pt x="830601" y="103906"/>
                </a:moveTo>
                <a:cubicBezTo>
                  <a:pt x="813881" y="88412"/>
                  <a:pt x="805522" y="71285"/>
                  <a:pt x="805522" y="52524"/>
                </a:cubicBezTo>
                <a:cubicBezTo>
                  <a:pt x="805522" y="48134"/>
                  <a:pt x="805966" y="43752"/>
                  <a:pt x="806855" y="39380"/>
                </a:cubicBezTo>
                <a:cubicBezTo>
                  <a:pt x="807743" y="35007"/>
                  <a:pt x="809176" y="30626"/>
                  <a:pt x="811152" y="26235"/>
                </a:cubicBezTo>
                <a:cubicBezTo>
                  <a:pt x="813129" y="21844"/>
                  <a:pt x="815740" y="17454"/>
                  <a:pt x="818986" y="13063"/>
                </a:cubicBezTo>
                <a:cubicBezTo>
                  <a:pt x="822232" y="8672"/>
                  <a:pt x="826176" y="4318"/>
                  <a:pt x="830818" y="0"/>
                </a:cubicBezTo>
                <a:lnTo>
                  <a:pt x="836313" y="5607"/>
                </a:lnTo>
                <a:cubicBezTo>
                  <a:pt x="822241" y="19504"/>
                  <a:pt x="815205" y="34907"/>
                  <a:pt x="815205" y="51817"/>
                </a:cubicBezTo>
                <a:cubicBezTo>
                  <a:pt x="815205" y="60236"/>
                  <a:pt x="816982" y="68328"/>
                  <a:pt x="820536" y="76093"/>
                </a:cubicBezTo>
                <a:cubicBezTo>
                  <a:pt x="824091" y="83858"/>
                  <a:pt x="829349" y="91187"/>
                  <a:pt x="836313" y="98082"/>
                </a:cubicBezTo>
                <a:lnTo>
                  <a:pt x="830601" y="103906"/>
                </a:lnTo>
                <a:close/>
                <a:moveTo>
                  <a:pt x="870527" y="0"/>
                </a:moveTo>
                <a:cubicBezTo>
                  <a:pt x="887246" y="15494"/>
                  <a:pt x="895606" y="32730"/>
                  <a:pt x="895606" y="51708"/>
                </a:cubicBezTo>
                <a:cubicBezTo>
                  <a:pt x="895606" y="55627"/>
                  <a:pt x="895207" y="59692"/>
                  <a:pt x="894409" y="63901"/>
                </a:cubicBezTo>
                <a:cubicBezTo>
                  <a:pt x="893611" y="68110"/>
                  <a:pt x="892251" y="72419"/>
                  <a:pt x="890329" y="76828"/>
                </a:cubicBezTo>
                <a:cubicBezTo>
                  <a:pt x="888407" y="81237"/>
                  <a:pt x="885823" y="85709"/>
                  <a:pt x="882577" y="90244"/>
                </a:cubicBezTo>
                <a:cubicBezTo>
                  <a:pt x="879331" y="94780"/>
                  <a:pt x="875242" y="99334"/>
                  <a:pt x="870309" y="103906"/>
                </a:cubicBezTo>
                <a:lnTo>
                  <a:pt x="864815" y="98299"/>
                </a:lnTo>
                <a:cubicBezTo>
                  <a:pt x="871887" y="91296"/>
                  <a:pt x="877164" y="83985"/>
                  <a:pt x="880646" y="76365"/>
                </a:cubicBezTo>
                <a:cubicBezTo>
                  <a:pt x="884127" y="68745"/>
                  <a:pt x="885868" y="60761"/>
                  <a:pt x="885868" y="52415"/>
                </a:cubicBezTo>
                <a:cubicBezTo>
                  <a:pt x="885868" y="35143"/>
                  <a:pt x="878850" y="19613"/>
                  <a:pt x="864815" y="5824"/>
                </a:cubicBezTo>
                <a:lnTo>
                  <a:pt x="870527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8" name="Text fornumberinnumbers:">
            <a:extLst xmlns:a="http://schemas.openxmlformats.org/drawingml/2006/main">
              <a:ext uri="{FF2B5EF4-FFF2-40B4-BE49-F238E27FC236}">
                <a16:creationId xmlns:a16="http://schemas.microsoft.com/office/drawing/2014/main" id="{5293F7A0-C0CA-4E41-BEEC-DD6421B31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0910" y="2345462"/>
            <a:ext cx="1329863" cy="78555"/>
          </a:xfrm>
          <a:custGeom xmlns:a="http://schemas.openxmlformats.org/drawingml/2006/main">
            <a:pathLst>
              <a:path w="1329863" h="78555">
                <a:moveTo>
                  <a:pt x="57175" y="9466"/>
                </a:moveTo>
                <a:cubicBezTo>
                  <a:pt x="52207" y="8414"/>
                  <a:pt x="47927" y="7888"/>
                  <a:pt x="44337" y="7888"/>
                </a:cubicBezTo>
                <a:cubicBezTo>
                  <a:pt x="35814" y="7888"/>
                  <a:pt x="31553" y="12349"/>
                  <a:pt x="31553" y="21271"/>
                </a:cubicBezTo>
                <a:lnTo>
                  <a:pt x="31553" y="30845"/>
                </a:lnTo>
                <a:lnTo>
                  <a:pt x="55489" y="30845"/>
                </a:lnTo>
                <a:lnTo>
                  <a:pt x="55489" y="38734"/>
                </a:lnTo>
                <a:lnTo>
                  <a:pt x="31553" y="38734"/>
                </a:lnTo>
                <a:lnTo>
                  <a:pt x="31553" y="77576"/>
                </a:lnTo>
                <a:lnTo>
                  <a:pt x="21924" y="77576"/>
                </a:lnTo>
                <a:lnTo>
                  <a:pt x="21924" y="38734"/>
                </a:lnTo>
                <a:lnTo>
                  <a:pt x="4352" y="38734"/>
                </a:lnTo>
                <a:lnTo>
                  <a:pt x="4352" y="30845"/>
                </a:lnTo>
                <a:lnTo>
                  <a:pt x="21924" y="30845"/>
                </a:lnTo>
                <a:lnTo>
                  <a:pt x="21924" y="21815"/>
                </a:lnTo>
                <a:cubicBezTo>
                  <a:pt x="21924" y="7272"/>
                  <a:pt x="29503" y="0"/>
                  <a:pt x="44663" y="0"/>
                </a:cubicBezTo>
                <a:cubicBezTo>
                  <a:pt x="48435" y="0"/>
                  <a:pt x="52606" y="435"/>
                  <a:pt x="57175" y="1306"/>
                </a:cubicBezTo>
                <a:lnTo>
                  <a:pt x="57175" y="9466"/>
                </a:lnTo>
                <a:moveTo>
                  <a:pt x="0" y="22957"/>
                </a:moveTo>
                <a:lnTo>
                  <a:pt x="0" y="22957"/>
                </a:lnTo>
                <a:close/>
                <a:moveTo>
                  <a:pt x="117720" y="49831"/>
                </a:moveTo>
                <a:cubicBezTo>
                  <a:pt x="117720" y="54075"/>
                  <a:pt x="117122" y="57964"/>
                  <a:pt x="115925" y="61500"/>
                </a:cubicBezTo>
                <a:cubicBezTo>
                  <a:pt x="114728" y="65036"/>
                  <a:pt x="113006" y="68065"/>
                  <a:pt x="110757" y="70585"/>
                </a:cubicBezTo>
                <a:cubicBezTo>
                  <a:pt x="108508" y="73106"/>
                  <a:pt x="105770" y="75064"/>
                  <a:pt x="102542" y="76461"/>
                </a:cubicBezTo>
                <a:cubicBezTo>
                  <a:pt x="99315" y="77857"/>
                  <a:pt x="95652" y="78555"/>
                  <a:pt x="91553" y="78555"/>
                </a:cubicBezTo>
                <a:cubicBezTo>
                  <a:pt x="87637" y="78555"/>
                  <a:pt x="84128" y="77948"/>
                  <a:pt x="81027" y="76733"/>
                </a:cubicBezTo>
                <a:cubicBezTo>
                  <a:pt x="77926" y="75518"/>
                  <a:pt x="75297" y="73732"/>
                  <a:pt x="73139" y="71374"/>
                </a:cubicBezTo>
                <a:cubicBezTo>
                  <a:pt x="70981" y="69017"/>
                  <a:pt x="69331" y="66097"/>
                  <a:pt x="68188" y="62616"/>
                </a:cubicBezTo>
                <a:cubicBezTo>
                  <a:pt x="67046" y="59134"/>
                  <a:pt x="66475" y="55126"/>
                  <a:pt x="66475" y="50593"/>
                </a:cubicBezTo>
                <a:cubicBezTo>
                  <a:pt x="66475" y="46350"/>
                  <a:pt x="67073" y="42478"/>
                  <a:pt x="68270" y="38978"/>
                </a:cubicBezTo>
                <a:cubicBezTo>
                  <a:pt x="69467" y="35479"/>
                  <a:pt x="71189" y="32468"/>
                  <a:pt x="73438" y="29948"/>
                </a:cubicBezTo>
                <a:cubicBezTo>
                  <a:pt x="75686" y="27427"/>
                  <a:pt x="78425" y="25469"/>
                  <a:pt x="81652" y="24072"/>
                </a:cubicBezTo>
                <a:cubicBezTo>
                  <a:pt x="84880" y="22676"/>
                  <a:pt x="88543" y="21978"/>
                  <a:pt x="92641" y="21978"/>
                </a:cubicBezTo>
                <a:cubicBezTo>
                  <a:pt x="96558" y="21978"/>
                  <a:pt x="100067" y="22585"/>
                  <a:pt x="103168" y="23800"/>
                </a:cubicBezTo>
                <a:cubicBezTo>
                  <a:pt x="106269" y="25015"/>
                  <a:pt x="108898" y="26793"/>
                  <a:pt x="111056" y="29132"/>
                </a:cubicBezTo>
                <a:cubicBezTo>
                  <a:pt x="113214" y="31471"/>
                  <a:pt x="114864" y="34381"/>
                  <a:pt x="116007" y="37863"/>
                </a:cubicBezTo>
                <a:cubicBezTo>
                  <a:pt x="117149" y="41345"/>
                  <a:pt x="117720" y="45334"/>
                  <a:pt x="117720" y="49831"/>
                </a:cubicBezTo>
                <a:moveTo>
                  <a:pt x="108037" y="50267"/>
                </a:moveTo>
                <a:cubicBezTo>
                  <a:pt x="108037" y="46894"/>
                  <a:pt x="107665" y="43947"/>
                  <a:pt x="106922" y="41426"/>
                </a:cubicBezTo>
                <a:cubicBezTo>
                  <a:pt x="106178" y="38906"/>
                  <a:pt x="105117" y="36802"/>
                  <a:pt x="103739" y="35116"/>
                </a:cubicBezTo>
                <a:cubicBezTo>
                  <a:pt x="102361" y="33429"/>
                  <a:pt x="100684" y="32160"/>
                  <a:pt x="98707" y="31308"/>
                </a:cubicBezTo>
                <a:cubicBezTo>
                  <a:pt x="96731" y="30456"/>
                  <a:pt x="94527" y="30029"/>
                  <a:pt x="92097" y="30029"/>
                </a:cubicBezTo>
                <a:cubicBezTo>
                  <a:pt x="89269" y="30029"/>
                  <a:pt x="86848" y="30582"/>
                  <a:pt x="84835" y="31689"/>
                </a:cubicBezTo>
                <a:cubicBezTo>
                  <a:pt x="82822" y="32795"/>
                  <a:pt x="81172" y="34273"/>
                  <a:pt x="79884" y="36122"/>
                </a:cubicBezTo>
                <a:cubicBezTo>
                  <a:pt x="78597" y="37972"/>
                  <a:pt x="77654" y="40121"/>
                  <a:pt x="77056" y="42569"/>
                </a:cubicBezTo>
                <a:cubicBezTo>
                  <a:pt x="76457" y="45017"/>
                  <a:pt x="76158" y="47583"/>
                  <a:pt x="76158" y="50267"/>
                </a:cubicBezTo>
                <a:cubicBezTo>
                  <a:pt x="76158" y="53639"/>
                  <a:pt x="76530" y="56595"/>
                  <a:pt x="77273" y="59134"/>
                </a:cubicBezTo>
                <a:cubicBezTo>
                  <a:pt x="78017" y="61673"/>
                  <a:pt x="79077" y="63785"/>
                  <a:pt x="80456" y="65472"/>
                </a:cubicBezTo>
                <a:cubicBezTo>
                  <a:pt x="81834" y="67158"/>
                  <a:pt x="83502" y="68427"/>
                  <a:pt x="85460" y="69280"/>
                </a:cubicBezTo>
                <a:cubicBezTo>
                  <a:pt x="87419" y="70132"/>
                  <a:pt x="89631" y="70558"/>
                  <a:pt x="92097" y="70558"/>
                </a:cubicBezTo>
                <a:cubicBezTo>
                  <a:pt x="94926" y="70558"/>
                  <a:pt x="97347" y="70005"/>
                  <a:pt x="99360" y="68899"/>
                </a:cubicBezTo>
                <a:cubicBezTo>
                  <a:pt x="101373" y="67793"/>
                  <a:pt x="103023" y="66315"/>
                  <a:pt x="104310" y="64465"/>
                </a:cubicBezTo>
                <a:cubicBezTo>
                  <a:pt x="105598" y="62616"/>
                  <a:pt x="106541" y="60467"/>
                  <a:pt x="107139" y="58019"/>
                </a:cubicBezTo>
                <a:cubicBezTo>
                  <a:pt x="107738" y="55571"/>
                  <a:pt x="108037" y="52987"/>
                  <a:pt x="108037" y="50267"/>
                </a:cubicBezTo>
                <a:close/>
                <a:moveTo>
                  <a:pt x="133874" y="22957"/>
                </a:moveTo>
                <a:lnTo>
                  <a:pt x="142523" y="22957"/>
                </a:lnTo>
                <a:lnTo>
                  <a:pt x="142795" y="32996"/>
                </a:lnTo>
                <a:cubicBezTo>
                  <a:pt x="146023" y="29124"/>
                  <a:pt x="149206" y="26320"/>
                  <a:pt x="152343" y="24584"/>
                </a:cubicBezTo>
                <a:cubicBezTo>
                  <a:pt x="155480" y="22847"/>
                  <a:pt x="158644" y="21978"/>
                  <a:pt x="161836" y="21978"/>
                </a:cubicBezTo>
                <a:cubicBezTo>
                  <a:pt x="167494" y="21978"/>
                  <a:pt x="171782" y="23805"/>
                  <a:pt x="174702" y="27459"/>
                </a:cubicBezTo>
                <a:cubicBezTo>
                  <a:pt x="177621" y="31113"/>
                  <a:pt x="178972" y="36539"/>
                  <a:pt x="178755" y="43738"/>
                </a:cubicBezTo>
                <a:lnTo>
                  <a:pt x="169180" y="43738"/>
                </a:lnTo>
                <a:cubicBezTo>
                  <a:pt x="169289" y="38970"/>
                  <a:pt x="168591" y="35512"/>
                  <a:pt x="167086" y="33363"/>
                </a:cubicBezTo>
                <a:cubicBezTo>
                  <a:pt x="165580" y="31213"/>
                  <a:pt x="163377" y="30138"/>
                  <a:pt x="160476" y="30138"/>
                </a:cubicBezTo>
                <a:cubicBezTo>
                  <a:pt x="159206" y="30138"/>
                  <a:pt x="157928" y="30364"/>
                  <a:pt x="156641" y="30816"/>
                </a:cubicBezTo>
                <a:cubicBezTo>
                  <a:pt x="155353" y="31268"/>
                  <a:pt x="154029" y="31990"/>
                  <a:pt x="152669" y="32982"/>
                </a:cubicBezTo>
                <a:cubicBezTo>
                  <a:pt x="151309" y="33975"/>
                  <a:pt x="149868" y="35248"/>
                  <a:pt x="148344" y="36802"/>
                </a:cubicBezTo>
                <a:cubicBezTo>
                  <a:pt x="146821" y="38355"/>
                  <a:pt x="145189" y="40233"/>
                  <a:pt x="143448" y="42436"/>
                </a:cubicBezTo>
                <a:lnTo>
                  <a:pt x="143448" y="77576"/>
                </a:lnTo>
                <a:lnTo>
                  <a:pt x="133874" y="77576"/>
                </a:lnTo>
                <a:lnTo>
                  <a:pt x="133874" y="22957"/>
                </a:lnTo>
                <a:close/>
                <a:moveTo>
                  <a:pt x="254582" y="22957"/>
                </a:moveTo>
                <a:lnTo>
                  <a:pt x="263014" y="22957"/>
                </a:lnTo>
                <a:lnTo>
                  <a:pt x="263395" y="31770"/>
                </a:lnTo>
                <a:cubicBezTo>
                  <a:pt x="264991" y="29884"/>
                  <a:pt x="266532" y="28316"/>
                  <a:pt x="268019" y="27065"/>
                </a:cubicBezTo>
                <a:cubicBezTo>
                  <a:pt x="269506" y="25813"/>
                  <a:pt x="270966" y="24807"/>
                  <a:pt x="272398" y="24045"/>
                </a:cubicBezTo>
                <a:cubicBezTo>
                  <a:pt x="273831" y="23284"/>
                  <a:pt x="275291" y="22749"/>
                  <a:pt x="276778" y="22440"/>
                </a:cubicBezTo>
                <a:cubicBezTo>
                  <a:pt x="278265" y="22132"/>
                  <a:pt x="279806" y="21978"/>
                  <a:pt x="281402" y="21978"/>
                </a:cubicBezTo>
                <a:cubicBezTo>
                  <a:pt x="287023" y="21978"/>
                  <a:pt x="291276" y="23637"/>
                  <a:pt x="294159" y="26956"/>
                </a:cubicBezTo>
                <a:cubicBezTo>
                  <a:pt x="297042" y="30274"/>
                  <a:pt x="298484" y="35270"/>
                  <a:pt x="298484" y="41943"/>
                </a:cubicBezTo>
                <a:lnTo>
                  <a:pt x="298484" y="77576"/>
                </a:lnTo>
                <a:lnTo>
                  <a:pt x="289018" y="77576"/>
                </a:lnTo>
                <a:lnTo>
                  <a:pt x="289018" y="42705"/>
                </a:lnTo>
                <a:cubicBezTo>
                  <a:pt x="289018" y="38425"/>
                  <a:pt x="288220" y="35261"/>
                  <a:pt x="286624" y="33212"/>
                </a:cubicBezTo>
                <a:cubicBezTo>
                  <a:pt x="285028" y="31163"/>
                  <a:pt x="282653" y="30138"/>
                  <a:pt x="279498" y="30138"/>
                </a:cubicBezTo>
                <a:cubicBezTo>
                  <a:pt x="278337" y="30138"/>
                  <a:pt x="277204" y="30310"/>
                  <a:pt x="276098" y="30655"/>
                </a:cubicBezTo>
                <a:cubicBezTo>
                  <a:pt x="274991" y="31000"/>
                  <a:pt x="273840" y="31598"/>
                  <a:pt x="272643" y="32450"/>
                </a:cubicBezTo>
                <a:cubicBezTo>
                  <a:pt x="271446" y="33302"/>
                  <a:pt x="270150" y="34454"/>
                  <a:pt x="268754" y="35905"/>
                </a:cubicBezTo>
                <a:cubicBezTo>
                  <a:pt x="267357" y="37355"/>
                  <a:pt x="265789" y="39169"/>
                  <a:pt x="264048" y="41345"/>
                </a:cubicBezTo>
                <a:lnTo>
                  <a:pt x="264048" y="77576"/>
                </a:lnTo>
                <a:lnTo>
                  <a:pt x="254582" y="77576"/>
                </a:lnTo>
                <a:lnTo>
                  <a:pt x="254582" y="22957"/>
                </a:lnTo>
                <a:close/>
                <a:moveTo>
                  <a:pt x="359953" y="77576"/>
                </a:moveTo>
                <a:lnTo>
                  <a:pt x="351466" y="77576"/>
                </a:lnTo>
                <a:lnTo>
                  <a:pt x="351140" y="68763"/>
                </a:lnTo>
                <a:cubicBezTo>
                  <a:pt x="349508" y="70649"/>
                  <a:pt x="347958" y="72217"/>
                  <a:pt x="346489" y="73469"/>
                </a:cubicBezTo>
                <a:cubicBezTo>
                  <a:pt x="345020" y="74720"/>
                  <a:pt x="343560" y="75726"/>
                  <a:pt x="342110" y="76488"/>
                </a:cubicBezTo>
                <a:cubicBezTo>
                  <a:pt x="340659" y="77249"/>
                  <a:pt x="339199" y="77784"/>
                  <a:pt x="337730" y="78093"/>
                </a:cubicBezTo>
                <a:cubicBezTo>
                  <a:pt x="336261" y="78401"/>
                  <a:pt x="334711" y="78555"/>
                  <a:pt x="333079" y="78555"/>
                </a:cubicBezTo>
                <a:cubicBezTo>
                  <a:pt x="327458" y="78555"/>
                  <a:pt x="323214" y="76905"/>
                  <a:pt x="320349" y="73605"/>
                </a:cubicBezTo>
                <a:cubicBezTo>
                  <a:pt x="317484" y="70304"/>
                  <a:pt x="316051" y="65317"/>
                  <a:pt x="316051" y="58644"/>
                </a:cubicBezTo>
                <a:lnTo>
                  <a:pt x="316051" y="22957"/>
                </a:lnTo>
                <a:lnTo>
                  <a:pt x="325517" y="22957"/>
                </a:lnTo>
                <a:lnTo>
                  <a:pt x="325517" y="57883"/>
                </a:lnTo>
                <a:cubicBezTo>
                  <a:pt x="325517" y="66260"/>
                  <a:pt x="328672" y="70449"/>
                  <a:pt x="334983" y="70449"/>
                </a:cubicBezTo>
                <a:cubicBezTo>
                  <a:pt x="336144" y="70449"/>
                  <a:pt x="337277" y="70277"/>
                  <a:pt x="338383" y="69933"/>
                </a:cubicBezTo>
                <a:cubicBezTo>
                  <a:pt x="339489" y="69588"/>
                  <a:pt x="340650" y="68990"/>
                  <a:pt x="341865" y="68137"/>
                </a:cubicBezTo>
                <a:cubicBezTo>
                  <a:pt x="343080" y="67285"/>
                  <a:pt x="344385" y="66134"/>
                  <a:pt x="345782" y="64683"/>
                </a:cubicBezTo>
                <a:cubicBezTo>
                  <a:pt x="347178" y="63232"/>
                  <a:pt x="348746" y="61401"/>
                  <a:pt x="350487" y="59188"/>
                </a:cubicBezTo>
                <a:lnTo>
                  <a:pt x="350487" y="22957"/>
                </a:lnTo>
                <a:lnTo>
                  <a:pt x="359953" y="22957"/>
                </a:lnTo>
                <a:lnTo>
                  <a:pt x="359953" y="77576"/>
                </a:lnTo>
                <a:close/>
                <a:moveTo>
                  <a:pt x="416472" y="77576"/>
                </a:moveTo>
                <a:lnTo>
                  <a:pt x="416472" y="38353"/>
                </a:lnTo>
                <a:cubicBezTo>
                  <a:pt x="416472" y="36648"/>
                  <a:pt x="416408" y="35252"/>
                  <a:pt x="416281" y="34164"/>
                </a:cubicBezTo>
                <a:cubicBezTo>
                  <a:pt x="416154" y="33076"/>
                  <a:pt x="415955" y="32214"/>
                  <a:pt x="415683" y="31580"/>
                </a:cubicBezTo>
                <a:cubicBezTo>
                  <a:pt x="415411" y="30945"/>
                  <a:pt x="415066" y="30501"/>
                  <a:pt x="414649" y="30247"/>
                </a:cubicBezTo>
                <a:cubicBezTo>
                  <a:pt x="414232" y="29993"/>
                  <a:pt x="413715" y="29866"/>
                  <a:pt x="413099" y="29866"/>
                </a:cubicBezTo>
                <a:cubicBezTo>
                  <a:pt x="412373" y="29866"/>
                  <a:pt x="411703" y="30084"/>
                  <a:pt x="411086" y="30519"/>
                </a:cubicBezTo>
                <a:cubicBezTo>
                  <a:pt x="410469" y="30954"/>
                  <a:pt x="409808" y="31661"/>
                  <a:pt x="409100" y="32641"/>
                </a:cubicBezTo>
                <a:cubicBezTo>
                  <a:pt x="408393" y="33620"/>
                  <a:pt x="407613" y="34916"/>
                  <a:pt x="406761" y="36530"/>
                </a:cubicBezTo>
                <a:cubicBezTo>
                  <a:pt x="405909" y="38144"/>
                  <a:pt x="404902" y="40130"/>
                  <a:pt x="403742" y="42487"/>
                </a:cubicBezTo>
                <a:lnTo>
                  <a:pt x="403742" y="77576"/>
                </a:lnTo>
                <a:lnTo>
                  <a:pt x="395092" y="77576"/>
                </a:lnTo>
                <a:lnTo>
                  <a:pt x="395092" y="39386"/>
                </a:lnTo>
                <a:cubicBezTo>
                  <a:pt x="395092" y="37392"/>
                  <a:pt x="395029" y="35778"/>
                  <a:pt x="394902" y="34545"/>
                </a:cubicBezTo>
                <a:cubicBezTo>
                  <a:pt x="394775" y="33312"/>
                  <a:pt x="394575" y="32350"/>
                  <a:pt x="394303" y="31661"/>
                </a:cubicBezTo>
                <a:cubicBezTo>
                  <a:pt x="394031" y="30972"/>
                  <a:pt x="393678" y="30501"/>
                  <a:pt x="393242" y="30247"/>
                </a:cubicBezTo>
                <a:cubicBezTo>
                  <a:pt x="392807" y="29993"/>
                  <a:pt x="392281" y="29866"/>
                  <a:pt x="391665" y="29866"/>
                </a:cubicBezTo>
                <a:cubicBezTo>
                  <a:pt x="391012" y="29866"/>
                  <a:pt x="390395" y="30047"/>
                  <a:pt x="389815" y="30410"/>
                </a:cubicBezTo>
                <a:cubicBezTo>
                  <a:pt x="389235" y="30773"/>
                  <a:pt x="388591" y="31426"/>
                  <a:pt x="387884" y="32369"/>
                </a:cubicBezTo>
                <a:cubicBezTo>
                  <a:pt x="387177" y="33312"/>
                  <a:pt x="386388" y="34599"/>
                  <a:pt x="385517" y="36231"/>
                </a:cubicBezTo>
                <a:cubicBezTo>
                  <a:pt x="384647" y="37863"/>
                  <a:pt x="383613" y="39948"/>
                  <a:pt x="382417" y="42487"/>
                </a:cubicBezTo>
                <a:lnTo>
                  <a:pt x="382417" y="77576"/>
                </a:lnTo>
                <a:lnTo>
                  <a:pt x="373712" y="77576"/>
                </a:lnTo>
                <a:lnTo>
                  <a:pt x="373712" y="22957"/>
                </a:lnTo>
                <a:lnTo>
                  <a:pt x="380948" y="22957"/>
                </a:lnTo>
                <a:lnTo>
                  <a:pt x="381383" y="33348"/>
                </a:lnTo>
                <a:cubicBezTo>
                  <a:pt x="382326" y="31281"/>
                  <a:pt x="383242" y="29522"/>
                  <a:pt x="384130" y="28071"/>
                </a:cubicBezTo>
                <a:cubicBezTo>
                  <a:pt x="385019" y="26620"/>
                  <a:pt x="385935" y="25451"/>
                  <a:pt x="386878" y="24562"/>
                </a:cubicBezTo>
                <a:cubicBezTo>
                  <a:pt x="387820" y="23674"/>
                  <a:pt x="388827" y="23021"/>
                  <a:pt x="389897" y="22604"/>
                </a:cubicBezTo>
                <a:cubicBezTo>
                  <a:pt x="390967" y="22187"/>
                  <a:pt x="392154" y="21978"/>
                  <a:pt x="393460" y="21978"/>
                </a:cubicBezTo>
                <a:cubicBezTo>
                  <a:pt x="396398" y="21978"/>
                  <a:pt x="398628" y="22939"/>
                  <a:pt x="400151" y="24861"/>
                </a:cubicBezTo>
                <a:cubicBezTo>
                  <a:pt x="401675" y="26783"/>
                  <a:pt x="402436" y="29757"/>
                  <a:pt x="402436" y="33783"/>
                </a:cubicBezTo>
                <a:cubicBezTo>
                  <a:pt x="403307" y="31897"/>
                  <a:pt x="404159" y="30220"/>
                  <a:pt x="404993" y="28751"/>
                </a:cubicBezTo>
                <a:cubicBezTo>
                  <a:pt x="405827" y="27282"/>
                  <a:pt x="406725" y="26049"/>
                  <a:pt x="407686" y="25052"/>
                </a:cubicBezTo>
                <a:cubicBezTo>
                  <a:pt x="408647" y="24054"/>
                  <a:pt x="409708" y="23293"/>
                  <a:pt x="410868" y="22767"/>
                </a:cubicBezTo>
                <a:cubicBezTo>
                  <a:pt x="412029" y="22241"/>
                  <a:pt x="413371" y="21978"/>
                  <a:pt x="414894" y="21978"/>
                </a:cubicBezTo>
                <a:cubicBezTo>
                  <a:pt x="421749" y="21978"/>
                  <a:pt x="425176" y="27255"/>
                  <a:pt x="425176" y="37809"/>
                </a:cubicBezTo>
                <a:lnTo>
                  <a:pt x="425176" y="77576"/>
                </a:lnTo>
                <a:lnTo>
                  <a:pt x="416472" y="77576"/>
                </a:lnTo>
                <a:close/>
                <a:moveTo>
                  <a:pt x="485666" y="49287"/>
                </a:moveTo>
                <a:cubicBezTo>
                  <a:pt x="485666" y="53821"/>
                  <a:pt x="485041" y="57874"/>
                  <a:pt x="483789" y="61446"/>
                </a:cubicBezTo>
                <a:cubicBezTo>
                  <a:pt x="482538" y="65018"/>
                  <a:pt x="480761" y="68047"/>
                  <a:pt x="478458" y="70531"/>
                </a:cubicBezTo>
                <a:cubicBezTo>
                  <a:pt x="476155" y="73015"/>
                  <a:pt x="473354" y="74919"/>
                  <a:pt x="470053" y="76243"/>
                </a:cubicBezTo>
                <a:cubicBezTo>
                  <a:pt x="466753" y="77567"/>
                  <a:pt x="463035" y="78229"/>
                  <a:pt x="458901" y="78229"/>
                </a:cubicBezTo>
                <a:cubicBezTo>
                  <a:pt x="455673" y="78229"/>
                  <a:pt x="452373" y="77920"/>
                  <a:pt x="449000" y="77304"/>
                </a:cubicBezTo>
                <a:cubicBezTo>
                  <a:pt x="445627" y="76687"/>
                  <a:pt x="442291" y="75708"/>
                  <a:pt x="438990" y="74366"/>
                </a:cubicBezTo>
                <a:lnTo>
                  <a:pt x="438990" y="653"/>
                </a:lnTo>
                <a:lnTo>
                  <a:pt x="448456" y="653"/>
                </a:lnTo>
                <a:lnTo>
                  <a:pt x="448456" y="21852"/>
                </a:lnTo>
                <a:lnTo>
                  <a:pt x="448021" y="31988"/>
                </a:lnTo>
                <a:cubicBezTo>
                  <a:pt x="450741" y="28325"/>
                  <a:pt x="453651" y="25741"/>
                  <a:pt x="456752" y="24236"/>
                </a:cubicBezTo>
                <a:cubicBezTo>
                  <a:pt x="459853" y="22731"/>
                  <a:pt x="463181" y="21978"/>
                  <a:pt x="466735" y="21978"/>
                </a:cubicBezTo>
                <a:cubicBezTo>
                  <a:pt x="469854" y="21978"/>
                  <a:pt x="472592" y="22631"/>
                  <a:pt x="474949" y="23936"/>
                </a:cubicBezTo>
                <a:cubicBezTo>
                  <a:pt x="477307" y="25242"/>
                  <a:pt x="479283" y="27083"/>
                  <a:pt x="480879" y="29458"/>
                </a:cubicBezTo>
                <a:cubicBezTo>
                  <a:pt x="482475" y="31834"/>
                  <a:pt x="483672" y="34699"/>
                  <a:pt x="484469" y="38054"/>
                </a:cubicBezTo>
                <a:cubicBezTo>
                  <a:pt x="485267" y="41408"/>
                  <a:pt x="485666" y="45153"/>
                  <a:pt x="485666" y="49287"/>
                </a:cubicBezTo>
                <a:moveTo>
                  <a:pt x="475983" y="49723"/>
                </a:moveTo>
                <a:cubicBezTo>
                  <a:pt x="475983" y="46857"/>
                  <a:pt x="475774" y="44228"/>
                  <a:pt x="475357" y="41834"/>
                </a:cubicBezTo>
                <a:cubicBezTo>
                  <a:pt x="474940" y="39441"/>
                  <a:pt x="474278" y="37392"/>
                  <a:pt x="473372" y="35687"/>
                </a:cubicBezTo>
                <a:cubicBezTo>
                  <a:pt x="472465" y="33983"/>
                  <a:pt x="471304" y="32650"/>
                  <a:pt x="469890" y="31689"/>
                </a:cubicBezTo>
                <a:cubicBezTo>
                  <a:pt x="468476" y="30728"/>
                  <a:pt x="466789" y="30247"/>
                  <a:pt x="464831" y="30247"/>
                </a:cubicBezTo>
                <a:cubicBezTo>
                  <a:pt x="463634" y="30247"/>
                  <a:pt x="462419" y="30437"/>
                  <a:pt x="461186" y="30818"/>
                </a:cubicBezTo>
                <a:cubicBezTo>
                  <a:pt x="459953" y="31199"/>
                  <a:pt x="458674" y="31834"/>
                  <a:pt x="457351" y="32722"/>
                </a:cubicBezTo>
                <a:cubicBezTo>
                  <a:pt x="456027" y="33611"/>
                  <a:pt x="454631" y="34789"/>
                  <a:pt x="453162" y="36258"/>
                </a:cubicBezTo>
                <a:cubicBezTo>
                  <a:pt x="451693" y="37727"/>
                  <a:pt x="450124" y="39550"/>
                  <a:pt x="448456" y="41726"/>
                </a:cubicBezTo>
                <a:lnTo>
                  <a:pt x="448456" y="68219"/>
                </a:lnTo>
                <a:cubicBezTo>
                  <a:pt x="450306" y="68944"/>
                  <a:pt x="452192" y="69515"/>
                  <a:pt x="454114" y="69933"/>
                </a:cubicBezTo>
                <a:cubicBezTo>
                  <a:pt x="456036" y="70350"/>
                  <a:pt x="457867" y="70558"/>
                  <a:pt x="459608" y="70558"/>
                </a:cubicBezTo>
                <a:cubicBezTo>
                  <a:pt x="461784" y="70558"/>
                  <a:pt x="463861" y="70214"/>
                  <a:pt x="465837" y="69525"/>
                </a:cubicBezTo>
                <a:cubicBezTo>
                  <a:pt x="467814" y="68835"/>
                  <a:pt x="469555" y="67684"/>
                  <a:pt x="471060" y="66070"/>
                </a:cubicBezTo>
                <a:cubicBezTo>
                  <a:pt x="472565" y="64456"/>
                  <a:pt x="473762" y="62316"/>
                  <a:pt x="474650" y="59651"/>
                </a:cubicBezTo>
                <a:cubicBezTo>
                  <a:pt x="475539" y="56985"/>
                  <a:pt x="475983" y="53676"/>
                  <a:pt x="475983" y="49723"/>
                </a:cubicBezTo>
                <a:close/>
                <a:moveTo>
                  <a:pt x="546592" y="47383"/>
                </a:moveTo>
                <a:cubicBezTo>
                  <a:pt x="546592" y="48725"/>
                  <a:pt x="546574" y="49849"/>
                  <a:pt x="546537" y="50756"/>
                </a:cubicBezTo>
                <a:cubicBezTo>
                  <a:pt x="546501" y="51663"/>
                  <a:pt x="546447" y="52515"/>
                  <a:pt x="546374" y="53313"/>
                </a:cubicBezTo>
                <a:lnTo>
                  <a:pt x="508021" y="53313"/>
                </a:lnTo>
                <a:cubicBezTo>
                  <a:pt x="508021" y="58898"/>
                  <a:pt x="509581" y="63187"/>
                  <a:pt x="512700" y="66179"/>
                </a:cubicBezTo>
                <a:cubicBezTo>
                  <a:pt x="515819" y="69171"/>
                  <a:pt x="520316" y="70667"/>
                  <a:pt x="526191" y="70667"/>
                </a:cubicBezTo>
                <a:cubicBezTo>
                  <a:pt x="527787" y="70667"/>
                  <a:pt x="529383" y="70602"/>
                  <a:pt x="530979" y="70473"/>
                </a:cubicBezTo>
                <a:cubicBezTo>
                  <a:pt x="532574" y="70343"/>
                  <a:pt x="534116" y="70167"/>
                  <a:pt x="535603" y="69944"/>
                </a:cubicBezTo>
                <a:cubicBezTo>
                  <a:pt x="537090" y="69721"/>
                  <a:pt x="538513" y="69471"/>
                  <a:pt x="539873" y="69193"/>
                </a:cubicBezTo>
                <a:cubicBezTo>
                  <a:pt x="541233" y="68914"/>
                  <a:pt x="542493" y="68608"/>
                  <a:pt x="543654" y="68273"/>
                </a:cubicBezTo>
                <a:lnTo>
                  <a:pt x="543654" y="76053"/>
                </a:lnTo>
                <a:cubicBezTo>
                  <a:pt x="541079" y="76794"/>
                  <a:pt x="538169" y="77396"/>
                  <a:pt x="534923" y="77860"/>
                </a:cubicBezTo>
                <a:cubicBezTo>
                  <a:pt x="531677" y="78323"/>
                  <a:pt x="528313" y="78555"/>
                  <a:pt x="524831" y="78555"/>
                </a:cubicBezTo>
                <a:cubicBezTo>
                  <a:pt x="520153" y="78555"/>
                  <a:pt x="516127" y="77920"/>
                  <a:pt x="512754" y="76651"/>
                </a:cubicBezTo>
                <a:cubicBezTo>
                  <a:pt x="509381" y="75382"/>
                  <a:pt x="506616" y="73541"/>
                  <a:pt x="504458" y="71129"/>
                </a:cubicBezTo>
                <a:cubicBezTo>
                  <a:pt x="502300" y="68718"/>
                  <a:pt x="500704" y="65762"/>
                  <a:pt x="499671" y="62262"/>
                </a:cubicBezTo>
                <a:cubicBezTo>
                  <a:pt x="498637" y="58762"/>
                  <a:pt x="498120" y="54800"/>
                  <a:pt x="498120" y="50375"/>
                </a:cubicBezTo>
                <a:cubicBezTo>
                  <a:pt x="498120" y="46531"/>
                  <a:pt x="498673" y="42895"/>
                  <a:pt x="499780" y="39468"/>
                </a:cubicBezTo>
                <a:cubicBezTo>
                  <a:pt x="500886" y="36041"/>
                  <a:pt x="502500" y="33030"/>
                  <a:pt x="504621" y="30437"/>
                </a:cubicBezTo>
                <a:cubicBezTo>
                  <a:pt x="506743" y="27844"/>
                  <a:pt x="509345" y="25786"/>
                  <a:pt x="512428" y="24263"/>
                </a:cubicBezTo>
                <a:cubicBezTo>
                  <a:pt x="515511" y="22740"/>
                  <a:pt x="519010" y="21978"/>
                  <a:pt x="522927" y="21978"/>
                </a:cubicBezTo>
                <a:cubicBezTo>
                  <a:pt x="526735" y="21978"/>
                  <a:pt x="530108" y="22576"/>
                  <a:pt x="533046" y="23773"/>
                </a:cubicBezTo>
                <a:cubicBezTo>
                  <a:pt x="535983" y="24970"/>
                  <a:pt x="538459" y="26666"/>
                  <a:pt x="540472" y="28860"/>
                </a:cubicBezTo>
                <a:cubicBezTo>
                  <a:pt x="542484" y="31054"/>
                  <a:pt x="544008" y="33720"/>
                  <a:pt x="545041" y="36857"/>
                </a:cubicBezTo>
                <a:cubicBezTo>
                  <a:pt x="546075" y="39994"/>
                  <a:pt x="546592" y="43503"/>
                  <a:pt x="546592" y="47383"/>
                </a:cubicBezTo>
                <a:moveTo>
                  <a:pt x="536745" y="46023"/>
                </a:moveTo>
                <a:cubicBezTo>
                  <a:pt x="536854" y="43593"/>
                  <a:pt x="536618" y="41372"/>
                  <a:pt x="536038" y="39359"/>
                </a:cubicBezTo>
                <a:cubicBezTo>
                  <a:pt x="535458" y="37346"/>
                  <a:pt x="534560" y="35615"/>
                  <a:pt x="533345" y="34164"/>
                </a:cubicBezTo>
                <a:cubicBezTo>
                  <a:pt x="532130" y="32713"/>
                  <a:pt x="530616" y="31580"/>
                  <a:pt x="528803" y="30764"/>
                </a:cubicBezTo>
                <a:cubicBezTo>
                  <a:pt x="526989" y="29948"/>
                  <a:pt x="524886" y="29540"/>
                  <a:pt x="522492" y="29540"/>
                </a:cubicBezTo>
                <a:cubicBezTo>
                  <a:pt x="520425" y="29540"/>
                  <a:pt x="518539" y="29939"/>
                  <a:pt x="516834" y="30737"/>
                </a:cubicBezTo>
                <a:cubicBezTo>
                  <a:pt x="515130" y="31534"/>
                  <a:pt x="513661" y="32659"/>
                  <a:pt x="512428" y="34109"/>
                </a:cubicBezTo>
                <a:cubicBezTo>
                  <a:pt x="511195" y="35560"/>
                  <a:pt x="510197" y="37301"/>
                  <a:pt x="509436" y="39332"/>
                </a:cubicBezTo>
                <a:cubicBezTo>
                  <a:pt x="508674" y="41363"/>
                  <a:pt x="508203" y="43593"/>
                  <a:pt x="508021" y="46023"/>
                </a:cubicBezTo>
                <a:lnTo>
                  <a:pt x="536745" y="46023"/>
                </a:lnTo>
                <a:close/>
                <a:moveTo>
                  <a:pt x="564159" y="22957"/>
                </a:moveTo>
                <a:lnTo>
                  <a:pt x="572809" y="22957"/>
                </a:lnTo>
                <a:lnTo>
                  <a:pt x="573081" y="32996"/>
                </a:lnTo>
                <a:cubicBezTo>
                  <a:pt x="576308" y="29124"/>
                  <a:pt x="579491" y="26320"/>
                  <a:pt x="582628" y="24584"/>
                </a:cubicBezTo>
                <a:cubicBezTo>
                  <a:pt x="585765" y="22847"/>
                  <a:pt x="588929" y="21978"/>
                  <a:pt x="592121" y="21978"/>
                </a:cubicBezTo>
                <a:cubicBezTo>
                  <a:pt x="597779" y="21978"/>
                  <a:pt x="602067" y="23805"/>
                  <a:pt x="604987" y="27459"/>
                </a:cubicBezTo>
                <a:cubicBezTo>
                  <a:pt x="607906" y="31113"/>
                  <a:pt x="609257" y="36539"/>
                  <a:pt x="609040" y="43738"/>
                </a:cubicBezTo>
                <a:lnTo>
                  <a:pt x="599465" y="43738"/>
                </a:lnTo>
                <a:cubicBezTo>
                  <a:pt x="599574" y="38970"/>
                  <a:pt x="598876" y="35512"/>
                  <a:pt x="597371" y="33363"/>
                </a:cubicBezTo>
                <a:cubicBezTo>
                  <a:pt x="595866" y="31213"/>
                  <a:pt x="593662" y="30138"/>
                  <a:pt x="590761" y="30138"/>
                </a:cubicBezTo>
                <a:cubicBezTo>
                  <a:pt x="589492" y="30138"/>
                  <a:pt x="588213" y="30364"/>
                  <a:pt x="586926" y="30816"/>
                </a:cubicBezTo>
                <a:cubicBezTo>
                  <a:pt x="585638" y="31268"/>
                  <a:pt x="584314" y="31990"/>
                  <a:pt x="582954" y="32982"/>
                </a:cubicBezTo>
                <a:cubicBezTo>
                  <a:pt x="581594" y="33975"/>
                  <a:pt x="580153" y="35248"/>
                  <a:pt x="578630" y="36802"/>
                </a:cubicBezTo>
                <a:cubicBezTo>
                  <a:pt x="577106" y="38355"/>
                  <a:pt x="575474" y="40233"/>
                  <a:pt x="573733" y="42436"/>
                </a:cubicBezTo>
                <a:lnTo>
                  <a:pt x="573733" y="77576"/>
                </a:lnTo>
                <a:lnTo>
                  <a:pt x="564159" y="77576"/>
                </a:lnTo>
                <a:lnTo>
                  <a:pt x="564159" y="22957"/>
                </a:lnTo>
                <a:close/>
                <a:moveTo>
                  <a:pt x="703473" y="30791"/>
                </a:moveTo>
                <a:lnTo>
                  <a:pt x="687316" y="30791"/>
                </a:lnTo>
                <a:lnTo>
                  <a:pt x="687316" y="22957"/>
                </a:lnTo>
                <a:lnTo>
                  <a:pt x="713047" y="22957"/>
                </a:lnTo>
                <a:lnTo>
                  <a:pt x="713047" y="69688"/>
                </a:lnTo>
                <a:lnTo>
                  <a:pt x="729313" y="69688"/>
                </a:lnTo>
                <a:lnTo>
                  <a:pt x="729313" y="77576"/>
                </a:lnTo>
                <a:lnTo>
                  <a:pt x="685520" y="77576"/>
                </a:lnTo>
                <a:lnTo>
                  <a:pt x="685520" y="69688"/>
                </a:lnTo>
                <a:lnTo>
                  <a:pt x="703473" y="69688"/>
                </a:lnTo>
                <a:lnTo>
                  <a:pt x="703473" y="30791"/>
                </a:lnTo>
                <a:moveTo>
                  <a:pt x="706791" y="0"/>
                </a:moveTo>
                <a:cubicBezTo>
                  <a:pt x="707843" y="0"/>
                  <a:pt x="708822" y="190"/>
                  <a:pt x="709729" y="571"/>
                </a:cubicBezTo>
                <a:cubicBezTo>
                  <a:pt x="710635" y="952"/>
                  <a:pt x="711424" y="1487"/>
                  <a:pt x="712095" y="2176"/>
                </a:cubicBezTo>
                <a:cubicBezTo>
                  <a:pt x="712766" y="2865"/>
                  <a:pt x="713292" y="3654"/>
                  <a:pt x="713673" y="4542"/>
                </a:cubicBezTo>
                <a:cubicBezTo>
                  <a:pt x="714054" y="5431"/>
                  <a:pt x="714244" y="6401"/>
                  <a:pt x="714244" y="7453"/>
                </a:cubicBezTo>
                <a:cubicBezTo>
                  <a:pt x="714244" y="8468"/>
                  <a:pt x="714054" y="9430"/>
                  <a:pt x="713673" y="10336"/>
                </a:cubicBezTo>
                <a:cubicBezTo>
                  <a:pt x="713292" y="11243"/>
                  <a:pt x="712766" y="12041"/>
                  <a:pt x="712095" y="12730"/>
                </a:cubicBezTo>
                <a:cubicBezTo>
                  <a:pt x="711424" y="13419"/>
                  <a:pt x="710635" y="13954"/>
                  <a:pt x="709729" y="14335"/>
                </a:cubicBezTo>
                <a:cubicBezTo>
                  <a:pt x="708822" y="14715"/>
                  <a:pt x="707843" y="14906"/>
                  <a:pt x="706791" y="14906"/>
                </a:cubicBezTo>
                <a:cubicBezTo>
                  <a:pt x="705739" y="14906"/>
                  <a:pt x="704760" y="14715"/>
                  <a:pt x="703853" y="14335"/>
                </a:cubicBezTo>
                <a:cubicBezTo>
                  <a:pt x="702947" y="13954"/>
                  <a:pt x="702158" y="13419"/>
                  <a:pt x="701487" y="12730"/>
                </a:cubicBezTo>
                <a:cubicBezTo>
                  <a:pt x="700816" y="12041"/>
                  <a:pt x="700290" y="11243"/>
                  <a:pt x="699909" y="10336"/>
                </a:cubicBezTo>
                <a:cubicBezTo>
                  <a:pt x="699529" y="9430"/>
                  <a:pt x="699338" y="8468"/>
                  <a:pt x="699338" y="7453"/>
                </a:cubicBezTo>
                <a:cubicBezTo>
                  <a:pt x="699338" y="6401"/>
                  <a:pt x="699529" y="5431"/>
                  <a:pt x="699909" y="4542"/>
                </a:cubicBezTo>
                <a:cubicBezTo>
                  <a:pt x="700290" y="3654"/>
                  <a:pt x="700816" y="2865"/>
                  <a:pt x="701487" y="2176"/>
                </a:cubicBezTo>
                <a:cubicBezTo>
                  <a:pt x="702158" y="1487"/>
                  <a:pt x="702947" y="952"/>
                  <a:pt x="703853" y="571"/>
                </a:cubicBezTo>
                <a:cubicBezTo>
                  <a:pt x="704760" y="190"/>
                  <a:pt x="705739" y="0"/>
                  <a:pt x="706791" y="0"/>
                </a:cubicBezTo>
                <a:close/>
                <a:moveTo>
                  <a:pt x="746337" y="22957"/>
                </a:moveTo>
                <a:lnTo>
                  <a:pt x="754769" y="22957"/>
                </a:lnTo>
                <a:lnTo>
                  <a:pt x="755150" y="31770"/>
                </a:lnTo>
                <a:cubicBezTo>
                  <a:pt x="756746" y="29884"/>
                  <a:pt x="758287" y="28316"/>
                  <a:pt x="759774" y="27065"/>
                </a:cubicBezTo>
                <a:cubicBezTo>
                  <a:pt x="761261" y="25813"/>
                  <a:pt x="762721" y="24807"/>
                  <a:pt x="764153" y="24045"/>
                </a:cubicBezTo>
                <a:cubicBezTo>
                  <a:pt x="765586" y="23284"/>
                  <a:pt x="767046" y="22749"/>
                  <a:pt x="768532" y="22440"/>
                </a:cubicBezTo>
                <a:cubicBezTo>
                  <a:pt x="770019" y="22132"/>
                  <a:pt x="771561" y="21978"/>
                  <a:pt x="773157" y="21978"/>
                </a:cubicBezTo>
                <a:cubicBezTo>
                  <a:pt x="778778" y="21978"/>
                  <a:pt x="783030" y="23637"/>
                  <a:pt x="785914" y="26956"/>
                </a:cubicBezTo>
                <a:cubicBezTo>
                  <a:pt x="788797" y="30274"/>
                  <a:pt x="790238" y="35270"/>
                  <a:pt x="790238" y="41943"/>
                </a:cubicBezTo>
                <a:lnTo>
                  <a:pt x="790238" y="77576"/>
                </a:lnTo>
                <a:lnTo>
                  <a:pt x="780773" y="77576"/>
                </a:lnTo>
                <a:lnTo>
                  <a:pt x="780773" y="42705"/>
                </a:lnTo>
                <a:cubicBezTo>
                  <a:pt x="780773" y="38425"/>
                  <a:pt x="779975" y="35261"/>
                  <a:pt x="778379" y="33212"/>
                </a:cubicBezTo>
                <a:cubicBezTo>
                  <a:pt x="776783" y="31163"/>
                  <a:pt x="774408" y="30138"/>
                  <a:pt x="771253" y="30138"/>
                </a:cubicBezTo>
                <a:cubicBezTo>
                  <a:pt x="770092" y="30138"/>
                  <a:pt x="768959" y="30310"/>
                  <a:pt x="767852" y="30655"/>
                </a:cubicBezTo>
                <a:cubicBezTo>
                  <a:pt x="766746" y="31000"/>
                  <a:pt x="765595" y="31598"/>
                  <a:pt x="764398" y="32450"/>
                </a:cubicBezTo>
                <a:cubicBezTo>
                  <a:pt x="763201" y="33302"/>
                  <a:pt x="761905" y="34454"/>
                  <a:pt x="760508" y="35905"/>
                </a:cubicBezTo>
                <a:cubicBezTo>
                  <a:pt x="759112" y="37355"/>
                  <a:pt x="757543" y="39169"/>
                  <a:pt x="755803" y="41345"/>
                </a:cubicBezTo>
                <a:lnTo>
                  <a:pt x="755803" y="77576"/>
                </a:lnTo>
                <a:lnTo>
                  <a:pt x="746337" y="77576"/>
                </a:lnTo>
                <a:lnTo>
                  <a:pt x="746337" y="22957"/>
                </a:lnTo>
                <a:close/>
                <a:moveTo>
                  <a:pt x="869276" y="22957"/>
                </a:moveTo>
                <a:lnTo>
                  <a:pt x="877708" y="22957"/>
                </a:lnTo>
                <a:lnTo>
                  <a:pt x="878089" y="31770"/>
                </a:lnTo>
                <a:cubicBezTo>
                  <a:pt x="879684" y="29884"/>
                  <a:pt x="881226" y="28316"/>
                  <a:pt x="882713" y="27065"/>
                </a:cubicBezTo>
                <a:cubicBezTo>
                  <a:pt x="884200" y="25813"/>
                  <a:pt x="885659" y="24807"/>
                  <a:pt x="887092" y="24045"/>
                </a:cubicBezTo>
                <a:cubicBezTo>
                  <a:pt x="888525" y="23284"/>
                  <a:pt x="889984" y="22749"/>
                  <a:pt x="891471" y="22440"/>
                </a:cubicBezTo>
                <a:cubicBezTo>
                  <a:pt x="892958" y="22132"/>
                  <a:pt x="894500" y="21978"/>
                  <a:pt x="896095" y="21978"/>
                </a:cubicBezTo>
                <a:cubicBezTo>
                  <a:pt x="901717" y="21978"/>
                  <a:pt x="905969" y="23637"/>
                  <a:pt x="908852" y="26956"/>
                </a:cubicBezTo>
                <a:cubicBezTo>
                  <a:pt x="911736" y="30274"/>
                  <a:pt x="913177" y="35270"/>
                  <a:pt x="913177" y="41943"/>
                </a:cubicBezTo>
                <a:lnTo>
                  <a:pt x="913177" y="77576"/>
                </a:lnTo>
                <a:lnTo>
                  <a:pt x="903712" y="77576"/>
                </a:lnTo>
                <a:lnTo>
                  <a:pt x="903712" y="42705"/>
                </a:lnTo>
                <a:cubicBezTo>
                  <a:pt x="903712" y="38425"/>
                  <a:pt x="902914" y="35261"/>
                  <a:pt x="901318" y="33212"/>
                </a:cubicBezTo>
                <a:cubicBezTo>
                  <a:pt x="899722" y="31163"/>
                  <a:pt x="897347" y="30138"/>
                  <a:pt x="894191" y="30138"/>
                </a:cubicBezTo>
                <a:cubicBezTo>
                  <a:pt x="893031" y="30138"/>
                  <a:pt x="891897" y="30310"/>
                  <a:pt x="890791" y="30655"/>
                </a:cubicBezTo>
                <a:cubicBezTo>
                  <a:pt x="889685" y="31000"/>
                  <a:pt x="888534" y="31598"/>
                  <a:pt x="887337" y="32450"/>
                </a:cubicBezTo>
                <a:cubicBezTo>
                  <a:pt x="886140" y="33302"/>
                  <a:pt x="884843" y="34454"/>
                  <a:pt x="883447" y="35905"/>
                </a:cubicBezTo>
                <a:cubicBezTo>
                  <a:pt x="882051" y="37355"/>
                  <a:pt x="880482" y="39169"/>
                  <a:pt x="878741" y="41345"/>
                </a:cubicBezTo>
                <a:lnTo>
                  <a:pt x="878741" y="77576"/>
                </a:lnTo>
                <a:lnTo>
                  <a:pt x="869276" y="77576"/>
                </a:lnTo>
                <a:lnTo>
                  <a:pt x="869276" y="22957"/>
                </a:lnTo>
                <a:close/>
                <a:moveTo>
                  <a:pt x="974646" y="77576"/>
                </a:moveTo>
                <a:lnTo>
                  <a:pt x="966160" y="77576"/>
                </a:lnTo>
                <a:lnTo>
                  <a:pt x="965833" y="68763"/>
                </a:lnTo>
                <a:cubicBezTo>
                  <a:pt x="964201" y="70649"/>
                  <a:pt x="962651" y="72217"/>
                  <a:pt x="961182" y="73469"/>
                </a:cubicBezTo>
                <a:cubicBezTo>
                  <a:pt x="959713" y="74720"/>
                  <a:pt x="958254" y="75726"/>
                  <a:pt x="956803" y="76488"/>
                </a:cubicBezTo>
                <a:cubicBezTo>
                  <a:pt x="955352" y="77249"/>
                  <a:pt x="953892" y="77784"/>
                  <a:pt x="952424" y="78093"/>
                </a:cubicBezTo>
                <a:cubicBezTo>
                  <a:pt x="950955" y="78401"/>
                  <a:pt x="949404" y="78555"/>
                  <a:pt x="947772" y="78555"/>
                </a:cubicBezTo>
                <a:cubicBezTo>
                  <a:pt x="942151" y="78555"/>
                  <a:pt x="937908" y="76905"/>
                  <a:pt x="935043" y="73605"/>
                </a:cubicBezTo>
                <a:cubicBezTo>
                  <a:pt x="932177" y="70304"/>
                  <a:pt x="930745" y="65317"/>
                  <a:pt x="930745" y="58644"/>
                </a:cubicBezTo>
                <a:lnTo>
                  <a:pt x="930745" y="22957"/>
                </a:lnTo>
                <a:lnTo>
                  <a:pt x="940211" y="22957"/>
                </a:lnTo>
                <a:lnTo>
                  <a:pt x="940211" y="57883"/>
                </a:lnTo>
                <a:cubicBezTo>
                  <a:pt x="940211" y="66260"/>
                  <a:pt x="943366" y="70449"/>
                  <a:pt x="949676" y="70449"/>
                </a:cubicBezTo>
                <a:cubicBezTo>
                  <a:pt x="950837" y="70449"/>
                  <a:pt x="951970" y="70277"/>
                  <a:pt x="953076" y="69933"/>
                </a:cubicBezTo>
                <a:cubicBezTo>
                  <a:pt x="954183" y="69588"/>
                  <a:pt x="955343" y="68990"/>
                  <a:pt x="956558" y="68137"/>
                </a:cubicBezTo>
                <a:cubicBezTo>
                  <a:pt x="957773" y="67285"/>
                  <a:pt x="959079" y="66134"/>
                  <a:pt x="960475" y="64683"/>
                </a:cubicBezTo>
                <a:cubicBezTo>
                  <a:pt x="961871" y="63232"/>
                  <a:pt x="963440" y="61401"/>
                  <a:pt x="965181" y="59188"/>
                </a:cubicBezTo>
                <a:lnTo>
                  <a:pt x="965181" y="22957"/>
                </a:lnTo>
                <a:lnTo>
                  <a:pt x="974646" y="22957"/>
                </a:lnTo>
                <a:lnTo>
                  <a:pt x="974646" y="77576"/>
                </a:lnTo>
                <a:close/>
                <a:moveTo>
                  <a:pt x="1031166" y="77576"/>
                </a:moveTo>
                <a:lnTo>
                  <a:pt x="1031166" y="38353"/>
                </a:lnTo>
                <a:cubicBezTo>
                  <a:pt x="1031166" y="36648"/>
                  <a:pt x="1031102" y="35252"/>
                  <a:pt x="1030975" y="34164"/>
                </a:cubicBezTo>
                <a:cubicBezTo>
                  <a:pt x="1030848" y="33076"/>
                  <a:pt x="1030649" y="32214"/>
                  <a:pt x="1030377" y="31580"/>
                </a:cubicBezTo>
                <a:cubicBezTo>
                  <a:pt x="1030105" y="30945"/>
                  <a:pt x="1029760" y="30501"/>
                  <a:pt x="1029343" y="30247"/>
                </a:cubicBezTo>
                <a:cubicBezTo>
                  <a:pt x="1028926" y="29993"/>
                  <a:pt x="1028409" y="29866"/>
                  <a:pt x="1027793" y="29866"/>
                </a:cubicBezTo>
                <a:cubicBezTo>
                  <a:pt x="1027067" y="29866"/>
                  <a:pt x="1026396" y="30084"/>
                  <a:pt x="1025780" y="30519"/>
                </a:cubicBezTo>
                <a:cubicBezTo>
                  <a:pt x="1025163" y="30954"/>
                  <a:pt x="1024502" y="31661"/>
                  <a:pt x="1023794" y="32641"/>
                </a:cubicBezTo>
                <a:cubicBezTo>
                  <a:pt x="1023087" y="33620"/>
                  <a:pt x="1022307" y="34916"/>
                  <a:pt x="1021455" y="36530"/>
                </a:cubicBezTo>
                <a:cubicBezTo>
                  <a:pt x="1020603" y="38144"/>
                  <a:pt x="1019596" y="40130"/>
                  <a:pt x="1018436" y="42487"/>
                </a:cubicBezTo>
                <a:lnTo>
                  <a:pt x="1018436" y="77576"/>
                </a:lnTo>
                <a:lnTo>
                  <a:pt x="1009786" y="77576"/>
                </a:lnTo>
                <a:lnTo>
                  <a:pt x="1009786" y="39386"/>
                </a:lnTo>
                <a:cubicBezTo>
                  <a:pt x="1009786" y="37392"/>
                  <a:pt x="1009723" y="35778"/>
                  <a:pt x="1009596" y="34545"/>
                </a:cubicBezTo>
                <a:cubicBezTo>
                  <a:pt x="1009469" y="33312"/>
                  <a:pt x="1009269" y="32350"/>
                  <a:pt x="1008997" y="31661"/>
                </a:cubicBezTo>
                <a:cubicBezTo>
                  <a:pt x="1008725" y="30972"/>
                  <a:pt x="1008372" y="30501"/>
                  <a:pt x="1007936" y="30247"/>
                </a:cubicBezTo>
                <a:cubicBezTo>
                  <a:pt x="1007501" y="29993"/>
                  <a:pt x="1006975" y="29866"/>
                  <a:pt x="1006359" y="29866"/>
                </a:cubicBezTo>
                <a:cubicBezTo>
                  <a:pt x="1005706" y="29866"/>
                  <a:pt x="1005089" y="30047"/>
                  <a:pt x="1004509" y="30410"/>
                </a:cubicBezTo>
                <a:cubicBezTo>
                  <a:pt x="1003929" y="30773"/>
                  <a:pt x="1003285" y="31426"/>
                  <a:pt x="1002578" y="32369"/>
                </a:cubicBezTo>
                <a:cubicBezTo>
                  <a:pt x="1001871" y="33312"/>
                  <a:pt x="1001082" y="34599"/>
                  <a:pt x="1000211" y="36231"/>
                </a:cubicBezTo>
                <a:cubicBezTo>
                  <a:pt x="999341" y="37863"/>
                  <a:pt x="998307" y="39948"/>
                  <a:pt x="997111" y="42487"/>
                </a:cubicBezTo>
                <a:lnTo>
                  <a:pt x="997111" y="77576"/>
                </a:lnTo>
                <a:lnTo>
                  <a:pt x="988406" y="77576"/>
                </a:lnTo>
                <a:lnTo>
                  <a:pt x="988406" y="22957"/>
                </a:lnTo>
                <a:lnTo>
                  <a:pt x="995642" y="22957"/>
                </a:lnTo>
                <a:lnTo>
                  <a:pt x="996077" y="33348"/>
                </a:lnTo>
                <a:cubicBezTo>
                  <a:pt x="997020" y="31281"/>
                  <a:pt x="997936" y="29522"/>
                  <a:pt x="998824" y="28071"/>
                </a:cubicBezTo>
                <a:cubicBezTo>
                  <a:pt x="999713" y="26620"/>
                  <a:pt x="1000629" y="25451"/>
                  <a:pt x="1001571" y="24562"/>
                </a:cubicBezTo>
                <a:cubicBezTo>
                  <a:pt x="1002514" y="23674"/>
                  <a:pt x="1003521" y="23021"/>
                  <a:pt x="1004591" y="22604"/>
                </a:cubicBezTo>
                <a:cubicBezTo>
                  <a:pt x="1005661" y="22187"/>
                  <a:pt x="1006848" y="21978"/>
                  <a:pt x="1008154" y="21978"/>
                </a:cubicBezTo>
                <a:cubicBezTo>
                  <a:pt x="1011092" y="21978"/>
                  <a:pt x="1013322" y="22939"/>
                  <a:pt x="1014845" y="24861"/>
                </a:cubicBezTo>
                <a:cubicBezTo>
                  <a:pt x="1016369" y="26783"/>
                  <a:pt x="1017130" y="29757"/>
                  <a:pt x="1017130" y="33783"/>
                </a:cubicBezTo>
                <a:cubicBezTo>
                  <a:pt x="1018001" y="31897"/>
                  <a:pt x="1018853" y="30220"/>
                  <a:pt x="1019687" y="28751"/>
                </a:cubicBezTo>
                <a:cubicBezTo>
                  <a:pt x="1020521" y="27282"/>
                  <a:pt x="1021419" y="26049"/>
                  <a:pt x="1022380" y="25052"/>
                </a:cubicBezTo>
                <a:cubicBezTo>
                  <a:pt x="1023341" y="24054"/>
                  <a:pt x="1024402" y="23293"/>
                  <a:pt x="1025562" y="22767"/>
                </a:cubicBezTo>
                <a:cubicBezTo>
                  <a:pt x="1026723" y="22241"/>
                  <a:pt x="1028065" y="21978"/>
                  <a:pt x="1029588" y="21978"/>
                </a:cubicBezTo>
                <a:cubicBezTo>
                  <a:pt x="1036443" y="21978"/>
                  <a:pt x="1039870" y="27255"/>
                  <a:pt x="1039870" y="37809"/>
                </a:cubicBezTo>
                <a:lnTo>
                  <a:pt x="1039870" y="77576"/>
                </a:lnTo>
                <a:lnTo>
                  <a:pt x="1031166" y="77576"/>
                </a:lnTo>
                <a:close/>
                <a:moveTo>
                  <a:pt x="1100360" y="49287"/>
                </a:moveTo>
                <a:cubicBezTo>
                  <a:pt x="1100360" y="53821"/>
                  <a:pt x="1099734" y="57874"/>
                  <a:pt x="1098483" y="61446"/>
                </a:cubicBezTo>
                <a:cubicBezTo>
                  <a:pt x="1097232" y="65018"/>
                  <a:pt x="1095455" y="68047"/>
                  <a:pt x="1093152" y="70531"/>
                </a:cubicBezTo>
                <a:cubicBezTo>
                  <a:pt x="1090849" y="73015"/>
                  <a:pt x="1088047" y="74919"/>
                  <a:pt x="1084747" y="76243"/>
                </a:cubicBezTo>
                <a:cubicBezTo>
                  <a:pt x="1081446" y="77567"/>
                  <a:pt x="1077729" y="78229"/>
                  <a:pt x="1073594" y="78229"/>
                </a:cubicBezTo>
                <a:cubicBezTo>
                  <a:pt x="1070367" y="78229"/>
                  <a:pt x="1067066" y="77920"/>
                  <a:pt x="1063693" y="77304"/>
                </a:cubicBezTo>
                <a:cubicBezTo>
                  <a:pt x="1060321" y="76687"/>
                  <a:pt x="1056984" y="75708"/>
                  <a:pt x="1053684" y="74366"/>
                </a:cubicBezTo>
                <a:lnTo>
                  <a:pt x="1053684" y="653"/>
                </a:lnTo>
                <a:lnTo>
                  <a:pt x="1063149" y="653"/>
                </a:lnTo>
                <a:lnTo>
                  <a:pt x="1063149" y="21852"/>
                </a:lnTo>
                <a:lnTo>
                  <a:pt x="1062714" y="31988"/>
                </a:lnTo>
                <a:cubicBezTo>
                  <a:pt x="1065434" y="28325"/>
                  <a:pt x="1068345" y="25741"/>
                  <a:pt x="1071446" y="24236"/>
                </a:cubicBezTo>
                <a:cubicBezTo>
                  <a:pt x="1074546" y="22731"/>
                  <a:pt x="1077874" y="21978"/>
                  <a:pt x="1081428" y="21978"/>
                </a:cubicBezTo>
                <a:cubicBezTo>
                  <a:pt x="1084547" y="21978"/>
                  <a:pt x="1087285" y="22631"/>
                  <a:pt x="1089643" y="23936"/>
                </a:cubicBezTo>
                <a:cubicBezTo>
                  <a:pt x="1092000" y="25242"/>
                  <a:pt x="1093977" y="27083"/>
                  <a:pt x="1095572" y="29458"/>
                </a:cubicBezTo>
                <a:cubicBezTo>
                  <a:pt x="1097168" y="31834"/>
                  <a:pt x="1098365" y="34699"/>
                  <a:pt x="1099163" y="38054"/>
                </a:cubicBezTo>
                <a:cubicBezTo>
                  <a:pt x="1099961" y="41408"/>
                  <a:pt x="1100360" y="45153"/>
                  <a:pt x="1100360" y="49287"/>
                </a:cubicBezTo>
                <a:moveTo>
                  <a:pt x="1090676" y="49723"/>
                </a:moveTo>
                <a:cubicBezTo>
                  <a:pt x="1090676" y="46857"/>
                  <a:pt x="1090468" y="44228"/>
                  <a:pt x="1090051" y="41834"/>
                </a:cubicBezTo>
                <a:cubicBezTo>
                  <a:pt x="1089634" y="39441"/>
                  <a:pt x="1088972" y="37392"/>
                  <a:pt x="1088065" y="35687"/>
                </a:cubicBezTo>
                <a:cubicBezTo>
                  <a:pt x="1087158" y="33983"/>
                  <a:pt x="1085998" y="32650"/>
                  <a:pt x="1084583" y="31689"/>
                </a:cubicBezTo>
                <a:cubicBezTo>
                  <a:pt x="1083169" y="30728"/>
                  <a:pt x="1081483" y="30247"/>
                  <a:pt x="1079524" y="30247"/>
                </a:cubicBezTo>
                <a:cubicBezTo>
                  <a:pt x="1078327" y="30247"/>
                  <a:pt x="1077112" y="30437"/>
                  <a:pt x="1075879" y="30818"/>
                </a:cubicBezTo>
                <a:cubicBezTo>
                  <a:pt x="1074646" y="31199"/>
                  <a:pt x="1073368" y="31834"/>
                  <a:pt x="1072044" y="32722"/>
                </a:cubicBezTo>
                <a:cubicBezTo>
                  <a:pt x="1070720" y="33611"/>
                  <a:pt x="1069324" y="34789"/>
                  <a:pt x="1067855" y="36258"/>
                </a:cubicBezTo>
                <a:cubicBezTo>
                  <a:pt x="1066386" y="37727"/>
                  <a:pt x="1064818" y="39550"/>
                  <a:pt x="1063149" y="41726"/>
                </a:cubicBezTo>
                <a:lnTo>
                  <a:pt x="1063149" y="68219"/>
                </a:lnTo>
                <a:cubicBezTo>
                  <a:pt x="1064999" y="68944"/>
                  <a:pt x="1066885" y="69515"/>
                  <a:pt x="1068807" y="69933"/>
                </a:cubicBezTo>
                <a:cubicBezTo>
                  <a:pt x="1070729" y="70350"/>
                  <a:pt x="1072561" y="70558"/>
                  <a:pt x="1074302" y="70558"/>
                </a:cubicBezTo>
                <a:cubicBezTo>
                  <a:pt x="1076478" y="70558"/>
                  <a:pt x="1078554" y="70214"/>
                  <a:pt x="1080531" y="69525"/>
                </a:cubicBezTo>
                <a:cubicBezTo>
                  <a:pt x="1082507" y="68835"/>
                  <a:pt x="1084248" y="67684"/>
                  <a:pt x="1085753" y="66070"/>
                </a:cubicBezTo>
                <a:cubicBezTo>
                  <a:pt x="1087258" y="64456"/>
                  <a:pt x="1088455" y="62316"/>
                  <a:pt x="1089343" y="59651"/>
                </a:cubicBezTo>
                <a:cubicBezTo>
                  <a:pt x="1090232" y="56985"/>
                  <a:pt x="1090676" y="53676"/>
                  <a:pt x="1090676" y="49723"/>
                </a:cubicBezTo>
                <a:close/>
                <a:moveTo>
                  <a:pt x="1161285" y="47383"/>
                </a:moveTo>
                <a:cubicBezTo>
                  <a:pt x="1161285" y="48725"/>
                  <a:pt x="1161267" y="49849"/>
                  <a:pt x="1161231" y="50756"/>
                </a:cubicBezTo>
                <a:cubicBezTo>
                  <a:pt x="1161195" y="51663"/>
                  <a:pt x="1161140" y="52515"/>
                  <a:pt x="1161068" y="53313"/>
                </a:cubicBezTo>
                <a:lnTo>
                  <a:pt x="1122715" y="53313"/>
                </a:lnTo>
                <a:cubicBezTo>
                  <a:pt x="1122715" y="58898"/>
                  <a:pt x="1124275" y="63187"/>
                  <a:pt x="1127394" y="66179"/>
                </a:cubicBezTo>
                <a:cubicBezTo>
                  <a:pt x="1130513" y="69171"/>
                  <a:pt x="1135010" y="70667"/>
                  <a:pt x="1140885" y="70667"/>
                </a:cubicBezTo>
                <a:cubicBezTo>
                  <a:pt x="1142481" y="70667"/>
                  <a:pt x="1144077" y="70602"/>
                  <a:pt x="1145672" y="70473"/>
                </a:cubicBezTo>
                <a:cubicBezTo>
                  <a:pt x="1147268" y="70343"/>
                  <a:pt x="1148809" y="70167"/>
                  <a:pt x="1150296" y="69944"/>
                </a:cubicBezTo>
                <a:cubicBezTo>
                  <a:pt x="1151783" y="69721"/>
                  <a:pt x="1153207" y="69471"/>
                  <a:pt x="1154567" y="69193"/>
                </a:cubicBezTo>
                <a:cubicBezTo>
                  <a:pt x="1155927" y="68914"/>
                  <a:pt x="1157187" y="68608"/>
                  <a:pt x="1158348" y="68273"/>
                </a:cubicBezTo>
                <a:lnTo>
                  <a:pt x="1158348" y="76053"/>
                </a:lnTo>
                <a:cubicBezTo>
                  <a:pt x="1155773" y="76794"/>
                  <a:pt x="1152862" y="77396"/>
                  <a:pt x="1149616" y="77860"/>
                </a:cubicBezTo>
                <a:cubicBezTo>
                  <a:pt x="1146370" y="78323"/>
                  <a:pt x="1143007" y="78555"/>
                  <a:pt x="1139525" y="78555"/>
                </a:cubicBezTo>
                <a:cubicBezTo>
                  <a:pt x="1134846" y="78555"/>
                  <a:pt x="1130821" y="77920"/>
                  <a:pt x="1127448" y="76651"/>
                </a:cubicBezTo>
                <a:cubicBezTo>
                  <a:pt x="1124075" y="75382"/>
                  <a:pt x="1121310" y="73541"/>
                  <a:pt x="1119152" y="71129"/>
                </a:cubicBezTo>
                <a:cubicBezTo>
                  <a:pt x="1116994" y="68718"/>
                  <a:pt x="1115398" y="65762"/>
                  <a:pt x="1114364" y="62262"/>
                </a:cubicBezTo>
                <a:cubicBezTo>
                  <a:pt x="1113331" y="58762"/>
                  <a:pt x="1112814" y="54800"/>
                  <a:pt x="1112814" y="50375"/>
                </a:cubicBezTo>
                <a:cubicBezTo>
                  <a:pt x="1112814" y="46531"/>
                  <a:pt x="1113367" y="42895"/>
                  <a:pt x="1114473" y="39468"/>
                </a:cubicBezTo>
                <a:cubicBezTo>
                  <a:pt x="1115579" y="36041"/>
                  <a:pt x="1117193" y="33030"/>
                  <a:pt x="1119315" y="30437"/>
                </a:cubicBezTo>
                <a:cubicBezTo>
                  <a:pt x="1121437" y="27844"/>
                  <a:pt x="1124039" y="25786"/>
                  <a:pt x="1127122" y="24263"/>
                </a:cubicBezTo>
                <a:cubicBezTo>
                  <a:pt x="1130204" y="22740"/>
                  <a:pt x="1133704" y="21978"/>
                  <a:pt x="1137621" y="21978"/>
                </a:cubicBezTo>
                <a:cubicBezTo>
                  <a:pt x="1141429" y="21978"/>
                  <a:pt x="1144802" y="22576"/>
                  <a:pt x="1147740" y="23773"/>
                </a:cubicBezTo>
                <a:cubicBezTo>
                  <a:pt x="1150677" y="24970"/>
                  <a:pt x="1153152" y="26666"/>
                  <a:pt x="1155165" y="28860"/>
                </a:cubicBezTo>
                <a:cubicBezTo>
                  <a:pt x="1157178" y="31054"/>
                  <a:pt x="1158701" y="33720"/>
                  <a:pt x="1159735" y="36857"/>
                </a:cubicBezTo>
                <a:cubicBezTo>
                  <a:pt x="1160769" y="39994"/>
                  <a:pt x="1161285" y="43503"/>
                  <a:pt x="1161285" y="47383"/>
                </a:cubicBezTo>
                <a:moveTo>
                  <a:pt x="1151439" y="46023"/>
                </a:moveTo>
                <a:cubicBezTo>
                  <a:pt x="1151548" y="43593"/>
                  <a:pt x="1151312" y="41372"/>
                  <a:pt x="1150732" y="39359"/>
                </a:cubicBezTo>
                <a:cubicBezTo>
                  <a:pt x="1150151" y="37346"/>
                  <a:pt x="1149254" y="35615"/>
                  <a:pt x="1148039" y="34164"/>
                </a:cubicBezTo>
                <a:cubicBezTo>
                  <a:pt x="1146824" y="32713"/>
                  <a:pt x="1145310" y="31580"/>
                  <a:pt x="1143496" y="30764"/>
                </a:cubicBezTo>
                <a:cubicBezTo>
                  <a:pt x="1141683" y="29948"/>
                  <a:pt x="1139579" y="29540"/>
                  <a:pt x="1137186" y="29540"/>
                </a:cubicBezTo>
                <a:cubicBezTo>
                  <a:pt x="1135118" y="29540"/>
                  <a:pt x="1133233" y="29939"/>
                  <a:pt x="1131528" y="30737"/>
                </a:cubicBezTo>
                <a:cubicBezTo>
                  <a:pt x="1129823" y="31534"/>
                  <a:pt x="1128355" y="32659"/>
                  <a:pt x="1127122" y="34109"/>
                </a:cubicBezTo>
                <a:cubicBezTo>
                  <a:pt x="1125888" y="35560"/>
                  <a:pt x="1124891" y="37301"/>
                  <a:pt x="1124129" y="39332"/>
                </a:cubicBezTo>
                <a:cubicBezTo>
                  <a:pt x="1123368" y="41363"/>
                  <a:pt x="1122896" y="43593"/>
                  <a:pt x="1122715" y="46023"/>
                </a:cubicBezTo>
                <a:lnTo>
                  <a:pt x="1151439" y="46023"/>
                </a:lnTo>
                <a:close/>
                <a:moveTo>
                  <a:pt x="1178853" y="22957"/>
                </a:moveTo>
                <a:lnTo>
                  <a:pt x="1187503" y="22957"/>
                </a:lnTo>
                <a:lnTo>
                  <a:pt x="1187775" y="32996"/>
                </a:lnTo>
                <a:cubicBezTo>
                  <a:pt x="1191003" y="29124"/>
                  <a:pt x="1194185" y="26320"/>
                  <a:pt x="1197322" y="24584"/>
                </a:cubicBezTo>
                <a:cubicBezTo>
                  <a:pt x="1200459" y="22847"/>
                  <a:pt x="1203624" y="21978"/>
                  <a:pt x="1206815" y="21978"/>
                </a:cubicBezTo>
                <a:cubicBezTo>
                  <a:pt x="1212473" y="21978"/>
                  <a:pt x="1216762" y="23805"/>
                  <a:pt x="1219681" y="27459"/>
                </a:cubicBezTo>
                <a:cubicBezTo>
                  <a:pt x="1222601" y="31113"/>
                  <a:pt x="1223952" y="36539"/>
                  <a:pt x="1223734" y="43738"/>
                </a:cubicBezTo>
                <a:lnTo>
                  <a:pt x="1214159" y="43738"/>
                </a:lnTo>
                <a:cubicBezTo>
                  <a:pt x="1214268" y="38970"/>
                  <a:pt x="1213570" y="35512"/>
                  <a:pt x="1212065" y="33363"/>
                </a:cubicBezTo>
                <a:cubicBezTo>
                  <a:pt x="1210560" y="31213"/>
                  <a:pt x="1208357" y="30138"/>
                  <a:pt x="1205455" y="30138"/>
                </a:cubicBezTo>
                <a:cubicBezTo>
                  <a:pt x="1204186" y="30138"/>
                  <a:pt x="1202907" y="30364"/>
                  <a:pt x="1201620" y="30816"/>
                </a:cubicBezTo>
                <a:cubicBezTo>
                  <a:pt x="1200332" y="31268"/>
                  <a:pt x="1199009" y="31990"/>
                  <a:pt x="1197649" y="32982"/>
                </a:cubicBezTo>
                <a:cubicBezTo>
                  <a:pt x="1196289" y="33975"/>
                  <a:pt x="1194847" y="35248"/>
                  <a:pt x="1193324" y="36802"/>
                </a:cubicBezTo>
                <a:cubicBezTo>
                  <a:pt x="1191801" y="38355"/>
                  <a:pt x="1190169" y="40233"/>
                  <a:pt x="1188428" y="42436"/>
                </a:cubicBezTo>
                <a:lnTo>
                  <a:pt x="1188428" y="77576"/>
                </a:lnTo>
                <a:lnTo>
                  <a:pt x="1178853" y="77576"/>
                </a:lnTo>
                <a:lnTo>
                  <a:pt x="1178853" y="22957"/>
                </a:lnTo>
                <a:close/>
                <a:moveTo>
                  <a:pt x="1281341" y="62670"/>
                </a:moveTo>
                <a:cubicBezTo>
                  <a:pt x="1281341" y="64592"/>
                  <a:pt x="1281014" y="66315"/>
                  <a:pt x="1280361" y="67838"/>
                </a:cubicBezTo>
                <a:cubicBezTo>
                  <a:pt x="1279709" y="69361"/>
                  <a:pt x="1278820" y="70712"/>
                  <a:pt x="1277696" y="71891"/>
                </a:cubicBezTo>
                <a:cubicBezTo>
                  <a:pt x="1276571" y="73070"/>
                  <a:pt x="1275266" y="74076"/>
                  <a:pt x="1273779" y="74910"/>
                </a:cubicBezTo>
                <a:cubicBezTo>
                  <a:pt x="1272292" y="75744"/>
                  <a:pt x="1270705" y="76433"/>
                  <a:pt x="1269019" y="76977"/>
                </a:cubicBezTo>
                <a:cubicBezTo>
                  <a:pt x="1267332" y="77521"/>
                  <a:pt x="1265601" y="77920"/>
                  <a:pt x="1263823" y="78174"/>
                </a:cubicBezTo>
                <a:cubicBezTo>
                  <a:pt x="1262046" y="78428"/>
                  <a:pt x="1260306" y="78555"/>
                  <a:pt x="1258601" y="78555"/>
                </a:cubicBezTo>
                <a:cubicBezTo>
                  <a:pt x="1254902" y="78555"/>
                  <a:pt x="1251502" y="78392"/>
                  <a:pt x="1248401" y="78065"/>
                </a:cubicBezTo>
                <a:cubicBezTo>
                  <a:pt x="1245300" y="77739"/>
                  <a:pt x="1242263" y="77213"/>
                  <a:pt x="1239289" y="76488"/>
                </a:cubicBezTo>
                <a:lnTo>
                  <a:pt x="1239289" y="67784"/>
                </a:lnTo>
                <a:cubicBezTo>
                  <a:pt x="1242480" y="68690"/>
                  <a:pt x="1245654" y="69379"/>
                  <a:pt x="1248809" y="69851"/>
                </a:cubicBezTo>
                <a:cubicBezTo>
                  <a:pt x="1251964" y="70322"/>
                  <a:pt x="1255101" y="70558"/>
                  <a:pt x="1258220" y="70558"/>
                </a:cubicBezTo>
                <a:cubicBezTo>
                  <a:pt x="1262754" y="70558"/>
                  <a:pt x="1266108" y="69942"/>
                  <a:pt x="1268284" y="68708"/>
                </a:cubicBezTo>
                <a:cubicBezTo>
                  <a:pt x="1270460" y="67475"/>
                  <a:pt x="1271548" y="65716"/>
                  <a:pt x="1271548" y="63432"/>
                </a:cubicBezTo>
                <a:cubicBezTo>
                  <a:pt x="1271548" y="62452"/>
                  <a:pt x="1271376" y="61573"/>
                  <a:pt x="1271032" y="60793"/>
                </a:cubicBezTo>
                <a:cubicBezTo>
                  <a:pt x="1270687" y="60013"/>
                  <a:pt x="1270061" y="59270"/>
                  <a:pt x="1269155" y="58563"/>
                </a:cubicBezTo>
                <a:cubicBezTo>
                  <a:pt x="1268248" y="57855"/>
                  <a:pt x="1266843" y="57121"/>
                  <a:pt x="1264939" y="56359"/>
                </a:cubicBezTo>
                <a:cubicBezTo>
                  <a:pt x="1263035" y="55598"/>
                  <a:pt x="1260433" y="54727"/>
                  <a:pt x="1257132" y="53748"/>
                </a:cubicBezTo>
                <a:cubicBezTo>
                  <a:pt x="1254666" y="53023"/>
                  <a:pt x="1252390" y="52198"/>
                  <a:pt x="1250305" y="51273"/>
                </a:cubicBezTo>
                <a:cubicBezTo>
                  <a:pt x="1248219" y="50348"/>
                  <a:pt x="1246415" y="49251"/>
                  <a:pt x="1244892" y="47982"/>
                </a:cubicBezTo>
                <a:cubicBezTo>
                  <a:pt x="1243369" y="46712"/>
                  <a:pt x="1242172" y="45225"/>
                  <a:pt x="1241301" y="43521"/>
                </a:cubicBezTo>
                <a:cubicBezTo>
                  <a:pt x="1240431" y="41816"/>
                  <a:pt x="1239996" y="39803"/>
                  <a:pt x="1239996" y="37482"/>
                </a:cubicBezTo>
                <a:cubicBezTo>
                  <a:pt x="1239996" y="35959"/>
                  <a:pt x="1240349" y="34291"/>
                  <a:pt x="1241057" y="32477"/>
                </a:cubicBezTo>
                <a:cubicBezTo>
                  <a:pt x="1241764" y="30664"/>
                  <a:pt x="1242970" y="28978"/>
                  <a:pt x="1244674" y="27418"/>
                </a:cubicBezTo>
                <a:cubicBezTo>
                  <a:pt x="1246379" y="25859"/>
                  <a:pt x="1248682" y="24562"/>
                  <a:pt x="1251583" y="23528"/>
                </a:cubicBezTo>
                <a:cubicBezTo>
                  <a:pt x="1254485" y="22495"/>
                  <a:pt x="1258111" y="21978"/>
                  <a:pt x="1262463" y="21978"/>
                </a:cubicBezTo>
                <a:cubicBezTo>
                  <a:pt x="1264603" y="21978"/>
                  <a:pt x="1266979" y="22096"/>
                  <a:pt x="1269590" y="22332"/>
                </a:cubicBezTo>
                <a:cubicBezTo>
                  <a:pt x="1272201" y="22567"/>
                  <a:pt x="1274921" y="22975"/>
                  <a:pt x="1277750" y="23556"/>
                </a:cubicBezTo>
                <a:lnTo>
                  <a:pt x="1277750" y="31988"/>
                </a:lnTo>
                <a:cubicBezTo>
                  <a:pt x="1274776" y="31262"/>
                  <a:pt x="1271956" y="30728"/>
                  <a:pt x="1269291" y="30383"/>
                </a:cubicBezTo>
                <a:cubicBezTo>
                  <a:pt x="1266625" y="30038"/>
                  <a:pt x="1264313" y="29866"/>
                  <a:pt x="1262355" y="29866"/>
                </a:cubicBezTo>
                <a:cubicBezTo>
                  <a:pt x="1259997" y="29866"/>
                  <a:pt x="1258012" y="30047"/>
                  <a:pt x="1256398" y="30410"/>
                </a:cubicBezTo>
                <a:cubicBezTo>
                  <a:pt x="1254784" y="30773"/>
                  <a:pt x="1253478" y="31272"/>
                  <a:pt x="1252481" y="31906"/>
                </a:cubicBezTo>
                <a:cubicBezTo>
                  <a:pt x="1251484" y="32541"/>
                  <a:pt x="1250767" y="33284"/>
                  <a:pt x="1250332" y="34137"/>
                </a:cubicBezTo>
                <a:cubicBezTo>
                  <a:pt x="1249897" y="34989"/>
                  <a:pt x="1249679" y="35905"/>
                  <a:pt x="1249679" y="36884"/>
                </a:cubicBezTo>
                <a:cubicBezTo>
                  <a:pt x="1249679" y="37863"/>
                  <a:pt x="1249870" y="38752"/>
                  <a:pt x="1250250" y="39550"/>
                </a:cubicBezTo>
                <a:cubicBezTo>
                  <a:pt x="1250631" y="40347"/>
                  <a:pt x="1251338" y="41118"/>
                  <a:pt x="1252372" y="41862"/>
                </a:cubicBezTo>
                <a:cubicBezTo>
                  <a:pt x="1253406" y="42605"/>
                  <a:pt x="1254847" y="43349"/>
                  <a:pt x="1256697" y="44092"/>
                </a:cubicBezTo>
                <a:cubicBezTo>
                  <a:pt x="1258547" y="44836"/>
                  <a:pt x="1260958" y="45642"/>
                  <a:pt x="1263932" y="46513"/>
                </a:cubicBezTo>
                <a:cubicBezTo>
                  <a:pt x="1267160" y="47456"/>
                  <a:pt x="1269880" y="48444"/>
                  <a:pt x="1272092" y="49478"/>
                </a:cubicBezTo>
                <a:cubicBezTo>
                  <a:pt x="1274305" y="50511"/>
                  <a:pt x="1276100" y="51663"/>
                  <a:pt x="1277478" y="52932"/>
                </a:cubicBezTo>
                <a:cubicBezTo>
                  <a:pt x="1278856" y="54202"/>
                  <a:pt x="1279845" y="55634"/>
                  <a:pt x="1280443" y="57230"/>
                </a:cubicBezTo>
                <a:cubicBezTo>
                  <a:pt x="1281041" y="58826"/>
                  <a:pt x="1281341" y="60639"/>
                  <a:pt x="1281341" y="62670"/>
                </a:cubicBezTo>
                <a:close/>
                <a:moveTo>
                  <a:pt x="1321485" y="21978"/>
                </a:moveTo>
                <a:cubicBezTo>
                  <a:pt x="1322609" y="21978"/>
                  <a:pt x="1323679" y="22205"/>
                  <a:pt x="1324695" y="22658"/>
                </a:cubicBezTo>
                <a:cubicBezTo>
                  <a:pt x="1325710" y="23111"/>
                  <a:pt x="1326599" y="23719"/>
                  <a:pt x="1327360" y="24480"/>
                </a:cubicBezTo>
                <a:cubicBezTo>
                  <a:pt x="1328122" y="25242"/>
                  <a:pt x="1328730" y="26131"/>
                  <a:pt x="1329183" y="27146"/>
                </a:cubicBezTo>
                <a:cubicBezTo>
                  <a:pt x="1329636" y="28162"/>
                  <a:pt x="1329863" y="29231"/>
                  <a:pt x="1329863" y="30356"/>
                </a:cubicBezTo>
                <a:cubicBezTo>
                  <a:pt x="1329863" y="31516"/>
                  <a:pt x="1329636" y="32595"/>
                  <a:pt x="1329183" y="33593"/>
                </a:cubicBezTo>
                <a:cubicBezTo>
                  <a:pt x="1328730" y="34590"/>
                  <a:pt x="1328122" y="35469"/>
                  <a:pt x="1327360" y="36231"/>
                </a:cubicBezTo>
                <a:cubicBezTo>
                  <a:pt x="1326599" y="36993"/>
                  <a:pt x="1325710" y="37591"/>
                  <a:pt x="1324695" y="38026"/>
                </a:cubicBezTo>
                <a:cubicBezTo>
                  <a:pt x="1323679" y="38462"/>
                  <a:pt x="1322609" y="38679"/>
                  <a:pt x="1321485" y="38679"/>
                </a:cubicBezTo>
                <a:cubicBezTo>
                  <a:pt x="1320325" y="38679"/>
                  <a:pt x="1319246" y="38462"/>
                  <a:pt x="1318248" y="38026"/>
                </a:cubicBezTo>
                <a:cubicBezTo>
                  <a:pt x="1317251" y="37591"/>
                  <a:pt x="1316371" y="36993"/>
                  <a:pt x="1315610" y="36231"/>
                </a:cubicBezTo>
                <a:cubicBezTo>
                  <a:pt x="1314848" y="35469"/>
                  <a:pt x="1314250" y="34590"/>
                  <a:pt x="1313815" y="33593"/>
                </a:cubicBezTo>
                <a:cubicBezTo>
                  <a:pt x="1313379" y="32595"/>
                  <a:pt x="1313162" y="31516"/>
                  <a:pt x="1313162" y="30356"/>
                </a:cubicBezTo>
                <a:cubicBezTo>
                  <a:pt x="1313162" y="29231"/>
                  <a:pt x="1313379" y="28162"/>
                  <a:pt x="1313815" y="27146"/>
                </a:cubicBezTo>
                <a:cubicBezTo>
                  <a:pt x="1314250" y="26131"/>
                  <a:pt x="1314848" y="25242"/>
                  <a:pt x="1315610" y="24480"/>
                </a:cubicBezTo>
                <a:cubicBezTo>
                  <a:pt x="1316371" y="23719"/>
                  <a:pt x="1317251" y="23111"/>
                  <a:pt x="1318248" y="22658"/>
                </a:cubicBezTo>
                <a:cubicBezTo>
                  <a:pt x="1319246" y="22205"/>
                  <a:pt x="1320325" y="21978"/>
                  <a:pt x="1321485" y="21978"/>
                </a:cubicBezTo>
                <a:moveTo>
                  <a:pt x="1321485" y="61854"/>
                </a:moveTo>
                <a:cubicBezTo>
                  <a:pt x="1322609" y="61854"/>
                  <a:pt x="1323679" y="62081"/>
                  <a:pt x="1324695" y="62534"/>
                </a:cubicBezTo>
                <a:cubicBezTo>
                  <a:pt x="1325710" y="62987"/>
                  <a:pt x="1326599" y="63595"/>
                  <a:pt x="1327360" y="64356"/>
                </a:cubicBezTo>
                <a:cubicBezTo>
                  <a:pt x="1328122" y="65118"/>
                  <a:pt x="1328730" y="66007"/>
                  <a:pt x="1329183" y="67022"/>
                </a:cubicBezTo>
                <a:cubicBezTo>
                  <a:pt x="1329636" y="68038"/>
                  <a:pt x="1329863" y="69107"/>
                  <a:pt x="1329863" y="70232"/>
                </a:cubicBezTo>
                <a:cubicBezTo>
                  <a:pt x="1329863" y="71392"/>
                  <a:pt x="1329636" y="72471"/>
                  <a:pt x="1329183" y="73469"/>
                </a:cubicBezTo>
                <a:cubicBezTo>
                  <a:pt x="1328730" y="74466"/>
                  <a:pt x="1328122" y="75345"/>
                  <a:pt x="1327360" y="76107"/>
                </a:cubicBezTo>
                <a:cubicBezTo>
                  <a:pt x="1326599" y="76869"/>
                  <a:pt x="1325710" y="77467"/>
                  <a:pt x="1324695" y="77902"/>
                </a:cubicBezTo>
                <a:cubicBezTo>
                  <a:pt x="1323679" y="78337"/>
                  <a:pt x="1322609" y="78555"/>
                  <a:pt x="1321485" y="78555"/>
                </a:cubicBezTo>
                <a:cubicBezTo>
                  <a:pt x="1320325" y="78555"/>
                  <a:pt x="1319246" y="78337"/>
                  <a:pt x="1318248" y="77902"/>
                </a:cubicBezTo>
                <a:cubicBezTo>
                  <a:pt x="1317251" y="77467"/>
                  <a:pt x="1316371" y="76869"/>
                  <a:pt x="1315610" y="76107"/>
                </a:cubicBezTo>
                <a:cubicBezTo>
                  <a:pt x="1314848" y="75345"/>
                  <a:pt x="1314250" y="74466"/>
                  <a:pt x="1313815" y="73469"/>
                </a:cubicBezTo>
                <a:cubicBezTo>
                  <a:pt x="1313379" y="72471"/>
                  <a:pt x="1313162" y="71392"/>
                  <a:pt x="1313162" y="70232"/>
                </a:cubicBezTo>
                <a:cubicBezTo>
                  <a:pt x="1313162" y="69107"/>
                  <a:pt x="1313379" y="68038"/>
                  <a:pt x="1313815" y="67022"/>
                </a:cubicBezTo>
                <a:cubicBezTo>
                  <a:pt x="1314250" y="66007"/>
                  <a:pt x="1314848" y="65118"/>
                  <a:pt x="1315610" y="64356"/>
                </a:cubicBezTo>
                <a:cubicBezTo>
                  <a:pt x="1316371" y="63595"/>
                  <a:pt x="1317251" y="62987"/>
                  <a:pt x="1318248" y="62534"/>
                </a:cubicBezTo>
                <a:cubicBezTo>
                  <a:pt x="1319246" y="62081"/>
                  <a:pt x="1320325" y="61854"/>
                  <a:pt x="1321485" y="61854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9" name="Text forjinrange...">
            <a:extLst xmlns:a="http://schemas.openxmlformats.org/drawingml/2006/main">
              <a:ext uri="{FF2B5EF4-FFF2-40B4-BE49-F238E27FC236}">
                <a16:creationId xmlns:a16="http://schemas.microsoft.com/office/drawing/2014/main" id="{EFE966F1-28D4-42AE-BD07-209ADEB73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5318" y="2479577"/>
            <a:ext cx="1022733" cy="100424"/>
          </a:xfrm>
          <a:custGeom xmlns:a="http://schemas.openxmlformats.org/drawingml/2006/main">
            <a:pathLst>
              <a:path w="1022733" h="100424">
                <a:moveTo>
                  <a:pt x="57175" y="9466"/>
                </a:moveTo>
                <a:cubicBezTo>
                  <a:pt x="52207" y="8414"/>
                  <a:pt x="47927" y="7888"/>
                  <a:pt x="44337" y="7888"/>
                </a:cubicBezTo>
                <a:cubicBezTo>
                  <a:pt x="35814" y="7888"/>
                  <a:pt x="31553" y="12349"/>
                  <a:pt x="31553" y="21271"/>
                </a:cubicBezTo>
                <a:lnTo>
                  <a:pt x="31553" y="30845"/>
                </a:lnTo>
                <a:lnTo>
                  <a:pt x="55489" y="30845"/>
                </a:lnTo>
                <a:lnTo>
                  <a:pt x="55489" y="38734"/>
                </a:lnTo>
                <a:lnTo>
                  <a:pt x="31553" y="38734"/>
                </a:lnTo>
                <a:lnTo>
                  <a:pt x="31553" y="77576"/>
                </a:lnTo>
                <a:lnTo>
                  <a:pt x="21924" y="77576"/>
                </a:lnTo>
                <a:lnTo>
                  <a:pt x="21924" y="38734"/>
                </a:lnTo>
                <a:lnTo>
                  <a:pt x="4352" y="38734"/>
                </a:lnTo>
                <a:lnTo>
                  <a:pt x="4352" y="30845"/>
                </a:lnTo>
                <a:lnTo>
                  <a:pt x="21924" y="30845"/>
                </a:lnTo>
                <a:lnTo>
                  <a:pt x="21924" y="21815"/>
                </a:lnTo>
                <a:cubicBezTo>
                  <a:pt x="21924" y="7272"/>
                  <a:pt x="29503" y="0"/>
                  <a:pt x="44663" y="0"/>
                </a:cubicBezTo>
                <a:cubicBezTo>
                  <a:pt x="48435" y="0"/>
                  <a:pt x="52606" y="435"/>
                  <a:pt x="57175" y="1306"/>
                </a:cubicBezTo>
                <a:lnTo>
                  <a:pt x="57175" y="9466"/>
                </a:lnTo>
                <a:moveTo>
                  <a:pt x="0" y="22957"/>
                </a:moveTo>
                <a:lnTo>
                  <a:pt x="0" y="22957"/>
                </a:lnTo>
                <a:close/>
                <a:moveTo>
                  <a:pt x="117719" y="49831"/>
                </a:moveTo>
                <a:cubicBezTo>
                  <a:pt x="117719" y="54075"/>
                  <a:pt x="117121" y="57964"/>
                  <a:pt x="115924" y="61500"/>
                </a:cubicBezTo>
                <a:cubicBezTo>
                  <a:pt x="114727" y="65036"/>
                  <a:pt x="113005" y="68065"/>
                  <a:pt x="110756" y="70585"/>
                </a:cubicBezTo>
                <a:cubicBezTo>
                  <a:pt x="108508" y="73106"/>
                  <a:pt x="105769" y="75064"/>
                  <a:pt x="102542" y="76461"/>
                </a:cubicBezTo>
                <a:cubicBezTo>
                  <a:pt x="99314" y="77857"/>
                  <a:pt x="95651" y="78555"/>
                  <a:pt x="91553" y="78555"/>
                </a:cubicBezTo>
                <a:cubicBezTo>
                  <a:pt x="87636" y="78555"/>
                  <a:pt x="84127" y="77948"/>
                  <a:pt x="81026" y="76733"/>
                </a:cubicBezTo>
                <a:cubicBezTo>
                  <a:pt x="77925" y="75518"/>
                  <a:pt x="75296" y="73732"/>
                  <a:pt x="73138" y="71374"/>
                </a:cubicBezTo>
                <a:cubicBezTo>
                  <a:pt x="70980" y="69017"/>
                  <a:pt x="69330" y="66097"/>
                  <a:pt x="68187" y="62616"/>
                </a:cubicBezTo>
                <a:cubicBezTo>
                  <a:pt x="67045" y="59134"/>
                  <a:pt x="66474" y="55126"/>
                  <a:pt x="66474" y="50593"/>
                </a:cubicBezTo>
                <a:cubicBezTo>
                  <a:pt x="66474" y="46350"/>
                  <a:pt x="67072" y="42478"/>
                  <a:pt x="68269" y="38978"/>
                </a:cubicBezTo>
                <a:cubicBezTo>
                  <a:pt x="69466" y="35479"/>
                  <a:pt x="71188" y="32468"/>
                  <a:pt x="73437" y="29948"/>
                </a:cubicBezTo>
                <a:cubicBezTo>
                  <a:pt x="75686" y="27427"/>
                  <a:pt x="78424" y="25469"/>
                  <a:pt x="81652" y="24072"/>
                </a:cubicBezTo>
                <a:cubicBezTo>
                  <a:pt x="84879" y="22676"/>
                  <a:pt x="88542" y="21978"/>
                  <a:pt x="92641" y="21978"/>
                </a:cubicBezTo>
                <a:cubicBezTo>
                  <a:pt x="96557" y="21978"/>
                  <a:pt x="100066" y="22585"/>
                  <a:pt x="103167" y="23800"/>
                </a:cubicBezTo>
                <a:cubicBezTo>
                  <a:pt x="106268" y="25015"/>
                  <a:pt x="108897" y="26793"/>
                  <a:pt x="111055" y="29132"/>
                </a:cubicBezTo>
                <a:cubicBezTo>
                  <a:pt x="113213" y="31471"/>
                  <a:pt x="114863" y="34381"/>
                  <a:pt x="116006" y="37863"/>
                </a:cubicBezTo>
                <a:cubicBezTo>
                  <a:pt x="117148" y="41345"/>
                  <a:pt x="117719" y="45334"/>
                  <a:pt x="117719" y="49831"/>
                </a:cubicBezTo>
                <a:moveTo>
                  <a:pt x="108036" y="50267"/>
                </a:moveTo>
                <a:cubicBezTo>
                  <a:pt x="108036" y="46894"/>
                  <a:pt x="107664" y="43947"/>
                  <a:pt x="106921" y="41426"/>
                </a:cubicBezTo>
                <a:cubicBezTo>
                  <a:pt x="106177" y="38906"/>
                  <a:pt x="105117" y="36802"/>
                  <a:pt x="103738" y="35116"/>
                </a:cubicBezTo>
                <a:cubicBezTo>
                  <a:pt x="102360" y="33429"/>
                  <a:pt x="100683" y="32160"/>
                  <a:pt x="98706" y="31308"/>
                </a:cubicBezTo>
                <a:cubicBezTo>
                  <a:pt x="96730" y="30456"/>
                  <a:pt x="94527" y="30029"/>
                  <a:pt x="92097" y="30029"/>
                </a:cubicBezTo>
                <a:cubicBezTo>
                  <a:pt x="89268" y="30029"/>
                  <a:pt x="86847" y="30582"/>
                  <a:pt x="84834" y="31689"/>
                </a:cubicBezTo>
                <a:cubicBezTo>
                  <a:pt x="82821" y="32795"/>
                  <a:pt x="81171" y="34273"/>
                  <a:pt x="79884" y="36122"/>
                </a:cubicBezTo>
                <a:cubicBezTo>
                  <a:pt x="78596" y="37972"/>
                  <a:pt x="77653" y="40121"/>
                  <a:pt x="77055" y="42569"/>
                </a:cubicBezTo>
                <a:cubicBezTo>
                  <a:pt x="76456" y="45017"/>
                  <a:pt x="76157" y="47583"/>
                  <a:pt x="76157" y="50267"/>
                </a:cubicBezTo>
                <a:cubicBezTo>
                  <a:pt x="76157" y="53639"/>
                  <a:pt x="76529" y="56595"/>
                  <a:pt x="77272" y="59134"/>
                </a:cubicBezTo>
                <a:cubicBezTo>
                  <a:pt x="78016" y="61673"/>
                  <a:pt x="79077" y="63785"/>
                  <a:pt x="80455" y="65472"/>
                </a:cubicBezTo>
                <a:cubicBezTo>
                  <a:pt x="81833" y="67158"/>
                  <a:pt x="83501" y="68427"/>
                  <a:pt x="85460" y="69280"/>
                </a:cubicBezTo>
                <a:cubicBezTo>
                  <a:pt x="87418" y="70132"/>
                  <a:pt x="89630" y="70558"/>
                  <a:pt x="92097" y="70558"/>
                </a:cubicBezTo>
                <a:cubicBezTo>
                  <a:pt x="94925" y="70558"/>
                  <a:pt x="97346" y="70005"/>
                  <a:pt x="99359" y="68899"/>
                </a:cubicBezTo>
                <a:cubicBezTo>
                  <a:pt x="101372" y="67793"/>
                  <a:pt x="103022" y="66315"/>
                  <a:pt x="104310" y="64465"/>
                </a:cubicBezTo>
                <a:cubicBezTo>
                  <a:pt x="105597" y="62616"/>
                  <a:pt x="106540" y="60467"/>
                  <a:pt x="107138" y="58019"/>
                </a:cubicBezTo>
                <a:cubicBezTo>
                  <a:pt x="107737" y="55571"/>
                  <a:pt x="108036" y="52987"/>
                  <a:pt x="108036" y="50267"/>
                </a:cubicBezTo>
                <a:close/>
                <a:moveTo>
                  <a:pt x="133873" y="22957"/>
                </a:moveTo>
                <a:lnTo>
                  <a:pt x="142523" y="22957"/>
                </a:lnTo>
                <a:lnTo>
                  <a:pt x="142795" y="32996"/>
                </a:lnTo>
                <a:cubicBezTo>
                  <a:pt x="146023" y="29124"/>
                  <a:pt x="149205" y="26320"/>
                  <a:pt x="152343" y="24584"/>
                </a:cubicBezTo>
                <a:cubicBezTo>
                  <a:pt x="155480" y="22847"/>
                  <a:pt x="158644" y="21978"/>
                  <a:pt x="161836" y="21978"/>
                </a:cubicBezTo>
                <a:cubicBezTo>
                  <a:pt x="167493" y="21978"/>
                  <a:pt x="171782" y="23805"/>
                  <a:pt x="174701" y="27459"/>
                </a:cubicBezTo>
                <a:cubicBezTo>
                  <a:pt x="177621" y="31113"/>
                  <a:pt x="178972" y="36539"/>
                  <a:pt x="178754" y="43738"/>
                </a:cubicBezTo>
                <a:lnTo>
                  <a:pt x="169180" y="43738"/>
                </a:lnTo>
                <a:cubicBezTo>
                  <a:pt x="169288" y="38970"/>
                  <a:pt x="168590" y="35512"/>
                  <a:pt x="167085" y="33363"/>
                </a:cubicBezTo>
                <a:cubicBezTo>
                  <a:pt x="165580" y="31213"/>
                  <a:pt x="163377" y="30138"/>
                  <a:pt x="160475" y="30138"/>
                </a:cubicBezTo>
                <a:cubicBezTo>
                  <a:pt x="159206" y="30138"/>
                  <a:pt x="157928" y="30364"/>
                  <a:pt x="156640" y="30816"/>
                </a:cubicBezTo>
                <a:cubicBezTo>
                  <a:pt x="155353" y="31268"/>
                  <a:pt x="154029" y="31990"/>
                  <a:pt x="152669" y="32982"/>
                </a:cubicBezTo>
                <a:cubicBezTo>
                  <a:pt x="151309" y="33975"/>
                  <a:pt x="149867" y="35248"/>
                  <a:pt x="148344" y="36802"/>
                </a:cubicBezTo>
                <a:cubicBezTo>
                  <a:pt x="146821" y="38355"/>
                  <a:pt x="145189" y="40233"/>
                  <a:pt x="143448" y="42436"/>
                </a:cubicBezTo>
                <a:lnTo>
                  <a:pt x="143448" y="77576"/>
                </a:lnTo>
                <a:lnTo>
                  <a:pt x="133873" y="77576"/>
                </a:lnTo>
                <a:lnTo>
                  <a:pt x="133873" y="22957"/>
                </a:lnTo>
                <a:close/>
                <a:moveTo>
                  <a:pt x="291574" y="22957"/>
                </a:moveTo>
                <a:lnTo>
                  <a:pt x="291574" y="76597"/>
                </a:lnTo>
                <a:cubicBezTo>
                  <a:pt x="291574" y="80405"/>
                  <a:pt x="291030" y="83787"/>
                  <a:pt x="289942" y="86742"/>
                </a:cubicBezTo>
                <a:cubicBezTo>
                  <a:pt x="288854" y="89698"/>
                  <a:pt x="287295" y="92192"/>
                  <a:pt x="285264" y="94223"/>
                </a:cubicBezTo>
                <a:cubicBezTo>
                  <a:pt x="283233" y="96254"/>
                  <a:pt x="280740" y="97795"/>
                  <a:pt x="277784" y="98847"/>
                </a:cubicBezTo>
                <a:cubicBezTo>
                  <a:pt x="274828" y="99898"/>
                  <a:pt x="271500" y="100424"/>
                  <a:pt x="267801" y="100424"/>
                </a:cubicBezTo>
                <a:cubicBezTo>
                  <a:pt x="265117" y="100424"/>
                  <a:pt x="262497" y="100174"/>
                  <a:pt x="259940" y="99675"/>
                </a:cubicBezTo>
                <a:cubicBezTo>
                  <a:pt x="257383" y="99176"/>
                  <a:pt x="255071" y="98483"/>
                  <a:pt x="253004" y="97595"/>
                </a:cubicBezTo>
                <a:lnTo>
                  <a:pt x="253004" y="88565"/>
                </a:lnTo>
                <a:cubicBezTo>
                  <a:pt x="254128" y="89153"/>
                  <a:pt x="255334" y="89686"/>
                  <a:pt x="256622" y="90165"/>
                </a:cubicBezTo>
                <a:cubicBezTo>
                  <a:pt x="257909" y="90643"/>
                  <a:pt x="259233" y="91047"/>
                  <a:pt x="260593" y="91378"/>
                </a:cubicBezTo>
                <a:cubicBezTo>
                  <a:pt x="261953" y="91710"/>
                  <a:pt x="263322" y="91959"/>
                  <a:pt x="264700" y="92125"/>
                </a:cubicBezTo>
                <a:cubicBezTo>
                  <a:pt x="266079" y="92290"/>
                  <a:pt x="267420" y="92373"/>
                  <a:pt x="268726" y="92373"/>
                </a:cubicBezTo>
                <a:cubicBezTo>
                  <a:pt x="272860" y="92373"/>
                  <a:pt x="276106" y="91067"/>
                  <a:pt x="278464" y="88456"/>
                </a:cubicBezTo>
                <a:cubicBezTo>
                  <a:pt x="280821" y="85845"/>
                  <a:pt x="282000" y="82000"/>
                  <a:pt x="282000" y="76923"/>
                </a:cubicBezTo>
                <a:lnTo>
                  <a:pt x="282000" y="30791"/>
                </a:lnTo>
                <a:lnTo>
                  <a:pt x="255235" y="30791"/>
                </a:lnTo>
                <a:lnTo>
                  <a:pt x="255235" y="22957"/>
                </a:lnTo>
                <a:lnTo>
                  <a:pt x="291574" y="22957"/>
                </a:lnTo>
                <a:moveTo>
                  <a:pt x="285862" y="0"/>
                </a:moveTo>
                <a:cubicBezTo>
                  <a:pt x="286914" y="0"/>
                  <a:pt x="287893" y="190"/>
                  <a:pt x="288800" y="571"/>
                </a:cubicBezTo>
                <a:cubicBezTo>
                  <a:pt x="289707" y="952"/>
                  <a:pt x="290495" y="1487"/>
                  <a:pt x="291166" y="2176"/>
                </a:cubicBezTo>
                <a:cubicBezTo>
                  <a:pt x="291837" y="2865"/>
                  <a:pt x="292363" y="3663"/>
                  <a:pt x="292744" y="4570"/>
                </a:cubicBezTo>
                <a:cubicBezTo>
                  <a:pt x="293125" y="5476"/>
                  <a:pt x="293315" y="6437"/>
                  <a:pt x="293315" y="7453"/>
                </a:cubicBezTo>
                <a:cubicBezTo>
                  <a:pt x="293315" y="8505"/>
                  <a:pt x="293125" y="9475"/>
                  <a:pt x="292744" y="10363"/>
                </a:cubicBezTo>
                <a:cubicBezTo>
                  <a:pt x="292363" y="11252"/>
                  <a:pt x="291837" y="12041"/>
                  <a:pt x="291166" y="12730"/>
                </a:cubicBezTo>
                <a:cubicBezTo>
                  <a:pt x="290495" y="13419"/>
                  <a:pt x="289707" y="13954"/>
                  <a:pt x="288800" y="14335"/>
                </a:cubicBezTo>
                <a:cubicBezTo>
                  <a:pt x="287893" y="14715"/>
                  <a:pt x="286914" y="14906"/>
                  <a:pt x="285862" y="14906"/>
                </a:cubicBezTo>
                <a:cubicBezTo>
                  <a:pt x="284811" y="14906"/>
                  <a:pt x="283831" y="14715"/>
                  <a:pt x="282925" y="14335"/>
                </a:cubicBezTo>
                <a:cubicBezTo>
                  <a:pt x="282018" y="13954"/>
                  <a:pt x="281229" y="13419"/>
                  <a:pt x="280558" y="12730"/>
                </a:cubicBezTo>
                <a:cubicBezTo>
                  <a:pt x="279887" y="12041"/>
                  <a:pt x="279361" y="11252"/>
                  <a:pt x="278981" y="10363"/>
                </a:cubicBezTo>
                <a:cubicBezTo>
                  <a:pt x="278600" y="9475"/>
                  <a:pt x="278409" y="8505"/>
                  <a:pt x="278409" y="7453"/>
                </a:cubicBezTo>
                <a:cubicBezTo>
                  <a:pt x="278409" y="6437"/>
                  <a:pt x="278600" y="5476"/>
                  <a:pt x="278981" y="4570"/>
                </a:cubicBezTo>
                <a:cubicBezTo>
                  <a:pt x="279361" y="3663"/>
                  <a:pt x="279887" y="2865"/>
                  <a:pt x="280558" y="2176"/>
                </a:cubicBezTo>
                <a:cubicBezTo>
                  <a:pt x="281229" y="1487"/>
                  <a:pt x="282018" y="952"/>
                  <a:pt x="282925" y="571"/>
                </a:cubicBezTo>
                <a:cubicBezTo>
                  <a:pt x="283831" y="190"/>
                  <a:pt x="284811" y="0"/>
                  <a:pt x="285862" y="0"/>
                </a:cubicBezTo>
                <a:close/>
                <a:moveTo>
                  <a:pt x="396125" y="30791"/>
                </a:moveTo>
                <a:lnTo>
                  <a:pt x="379968" y="30791"/>
                </a:lnTo>
                <a:lnTo>
                  <a:pt x="379968" y="22957"/>
                </a:lnTo>
                <a:lnTo>
                  <a:pt x="405700" y="22957"/>
                </a:lnTo>
                <a:lnTo>
                  <a:pt x="405700" y="69688"/>
                </a:lnTo>
                <a:lnTo>
                  <a:pt x="421966" y="69688"/>
                </a:lnTo>
                <a:lnTo>
                  <a:pt x="421966" y="77576"/>
                </a:lnTo>
                <a:lnTo>
                  <a:pt x="378173" y="77576"/>
                </a:lnTo>
                <a:lnTo>
                  <a:pt x="378173" y="69688"/>
                </a:lnTo>
                <a:lnTo>
                  <a:pt x="396125" y="69688"/>
                </a:lnTo>
                <a:lnTo>
                  <a:pt x="396125" y="30791"/>
                </a:lnTo>
                <a:moveTo>
                  <a:pt x="399444" y="0"/>
                </a:moveTo>
                <a:cubicBezTo>
                  <a:pt x="400495" y="0"/>
                  <a:pt x="401475" y="190"/>
                  <a:pt x="402381" y="571"/>
                </a:cubicBezTo>
                <a:cubicBezTo>
                  <a:pt x="403288" y="952"/>
                  <a:pt x="404077" y="1487"/>
                  <a:pt x="404748" y="2176"/>
                </a:cubicBezTo>
                <a:cubicBezTo>
                  <a:pt x="405419" y="2865"/>
                  <a:pt x="405945" y="3654"/>
                  <a:pt x="406325" y="4542"/>
                </a:cubicBezTo>
                <a:cubicBezTo>
                  <a:pt x="406706" y="5431"/>
                  <a:pt x="406897" y="6401"/>
                  <a:pt x="406897" y="7453"/>
                </a:cubicBezTo>
                <a:cubicBezTo>
                  <a:pt x="406897" y="8468"/>
                  <a:pt x="406706" y="9430"/>
                  <a:pt x="406325" y="10336"/>
                </a:cubicBezTo>
                <a:cubicBezTo>
                  <a:pt x="405945" y="11243"/>
                  <a:pt x="405419" y="12041"/>
                  <a:pt x="404748" y="12730"/>
                </a:cubicBezTo>
                <a:cubicBezTo>
                  <a:pt x="404077" y="13419"/>
                  <a:pt x="403288" y="13954"/>
                  <a:pt x="402381" y="14335"/>
                </a:cubicBezTo>
                <a:cubicBezTo>
                  <a:pt x="401475" y="14715"/>
                  <a:pt x="400495" y="14906"/>
                  <a:pt x="399444" y="14906"/>
                </a:cubicBezTo>
                <a:cubicBezTo>
                  <a:pt x="398392" y="14906"/>
                  <a:pt x="397413" y="14715"/>
                  <a:pt x="396506" y="14335"/>
                </a:cubicBezTo>
                <a:cubicBezTo>
                  <a:pt x="395599" y="13954"/>
                  <a:pt x="394810" y="13419"/>
                  <a:pt x="394139" y="12730"/>
                </a:cubicBezTo>
                <a:cubicBezTo>
                  <a:pt x="393469" y="12041"/>
                  <a:pt x="392943" y="11243"/>
                  <a:pt x="392562" y="10336"/>
                </a:cubicBezTo>
                <a:cubicBezTo>
                  <a:pt x="392181" y="9430"/>
                  <a:pt x="391991" y="8468"/>
                  <a:pt x="391991" y="7453"/>
                </a:cubicBezTo>
                <a:cubicBezTo>
                  <a:pt x="391991" y="6401"/>
                  <a:pt x="392181" y="5431"/>
                  <a:pt x="392562" y="4542"/>
                </a:cubicBezTo>
                <a:cubicBezTo>
                  <a:pt x="392943" y="3654"/>
                  <a:pt x="393469" y="2865"/>
                  <a:pt x="394139" y="2176"/>
                </a:cubicBezTo>
                <a:cubicBezTo>
                  <a:pt x="394810" y="1487"/>
                  <a:pt x="395599" y="952"/>
                  <a:pt x="396506" y="571"/>
                </a:cubicBezTo>
                <a:cubicBezTo>
                  <a:pt x="397413" y="190"/>
                  <a:pt x="398392" y="0"/>
                  <a:pt x="399444" y="0"/>
                </a:cubicBezTo>
                <a:close/>
                <a:moveTo>
                  <a:pt x="438989" y="22957"/>
                </a:moveTo>
                <a:lnTo>
                  <a:pt x="447422" y="22957"/>
                </a:lnTo>
                <a:lnTo>
                  <a:pt x="447802" y="31770"/>
                </a:lnTo>
                <a:cubicBezTo>
                  <a:pt x="449398" y="29884"/>
                  <a:pt x="450939" y="28316"/>
                  <a:pt x="452426" y="27065"/>
                </a:cubicBezTo>
                <a:cubicBezTo>
                  <a:pt x="453913" y="25813"/>
                  <a:pt x="455373" y="24807"/>
                  <a:pt x="456806" y="24045"/>
                </a:cubicBezTo>
                <a:cubicBezTo>
                  <a:pt x="458238" y="23284"/>
                  <a:pt x="459698" y="22749"/>
                  <a:pt x="461185" y="22440"/>
                </a:cubicBezTo>
                <a:cubicBezTo>
                  <a:pt x="462672" y="22132"/>
                  <a:pt x="464213" y="21978"/>
                  <a:pt x="465809" y="21978"/>
                </a:cubicBezTo>
                <a:cubicBezTo>
                  <a:pt x="471431" y="21978"/>
                  <a:pt x="475683" y="23637"/>
                  <a:pt x="478566" y="26956"/>
                </a:cubicBezTo>
                <a:cubicBezTo>
                  <a:pt x="481449" y="30274"/>
                  <a:pt x="482891" y="35270"/>
                  <a:pt x="482891" y="41943"/>
                </a:cubicBezTo>
                <a:lnTo>
                  <a:pt x="482891" y="77576"/>
                </a:lnTo>
                <a:lnTo>
                  <a:pt x="473425" y="77576"/>
                </a:lnTo>
                <a:lnTo>
                  <a:pt x="473425" y="42705"/>
                </a:lnTo>
                <a:cubicBezTo>
                  <a:pt x="473425" y="38425"/>
                  <a:pt x="472627" y="35261"/>
                  <a:pt x="471032" y="33212"/>
                </a:cubicBezTo>
                <a:cubicBezTo>
                  <a:pt x="469436" y="31163"/>
                  <a:pt x="467060" y="30138"/>
                  <a:pt x="463905" y="30138"/>
                </a:cubicBezTo>
                <a:cubicBezTo>
                  <a:pt x="462744" y="30138"/>
                  <a:pt x="461611" y="30310"/>
                  <a:pt x="460505" y="30655"/>
                </a:cubicBezTo>
                <a:cubicBezTo>
                  <a:pt x="459399" y="31000"/>
                  <a:pt x="458247" y="31598"/>
                  <a:pt x="457051" y="32450"/>
                </a:cubicBezTo>
                <a:cubicBezTo>
                  <a:pt x="455854" y="33302"/>
                  <a:pt x="454557" y="34454"/>
                  <a:pt x="453161" y="35905"/>
                </a:cubicBezTo>
                <a:cubicBezTo>
                  <a:pt x="451765" y="37355"/>
                  <a:pt x="450196" y="39169"/>
                  <a:pt x="448455" y="41345"/>
                </a:cubicBezTo>
                <a:lnTo>
                  <a:pt x="448455" y="77576"/>
                </a:lnTo>
                <a:lnTo>
                  <a:pt x="438989" y="77576"/>
                </a:lnTo>
                <a:lnTo>
                  <a:pt x="438989" y="22957"/>
                </a:lnTo>
                <a:close/>
                <a:moveTo>
                  <a:pt x="564159" y="22957"/>
                </a:moveTo>
                <a:lnTo>
                  <a:pt x="572809" y="22957"/>
                </a:lnTo>
                <a:lnTo>
                  <a:pt x="573081" y="32996"/>
                </a:lnTo>
                <a:cubicBezTo>
                  <a:pt x="576308" y="29124"/>
                  <a:pt x="579491" y="26320"/>
                  <a:pt x="582628" y="24584"/>
                </a:cubicBezTo>
                <a:cubicBezTo>
                  <a:pt x="585765" y="22847"/>
                  <a:pt x="588929" y="21978"/>
                  <a:pt x="592121" y="21978"/>
                </a:cubicBezTo>
                <a:cubicBezTo>
                  <a:pt x="597779" y="21978"/>
                  <a:pt x="602067" y="23805"/>
                  <a:pt x="604987" y="27459"/>
                </a:cubicBezTo>
                <a:cubicBezTo>
                  <a:pt x="607906" y="31113"/>
                  <a:pt x="609257" y="36539"/>
                  <a:pt x="609040" y="43738"/>
                </a:cubicBezTo>
                <a:lnTo>
                  <a:pt x="599465" y="43738"/>
                </a:lnTo>
                <a:cubicBezTo>
                  <a:pt x="599574" y="38970"/>
                  <a:pt x="598876" y="35512"/>
                  <a:pt x="597371" y="33363"/>
                </a:cubicBezTo>
                <a:cubicBezTo>
                  <a:pt x="595866" y="31213"/>
                  <a:pt x="593662" y="30138"/>
                  <a:pt x="590761" y="30138"/>
                </a:cubicBezTo>
                <a:cubicBezTo>
                  <a:pt x="589492" y="30138"/>
                  <a:pt x="588213" y="30364"/>
                  <a:pt x="586926" y="30816"/>
                </a:cubicBezTo>
                <a:cubicBezTo>
                  <a:pt x="585638" y="31268"/>
                  <a:pt x="584314" y="31990"/>
                  <a:pt x="582954" y="32982"/>
                </a:cubicBezTo>
                <a:cubicBezTo>
                  <a:pt x="581594" y="33975"/>
                  <a:pt x="580153" y="35248"/>
                  <a:pt x="578630" y="36802"/>
                </a:cubicBezTo>
                <a:cubicBezTo>
                  <a:pt x="577106" y="38355"/>
                  <a:pt x="575474" y="40233"/>
                  <a:pt x="573733" y="42436"/>
                </a:cubicBezTo>
                <a:lnTo>
                  <a:pt x="573733" y="77576"/>
                </a:lnTo>
                <a:lnTo>
                  <a:pt x="564159" y="77576"/>
                </a:lnTo>
                <a:lnTo>
                  <a:pt x="564159" y="22957"/>
                </a:lnTo>
                <a:close/>
                <a:moveTo>
                  <a:pt x="658487" y="77576"/>
                </a:moveTo>
                <a:lnTo>
                  <a:pt x="658269" y="70216"/>
                </a:lnTo>
                <a:cubicBezTo>
                  <a:pt x="655295" y="73160"/>
                  <a:pt x="652276" y="75285"/>
                  <a:pt x="649211" y="76593"/>
                </a:cubicBezTo>
                <a:cubicBezTo>
                  <a:pt x="646147" y="77901"/>
                  <a:pt x="642928" y="78555"/>
                  <a:pt x="639555" y="78555"/>
                </a:cubicBezTo>
                <a:cubicBezTo>
                  <a:pt x="636436" y="78555"/>
                  <a:pt x="633771" y="78156"/>
                  <a:pt x="631558" y="77357"/>
                </a:cubicBezTo>
                <a:cubicBezTo>
                  <a:pt x="629346" y="76558"/>
                  <a:pt x="627523" y="75459"/>
                  <a:pt x="626091" y="74060"/>
                </a:cubicBezTo>
                <a:cubicBezTo>
                  <a:pt x="624658" y="72662"/>
                  <a:pt x="623607" y="71018"/>
                  <a:pt x="622936" y="69128"/>
                </a:cubicBezTo>
                <a:cubicBezTo>
                  <a:pt x="622265" y="67239"/>
                  <a:pt x="621929" y="65187"/>
                  <a:pt x="621929" y="62971"/>
                </a:cubicBezTo>
                <a:cubicBezTo>
                  <a:pt x="621929" y="57485"/>
                  <a:pt x="623969" y="53190"/>
                  <a:pt x="628049" y="50085"/>
                </a:cubicBezTo>
                <a:cubicBezTo>
                  <a:pt x="632129" y="46978"/>
                  <a:pt x="638159" y="45425"/>
                  <a:pt x="646138" y="45425"/>
                </a:cubicBezTo>
                <a:lnTo>
                  <a:pt x="657453" y="45425"/>
                </a:lnTo>
                <a:lnTo>
                  <a:pt x="657453" y="40655"/>
                </a:lnTo>
                <a:cubicBezTo>
                  <a:pt x="657453" y="37438"/>
                  <a:pt x="656419" y="34863"/>
                  <a:pt x="654352" y="32930"/>
                </a:cubicBezTo>
                <a:cubicBezTo>
                  <a:pt x="652285" y="30996"/>
                  <a:pt x="649130" y="30029"/>
                  <a:pt x="644886" y="30029"/>
                </a:cubicBezTo>
                <a:cubicBezTo>
                  <a:pt x="641804" y="30029"/>
                  <a:pt x="638766" y="30379"/>
                  <a:pt x="635774" y="31078"/>
                </a:cubicBezTo>
                <a:cubicBezTo>
                  <a:pt x="632782" y="31776"/>
                  <a:pt x="629690" y="32769"/>
                  <a:pt x="626499" y="34055"/>
                </a:cubicBezTo>
                <a:lnTo>
                  <a:pt x="626499" y="25514"/>
                </a:lnTo>
                <a:cubicBezTo>
                  <a:pt x="627696" y="25072"/>
                  <a:pt x="629029" y="24639"/>
                  <a:pt x="630497" y="24215"/>
                </a:cubicBezTo>
                <a:cubicBezTo>
                  <a:pt x="631966" y="23791"/>
                  <a:pt x="633517" y="23414"/>
                  <a:pt x="635149" y="23083"/>
                </a:cubicBezTo>
                <a:cubicBezTo>
                  <a:pt x="636781" y="22751"/>
                  <a:pt x="638485" y="22484"/>
                  <a:pt x="640262" y="22282"/>
                </a:cubicBezTo>
                <a:cubicBezTo>
                  <a:pt x="642039" y="22079"/>
                  <a:pt x="643835" y="21978"/>
                  <a:pt x="645648" y="21978"/>
                </a:cubicBezTo>
                <a:cubicBezTo>
                  <a:pt x="648948" y="21978"/>
                  <a:pt x="651922" y="22341"/>
                  <a:pt x="654570" y="23066"/>
                </a:cubicBezTo>
                <a:cubicBezTo>
                  <a:pt x="657217" y="23791"/>
                  <a:pt x="659457" y="24898"/>
                  <a:pt x="661288" y="26384"/>
                </a:cubicBezTo>
                <a:cubicBezTo>
                  <a:pt x="663120" y="27871"/>
                  <a:pt x="664525" y="29739"/>
                  <a:pt x="665504" y="31988"/>
                </a:cubicBezTo>
                <a:cubicBezTo>
                  <a:pt x="666484" y="34236"/>
                  <a:pt x="666973" y="36884"/>
                  <a:pt x="666973" y="39930"/>
                </a:cubicBezTo>
                <a:lnTo>
                  <a:pt x="666973" y="77576"/>
                </a:lnTo>
                <a:lnTo>
                  <a:pt x="658487" y="77576"/>
                </a:lnTo>
                <a:moveTo>
                  <a:pt x="657453" y="52660"/>
                </a:moveTo>
                <a:lnTo>
                  <a:pt x="645430" y="52660"/>
                </a:lnTo>
                <a:cubicBezTo>
                  <a:pt x="643073" y="52660"/>
                  <a:pt x="641042" y="52897"/>
                  <a:pt x="639338" y="53371"/>
                </a:cubicBezTo>
                <a:cubicBezTo>
                  <a:pt x="637633" y="53843"/>
                  <a:pt x="636237" y="54516"/>
                  <a:pt x="635149" y="55389"/>
                </a:cubicBezTo>
                <a:cubicBezTo>
                  <a:pt x="634061" y="56261"/>
                  <a:pt x="633254" y="57308"/>
                  <a:pt x="632728" y="58527"/>
                </a:cubicBezTo>
                <a:cubicBezTo>
                  <a:pt x="632202" y="59745"/>
                  <a:pt x="631939" y="61118"/>
                  <a:pt x="631939" y="62646"/>
                </a:cubicBezTo>
                <a:cubicBezTo>
                  <a:pt x="631939" y="63701"/>
                  <a:pt x="632102" y="64711"/>
                  <a:pt x="632429" y="65676"/>
                </a:cubicBezTo>
                <a:cubicBezTo>
                  <a:pt x="632755" y="66639"/>
                  <a:pt x="633281" y="67494"/>
                  <a:pt x="634006" y="68239"/>
                </a:cubicBezTo>
                <a:cubicBezTo>
                  <a:pt x="634732" y="68985"/>
                  <a:pt x="635675" y="69576"/>
                  <a:pt x="636835" y="70012"/>
                </a:cubicBezTo>
                <a:cubicBezTo>
                  <a:pt x="637996" y="70449"/>
                  <a:pt x="639410" y="70667"/>
                  <a:pt x="641078" y="70667"/>
                </a:cubicBezTo>
                <a:cubicBezTo>
                  <a:pt x="643254" y="70667"/>
                  <a:pt x="645748" y="70003"/>
                  <a:pt x="648559" y="68676"/>
                </a:cubicBezTo>
                <a:cubicBezTo>
                  <a:pt x="651369" y="67348"/>
                  <a:pt x="654334" y="65247"/>
                  <a:pt x="657453" y="62372"/>
                </a:cubicBezTo>
                <a:lnTo>
                  <a:pt x="657453" y="52660"/>
                </a:lnTo>
                <a:close/>
                <a:moveTo>
                  <a:pt x="684867" y="22957"/>
                </a:moveTo>
                <a:lnTo>
                  <a:pt x="693299" y="22957"/>
                </a:lnTo>
                <a:lnTo>
                  <a:pt x="693680" y="31770"/>
                </a:lnTo>
                <a:cubicBezTo>
                  <a:pt x="695276" y="29884"/>
                  <a:pt x="696817" y="28316"/>
                  <a:pt x="698304" y="27065"/>
                </a:cubicBezTo>
                <a:cubicBezTo>
                  <a:pt x="699791" y="25813"/>
                  <a:pt x="701251" y="24807"/>
                  <a:pt x="702684" y="24045"/>
                </a:cubicBezTo>
                <a:cubicBezTo>
                  <a:pt x="704116" y="23284"/>
                  <a:pt x="705576" y="22749"/>
                  <a:pt x="707063" y="22440"/>
                </a:cubicBezTo>
                <a:cubicBezTo>
                  <a:pt x="708550" y="22132"/>
                  <a:pt x="710091" y="21978"/>
                  <a:pt x="711687" y="21978"/>
                </a:cubicBezTo>
                <a:cubicBezTo>
                  <a:pt x="717308" y="21978"/>
                  <a:pt x="721561" y="23637"/>
                  <a:pt x="724444" y="26956"/>
                </a:cubicBezTo>
                <a:cubicBezTo>
                  <a:pt x="727327" y="30274"/>
                  <a:pt x="728769" y="35270"/>
                  <a:pt x="728769" y="41943"/>
                </a:cubicBezTo>
                <a:lnTo>
                  <a:pt x="728769" y="77576"/>
                </a:lnTo>
                <a:lnTo>
                  <a:pt x="719303" y="77576"/>
                </a:lnTo>
                <a:lnTo>
                  <a:pt x="719303" y="42705"/>
                </a:lnTo>
                <a:cubicBezTo>
                  <a:pt x="719303" y="38425"/>
                  <a:pt x="718505" y="35261"/>
                  <a:pt x="716909" y="33212"/>
                </a:cubicBezTo>
                <a:cubicBezTo>
                  <a:pt x="715314" y="31163"/>
                  <a:pt x="712938" y="30138"/>
                  <a:pt x="709783" y="30138"/>
                </a:cubicBezTo>
                <a:cubicBezTo>
                  <a:pt x="708622" y="30138"/>
                  <a:pt x="707489" y="30310"/>
                  <a:pt x="706383" y="30655"/>
                </a:cubicBezTo>
                <a:cubicBezTo>
                  <a:pt x="705277" y="31000"/>
                  <a:pt x="704125" y="31598"/>
                  <a:pt x="702928" y="32450"/>
                </a:cubicBezTo>
                <a:cubicBezTo>
                  <a:pt x="701732" y="33302"/>
                  <a:pt x="700435" y="34454"/>
                  <a:pt x="699039" y="35905"/>
                </a:cubicBezTo>
                <a:cubicBezTo>
                  <a:pt x="697642" y="37355"/>
                  <a:pt x="696074" y="39169"/>
                  <a:pt x="694333" y="41345"/>
                </a:cubicBezTo>
                <a:lnTo>
                  <a:pt x="694333" y="77576"/>
                </a:lnTo>
                <a:lnTo>
                  <a:pt x="684867" y="77576"/>
                </a:lnTo>
                <a:lnTo>
                  <a:pt x="684867" y="22957"/>
                </a:lnTo>
                <a:close/>
                <a:moveTo>
                  <a:pt x="785668" y="30682"/>
                </a:moveTo>
                <a:cubicBezTo>
                  <a:pt x="786684" y="31952"/>
                  <a:pt x="787473" y="33429"/>
                  <a:pt x="788035" y="35116"/>
                </a:cubicBezTo>
                <a:cubicBezTo>
                  <a:pt x="788597" y="36802"/>
                  <a:pt x="788878" y="38625"/>
                  <a:pt x="788878" y="40583"/>
                </a:cubicBezTo>
                <a:cubicBezTo>
                  <a:pt x="788878" y="43412"/>
                  <a:pt x="788361" y="45996"/>
                  <a:pt x="787328" y="48335"/>
                </a:cubicBezTo>
                <a:cubicBezTo>
                  <a:pt x="786294" y="50675"/>
                  <a:pt x="784834" y="52678"/>
                  <a:pt x="782948" y="54347"/>
                </a:cubicBezTo>
                <a:cubicBezTo>
                  <a:pt x="781062" y="56015"/>
                  <a:pt x="778805" y="57311"/>
                  <a:pt x="776175" y="58236"/>
                </a:cubicBezTo>
                <a:cubicBezTo>
                  <a:pt x="773546" y="59161"/>
                  <a:pt x="770654" y="59624"/>
                  <a:pt x="767498" y="59624"/>
                </a:cubicBezTo>
                <a:cubicBezTo>
                  <a:pt x="765214" y="59624"/>
                  <a:pt x="763074" y="59379"/>
                  <a:pt x="761079" y="58889"/>
                </a:cubicBezTo>
                <a:cubicBezTo>
                  <a:pt x="759084" y="58399"/>
                  <a:pt x="757507" y="57792"/>
                  <a:pt x="756346" y="57067"/>
                </a:cubicBezTo>
                <a:cubicBezTo>
                  <a:pt x="755657" y="58082"/>
                  <a:pt x="755077" y="59042"/>
                  <a:pt x="754605" y="59945"/>
                </a:cubicBezTo>
                <a:cubicBezTo>
                  <a:pt x="754134" y="60847"/>
                  <a:pt x="753898" y="61857"/>
                  <a:pt x="753898" y="62974"/>
                </a:cubicBezTo>
                <a:cubicBezTo>
                  <a:pt x="753898" y="64343"/>
                  <a:pt x="754560" y="65478"/>
                  <a:pt x="755884" y="66379"/>
                </a:cubicBezTo>
                <a:cubicBezTo>
                  <a:pt x="757207" y="67279"/>
                  <a:pt x="758957" y="67766"/>
                  <a:pt x="761133" y="67838"/>
                </a:cubicBezTo>
                <a:lnTo>
                  <a:pt x="775495" y="68382"/>
                </a:lnTo>
                <a:cubicBezTo>
                  <a:pt x="778215" y="68455"/>
                  <a:pt x="780727" y="68800"/>
                  <a:pt x="783030" y="69417"/>
                </a:cubicBezTo>
                <a:cubicBezTo>
                  <a:pt x="785333" y="70035"/>
                  <a:pt x="787309" y="70925"/>
                  <a:pt x="788960" y="72088"/>
                </a:cubicBezTo>
                <a:cubicBezTo>
                  <a:pt x="790610" y="73250"/>
                  <a:pt x="791897" y="74685"/>
                  <a:pt x="792822" y="76393"/>
                </a:cubicBezTo>
                <a:cubicBezTo>
                  <a:pt x="793747" y="78099"/>
                  <a:pt x="794209" y="80079"/>
                  <a:pt x="794209" y="82333"/>
                </a:cubicBezTo>
                <a:cubicBezTo>
                  <a:pt x="794209" y="84767"/>
                  <a:pt x="793683" y="87074"/>
                  <a:pt x="792632" y="89253"/>
                </a:cubicBezTo>
                <a:cubicBezTo>
                  <a:pt x="791580" y="91433"/>
                  <a:pt x="789957" y="93349"/>
                  <a:pt x="787763" y="95001"/>
                </a:cubicBezTo>
                <a:cubicBezTo>
                  <a:pt x="785569" y="96655"/>
                  <a:pt x="782785" y="97972"/>
                  <a:pt x="779412" y="98952"/>
                </a:cubicBezTo>
                <a:cubicBezTo>
                  <a:pt x="776039" y="99934"/>
                  <a:pt x="772032" y="100424"/>
                  <a:pt x="767390" y="100424"/>
                </a:cubicBezTo>
                <a:cubicBezTo>
                  <a:pt x="762965" y="100424"/>
                  <a:pt x="759202" y="100070"/>
                  <a:pt x="756101" y="99362"/>
                </a:cubicBezTo>
                <a:cubicBezTo>
                  <a:pt x="753000" y="98653"/>
                  <a:pt x="750453" y="97672"/>
                  <a:pt x="748458" y="96419"/>
                </a:cubicBezTo>
                <a:cubicBezTo>
                  <a:pt x="746463" y="95166"/>
                  <a:pt x="745013" y="93676"/>
                  <a:pt x="744106" y="91950"/>
                </a:cubicBezTo>
                <a:cubicBezTo>
                  <a:pt x="743199" y="90225"/>
                  <a:pt x="742746" y="88327"/>
                  <a:pt x="742746" y="86256"/>
                </a:cubicBezTo>
                <a:cubicBezTo>
                  <a:pt x="742746" y="83604"/>
                  <a:pt x="743362" y="81279"/>
                  <a:pt x="744596" y="79281"/>
                </a:cubicBezTo>
                <a:cubicBezTo>
                  <a:pt x="745829" y="77284"/>
                  <a:pt x="747733" y="75359"/>
                  <a:pt x="750308" y="73506"/>
                </a:cubicBezTo>
                <a:cubicBezTo>
                  <a:pt x="749365" y="73072"/>
                  <a:pt x="748549" y="72529"/>
                  <a:pt x="747860" y="71877"/>
                </a:cubicBezTo>
                <a:cubicBezTo>
                  <a:pt x="747171" y="71226"/>
                  <a:pt x="746608" y="70511"/>
                  <a:pt x="746173" y="69734"/>
                </a:cubicBezTo>
                <a:cubicBezTo>
                  <a:pt x="745738" y="68955"/>
                  <a:pt x="745412" y="68132"/>
                  <a:pt x="745194" y="67263"/>
                </a:cubicBezTo>
                <a:cubicBezTo>
                  <a:pt x="744976" y="66394"/>
                  <a:pt x="744868" y="65544"/>
                  <a:pt x="744868" y="64712"/>
                </a:cubicBezTo>
                <a:cubicBezTo>
                  <a:pt x="744868" y="62359"/>
                  <a:pt x="745421" y="60205"/>
                  <a:pt x="746527" y="58252"/>
                </a:cubicBezTo>
                <a:cubicBezTo>
                  <a:pt x="747633" y="56298"/>
                  <a:pt x="748948" y="54452"/>
                  <a:pt x="750471" y="52715"/>
                </a:cubicBezTo>
                <a:cubicBezTo>
                  <a:pt x="749782" y="51880"/>
                  <a:pt x="749174" y="51064"/>
                  <a:pt x="748648" y="50267"/>
                </a:cubicBezTo>
                <a:cubicBezTo>
                  <a:pt x="748123" y="49469"/>
                  <a:pt x="747669" y="48607"/>
                  <a:pt x="747288" y="47682"/>
                </a:cubicBezTo>
                <a:cubicBezTo>
                  <a:pt x="746908" y="46758"/>
                  <a:pt x="746617" y="45760"/>
                  <a:pt x="746418" y="44690"/>
                </a:cubicBezTo>
                <a:cubicBezTo>
                  <a:pt x="746218" y="43621"/>
                  <a:pt x="746119" y="42397"/>
                  <a:pt x="746119" y="41018"/>
                </a:cubicBezTo>
                <a:cubicBezTo>
                  <a:pt x="746119" y="38190"/>
                  <a:pt x="746636" y="35605"/>
                  <a:pt x="747669" y="33266"/>
                </a:cubicBezTo>
                <a:cubicBezTo>
                  <a:pt x="748703" y="30927"/>
                  <a:pt x="750153" y="28923"/>
                  <a:pt x="752021" y="27255"/>
                </a:cubicBezTo>
                <a:cubicBezTo>
                  <a:pt x="753889" y="25587"/>
                  <a:pt x="756138" y="24290"/>
                  <a:pt x="758767" y="23365"/>
                </a:cubicBezTo>
                <a:cubicBezTo>
                  <a:pt x="761396" y="22440"/>
                  <a:pt x="764307" y="21978"/>
                  <a:pt x="767498" y="21978"/>
                </a:cubicBezTo>
                <a:cubicBezTo>
                  <a:pt x="768840" y="21978"/>
                  <a:pt x="770128" y="22069"/>
                  <a:pt x="771361" y="22250"/>
                </a:cubicBezTo>
                <a:cubicBezTo>
                  <a:pt x="772594" y="22431"/>
                  <a:pt x="773682" y="22667"/>
                  <a:pt x="774625" y="22957"/>
                </a:cubicBezTo>
                <a:lnTo>
                  <a:pt x="794427" y="22957"/>
                </a:lnTo>
                <a:lnTo>
                  <a:pt x="794427" y="30682"/>
                </a:lnTo>
                <a:lnTo>
                  <a:pt x="785668" y="30682"/>
                </a:lnTo>
                <a:moveTo>
                  <a:pt x="752810" y="85440"/>
                </a:moveTo>
                <a:cubicBezTo>
                  <a:pt x="752810" y="88023"/>
                  <a:pt x="754152" y="89906"/>
                  <a:pt x="756836" y="91088"/>
                </a:cubicBezTo>
                <a:cubicBezTo>
                  <a:pt x="759520" y="92271"/>
                  <a:pt x="763255" y="92863"/>
                  <a:pt x="768042" y="92863"/>
                </a:cubicBezTo>
                <a:cubicBezTo>
                  <a:pt x="771053" y="92863"/>
                  <a:pt x="773582" y="92589"/>
                  <a:pt x="775631" y="92043"/>
                </a:cubicBezTo>
                <a:cubicBezTo>
                  <a:pt x="777680" y="91498"/>
                  <a:pt x="779331" y="90779"/>
                  <a:pt x="780582" y="89887"/>
                </a:cubicBezTo>
                <a:cubicBezTo>
                  <a:pt x="781833" y="88996"/>
                  <a:pt x="782731" y="87977"/>
                  <a:pt x="783275" y="86831"/>
                </a:cubicBezTo>
                <a:cubicBezTo>
                  <a:pt x="783819" y="85685"/>
                  <a:pt x="784091" y="84511"/>
                  <a:pt x="784091" y="83310"/>
                </a:cubicBezTo>
                <a:cubicBezTo>
                  <a:pt x="784091" y="81090"/>
                  <a:pt x="783184" y="79452"/>
                  <a:pt x="781371" y="78397"/>
                </a:cubicBezTo>
                <a:cubicBezTo>
                  <a:pt x="779557" y="77342"/>
                  <a:pt x="776783" y="76724"/>
                  <a:pt x="773047" y="76542"/>
                </a:cubicBezTo>
                <a:lnTo>
                  <a:pt x="758794" y="76053"/>
                </a:lnTo>
                <a:cubicBezTo>
                  <a:pt x="757597" y="76853"/>
                  <a:pt x="756609" y="77635"/>
                  <a:pt x="755829" y="78399"/>
                </a:cubicBezTo>
                <a:cubicBezTo>
                  <a:pt x="755050" y="79164"/>
                  <a:pt x="754442" y="79937"/>
                  <a:pt x="754007" y="80719"/>
                </a:cubicBezTo>
                <a:cubicBezTo>
                  <a:pt x="753572" y="81501"/>
                  <a:pt x="753263" y="82283"/>
                  <a:pt x="753082" y="83065"/>
                </a:cubicBezTo>
                <a:cubicBezTo>
                  <a:pt x="752901" y="83848"/>
                  <a:pt x="752810" y="84640"/>
                  <a:pt x="752810" y="85440"/>
                </a:cubicBezTo>
                <a:moveTo>
                  <a:pt x="755693" y="40801"/>
                </a:moveTo>
                <a:cubicBezTo>
                  <a:pt x="755693" y="42542"/>
                  <a:pt x="755983" y="44137"/>
                  <a:pt x="756564" y="45588"/>
                </a:cubicBezTo>
                <a:cubicBezTo>
                  <a:pt x="757144" y="47039"/>
                  <a:pt x="757960" y="48272"/>
                  <a:pt x="759012" y="49287"/>
                </a:cubicBezTo>
                <a:cubicBezTo>
                  <a:pt x="760064" y="50303"/>
                  <a:pt x="761306" y="51092"/>
                  <a:pt x="762738" y="51654"/>
                </a:cubicBezTo>
                <a:cubicBezTo>
                  <a:pt x="764171" y="52216"/>
                  <a:pt x="765758" y="52497"/>
                  <a:pt x="767498" y="52497"/>
                </a:cubicBezTo>
                <a:cubicBezTo>
                  <a:pt x="769384" y="52497"/>
                  <a:pt x="771062" y="52180"/>
                  <a:pt x="772530" y="51545"/>
                </a:cubicBezTo>
                <a:cubicBezTo>
                  <a:pt x="773999" y="50910"/>
                  <a:pt x="775232" y="50049"/>
                  <a:pt x="776230" y="48961"/>
                </a:cubicBezTo>
                <a:cubicBezTo>
                  <a:pt x="777227" y="47873"/>
                  <a:pt x="777989" y="46622"/>
                  <a:pt x="778515" y="45207"/>
                </a:cubicBezTo>
                <a:cubicBezTo>
                  <a:pt x="779040" y="43793"/>
                  <a:pt x="779303" y="42324"/>
                  <a:pt x="779303" y="40801"/>
                </a:cubicBezTo>
                <a:cubicBezTo>
                  <a:pt x="779303" y="39060"/>
                  <a:pt x="779013" y="37464"/>
                  <a:pt x="778433" y="36013"/>
                </a:cubicBezTo>
                <a:cubicBezTo>
                  <a:pt x="777853" y="34563"/>
                  <a:pt x="777037" y="33330"/>
                  <a:pt x="775985" y="32314"/>
                </a:cubicBezTo>
                <a:cubicBezTo>
                  <a:pt x="774933" y="31299"/>
                  <a:pt x="773691" y="30510"/>
                  <a:pt x="772258" y="29948"/>
                </a:cubicBezTo>
                <a:cubicBezTo>
                  <a:pt x="770826" y="29386"/>
                  <a:pt x="769239" y="29105"/>
                  <a:pt x="767498" y="29105"/>
                </a:cubicBezTo>
                <a:cubicBezTo>
                  <a:pt x="765612" y="29105"/>
                  <a:pt x="763935" y="29431"/>
                  <a:pt x="762466" y="30084"/>
                </a:cubicBezTo>
                <a:cubicBezTo>
                  <a:pt x="760997" y="30737"/>
                  <a:pt x="759764" y="31598"/>
                  <a:pt x="758767" y="32668"/>
                </a:cubicBezTo>
                <a:cubicBezTo>
                  <a:pt x="757770" y="33738"/>
                  <a:pt x="757008" y="34980"/>
                  <a:pt x="756482" y="36394"/>
                </a:cubicBezTo>
                <a:cubicBezTo>
                  <a:pt x="755956" y="37809"/>
                  <a:pt x="755693" y="39278"/>
                  <a:pt x="755693" y="40801"/>
                </a:cubicBezTo>
                <a:close/>
                <a:moveTo>
                  <a:pt x="853938" y="47383"/>
                </a:moveTo>
                <a:cubicBezTo>
                  <a:pt x="853938" y="48725"/>
                  <a:pt x="853920" y="49849"/>
                  <a:pt x="853884" y="50756"/>
                </a:cubicBezTo>
                <a:cubicBezTo>
                  <a:pt x="853847" y="51663"/>
                  <a:pt x="853793" y="52515"/>
                  <a:pt x="853720" y="53313"/>
                </a:cubicBezTo>
                <a:lnTo>
                  <a:pt x="815368" y="53313"/>
                </a:lnTo>
                <a:cubicBezTo>
                  <a:pt x="815368" y="58898"/>
                  <a:pt x="816927" y="63187"/>
                  <a:pt x="820046" y="66179"/>
                </a:cubicBezTo>
                <a:cubicBezTo>
                  <a:pt x="823165" y="69171"/>
                  <a:pt x="827662" y="70667"/>
                  <a:pt x="833538" y="70667"/>
                </a:cubicBezTo>
                <a:cubicBezTo>
                  <a:pt x="835133" y="70667"/>
                  <a:pt x="836729" y="70602"/>
                  <a:pt x="838325" y="70473"/>
                </a:cubicBezTo>
                <a:cubicBezTo>
                  <a:pt x="839921" y="70343"/>
                  <a:pt x="841462" y="70167"/>
                  <a:pt x="842949" y="69944"/>
                </a:cubicBezTo>
                <a:cubicBezTo>
                  <a:pt x="844436" y="69721"/>
                  <a:pt x="845860" y="69471"/>
                  <a:pt x="847220" y="69193"/>
                </a:cubicBezTo>
                <a:cubicBezTo>
                  <a:pt x="848580" y="68914"/>
                  <a:pt x="849840" y="68608"/>
                  <a:pt x="851000" y="68273"/>
                </a:cubicBezTo>
                <a:lnTo>
                  <a:pt x="851000" y="76053"/>
                </a:lnTo>
                <a:cubicBezTo>
                  <a:pt x="848425" y="76794"/>
                  <a:pt x="845515" y="77396"/>
                  <a:pt x="842269" y="77860"/>
                </a:cubicBezTo>
                <a:cubicBezTo>
                  <a:pt x="839023" y="78323"/>
                  <a:pt x="835659" y="78555"/>
                  <a:pt x="832178" y="78555"/>
                </a:cubicBezTo>
                <a:cubicBezTo>
                  <a:pt x="827499" y="78555"/>
                  <a:pt x="823474" y="77920"/>
                  <a:pt x="820101" y="76651"/>
                </a:cubicBezTo>
                <a:cubicBezTo>
                  <a:pt x="816728" y="75382"/>
                  <a:pt x="813962" y="73541"/>
                  <a:pt x="811805" y="71129"/>
                </a:cubicBezTo>
                <a:cubicBezTo>
                  <a:pt x="809647" y="68718"/>
                  <a:pt x="808051" y="65762"/>
                  <a:pt x="807017" y="62262"/>
                </a:cubicBezTo>
                <a:cubicBezTo>
                  <a:pt x="805984" y="58762"/>
                  <a:pt x="805467" y="54800"/>
                  <a:pt x="805467" y="50375"/>
                </a:cubicBezTo>
                <a:cubicBezTo>
                  <a:pt x="805467" y="46531"/>
                  <a:pt x="806020" y="42895"/>
                  <a:pt x="807126" y="39468"/>
                </a:cubicBezTo>
                <a:cubicBezTo>
                  <a:pt x="808232" y="36041"/>
                  <a:pt x="809846" y="33030"/>
                  <a:pt x="811968" y="30437"/>
                </a:cubicBezTo>
                <a:cubicBezTo>
                  <a:pt x="814089" y="27844"/>
                  <a:pt x="816692" y="25786"/>
                  <a:pt x="819774" y="24263"/>
                </a:cubicBezTo>
                <a:cubicBezTo>
                  <a:pt x="822857" y="22740"/>
                  <a:pt x="826357" y="21978"/>
                  <a:pt x="830274" y="21978"/>
                </a:cubicBezTo>
                <a:cubicBezTo>
                  <a:pt x="834082" y="21978"/>
                  <a:pt x="837455" y="22576"/>
                  <a:pt x="840392" y="23773"/>
                </a:cubicBezTo>
                <a:cubicBezTo>
                  <a:pt x="843330" y="24970"/>
                  <a:pt x="845805" y="26666"/>
                  <a:pt x="847818" y="28860"/>
                </a:cubicBezTo>
                <a:cubicBezTo>
                  <a:pt x="849831" y="31054"/>
                  <a:pt x="851354" y="33720"/>
                  <a:pt x="852388" y="36857"/>
                </a:cubicBezTo>
                <a:cubicBezTo>
                  <a:pt x="853421" y="39994"/>
                  <a:pt x="853938" y="43503"/>
                  <a:pt x="853938" y="47383"/>
                </a:cubicBezTo>
                <a:moveTo>
                  <a:pt x="844092" y="46023"/>
                </a:moveTo>
                <a:cubicBezTo>
                  <a:pt x="844200" y="43593"/>
                  <a:pt x="843965" y="41372"/>
                  <a:pt x="843384" y="39359"/>
                </a:cubicBezTo>
                <a:cubicBezTo>
                  <a:pt x="842804" y="37346"/>
                  <a:pt x="841906" y="35615"/>
                  <a:pt x="840691" y="34164"/>
                </a:cubicBezTo>
                <a:cubicBezTo>
                  <a:pt x="839476" y="32713"/>
                  <a:pt x="837962" y="31580"/>
                  <a:pt x="836149" y="30764"/>
                </a:cubicBezTo>
                <a:cubicBezTo>
                  <a:pt x="834336" y="29948"/>
                  <a:pt x="832232" y="29540"/>
                  <a:pt x="829838" y="29540"/>
                </a:cubicBezTo>
                <a:cubicBezTo>
                  <a:pt x="827771" y="29540"/>
                  <a:pt x="825885" y="29939"/>
                  <a:pt x="824181" y="30737"/>
                </a:cubicBezTo>
                <a:cubicBezTo>
                  <a:pt x="822476" y="31534"/>
                  <a:pt x="821007" y="32659"/>
                  <a:pt x="819774" y="34109"/>
                </a:cubicBezTo>
                <a:cubicBezTo>
                  <a:pt x="818541" y="35560"/>
                  <a:pt x="817544" y="37301"/>
                  <a:pt x="816782" y="39332"/>
                </a:cubicBezTo>
                <a:cubicBezTo>
                  <a:pt x="816021" y="41363"/>
                  <a:pt x="815549" y="43593"/>
                  <a:pt x="815368" y="46023"/>
                </a:cubicBezTo>
                <a:lnTo>
                  <a:pt x="844092" y="46023"/>
                </a:lnTo>
                <a:close/>
                <a:moveTo>
                  <a:pt x="890764" y="60440"/>
                </a:moveTo>
                <a:cubicBezTo>
                  <a:pt x="891997" y="60440"/>
                  <a:pt x="893166" y="60675"/>
                  <a:pt x="894272" y="61147"/>
                </a:cubicBezTo>
                <a:cubicBezTo>
                  <a:pt x="895379" y="61618"/>
                  <a:pt x="896340" y="62271"/>
                  <a:pt x="897156" y="63105"/>
                </a:cubicBezTo>
                <a:cubicBezTo>
                  <a:pt x="897972" y="63939"/>
                  <a:pt x="898615" y="64909"/>
                  <a:pt x="899087" y="66016"/>
                </a:cubicBezTo>
                <a:cubicBezTo>
                  <a:pt x="899558" y="67122"/>
                  <a:pt x="899794" y="68310"/>
                  <a:pt x="899794" y="69579"/>
                </a:cubicBezTo>
                <a:cubicBezTo>
                  <a:pt x="899794" y="70812"/>
                  <a:pt x="899558" y="71973"/>
                  <a:pt x="899087" y="73061"/>
                </a:cubicBezTo>
                <a:cubicBezTo>
                  <a:pt x="898615" y="74149"/>
                  <a:pt x="897972" y="75101"/>
                  <a:pt x="897156" y="75917"/>
                </a:cubicBezTo>
                <a:cubicBezTo>
                  <a:pt x="896340" y="76733"/>
                  <a:pt x="895379" y="77376"/>
                  <a:pt x="894272" y="77848"/>
                </a:cubicBezTo>
                <a:cubicBezTo>
                  <a:pt x="893166" y="78319"/>
                  <a:pt x="891997" y="78555"/>
                  <a:pt x="890764" y="78555"/>
                </a:cubicBezTo>
                <a:cubicBezTo>
                  <a:pt x="889494" y="78555"/>
                  <a:pt x="888316" y="78319"/>
                  <a:pt x="887227" y="77848"/>
                </a:cubicBezTo>
                <a:cubicBezTo>
                  <a:pt x="886139" y="77376"/>
                  <a:pt x="885187" y="76733"/>
                  <a:pt x="884371" y="75917"/>
                </a:cubicBezTo>
                <a:cubicBezTo>
                  <a:pt x="883555" y="75101"/>
                  <a:pt x="882912" y="74149"/>
                  <a:pt x="882440" y="73061"/>
                </a:cubicBezTo>
                <a:cubicBezTo>
                  <a:pt x="881969" y="71973"/>
                  <a:pt x="881733" y="70812"/>
                  <a:pt x="881733" y="69579"/>
                </a:cubicBezTo>
                <a:cubicBezTo>
                  <a:pt x="881733" y="68310"/>
                  <a:pt x="881969" y="67122"/>
                  <a:pt x="882440" y="66016"/>
                </a:cubicBezTo>
                <a:cubicBezTo>
                  <a:pt x="882912" y="64909"/>
                  <a:pt x="883555" y="63939"/>
                  <a:pt x="884371" y="63105"/>
                </a:cubicBezTo>
                <a:cubicBezTo>
                  <a:pt x="885187" y="62271"/>
                  <a:pt x="886139" y="61618"/>
                  <a:pt x="887227" y="61147"/>
                </a:cubicBezTo>
                <a:cubicBezTo>
                  <a:pt x="888316" y="60675"/>
                  <a:pt x="889494" y="60440"/>
                  <a:pt x="890764" y="60440"/>
                </a:cubicBezTo>
                <a:close/>
                <a:moveTo>
                  <a:pt x="952233" y="60440"/>
                </a:moveTo>
                <a:cubicBezTo>
                  <a:pt x="953466" y="60440"/>
                  <a:pt x="954636" y="60675"/>
                  <a:pt x="955742" y="61147"/>
                </a:cubicBezTo>
                <a:cubicBezTo>
                  <a:pt x="956848" y="61618"/>
                  <a:pt x="957809" y="62271"/>
                  <a:pt x="958625" y="63105"/>
                </a:cubicBezTo>
                <a:cubicBezTo>
                  <a:pt x="959441" y="63939"/>
                  <a:pt x="960085" y="64909"/>
                  <a:pt x="960557" y="66016"/>
                </a:cubicBezTo>
                <a:cubicBezTo>
                  <a:pt x="961028" y="67122"/>
                  <a:pt x="961264" y="68310"/>
                  <a:pt x="961264" y="69579"/>
                </a:cubicBezTo>
                <a:cubicBezTo>
                  <a:pt x="961264" y="70812"/>
                  <a:pt x="961028" y="71973"/>
                  <a:pt x="960557" y="73061"/>
                </a:cubicBezTo>
                <a:cubicBezTo>
                  <a:pt x="960085" y="74149"/>
                  <a:pt x="959441" y="75101"/>
                  <a:pt x="958625" y="75917"/>
                </a:cubicBezTo>
                <a:cubicBezTo>
                  <a:pt x="957809" y="76733"/>
                  <a:pt x="956848" y="77376"/>
                  <a:pt x="955742" y="77848"/>
                </a:cubicBezTo>
                <a:cubicBezTo>
                  <a:pt x="954636" y="78319"/>
                  <a:pt x="953466" y="78555"/>
                  <a:pt x="952233" y="78555"/>
                </a:cubicBezTo>
                <a:cubicBezTo>
                  <a:pt x="950964" y="78555"/>
                  <a:pt x="949785" y="78319"/>
                  <a:pt x="948697" y="77848"/>
                </a:cubicBezTo>
                <a:cubicBezTo>
                  <a:pt x="947609" y="77376"/>
                  <a:pt x="946657" y="76733"/>
                  <a:pt x="945841" y="75917"/>
                </a:cubicBezTo>
                <a:cubicBezTo>
                  <a:pt x="945025" y="75101"/>
                  <a:pt x="944381" y="74149"/>
                  <a:pt x="943910" y="73061"/>
                </a:cubicBezTo>
                <a:cubicBezTo>
                  <a:pt x="943438" y="71973"/>
                  <a:pt x="943203" y="70812"/>
                  <a:pt x="943203" y="69579"/>
                </a:cubicBezTo>
                <a:cubicBezTo>
                  <a:pt x="943203" y="68310"/>
                  <a:pt x="943438" y="67122"/>
                  <a:pt x="943910" y="66016"/>
                </a:cubicBezTo>
                <a:cubicBezTo>
                  <a:pt x="944381" y="64909"/>
                  <a:pt x="945025" y="63939"/>
                  <a:pt x="945841" y="63105"/>
                </a:cubicBezTo>
                <a:cubicBezTo>
                  <a:pt x="946657" y="62271"/>
                  <a:pt x="947609" y="61618"/>
                  <a:pt x="948697" y="61147"/>
                </a:cubicBezTo>
                <a:cubicBezTo>
                  <a:pt x="949785" y="60675"/>
                  <a:pt x="950964" y="60440"/>
                  <a:pt x="952233" y="60440"/>
                </a:cubicBezTo>
                <a:close/>
                <a:moveTo>
                  <a:pt x="1013703" y="60440"/>
                </a:moveTo>
                <a:cubicBezTo>
                  <a:pt x="1014936" y="60440"/>
                  <a:pt x="1016105" y="60675"/>
                  <a:pt x="1017211" y="61147"/>
                </a:cubicBezTo>
                <a:cubicBezTo>
                  <a:pt x="1018318" y="61618"/>
                  <a:pt x="1019279" y="62271"/>
                  <a:pt x="1020095" y="63105"/>
                </a:cubicBezTo>
                <a:cubicBezTo>
                  <a:pt x="1020911" y="63939"/>
                  <a:pt x="1021555" y="64909"/>
                  <a:pt x="1022026" y="66016"/>
                </a:cubicBezTo>
                <a:cubicBezTo>
                  <a:pt x="1022497" y="67122"/>
                  <a:pt x="1022733" y="68310"/>
                  <a:pt x="1022733" y="69579"/>
                </a:cubicBezTo>
                <a:cubicBezTo>
                  <a:pt x="1022733" y="70812"/>
                  <a:pt x="1022497" y="71973"/>
                  <a:pt x="1022026" y="73061"/>
                </a:cubicBezTo>
                <a:cubicBezTo>
                  <a:pt x="1021555" y="74149"/>
                  <a:pt x="1020911" y="75101"/>
                  <a:pt x="1020095" y="75917"/>
                </a:cubicBezTo>
                <a:cubicBezTo>
                  <a:pt x="1019279" y="76733"/>
                  <a:pt x="1018318" y="77376"/>
                  <a:pt x="1017211" y="77848"/>
                </a:cubicBezTo>
                <a:cubicBezTo>
                  <a:pt x="1016105" y="78319"/>
                  <a:pt x="1014936" y="78555"/>
                  <a:pt x="1013703" y="78555"/>
                </a:cubicBezTo>
                <a:cubicBezTo>
                  <a:pt x="1012433" y="78555"/>
                  <a:pt x="1011255" y="78319"/>
                  <a:pt x="1010167" y="77848"/>
                </a:cubicBezTo>
                <a:cubicBezTo>
                  <a:pt x="1009079" y="77376"/>
                  <a:pt x="1008127" y="76733"/>
                  <a:pt x="1007311" y="75917"/>
                </a:cubicBezTo>
                <a:cubicBezTo>
                  <a:pt x="1006494" y="75101"/>
                  <a:pt x="1005851" y="74149"/>
                  <a:pt x="1005379" y="73061"/>
                </a:cubicBezTo>
                <a:cubicBezTo>
                  <a:pt x="1004908" y="71973"/>
                  <a:pt x="1004672" y="70812"/>
                  <a:pt x="1004672" y="69579"/>
                </a:cubicBezTo>
                <a:cubicBezTo>
                  <a:pt x="1004672" y="68310"/>
                  <a:pt x="1004908" y="67122"/>
                  <a:pt x="1005379" y="66016"/>
                </a:cubicBezTo>
                <a:cubicBezTo>
                  <a:pt x="1005851" y="64909"/>
                  <a:pt x="1006494" y="63939"/>
                  <a:pt x="1007311" y="63105"/>
                </a:cubicBezTo>
                <a:cubicBezTo>
                  <a:pt x="1008127" y="62271"/>
                  <a:pt x="1009079" y="61618"/>
                  <a:pt x="1010167" y="61147"/>
                </a:cubicBezTo>
                <a:cubicBezTo>
                  <a:pt x="1011255" y="60675"/>
                  <a:pt x="1012433" y="60440"/>
                  <a:pt x="1013703" y="6044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0" name="Text if...">
            <a:extLst xmlns:a="http://schemas.openxmlformats.org/drawingml/2006/main">
              <a:ext uri="{FF2B5EF4-FFF2-40B4-BE49-F238E27FC236}">
                <a16:creationId xmlns:a16="http://schemas.microsoft.com/office/drawing/2014/main" id="{7DEA5CF6-2997-4278-84E9-1EAD2012C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2022" y="2613692"/>
            <a:ext cx="337213" cy="78555"/>
          </a:xfrm>
          <a:custGeom xmlns:a="http://schemas.openxmlformats.org/drawingml/2006/main">
            <a:pathLst>
              <a:path w="337213" h="78555">
                <a:moveTo>
                  <a:pt x="17952" y="30791"/>
                </a:moveTo>
                <a:lnTo>
                  <a:pt x="1795" y="30791"/>
                </a:lnTo>
                <a:lnTo>
                  <a:pt x="1795" y="22957"/>
                </a:lnTo>
                <a:lnTo>
                  <a:pt x="27527" y="22957"/>
                </a:lnTo>
                <a:lnTo>
                  <a:pt x="27527" y="69688"/>
                </a:lnTo>
                <a:lnTo>
                  <a:pt x="43793" y="69688"/>
                </a:lnTo>
                <a:lnTo>
                  <a:pt x="43793" y="77576"/>
                </a:lnTo>
                <a:lnTo>
                  <a:pt x="0" y="77576"/>
                </a:lnTo>
                <a:lnTo>
                  <a:pt x="0" y="69688"/>
                </a:lnTo>
                <a:lnTo>
                  <a:pt x="17952" y="69688"/>
                </a:lnTo>
                <a:lnTo>
                  <a:pt x="17952" y="30791"/>
                </a:lnTo>
                <a:moveTo>
                  <a:pt x="21271" y="0"/>
                </a:moveTo>
                <a:cubicBezTo>
                  <a:pt x="22323" y="0"/>
                  <a:pt x="23302" y="190"/>
                  <a:pt x="24208" y="571"/>
                </a:cubicBezTo>
                <a:cubicBezTo>
                  <a:pt x="25115" y="952"/>
                  <a:pt x="25904" y="1487"/>
                  <a:pt x="26575" y="2176"/>
                </a:cubicBezTo>
                <a:cubicBezTo>
                  <a:pt x="27246" y="2865"/>
                  <a:pt x="27772" y="3654"/>
                  <a:pt x="28153" y="4542"/>
                </a:cubicBezTo>
                <a:cubicBezTo>
                  <a:pt x="28533" y="5431"/>
                  <a:pt x="28724" y="6401"/>
                  <a:pt x="28724" y="7453"/>
                </a:cubicBezTo>
                <a:cubicBezTo>
                  <a:pt x="28724" y="8468"/>
                  <a:pt x="28533" y="9430"/>
                  <a:pt x="28153" y="10336"/>
                </a:cubicBezTo>
                <a:cubicBezTo>
                  <a:pt x="27772" y="11243"/>
                  <a:pt x="27246" y="12041"/>
                  <a:pt x="26575" y="12730"/>
                </a:cubicBezTo>
                <a:cubicBezTo>
                  <a:pt x="25904" y="13419"/>
                  <a:pt x="25115" y="13954"/>
                  <a:pt x="24208" y="14335"/>
                </a:cubicBezTo>
                <a:cubicBezTo>
                  <a:pt x="23302" y="14715"/>
                  <a:pt x="22323" y="14906"/>
                  <a:pt x="21271" y="14906"/>
                </a:cubicBezTo>
                <a:cubicBezTo>
                  <a:pt x="20219" y="14906"/>
                  <a:pt x="19240" y="14715"/>
                  <a:pt x="18333" y="14335"/>
                </a:cubicBezTo>
                <a:cubicBezTo>
                  <a:pt x="17426" y="13954"/>
                  <a:pt x="16638" y="13419"/>
                  <a:pt x="15967" y="12730"/>
                </a:cubicBezTo>
                <a:cubicBezTo>
                  <a:pt x="15296" y="12041"/>
                  <a:pt x="14770" y="11243"/>
                  <a:pt x="14389" y="10336"/>
                </a:cubicBezTo>
                <a:cubicBezTo>
                  <a:pt x="14008" y="9430"/>
                  <a:pt x="13818" y="8468"/>
                  <a:pt x="13818" y="7453"/>
                </a:cubicBezTo>
                <a:cubicBezTo>
                  <a:pt x="13818" y="6401"/>
                  <a:pt x="14008" y="5431"/>
                  <a:pt x="14389" y="4542"/>
                </a:cubicBezTo>
                <a:cubicBezTo>
                  <a:pt x="14770" y="3654"/>
                  <a:pt x="15296" y="2865"/>
                  <a:pt x="15967" y="2176"/>
                </a:cubicBezTo>
                <a:cubicBezTo>
                  <a:pt x="16638" y="1487"/>
                  <a:pt x="17426" y="952"/>
                  <a:pt x="18333" y="571"/>
                </a:cubicBezTo>
                <a:cubicBezTo>
                  <a:pt x="19240" y="190"/>
                  <a:pt x="20219" y="0"/>
                  <a:pt x="21271" y="0"/>
                </a:cubicBezTo>
                <a:close/>
                <a:moveTo>
                  <a:pt x="109287" y="9466"/>
                </a:moveTo>
                <a:cubicBezTo>
                  <a:pt x="104319" y="8414"/>
                  <a:pt x="100039" y="7888"/>
                  <a:pt x="96449" y="7888"/>
                </a:cubicBezTo>
                <a:cubicBezTo>
                  <a:pt x="87926" y="7888"/>
                  <a:pt x="83664" y="12349"/>
                  <a:pt x="83664" y="21271"/>
                </a:cubicBezTo>
                <a:lnTo>
                  <a:pt x="83664" y="30845"/>
                </a:lnTo>
                <a:lnTo>
                  <a:pt x="107601" y="30845"/>
                </a:lnTo>
                <a:lnTo>
                  <a:pt x="107601" y="38734"/>
                </a:lnTo>
                <a:lnTo>
                  <a:pt x="83664" y="38734"/>
                </a:lnTo>
                <a:lnTo>
                  <a:pt x="83664" y="77576"/>
                </a:lnTo>
                <a:lnTo>
                  <a:pt x="74035" y="77576"/>
                </a:lnTo>
                <a:lnTo>
                  <a:pt x="74035" y="38734"/>
                </a:lnTo>
                <a:lnTo>
                  <a:pt x="56464" y="38734"/>
                </a:lnTo>
                <a:lnTo>
                  <a:pt x="56464" y="30845"/>
                </a:lnTo>
                <a:lnTo>
                  <a:pt x="74035" y="30845"/>
                </a:lnTo>
                <a:lnTo>
                  <a:pt x="74035" y="21815"/>
                </a:lnTo>
                <a:cubicBezTo>
                  <a:pt x="74035" y="7272"/>
                  <a:pt x="81615" y="0"/>
                  <a:pt x="96775" y="0"/>
                </a:cubicBezTo>
                <a:cubicBezTo>
                  <a:pt x="100547" y="0"/>
                  <a:pt x="104718" y="435"/>
                  <a:pt x="109287" y="1306"/>
                </a:cubicBezTo>
                <a:lnTo>
                  <a:pt x="109287" y="9466"/>
                </a:lnTo>
                <a:moveTo>
                  <a:pt x="52112" y="22957"/>
                </a:moveTo>
                <a:lnTo>
                  <a:pt x="52112" y="22957"/>
                </a:lnTo>
                <a:close/>
                <a:moveTo>
                  <a:pt x="205244" y="60440"/>
                </a:moveTo>
                <a:cubicBezTo>
                  <a:pt x="206477" y="60440"/>
                  <a:pt x="207646" y="60675"/>
                  <a:pt x="208752" y="61147"/>
                </a:cubicBezTo>
                <a:cubicBezTo>
                  <a:pt x="209859" y="61618"/>
                  <a:pt x="210820" y="62271"/>
                  <a:pt x="211636" y="63105"/>
                </a:cubicBezTo>
                <a:cubicBezTo>
                  <a:pt x="212452" y="63939"/>
                  <a:pt x="213095" y="64909"/>
                  <a:pt x="213567" y="66016"/>
                </a:cubicBezTo>
                <a:cubicBezTo>
                  <a:pt x="214038" y="67122"/>
                  <a:pt x="214274" y="68310"/>
                  <a:pt x="214274" y="69579"/>
                </a:cubicBezTo>
                <a:cubicBezTo>
                  <a:pt x="214274" y="70812"/>
                  <a:pt x="214038" y="71973"/>
                  <a:pt x="213567" y="73061"/>
                </a:cubicBezTo>
                <a:cubicBezTo>
                  <a:pt x="213095" y="74149"/>
                  <a:pt x="212452" y="75101"/>
                  <a:pt x="211636" y="75917"/>
                </a:cubicBezTo>
                <a:cubicBezTo>
                  <a:pt x="210820" y="76733"/>
                  <a:pt x="209859" y="77376"/>
                  <a:pt x="208752" y="77848"/>
                </a:cubicBezTo>
                <a:cubicBezTo>
                  <a:pt x="207646" y="78319"/>
                  <a:pt x="206477" y="78555"/>
                  <a:pt x="205244" y="78555"/>
                </a:cubicBezTo>
                <a:cubicBezTo>
                  <a:pt x="203974" y="78555"/>
                  <a:pt x="202795" y="78319"/>
                  <a:pt x="201707" y="77848"/>
                </a:cubicBezTo>
                <a:cubicBezTo>
                  <a:pt x="200619" y="77376"/>
                  <a:pt x="199667" y="76733"/>
                  <a:pt x="198851" y="75917"/>
                </a:cubicBezTo>
                <a:cubicBezTo>
                  <a:pt x="198035" y="75101"/>
                  <a:pt x="197392" y="74149"/>
                  <a:pt x="196920" y="73061"/>
                </a:cubicBezTo>
                <a:cubicBezTo>
                  <a:pt x="196449" y="71973"/>
                  <a:pt x="196213" y="70812"/>
                  <a:pt x="196213" y="69579"/>
                </a:cubicBezTo>
                <a:cubicBezTo>
                  <a:pt x="196213" y="68310"/>
                  <a:pt x="196449" y="67122"/>
                  <a:pt x="196920" y="66016"/>
                </a:cubicBezTo>
                <a:cubicBezTo>
                  <a:pt x="197392" y="64909"/>
                  <a:pt x="198035" y="63939"/>
                  <a:pt x="198851" y="63105"/>
                </a:cubicBezTo>
                <a:cubicBezTo>
                  <a:pt x="199667" y="62271"/>
                  <a:pt x="200619" y="61618"/>
                  <a:pt x="201707" y="61147"/>
                </a:cubicBezTo>
                <a:cubicBezTo>
                  <a:pt x="202795" y="60675"/>
                  <a:pt x="203974" y="60440"/>
                  <a:pt x="205244" y="60440"/>
                </a:cubicBezTo>
                <a:close/>
                <a:moveTo>
                  <a:pt x="266713" y="60440"/>
                </a:moveTo>
                <a:cubicBezTo>
                  <a:pt x="267946" y="60440"/>
                  <a:pt x="269116" y="60675"/>
                  <a:pt x="270222" y="61147"/>
                </a:cubicBezTo>
                <a:cubicBezTo>
                  <a:pt x="271328" y="61618"/>
                  <a:pt x="272289" y="62271"/>
                  <a:pt x="273105" y="63105"/>
                </a:cubicBezTo>
                <a:cubicBezTo>
                  <a:pt x="273921" y="63939"/>
                  <a:pt x="274565" y="64909"/>
                  <a:pt x="275036" y="66016"/>
                </a:cubicBezTo>
                <a:cubicBezTo>
                  <a:pt x="275508" y="67122"/>
                  <a:pt x="275743" y="68310"/>
                  <a:pt x="275743" y="69579"/>
                </a:cubicBezTo>
                <a:cubicBezTo>
                  <a:pt x="275743" y="70812"/>
                  <a:pt x="275508" y="71973"/>
                  <a:pt x="275036" y="73061"/>
                </a:cubicBezTo>
                <a:cubicBezTo>
                  <a:pt x="274565" y="74149"/>
                  <a:pt x="273921" y="75101"/>
                  <a:pt x="273105" y="75917"/>
                </a:cubicBezTo>
                <a:cubicBezTo>
                  <a:pt x="272289" y="76733"/>
                  <a:pt x="271328" y="77376"/>
                  <a:pt x="270222" y="77848"/>
                </a:cubicBezTo>
                <a:cubicBezTo>
                  <a:pt x="269116" y="78319"/>
                  <a:pt x="267946" y="78555"/>
                  <a:pt x="266713" y="78555"/>
                </a:cubicBezTo>
                <a:cubicBezTo>
                  <a:pt x="265444" y="78555"/>
                  <a:pt x="264265" y="78319"/>
                  <a:pt x="263177" y="77848"/>
                </a:cubicBezTo>
                <a:cubicBezTo>
                  <a:pt x="262089" y="77376"/>
                  <a:pt x="261137" y="76733"/>
                  <a:pt x="260321" y="75917"/>
                </a:cubicBezTo>
                <a:cubicBezTo>
                  <a:pt x="259505" y="75101"/>
                  <a:pt x="258861" y="74149"/>
                  <a:pt x="258390" y="73061"/>
                </a:cubicBezTo>
                <a:cubicBezTo>
                  <a:pt x="257918" y="71973"/>
                  <a:pt x="257682" y="70812"/>
                  <a:pt x="257682" y="69579"/>
                </a:cubicBezTo>
                <a:cubicBezTo>
                  <a:pt x="257682" y="68310"/>
                  <a:pt x="257918" y="67122"/>
                  <a:pt x="258390" y="66016"/>
                </a:cubicBezTo>
                <a:cubicBezTo>
                  <a:pt x="258861" y="64909"/>
                  <a:pt x="259505" y="63939"/>
                  <a:pt x="260321" y="63105"/>
                </a:cubicBezTo>
                <a:cubicBezTo>
                  <a:pt x="261137" y="62271"/>
                  <a:pt x="262089" y="61618"/>
                  <a:pt x="263177" y="61147"/>
                </a:cubicBezTo>
                <a:cubicBezTo>
                  <a:pt x="264265" y="60675"/>
                  <a:pt x="265444" y="60440"/>
                  <a:pt x="266713" y="60440"/>
                </a:cubicBezTo>
                <a:close/>
                <a:moveTo>
                  <a:pt x="328183" y="60440"/>
                </a:moveTo>
                <a:cubicBezTo>
                  <a:pt x="329416" y="60440"/>
                  <a:pt x="330585" y="60675"/>
                  <a:pt x="331691" y="61147"/>
                </a:cubicBezTo>
                <a:cubicBezTo>
                  <a:pt x="332798" y="61618"/>
                  <a:pt x="333759" y="62271"/>
                  <a:pt x="334575" y="63105"/>
                </a:cubicBezTo>
                <a:cubicBezTo>
                  <a:pt x="335391" y="63939"/>
                  <a:pt x="336034" y="64909"/>
                  <a:pt x="336506" y="66016"/>
                </a:cubicBezTo>
                <a:cubicBezTo>
                  <a:pt x="336977" y="67122"/>
                  <a:pt x="337213" y="68310"/>
                  <a:pt x="337213" y="69579"/>
                </a:cubicBezTo>
                <a:cubicBezTo>
                  <a:pt x="337213" y="70812"/>
                  <a:pt x="336977" y="71973"/>
                  <a:pt x="336506" y="73061"/>
                </a:cubicBezTo>
                <a:cubicBezTo>
                  <a:pt x="336034" y="74149"/>
                  <a:pt x="335391" y="75101"/>
                  <a:pt x="334575" y="75917"/>
                </a:cubicBezTo>
                <a:cubicBezTo>
                  <a:pt x="333759" y="76733"/>
                  <a:pt x="332798" y="77376"/>
                  <a:pt x="331691" y="77848"/>
                </a:cubicBezTo>
                <a:cubicBezTo>
                  <a:pt x="330585" y="78319"/>
                  <a:pt x="329416" y="78555"/>
                  <a:pt x="328183" y="78555"/>
                </a:cubicBezTo>
                <a:cubicBezTo>
                  <a:pt x="326913" y="78555"/>
                  <a:pt x="325734" y="78319"/>
                  <a:pt x="324646" y="77848"/>
                </a:cubicBezTo>
                <a:cubicBezTo>
                  <a:pt x="323558" y="77376"/>
                  <a:pt x="322606" y="76733"/>
                  <a:pt x="321790" y="75917"/>
                </a:cubicBezTo>
                <a:cubicBezTo>
                  <a:pt x="320974" y="75101"/>
                  <a:pt x="320331" y="74149"/>
                  <a:pt x="319859" y="73061"/>
                </a:cubicBezTo>
                <a:cubicBezTo>
                  <a:pt x="319388" y="71973"/>
                  <a:pt x="319152" y="70812"/>
                  <a:pt x="319152" y="69579"/>
                </a:cubicBezTo>
                <a:cubicBezTo>
                  <a:pt x="319152" y="68310"/>
                  <a:pt x="319388" y="67122"/>
                  <a:pt x="319859" y="66016"/>
                </a:cubicBezTo>
                <a:cubicBezTo>
                  <a:pt x="320331" y="64909"/>
                  <a:pt x="320974" y="63939"/>
                  <a:pt x="321790" y="63105"/>
                </a:cubicBezTo>
                <a:cubicBezTo>
                  <a:pt x="322606" y="62271"/>
                  <a:pt x="323558" y="61618"/>
                  <a:pt x="324646" y="61147"/>
                </a:cubicBezTo>
                <a:cubicBezTo>
                  <a:pt x="325734" y="60675"/>
                  <a:pt x="326913" y="60440"/>
                  <a:pt x="328183" y="6044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491227B-C0E8-41CD-AC0B-F50065E62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1131" y="1766327"/>
            <a:ext cx="1056994" cy="170997"/>
          </a:xfrm>
          <a:custGeom xmlns:a="http://schemas.openxmlformats.org/drawingml/2006/main">
            <a:pathLst>
              <a:path w="1056994" h="170997">
                <a:moveTo>
                  <a:pt x="0" y="42749"/>
                </a:moveTo>
                <a:lnTo>
                  <a:pt x="799660" y="42749"/>
                </a:lnTo>
                <a:lnTo>
                  <a:pt x="799660" y="0"/>
                </a:lnTo>
                <a:lnTo>
                  <a:pt x="1056994" y="85498"/>
                </a:lnTo>
                <a:lnTo>
                  <a:pt x="799660" y="170997"/>
                </a:lnTo>
                <a:lnTo>
                  <a:pt x="799660" y="128248"/>
                </a:lnTo>
                <a:lnTo>
                  <a:pt x="0" y="128248"/>
                </a:lnTo>
                <a:lnTo>
                  <a:pt x="0" y="42749"/>
                </a:lnTo>
              </a:path>
            </a:pathLst>
          </a:custGeom>
          <a:solidFill xmlns:a="http://schemas.openxmlformats.org/drawingml/2006/main">
            <a:srgbClr val="BFBFB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08A2F22-5249-4A6F-810E-21C883DB8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5668" y="405060"/>
            <a:ext cx="1810686" cy="381390"/>
          </a:xfrm>
          <a:custGeom xmlns:a="http://schemas.openxmlformats.org/drawingml/2006/main">
            <a:pathLst>
              <a:path w="1810686" h="381390">
                <a:moveTo>
                  <a:pt x="133" y="381390"/>
                </a:moveTo>
                <a:lnTo>
                  <a:pt x="133" y="214584"/>
                </a:lnTo>
                <a:cubicBezTo>
                  <a:pt x="0" y="122415"/>
                  <a:pt x="74755" y="47660"/>
                  <a:pt x="166938" y="47778"/>
                </a:cubicBezTo>
                <a:lnTo>
                  <a:pt x="1810686" y="47778"/>
                </a:lnTo>
                <a:lnTo>
                  <a:pt x="1810686" y="0"/>
                </a:lnTo>
                <a:lnTo>
                  <a:pt x="1810686" y="95557"/>
                </a:lnTo>
                <a:lnTo>
                  <a:pt x="1810686" y="191114"/>
                </a:lnTo>
                <a:lnTo>
                  <a:pt x="1810686" y="143335"/>
                </a:lnTo>
                <a:lnTo>
                  <a:pt x="166938" y="143335"/>
                </a:lnTo>
                <a:cubicBezTo>
                  <a:pt x="127444" y="143070"/>
                  <a:pt x="95410" y="175104"/>
                  <a:pt x="95690" y="214584"/>
                </a:cubicBezTo>
                <a:lnTo>
                  <a:pt x="95690" y="381390"/>
                </a:lnTo>
                <a:lnTo>
                  <a:pt x="133" y="381390"/>
                </a:lnTo>
              </a:path>
            </a:pathLst>
          </a:custGeom>
          <a:solidFill xmlns:a="http://schemas.openxmlformats.org/drawingml/2006/main">
            <a:srgbClr val="BFBFB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4E3A2E9-AE83-4675-A92A-BF75EFCF2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8745" y="454514"/>
            <a:ext cx="1169316" cy="1373003"/>
          </a:xfrm>
          <a:custGeom xmlns:a="http://schemas.openxmlformats.org/drawingml/2006/main">
            <a:pathLst>
              <a:path w="1169316" h="1373003">
                <a:moveTo>
                  <a:pt x="0" y="0"/>
                </a:moveTo>
                <a:lnTo>
                  <a:pt x="577533" y="0"/>
                </a:lnTo>
                <a:cubicBezTo>
                  <a:pt x="859740" y="244"/>
                  <a:pt x="1088707" y="229218"/>
                  <a:pt x="1088847" y="511314"/>
                </a:cubicBezTo>
                <a:lnTo>
                  <a:pt x="1088847" y="1373003"/>
                </a:lnTo>
                <a:lnTo>
                  <a:pt x="1169316" y="1373003"/>
                </a:lnTo>
                <a:lnTo>
                  <a:pt x="1040230" y="1373003"/>
                </a:lnTo>
                <a:lnTo>
                  <a:pt x="911144" y="1373003"/>
                </a:lnTo>
                <a:lnTo>
                  <a:pt x="992451" y="1373003"/>
                </a:lnTo>
                <a:lnTo>
                  <a:pt x="992451" y="511314"/>
                </a:lnTo>
                <a:cubicBezTo>
                  <a:pt x="992143" y="282550"/>
                  <a:pt x="806402" y="96814"/>
                  <a:pt x="577533" y="96395"/>
                </a:cubicBezTo>
                <a:lnTo>
                  <a:pt x="0" y="96395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BFBFB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4" name="Text F">
            <a:extLst xmlns:a="http://schemas.openxmlformats.org/drawingml/2006/main">
              <a:ext uri="{FF2B5EF4-FFF2-40B4-BE49-F238E27FC236}">
                <a16:creationId xmlns:a16="http://schemas.microsoft.com/office/drawing/2014/main" id="{10514754-4248-4FBD-B535-218B48929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157" y="2078549"/>
            <a:ext cx="75240" cy="109753"/>
          </a:xfrm>
          <a:custGeom xmlns:a="http://schemas.openxmlformats.org/drawingml/2006/main">
            <a:pathLst>
              <a:path w="75240" h="109753">
                <a:moveTo>
                  <a:pt x="0" y="109753"/>
                </a:moveTo>
                <a:lnTo>
                  <a:pt x="0" y="0"/>
                </a:lnTo>
                <a:lnTo>
                  <a:pt x="75240" y="0"/>
                </a:lnTo>
                <a:lnTo>
                  <a:pt x="75240" y="18567"/>
                </a:lnTo>
                <a:lnTo>
                  <a:pt x="22160" y="18567"/>
                </a:lnTo>
                <a:lnTo>
                  <a:pt x="22160" y="44470"/>
                </a:lnTo>
                <a:lnTo>
                  <a:pt x="67978" y="44470"/>
                </a:lnTo>
                <a:lnTo>
                  <a:pt x="67978" y="63037"/>
                </a:lnTo>
                <a:lnTo>
                  <a:pt x="22160" y="63037"/>
                </a:lnTo>
                <a:lnTo>
                  <a:pt x="22160" y="109753"/>
                </a:lnTo>
                <a:lnTo>
                  <a:pt x="0" y="10975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5" name="Text (b)itness-based">
            <a:extLst xmlns:a="http://schemas.openxmlformats.org/drawingml/2006/main">
              <a:ext uri="{FF2B5EF4-FFF2-40B4-BE49-F238E27FC236}">
                <a16:creationId xmlns:a16="http://schemas.microsoft.com/office/drawing/2014/main" id="{66985690-DA6E-4306-B890-96D59FABE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7507" y="2076602"/>
            <a:ext cx="1272822" cy="144041"/>
          </a:xfrm>
          <a:custGeom xmlns:a="http://schemas.openxmlformats.org/drawingml/2006/main">
            <a:pathLst>
              <a:path w="1272822" h="144041">
                <a:moveTo>
                  <a:pt x="37882" y="144041"/>
                </a:moveTo>
                <a:lnTo>
                  <a:pt x="23433" y="144041"/>
                </a:lnTo>
                <a:cubicBezTo>
                  <a:pt x="15797" y="132499"/>
                  <a:pt x="9982" y="120508"/>
                  <a:pt x="5989" y="108068"/>
                </a:cubicBezTo>
                <a:cubicBezTo>
                  <a:pt x="1996" y="95628"/>
                  <a:pt x="0" y="83587"/>
                  <a:pt x="0" y="71946"/>
                </a:cubicBezTo>
                <a:cubicBezTo>
                  <a:pt x="0" y="57506"/>
                  <a:pt x="2471" y="43841"/>
                  <a:pt x="7412" y="30952"/>
                </a:cubicBezTo>
                <a:cubicBezTo>
                  <a:pt x="11704" y="19760"/>
                  <a:pt x="17144" y="9442"/>
                  <a:pt x="23732" y="0"/>
                </a:cubicBezTo>
                <a:lnTo>
                  <a:pt x="38106" y="0"/>
                </a:lnTo>
                <a:cubicBezTo>
                  <a:pt x="31269" y="15138"/>
                  <a:pt x="26565" y="28016"/>
                  <a:pt x="23994" y="38633"/>
                </a:cubicBezTo>
                <a:cubicBezTo>
                  <a:pt x="21424" y="49250"/>
                  <a:pt x="20139" y="60504"/>
                  <a:pt x="20139" y="72395"/>
                </a:cubicBezTo>
                <a:cubicBezTo>
                  <a:pt x="20139" y="80589"/>
                  <a:pt x="20900" y="88984"/>
                  <a:pt x="22422" y="97578"/>
                </a:cubicBezTo>
                <a:cubicBezTo>
                  <a:pt x="23944" y="106170"/>
                  <a:pt x="26028" y="114338"/>
                  <a:pt x="28673" y="122082"/>
                </a:cubicBezTo>
                <a:cubicBezTo>
                  <a:pt x="30420" y="127179"/>
                  <a:pt x="33490" y="134499"/>
                  <a:pt x="37882" y="144041"/>
                </a:cubicBezTo>
                <a:close/>
                <a:moveTo>
                  <a:pt x="53437" y="111699"/>
                </a:moveTo>
                <a:lnTo>
                  <a:pt x="53437" y="1946"/>
                </a:lnTo>
                <a:lnTo>
                  <a:pt x="74474" y="1946"/>
                </a:lnTo>
                <a:lnTo>
                  <a:pt x="74474" y="41475"/>
                </a:lnTo>
                <a:cubicBezTo>
                  <a:pt x="80963" y="34089"/>
                  <a:pt x="88649" y="30395"/>
                  <a:pt x="97533" y="30395"/>
                </a:cubicBezTo>
                <a:cubicBezTo>
                  <a:pt x="107215" y="30395"/>
                  <a:pt x="115226" y="33902"/>
                  <a:pt x="121565" y="40914"/>
                </a:cubicBezTo>
                <a:cubicBezTo>
                  <a:pt x="127903" y="47926"/>
                  <a:pt x="131073" y="57996"/>
                  <a:pt x="131073" y="71122"/>
                </a:cubicBezTo>
                <a:cubicBezTo>
                  <a:pt x="131073" y="84698"/>
                  <a:pt x="127841" y="95154"/>
                  <a:pt x="121378" y="102491"/>
                </a:cubicBezTo>
                <a:cubicBezTo>
                  <a:pt x="114914" y="109827"/>
                  <a:pt x="107066" y="113496"/>
                  <a:pt x="97832" y="113496"/>
                </a:cubicBezTo>
                <a:cubicBezTo>
                  <a:pt x="93291" y="113496"/>
                  <a:pt x="88811" y="112360"/>
                  <a:pt x="84394" y="110090"/>
                </a:cubicBezTo>
                <a:cubicBezTo>
                  <a:pt x="79977" y="107819"/>
                  <a:pt x="76171" y="104462"/>
                  <a:pt x="72977" y="100020"/>
                </a:cubicBezTo>
                <a:lnTo>
                  <a:pt x="72977" y="111699"/>
                </a:lnTo>
                <a:lnTo>
                  <a:pt x="53437" y="111699"/>
                </a:lnTo>
                <a:moveTo>
                  <a:pt x="74325" y="70263"/>
                </a:moveTo>
                <a:cubicBezTo>
                  <a:pt x="74325" y="78486"/>
                  <a:pt x="75622" y="84566"/>
                  <a:pt x="78218" y="88503"/>
                </a:cubicBezTo>
                <a:cubicBezTo>
                  <a:pt x="81861" y="94085"/>
                  <a:pt x="86702" y="96876"/>
                  <a:pt x="92742" y="96876"/>
                </a:cubicBezTo>
                <a:cubicBezTo>
                  <a:pt x="97383" y="96876"/>
                  <a:pt x="101339" y="94895"/>
                  <a:pt x="104608" y="90933"/>
                </a:cubicBezTo>
                <a:cubicBezTo>
                  <a:pt x="107877" y="86972"/>
                  <a:pt x="109511" y="80730"/>
                  <a:pt x="109511" y="72208"/>
                </a:cubicBezTo>
                <a:cubicBezTo>
                  <a:pt x="109511" y="63136"/>
                  <a:pt x="107864" y="56595"/>
                  <a:pt x="104570" y="52584"/>
                </a:cubicBezTo>
                <a:cubicBezTo>
                  <a:pt x="101276" y="48572"/>
                  <a:pt x="97059" y="46566"/>
                  <a:pt x="91918" y="46566"/>
                </a:cubicBezTo>
                <a:cubicBezTo>
                  <a:pt x="86877" y="46566"/>
                  <a:pt x="82685" y="48523"/>
                  <a:pt x="79341" y="52436"/>
                </a:cubicBezTo>
                <a:cubicBezTo>
                  <a:pt x="75997" y="56348"/>
                  <a:pt x="74325" y="62290"/>
                  <a:pt x="74325" y="70263"/>
                </a:cubicBezTo>
                <a:close/>
                <a:moveTo>
                  <a:pt x="142308" y="144041"/>
                </a:moveTo>
                <a:cubicBezTo>
                  <a:pt x="146450" y="135148"/>
                  <a:pt x="149370" y="128328"/>
                  <a:pt x="151067" y="123582"/>
                </a:cubicBezTo>
                <a:cubicBezTo>
                  <a:pt x="152764" y="118835"/>
                  <a:pt x="154336" y="113365"/>
                  <a:pt x="155783" y="107170"/>
                </a:cubicBezTo>
                <a:cubicBezTo>
                  <a:pt x="157231" y="100973"/>
                  <a:pt x="158304" y="95090"/>
                  <a:pt x="159003" y="89520"/>
                </a:cubicBezTo>
                <a:cubicBezTo>
                  <a:pt x="159701" y="83949"/>
                  <a:pt x="160051" y="78241"/>
                  <a:pt x="160051" y="72395"/>
                </a:cubicBezTo>
                <a:cubicBezTo>
                  <a:pt x="160051" y="60504"/>
                  <a:pt x="158778" y="49250"/>
                  <a:pt x="156233" y="38633"/>
                </a:cubicBezTo>
                <a:cubicBezTo>
                  <a:pt x="153687" y="28016"/>
                  <a:pt x="148996" y="15138"/>
                  <a:pt x="142158" y="0"/>
                </a:cubicBezTo>
                <a:lnTo>
                  <a:pt x="156457" y="0"/>
                </a:lnTo>
                <a:cubicBezTo>
                  <a:pt x="163994" y="10742"/>
                  <a:pt x="169846" y="22133"/>
                  <a:pt x="174013" y="34174"/>
                </a:cubicBezTo>
                <a:cubicBezTo>
                  <a:pt x="178181" y="46215"/>
                  <a:pt x="180264" y="58430"/>
                  <a:pt x="180264" y="70820"/>
                </a:cubicBezTo>
                <a:cubicBezTo>
                  <a:pt x="180264" y="81262"/>
                  <a:pt x="178617" y="92454"/>
                  <a:pt x="175323" y="104395"/>
                </a:cubicBezTo>
                <a:cubicBezTo>
                  <a:pt x="171580" y="117785"/>
                  <a:pt x="165416" y="131000"/>
                  <a:pt x="156831" y="144041"/>
                </a:cubicBezTo>
                <a:lnTo>
                  <a:pt x="142308" y="144041"/>
                </a:lnTo>
                <a:close/>
                <a:moveTo>
                  <a:pt x="353301" y="21411"/>
                </a:moveTo>
                <a:lnTo>
                  <a:pt x="353301" y="1946"/>
                </a:lnTo>
                <a:lnTo>
                  <a:pt x="374338" y="1946"/>
                </a:lnTo>
                <a:lnTo>
                  <a:pt x="374338" y="21411"/>
                </a:lnTo>
                <a:lnTo>
                  <a:pt x="353301" y="21411"/>
                </a:lnTo>
                <a:moveTo>
                  <a:pt x="353301" y="111699"/>
                </a:moveTo>
                <a:lnTo>
                  <a:pt x="353301" y="32192"/>
                </a:lnTo>
                <a:lnTo>
                  <a:pt x="374338" y="32192"/>
                </a:lnTo>
                <a:lnTo>
                  <a:pt x="374338" y="111699"/>
                </a:lnTo>
                <a:lnTo>
                  <a:pt x="353301" y="111699"/>
                </a:lnTo>
                <a:close/>
                <a:moveTo>
                  <a:pt x="432370" y="32192"/>
                </a:moveTo>
                <a:lnTo>
                  <a:pt x="432370" y="48962"/>
                </a:lnTo>
                <a:lnTo>
                  <a:pt x="417996" y="48962"/>
                </a:lnTo>
                <a:lnTo>
                  <a:pt x="417996" y="80953"/>
                </a:lnTo>
                <a:cubicBezTo>
                  <a:pt x="417996" y="87432"/>
                  <a:pt x="418133" y="91207"/>
                  <a:pt x="418408" y="92279"/>
                </a:cubicBezTo>
                <a:cubicBezTo>
                  <a:pt x="418682" y="93349"/>
                  <a:pt x="419306" y="94233"/>
                  <a:pt x="420279" y="94932"/>
                </a:cubicBezTo>
                <a:cubicBezTo>
                  <a:pt x="421253" y="95629"/>
                  <a:pt x="422438" y="95977"/>
                  <a:pt x="423835" y="95977"/>
                </a:cubicBezTo>
                <a:cubicBezTo>
                  <a:pt x="425782" y="95977"/>
                  <a:pt x="428602" y="95304"/>
                  <a:pt x="432295" y="93956"/>
                </a:cubicBezTo>
                <a:lnTo>
                  <a:pt x="434092" y="110337"/>
                </a:lnTo>
                <a:cubicBezTo>
                  <a:pt x="429201" y="112443"/>
                  <a:pt x="423661" y="113496"/>
                  <a:pt x="417472" y="113496"/>
                </a:cubicBezTo>
                <a:cubicBezTo>
                  <a:pt x="413679" y="113496"/>
                  <a:pt x="410260" y="112860"/>
                  <a:pt x="407215" y="111587"/>
                </a:cubicBezTo>
                <a:cubicBezTo>
                  <a:pt x="404171" y="110314"/>
                  <a:pt x="401937" y="108667"/>
                  <a:pt x="400515" y="106646"/>
                </a:cubicBezTo>
                <a:cubicBezTo>
                  <a:pt x="399092" y="104624"/>
                  <a:pt x="398107" y="101892"/>
                  <a:pt x="397558" y="98448"/>
                </a:cubicBezTo>
                <a:cubicBezTo>
                  <a:pt x="397108" y="96002"/>
                  <a:pt x="396884" y="91061"/>
                  <a:pt x="396884" y="83625"/>
                </a:cubicBezTo>
                <a:lnTo>
                  <a:pt x="396884" y="48962"/>
                </a:lnTo>
                <a:lnTo>
                  <a:pt x="387226" y="48962"/>
                </a:lnTo>
                <a:lnTo>
                  <a:pt x="387226" y="32192"/>
                </a:lnTo>
                <a:lnTo>
                  <a:pt x="396884" y="32192"/>
                </a:lnTo>
                <a:lnTo>
                  <a:pt x="396884" y="16321"/>
                </a:lnTo>
                <a:lnTo>
                  <a:pt x="417996" y="3893"/>
                </a:lnTo>
                <a:lnTo>
                  <a:pt x="417996" y="32192"/>
                </a:lnTo>
                <a:lnTo>
                  <a:pt x="432370" y="32192"/>
                </a:lnTo>
                <a:close/>
                <a:moveTo>
                  <a:pt x="519572" y="111699"/>
                </a:moveTo>
                <a:lnTo>
                  <a:pt x="498534" y="111699"/>
                </a:lnTo>
                <a:lnTo>
                  <a:pt x="498534" y="71169"/>
                </a:lnTo>
                <a:cubicBezTo>
                  <a:pt x="498534" y="62594"/>
                  <a:pt x="498085" y="57047"/>
                  <a:pt x="497187" y="54530"/>
                </a:cubicBezTo>
                <a:cubicBezTo>
                  <a:pt x="496288" y="52013"/>
                  <a:pt x="494829" y="50056"/>
                  <a:pt x="492807" y="48660"/>
                </a:cubicBezTo>
                <a:cubicBezTo>
                  <a:pt x="490786" y="47264"/>
                  <a:pt x="488353" y="46566"/>
                  <a:pt x="485508" y="46566"/>
                </a:cubicBezTo>
                <a:cubicBezTo>
                  <a:pt x="481864" y="46566"/>
                  <a:pt x="478595" y="47564"/>
                  <a:pt x="475700" y="49559"/>
                </a:cubicBezTo>
                <a:cubicBezTo>
                  <a:pt x="472806" y="51552"/>
                  <a:pt x="470822" y="54194"/>
                  <a:pt x="469749" y="57485"/>
                </a:cubicBezTo>
                <a:cubicBezTo>
                  <a:pt x="468676" y="60774"/>
                  <a:pt x="468139" y="66856"/>
                  <a:pt x="468139" y="75731"/>
                </a:cubicBezTo>
                <a:lnTo>
                  <a:pt x="468139" y="111699"/>
                </a:lnTo>
                <a:lnTo>
                  <a:pt x="447102" y="111699"/>
                </a:lnTo>
                <a:lnTo>
                  <a:pt x="447102" y="32192"/>
                </a:lnTo>
                <a:lnTo>
                  <a:pt x="466642" y="32192"/>
                </a:lnTo>
                <a:lnTo>
                  <a:pt x="466642" y="43871"/>
                </a:lnTo>
                <a:cubicBezTo>
                  <a:pt x="473579" y="34887"/>
                  <a:pt x="482314" y="30395"/>
                  <a:pt x="492845" y="30395"/>
                </a:cubicBezTo>
                <a:cubicBezTo>
                  <a:pt x="497486" y="30395"/>
                  <a:pt x="501729" y="31231"/>
                  <a:pt x="505572" y="32903"/>
                </a:cubicBezTo>
                <a:cubicBezTo>
                  <a:pt x="509415" y="34575"/>
                  <a:pt x="512322" y="36709"/>
                  <a:pt x="514293" y="39304"/>
                </a:cubicBezTo>
                <a:cubicBezTo>
                  <a:pt x="516265" y="41900"/>
                  <a:pt x="517637" y="44844"/>
                  <a:pt x="518411" y="48138"/>
                </a:cubicBezTo>
                <a:cubicBezTo>
                  <a:pt x="519185" y="51432"/>
                  <a:pt x="519572" y="56149"/>
                  <a:pt x="519572" y="62288"/>
                </a:cubicBezTo>
                <a:lnTo>
                  <a:pt x="519572" y="111699"/>
                </a:lnTo>
                <a:close/>
                <a:moveTo>
                  <a:pt x="587244" y="86395"/>
                </a:moveTo>
                <a:lnTo>
                  <a:pt x="608206" y="89988"/>
                </a:lnTo>
                <a:cubicBezTo>
                  <a:pt x="605511" y="97649"/>
                  <a:pt x="601256" y="103483"/>
                  <a:pt x="595442" y="107488"/>
                </a:cubicBezTo>
                <a:cubicBezTo>
                  <a:pt x="589627" y="111493"/>
                  <a:pt x="582353" y="113496"/>
                  <a:pt x="573618" y="113496"/>
                </a:cubicBezTo>
                <a:cubicBezTo>
                  <a:pt x="559793" y="113496"/>
                  <a:pt x="549562" y="108979"/>
                  <a:pt x="542923" y="99945"/>
                </a:cubicBezTo>
                <a:cubicBezTo>
                  <a:pt x="537683" y="92708"/>
                  <a:pt x="535063" y="83575"/>
                  <a:pt x="535063" y="72545"/>
                </a:cubicBezTo>
                <a:cubicBezTo>
                  <a:pt x="535063" y="59368"/>
                  <a:pt x="538506" y="49049"/>
                  <a:pt x="545394" y="41588"/>
                </a:cubicBezTo>
                <a:cubicBezTo>
                  <a:pt x="552282" y="34126"/>
                  <a:pt x="560991" y="30395"/>
                  <a:pt x="571522" y="30395"/>
                </a:cubicBezTo>
                <a:cubicBezTo>
                  <a:pt x="583351" y="30395"/>
                  <a:pt x="592684" y="34301"/>
                  <a:pt x="599522" y="42112"/>
                </a:cubicBezTo>
                <a:cubicBezTo>
                  <a:pt x="606359" y="49923"/>
                  <a:pt x="609629" y="61889"/>
                  <a:pt x="609329" y="78010"/>
                </a:cubicBezTo>
                <a:lnTo>
                  <a:pt x="556624" y="78010"/>
                </a:lnTo>
                <a:cubicBezTo>
                  <a:pt x="556774" y="84248"/>
                  <a:pt x="558471" y="89102"/>
                  <a:pt x="561715" y="92571"/>
                </a:cubicBezTo>
                <a:cubicBezTo>
                  <a:pt x="564959" y="96040"/>
                  <a:pt x="569002" y="97774"/>
                  <a:pt x="573843" y="97774"/>
                </a:cubicBezTo>
                <a:cubicBezTo>
                  <a:pt x="577137" y="97774"/>
                  <a:pt x="579907" y="96876"/>
                  <a:pt x="582153" y="95079"/>
                </a:cubicBezTo>
                <a:cubicBezTo>
                  <a:pt x="584399" y="93282"/>
                  <a:pt x="586096" y="90387"/>
                  <a:pt x="587244" y="86395"/>
                </a:cubicBezTo>
                <a:moveTo>
                  <a:pt x="588442" y="65133"/>
                </a:moveTo>
                <a:cubicBezTo>
                  <a:pt x="588292" y="59069"/>
                  <a:pt x="586720" y="54458"/>
                  <a:pt x="583725" y="51301"/>
                </a:cubicBezTo>
                <a:cubicBezTo>
                  <a:pt x="580731" y="48145"/>
                  <a:pt x="577087" y="46566"/>
                  <a:pt x="572795" y="46566"/>
                </a:cubicBezTo>
                <a:cubicBezTo>
                  <a:pt x="568203" y="46566"/>
                  <a:pt x="564410" y="48231"/>
                  <a:pt x="561415" y="51561"/>
                </a:cubicBezTo>
                <a:cubicBezTo>
                  <a:pt x="558421" y="54893"/>
                  <a:pt x="556948" y="59417"/>
                  <a:pt x="556998" y="65133"/>
                </a:cubicBezTo>
                <a:lnTo>
                  <a:pt x="588442" y="65133"/>
                </a:lnTo>
                <a:close/>
                <a:moveTo>
                  <a:pt x="619358" y="89090"/>
                </a:moveTo>
                <a:lnTo>
                  <a:pt x="640470" y="85796"/>
                </a:lnTo>
                <a:cubicBezTo>
                  <a:pt x="641369" y="89863"/>
                  <a:pt x="643190" y="92952"/>
                  <a:pt x="645936" y="95060"/>
                </a:cubicBezTo>
                <a:cubicBezTo>
                  <a:pt x="648681" y="97169"/>
                  <a:pt x="652524" y="98223"/>
                  <a:pt x="657465" y="98223"/>
                </a:cubicBezTo>
                <a:cubicBezTo>
                  <a:pt x="662905" y="98223"/>
                  <a:pt x="666998" y="97227"/>
                  <a:pt x="669743" y="95233"/>
                </a:cubicBezTo>
                <a:cubicBezTo>
                  <a:pt x="671589" y="93837"/>
                  <a:pt x="672513" y="91968"/>
                  <a:pt x="672513" y="89626"/>
                </a:cubicBezTo>
                <a:cubicBezTo>
                  <a:pt x="672513" y="88030"/>
                  <a:pt x="672014" y="86709"/>
                  <a:pt x="671015" y="85662"/>
                </a:cubicBezTo>
                <a:cubicBezTo>
                  <a:pt x="669967" y="84666"/>
                  <a:pt x="667622" y="83744"/>
                  <a:pt x="663978" y="82897"/>
                </a:cubicBezTo>
                <a:cubicBezTo>
                  <a:pt x="647009" y="79160"/>
                  <a:pt x="636253" y="75746"/>
                  <a:pt x="631711" y="72654"/>
                </a:cubicBezTo>
                <a:cubicBezTo>
                  <a:pt x="625422" y="68365"/>
                  <a:pt x="622278" y="62407"/>
                  <a:pt x="622278" y="54778"/>
                </a:cubicBezTo>
                <a:cubicBezTo>
                  <a:pt x="622278" y="47897"/>
                  <a:pt x="624998" y="42113"/>
                  <a:pt x="630438" y="37426"/>
                </a:cubicBezTo>
                <a:cubicBezTo>
                  <a:pt x="635879" y="32739"/>
                  <a:pt x="644313" y="30395"/>
                  <a:pt x="655743" y="30395"/>
                </a:cubicBezTo>
                <a:cubicBezTo>
                  <a:pt x="666623" y="30395"/>
                  <a:pt x="674709" y="32161"/>
                  <a:pt x="679999" y="35692"/>
                </a:cubicBezTo>
                <a:cubicBezTo>
                  <a:pt x="685290" y="39223"/>
                  <a:pt x="688933" y="44445"/>
                  <a:pt x="690930" y="51358"/>
                </a:cubicBezTo>
                <a:lnTo>
                  <a:pt x="671090" y="55101"/>
                </a:lnTo>
                <a:cubicBezTo>
                  <a:pt x="670242" y="52006"/>
                  <a:pt x="668632" y="49636"/>
                  <a:pt x="666261" y="47989"/>
                </a:cubicBezTo>
                <a:cubicBezTo>
                  <a:pt x="663891" y="46342"/>
                  <a:pt x="660509" y="45518"/>
                  <a:pt x="656117" y="45518"/>
                </a:cubicBezTo>
                <a:cubicBezTo>
                  <a:pt x="650577" y="45518"/>
                  <a:pt x="646609" y="46291"/>
                  <a:pt x="644214" y="47837"/>
                </a:cubicBezTo>
                <a:cubicBezTo>
                  <a:pt x="642617" y="48932"/>
                  <a:pt x="641818" y="50352"/>
                  <a:pt x="641818" y="52097"/>
                </a:cubicBezTo>
                <a:cubicBezTo>
                  <a:pt x="641818" y="53591"/>
                  <a:pt x="642517" y="54861"/>
                  <a:pt x="643914" y="55908"/>
                </a:cubicBezTo>
                <a:cubicBezTo>
                  <a:pt x="645811" y="57304"/>
                  <a:pt x="652361" y="59273"/>
                  <a:pt x="663566" y="61815"/>
                </a:cubicBezTo>
                <a:cubicBezTo>
                  <a:pt x="674771" y="64358"/>
                  <a:pt x="682595" y="67476"/>
                  <a:pt x="687037" y="71171"/>
                </a:cubicBezTo>
                <a:cubicBezTo>
                  <a:pt x="691429" y="74918"/>
                  <a:pt x="693625" y="80136"/>
                  <a:pt x="693625" y="86827"/>
                </a:cubicBezTo>
                <a:cubicBezTo>
                  <a:pt x="693625" y="94119"/>
                  <a:pt x="690580" y="100387"/>
                  <a:pt x="684491" y="105630"/>
                </a:cubicBezTo>
                <a:cubicBezTo>
                  <a:pt x="678402" y="110874"/>
                  <a:pt x="669393" y="113496"/>
                  <a:pt x="657465" y="113496"/>
                </a:cubicBezTo>
                <a:cubicBezTo>
                  <a:pt x="646634" y="113496"/>
                  <a:pt x="638062" y="111307"/>
                  <a:pt x="631749" y="106929"/>
                </a:cubicBezTo>
                <a:cubicBezTo>
                  <a:pt x="625435" y="102549"/>
                  <a:pt x="621305" y="96603"/>
                  <a:pt x="619358" y="89090"/>
                </a:cubicBezTo>
                <a:close/>
                <a:moveTo>
                  <a:pt x="704926" y="89090"/>
                </a:moveTo>
                <a:lnTo>
                  <a:pt x="726038" y="85796"/>
                </a:lnTo>
                <a:cubicBezTo>
                  <a:pt x="726936" y="89863"/>
                  <a:pt x="728758" y="92952"/>
                  <a:pt x="731503" y="95060"/>
                </a:cubicBezTo>
                <a:cubicBezTo>
                  <a:pt x="734248" y="97169"/>
                  <a:pt x="738091" y="98223"/>
                  <a:pt x="743032" y="98223"/>
                </a:cubicBezTo>
                <a:cubicBezTo>
                  <a:pt x="748472" y="98223"/>
                  <a:pt x="752565" y="97227"/>
                  <a:pt x="755310" y="95233"/>
                </a:cubicBezTo>
                <a:cubicBezTo>
                  <a:pt x="757157" y="93837"/>
                  <a:pt x="758080" y="91968"/>
                  <a:pt x="758080" y="89626"/>
                </a:cubicBezTo>
                <a:cubicBezTo>
                  <a:pt x="758080" y="88030"/>
                  <a:pt x="757581" y="86709"/>
                  <a:pt x="756583" y="85662"/>
                </a:cubicBezTo>
                <a:cubicBezTo>
                  <a:pt x="755535" y="84666"/>
                  <a:pt x="753189" y="83744"/>
                  <a:pt x="749545" y="82897"/>
                </a:cubicBezTo>
                <a:cubicBezTo>
                  <a:pt x="732576" y="79160"/>
                  <a:pt x="721820" y="75746"/>
                  <a:pt x="717278" y="72654"/>
                </a:cubicBezTo>
                <a:cubicBezTo>
                  <a:pt x="710990" y="68365"/>
                  <a:pt x="707845" y="62407"/>
                  <a:pt x="707845" y="54778"/>
                </a:cubicBezTo>
                <a:cubicBezTo>
                  <a:pt x="707845" y="47897"/>
                  <a:pt x="710565" y="42113"/>
                  <a:pt x="716006" y="37426"/>
                </a:cubicBezTo>
                <a:cubicBezTo>
                  <a:pt x="721446" y="32739"/>
                  <a:pt x="729881" y="30395"/>
                  <a:pt x="741310" y="30395"/>
                </a:cubicBezTo>
                <a:cubicBezTo>
                  <a:pt x="752191" y="30395"/>
                  <a:pt x="760276" y="32161"/>
                  <a:pt x="765567" y="35692"/>
                </a:cubicBezTo>
                <a:cubicBezTo>
                  <a:pt x="770857" y="39223"/>
                  <a:pt x="774500" y="44445"/>
                  <a:pt x="776497" y="51358"/>
                </a:cubicBezTo>
                <a:lnTo>
                  <a:pt x="756658" y="55101"/>
                </a:lnTo>
                <a:cubicBezTo>
                  <a:pt x="755809" y="52006"/>
                  <a:pt x="754199" y="49636"/>
                  <a:pt x="751829" y="47989"/>
                </a:cubicBezTo>
                <a:cubicBezTo>
                  <a:pt x="749458" y="46342"/>
                  <a:pt x="746077" y="45518"/>
                  <a:pt x="741684" y="45518"/>
                </a:cubicBezTo>
                <a:cubicBezTo>
                  <a:pt x="736144" y="45518"/>
                  <a:pt x="732177" y="46291"/>
                  <a:pt x="729781" y="47837"/>
                </a:cubicBezTo>
                <a:cubicBezTo>
                  <a:pt x="728184" y="48932"/>
                  <a:pt x="727385" y="50352"/>
                  <a:pt x="727385" y="52097"/>
                </a:cubicBezTo>
                <a:cubicBezTo>
                  <a:pt x="727385" y="53591"/>
                  <a:pt x="728084" y="54861"/>
                  <a:pt x="729481" y="55908"/>
                </a:cubicBezTo>
                <a:cubicBezTo>
                  <a:pt x="731378" y="57304"/>
                  <a:pt x="737929" y="59273"/>
                  <a:pt x="749134" y="61815"/>
                </a:cubicBezTo>
                <a:cubicBezTo>
                  <a:pt x="760338" y="64358"/>
                  <a:pt x="768162" y="67476"/>
                  <a:pt x="772604" y="71171"/>
                </a:cubicBezTo>
                <a:cubicBezTo>
                  <a:pt x="776996" y="74918"/>
                  <a:pt x="779192" y="80136"/>
                  <a:pt x="779192" y="86827"/>
                </a:cubicBezTo>
                <a:cubicBezTo>
                  <a:pt x="779192" y="94119"/>
                  <a:pt x="776148" y="100387"/>
                  <a:pt x="770058" y="105630"/>
                </a:cubicBezTo>
                <a:cubicBezTo>
                  <a:pt x="763969" y="110874"/>
                  <a:pt x="754961" y="113496"/>
                  <a:pt x="743032" y="113496"/>
                </a:cubicBezTo>
                <a:cubicBezTo>
                  <a:pt x="732202" y="113496"/>
                  <a:pt x="723629" y="111307"/>
                  <a:pt x="717316" y="106929"/>
                </a:cubicBezTo>
                <a:cubicBezTo>
                  <a:pt x="711002" y="102549"/>
                  <a:pt x="706872" y="96603"/>
                  <a:pt x="704926" y="89090"/>
                </a:cubicBezTo>
                <a:close/>
                <a:moveTo>
                  <a:pt x="795511" y="82352"/>
                </a:moveTo>
                <a:lnTo>
                  <a:pt x="795511" y="61240"/>
                </a:lnTo>
                <a:lnTo>
                  <a:pt x="836837" y="61240"/>
                </a:lnTo>
                <a:lnTo>
                  <a:pt x="836837" y="82352"/>
                </a:lnTo>
                <a:lnTo>
                  <a:pt x="795511" y="82352"/>
                </a:lnTo>
                <a:close/>
                <a:moveTo>
                  <a:pt x="848348" y="111699"/>
                </a:moveTo>
                <a:lnTo>
                  <a:pt x="848348" y="1946"/>
                </a:lnTo>
                <a:lnTo>
                  <a:pt x="869385" y="1946"/>
                </a:lnTo>
                <a:lnTo>
                  <a:pt x="869385" y="41475"/>
                </a:lnTo>
                <a:cubicBezTo>
                  <a:pt x="875873" y="34089"/>
                  <a:pt x="883559" y="30395"/>
                  <a:pt x="892443" y="30395"/>
                </a:cubicBezTo>
                <a:cubicBezTo>
                  <a:pt x="902126" y="30395"/>
                  <a:pt x="910137" y="33902"/>
                  <a:pt x="916475" y="40914"/>
                </a:cubicBezTo>
                <a:cubicBezTo>
                  <a:pt x="922814" y="47926"/>
                  <a:pt x="925983" y="57996"/>
                  <a:pt x="925983" y="71122"/>
                </a:cubicBezTo>
                <a:cubicBezTo>
                  <a:pt x="925983" y="84698"/>
                  <a:pt x="922751" y="95154"/>
                  <a:pt x="916288" y="102491"/>
                </a:cubicBezTo>
                <a:cubicBezTo>
                  <a:pt x="909825" y="109827"/>
                  <a:pt x="901976" y="113496"/>
                  <a:pt x="892743" y="113496"/>
                </a:cubicBezTo>
                <a:cubicBezTo>
                  <a:pt x="888201" y="113496"/>
                  <a:pt x="883722" y="112360"/>
                  <a:pt x="879305" y="110090"/>
                </a:cubicBezTo>
                <a:cubicBezTo>
                  <a:pt x="874887" y="107819"/>
                  <a:pt x="871082" y="104462"/>
                  <a:pt x="867888" y="100020"/>
                </a:cubicBezTo>
                <a:lnTo>
                  <a:pt x="867888" y="111699"/>
                </a:lnTo>
                <a:lnTo>
                  <a:pt x="848348" y="111699"/>
                </a:lnTo>
                <a:moveTo>
                  <a:pt x="869235" y="70263"/>
                </a:moveTo>
                <a:cubicBezTo>
                  <a:pt x="869235" y="78486"/>
                  <a:pt x="870533" y="84566"/>
                  <a:pt x="873128" y="88503"/>
                </a:cubicBezTo>
                <a:cubicBezTo>
                  <a:pt x="876772" y="94085"/>
                  <a:pt x="881613" y="96876"/>
                  <a:pt x="887652" y="96876"/>
                </a:cubicBezTo>
                <a:cubicBezTo>
                  <a:pt x="892294" y="96876"/>
                  <a:pt x="896249" y="94895"/>
                  <a:pt x="899518" y="90933"/>
                </a:cubicBezTo>
                <a:cubicBezTo>
                  <a:pt x="902787" y="86972"/>
                  <a:pt x="904422" y="80730"/>
                  <a:pt x="904422" y="72208"/>
                </a:cubicBezTo>
                <a:cubicBezTo>
                  <a:pt x="904422" y="63136"/>
                  <a:pt x="902775" y="56595"/>
                  <a:pt x="899481" y="52584"/>
                </a:cubicBezTo>
                <a:cubicBezTo>
                  <a:pt x="896187" y="48572"/>
                  <a:pt x="891969" y="46566"/>
                  <a:pt x="886829" y="46566"/>
                </a:cubicBezTo>
                <a:cubicBezTo>
                  <a:pt x="881788" y="46566"/>
                  <a:pt x="877595" y="48523"/>
                  <a:pt x="874251" y="52436"/>
                </a:cubicBezTo>
                <a:cubicBezTo>
                  <a:pt x="870907" y="56348"/>
                  <a:pt x="869235" y="62290"/>
                  <a:pt x="869235" y="70263"/>
                </a:cubicBezTo>
                <a:close/>
                <a:moveTo>
                  <a:pt x="958920" y="56748"/>
                </a:moveTo>
                <a:lnTo>
                  <a:pt x="939829" y="53304"/>
                </a:lnTo>
                <a:cubicBezTo>
                  <a:pt x="941975" y="45517"/>
                  <a:pt x="945668" y="39752"/>
                  <a:pt x="950909" y="36010"/>
                </a:cubicBezTo>
                <a:cubicBezTo>
                  <a:pt x="956150" y="32267"/>
                  <a:pt x="963936" y="30395"/>
                  <a:pt x="974267" y="30395"/>
                </a:cubicBezTo>
                <a:cubicBezTo>
                  <a:pt x="983650" y="30395"/>
                  <a:pt x="990638" y="31506"/>
                  <a:pt x="995229" y="33727"/>
                </a:cubicBezTo>
                <a:cubicBezTo>
                  <a:pt x="999821" y="35948"/>
                  <a:pt x="1003053" y="38768"/>
                  <a:pt x="1004924" y="42187"/>
                </a:cubicBezTo>
                <a:cubicBezTo>
                  <a:pt x="1006796" y="45605"/>
                  <a:pt x="1007732" y="51882"/>
                  <a:pt x="1007732" y="61015"/>
                </a:cubicBezTo>
                <a:lnTo>
                  <a:pt x="1007507" y="85571"/>
                </a:lnTo>
                <a:cubicBezTo>
                  <a:pt x="1007507" y="92559"/>
                  <a:pt x="1007844" y="97712"/>
                  <a:pt x="1008518" y="101031"/>
                </a:cubicBezTo>
                <a:cubicBezTo>
                  <a:pt x="1009192" y="104350"/>
                  <a:pt x="1010452" y="107906"/>
                  <a:pt x="1012299" y="111699"/>
                </a:cubicBezTo>
                <a:lnTo>
                  <a:pt x="991486" y="111699"/>
                </a:lnTo>
                <a:cubicBezTo>
                  <a:pt x="990937" y="110302"/>
                  <a:pt x="990263" y="108230"/>
                  <a:pt x="989465" y="105485"/>
                </a:cubicBezTo>
                <a:cubicBezTo>
                  <a:pt x="989115" y="104238"/>
                  <a:pt x="988866" y="103414"/>
                  <a:pt x="988716" y="103015"/>
                </a:cubicBezTo>
                <a:cubicBezTo>
                  <a:pt x="985122" y="106508"/>
                  <a:pt x="981279" y="109129"/>
                  <a:pt x="977187" y="110876"/>
                </a:cubicBezTo>
                <a:cubicBezTo>
                  <a:pt x="973094" y="112622"/>
                  <a:pt x="968727" y="113496"/>
                  <a:pt x="964085" y="113496"/>
                </a:cubicBezTo>
                <a:cubicBezTo>
                  <a:pt x="955900" y="113496"/>
                  <a:pt x="949449" y="111284"/>
                  <a:pt x="944733" y="106861"/>
                </a:cubicBezTo>
                <a:cubicBezTo>
                  <a:pt x="940016" y="102438"/>
                  <a:pt x="937658" y="96846"/>
                  <a:pt x="937658" y="90086"/>
                </a:cubicBezTo>
                <a:cubicBezTo>
                  <a:pt x="937658" y="85613"/>
                  <a:pt x="938731" y="81625"/>
                  <a:pt x="940877" y="78122"/>
                </a:cubicBezTo>
                <a:cubicBezTo>
                  <a:pt x="943023" y="74617"/>
                  <a:pt x="946030" y="71933"/>
                  <a:pt x="949898" y="70069"/>
                </a:cubicBezTo>
                <a:cubicBezTo>
                  <a:pt x="953766" y="68205"/>
                  <a:pt x="959344" y="66578"/>
                  <a:pt x="966631" y="65187"/>
                </a:cubicBezTo>
                <a:cubicBezTo>
                  <a:pt x="976463" y="63348"/>
                  <a:pt x="983276" y="61633"/>
                  <a:pt x="987069" y="60042"/>
                </a:cubicBezTo>
                <a:lnTo>
                  <a:pt x="987069" y="57922"/>
                </a:lnTo>
                <a:cubicBezTo>
                  <a:pt x="987069" y="53834"/>
                  <a:pt x="986071" y="50920"/>
                  <a:pt x="984074" y="49180"/>
                </a:cubicBezTo>
                <a:cubicBezTo>
                  <a:pt x="982078" y="47437"/>
                  <a:pt x="978310" y="46566"/>
                  <a:pt x="972770" y="46566"/>
                </a:cubicBezTo>
                <a:cubicBezTo>
                  <a:pt x="969026" y="46566"/>
                  <a:pt x="966107" y="47320"/>
                  <a:pt x="964010" y="48826"/>
                </a:cubicBezTo>
                <a:cubicBezTo>
                  <a:pt x="961914" y="50331"/>
                  <a:pt x="960217" y="52972"/>
                  <a:pt x="958920" y="56748"/>
                </a:cubicBezTo>
                <a:moveTo>
                  <a:pt x="987069" y="73817"/>
                </a:moveTo>
                <a:cubicBezTo>
                  <a:pt x="984374" y="74705"/>
                  <a:pt x="980106" y="75765"/>
                  <a:pt x="974267" y="76999"/>
                </a:cubicBezTo>
                <a:cubicBezTo>
                  <a:pt x="968427" y="78231"/>
                  <a:pt x="964609" y="79439"/>
                  <a:pt x="962813" y="80623"/>
                </a:cubicBezTo>
                <a:cubicBezTo>
                  <a:pt x="960067" y="82546"/>
                  <a:pt x="958695" y="84987"/>
                  <a:pt x="958695" y="87946"/>
                </a:cubicBezTo>
                <a:cubicBezTo>
                  <a:pt x="958695" y="90856"/>
                  <a:pt x="959793" y="93372"/>
                  <a:pt x="961989" y="95493"/>
                </a:cubicBezTo>
                <a:cubicBezTo>
                  <a:pt x="964185" y="97613"/>
                  <a:pt x="966980" y="98673"/>
                  <a:pt x="970374" y="98673"/>
                </a:cubicBezTo>
                <a:cubicBezTo>
                  <a:pt x="974167" y="98673"/>
                  <a:pt x="977786" y="97440"/>
                  <a:pt x="981229" y="94974"/>
                </a:cubicBezTo>
                <a:cubicBezTo>
                  <a:pt x="983775" y="93101"/>
                  <a:pt x="985447" y="90807"/>
                  <a:pt x="986245" y="88093"/>
                </a:cubicBezTo>
                <a:cubicBezTo>
                  <a:pt x="986794" y="86318"/>
                  <a:pt x="987069" y="82941"/>
                  <a:pt x="987069" y="77961"/>
                </a:cubicBezTo>
                <a:lnTo>
                  <a:pt x="987069" y="73817"/>
                </a:lnTo>
                <a:close/>
                <a:moveTo>
                  <a:pt x="1021354" y="89090"/>
                </a:moveTo>
                <a:lnTo>
                  <a:pt x="1042466" y="85796"/>
                </a:lnTo>
                <a:cubicBezTo>
                  <a:pt x="1043364" y="89863"/>
                  <a:pt x="1045186" y="92952"/>
                  <a:pt x="1047931" y="95060"/>
                </a:cubicBezTo>
                <a:cubicBezTo>
                  <a:pt x="1050676" y="97169"/>
                  <a:pt x="1054519" y="98223"/>
                  <a:pt x="1059460" y="98223"/>
                </a:cubicBezTo>
                <a:cubicBezTo>
                  <a:pt x="1064901" y="98223"/>
                  <a:pt x="1068993" y="97227"/>
                  <a:pt x="1071738" y="95233"/>
                </a:cubicBezTo>
                <a:cubicBezTo>
                  <a:pt x="1073585" y="93837"/>
                  <a:pt x="1074508" y="91968"/>
                  <a:pt x="1074508" y="89626"/>
                </a:cubicBezTo>
                <a:cubicBezTo>
                  <a:pt x="1074508" y="88030"/>
                  <a:pt x="1074009" y="86709"/>
                  <a:pt x="1073011" y="85662"/>
                </a:cubicBezTo>
                <a:cubicBezTo>
                  <a:pt x="1071963" y="84666"/>
                  <a:pt x="1069617" y="83744"/>
                  <a:pt x="1065974" y="82897"/>
                </a:cubicBezTo>
                <a:cubicBezTo>
                  <a:pt x="1049004" y="79160"/>
                  <a:pt x="1038249" y="75746"/>
                  <a:pt x="1033707" y="72654"/>
                </a:cubicBezTo>
                <a:cubicBezTo>
                  <a:pt x="1027418" y="68365"/>
                  <a:pt x="1024274" y="62407"/>
                  <a:pt x="1024274" y="54778"/>
                </a:cubicBezTo>
                <a:cubicBezTo>
                  <a:pt x="1024274" y="47897"/>
                  <a:pt x="1026994" y="42113"/>
                  <a:pt x="1032434" y="37426"/>
                </a:cubicBezTo>
                <a:cubicBezTo>
                  <a:pt x="1037874" y="32739"/>
                  <a:pt x="1046309" y="30395"/>
                  <a:pt x="1057739" y="30395"/>
                </a:cubicBezTo>
                <a:cubicBezTo>
                  <a:pt x="1068619" y="30395"/>
                  <a:pt x="1076704" y="32161"/>
                  <a:pt x="1081995" y="35692"/>
                </a:cubicBezTo>
                <a:cubicBezTo>
                  <a:pt x="1087285" y="39223"/>
                  <a:pt x="1090929" y="44445"/>
                  <a:pt x="1092925" y="51358"/>
                </a:cubicBezTo>
                <a:lnTo>
                  <a:pt x="1073086" y="55101"/>
                </a:lnTo>
                <a:cubicBezTo>
                  <a:pt x="1072237" y="52006"/>
                  <a:pt x="1070628" y="49636"/>
                  <a:pt x="1068257" y="47989"/>
                </a:cubicBezTo>
                <a:cubicBezTo>
                  <a:pt x="1065886" y="46342"/>
                  <a:pt x="1062505" y="45518"/>
                  <a:pt x="1058113" y="45518"/>
                </a:cubicBezTo>
                <a:cubicBezTo>
                  <a:pt x="1052573" y="45518"/>
                  <a:pt x="1048605" y="46291"/>
                  <a:pt x="1046209" y="47837"/>
                </a:cubicBezTo>
                <a:cubicBezTo>
                  <a:pt x="1044612" y="48932"/>
                  <a:pt x="1043814" y="50352"/>
                  <a:pt x="1043814" y="52097"/>
                </a:cubicBezTo>
                <a:cubicBezTo>
                  <a:pt x="1043814" y="53591"/>
                  <a:pt x="1044512" y="54861"/>
                  <a:pt x="1045910" y="55908"/>
                </a:cubicBezTo>
                <a:cubicBezTo>
                  <a:pt x="1047806" y="57304"/>
                  <a:pt x="1054357" y="59273"/>
                  <a:pt x="1065562" y="61815"/>
                </a:cubicBezTo>
                <a:cubicBezTo>
                  <a:pt x="1076767" y="64358"/>
                  <a:pt x="1084590" y="67476"/>
                  <a:pt x="1089032" y="71171"/>
                </a:cubicBezTo>
                <a:cubicBezTo>
                  <a:pt x="1093424" y="74918"/>
                  <a:pt x="1095620" y="80136"/>
                  <a:pt x="1095620" y="86827"/>
                </a:cubicBezTo>
                <a:cubicBezTo>
                  <a:pt x="1095620" y="94119"/>
                  <a:pt x="1092576" y="100387"/>
                  <a:pt x="1086487" y="105630"/>
                </a:cubicBezTo>
                <a:cubicBezTo>
                  <a:pt x="1080398" y="110874"/>
                  <a:pt x="1071389" y="113496"/>
                  <a:pt x="1059460" y="113496"/>
                </a:cubicBezTo>
                <a:cubicBezTo>
                  <a:pt x="1048630" y="113496"/>
                  <a:pt x="1040058" y="111307"/>
                  <a:pt x="1033744" y="106929"/>
                </a:cubicBezTo>
                <a:cubicBezTo>
                  <a:pt x="1027431" y="102549"/>
                  <a:pt x="1023301" y="96603"/>
                  <a:pt x="1021354" y="89090"/>
                </a:cubicBezTo>
                <a:close/>
                <a:moveTo>
                  <a:pt x="1160376" y="86395"/>
                </a:moveTo>
                <a:lnTo>
                  <a:pt x="1181339" y="89988"/>
                </a:lnTo>
                <a:cubicBezTo>
                  <a:pt x="1178643" y="97649"/>
                  <a:pt x="1174389" y="103483"/>
                  <a:pt x="1168574" y="107488"/>
                </a:cubicBezTo>
                <a:cubicBezTo>
                  <a:pt x="1162759" y="111493"/>
                  <a:pt x="1155485" y="113496"/>
                  <a:pt x="1146751" y="113496"/>
                </a:cubicBezTo>
                <a:cubicBezTo>
                  <a:pt x="1132926" y="113496"/>
                  <a:pt x="1122694" y="108979"/>
                  <a:pt x="1116056" y="99945"/>
                </a:cubicBezTo>
                <a:cubicBezTo>
                  <a:pt x="1110815" y="92708"/>
                  <a:pt x="1108195" y="83575"/>
                  <a:pt x="1108195" y="72545"/>
                </a:cubicBezTo>
                <a:cubicBezTo>
                  <a:pt x="1108195" y="59368"/>
                  <a:pt x="1111639" y="49049"/>
                  <a:pt x="1118527" y="41588"/>
                </a:cubicBezTo>
                <a:cubicBezTo>
                  <a:pt x="1125414" y="34126"/>
                  <a:pt x="1134123" y="30395"/>
                  <a:pt x="1144655" y="30395"/>
                </a:cubicBezTo>
                <a:cubicBezTo>
                  <a:pt x="1156483" y="30395"/>
                  <a:pt x="1165816" y="34301"/>
                  <a:pt x="1172654" y="42112"/>
                </a:cubicBezTo>
                <a:cubicBezTo>
                  <a:pt x="1179492" y="49923"/>
                  <a:pt x="1182761" y="61889"/>
                  <a:pt x="1182462" y="78010"/>
                </a:cubicBezTo>
                <a:lnTo>
                  <a:pt x="1129756" y="78010"/>
                </a:lnTo>
                <a:cubicBezTo>
                  <a:pt x="1129906" y="84248"/>
                  <a:pt x="1131603" y="89102"/>
                  <a:pt x="1134847" y="92571"/>
                </a:cubicBezTo>
                <a:cubicBezTo>
                  <a:pt x="1138091" y="96040"/>
                  <a:pt x="1142134" y="97774"/>
                  <a:pt x="1146975" y="97774"/>
                </a:cubicBezTo>
                <a:cubicBezTo>
                  <a:pt x="1150269" y="97774"/>
                  <a:pt x="1153039" y="96876"/>
                  <a:pt x="1155285" y="95079"/>
                </a:cubicBezTo>
                <a:cubicBezTo>
                  <a:pt x="1157531" y="93282"/>
                  <a:pt x="1159228" y="90387"/>
                  <a:pt x="1160376" y="86395"/>
                </a:cubicBezTo>
                <a:moveTo>
                  <a:pt x="1161574" y="65133"/>
                </a:moveTo>
                <a:cubicBezTo>
                  <a:pt x="1161424" y="59069"/>
                  <a:pt x="1159852" y="54458"/>
                  <a:pt x="1156858" y="51301"/>
                </a:cubicBezTo>
                <a:cubicBezTo>
                  <a:pt x="1153863" y="48145"/>
                  <a:pt x="1150220" y="46566"/>
                  <a:pt x="1145927" y="46566"/>
                </a:cubicBezTo>
                <a:cubicBezTo>
                  <a:pt x="1141336" y="46566"/>
                  <a:pt x="1137542" y="48231"/>
                  <a:pt x="1134548" y="51561"/>
                </a:cubicBezTo>
                <a:cubicBezTo>
                  <a:pt x="1131553" y="54893"/>
                  <a:pt x="1130081" y="59417"/>
                  <a:pt x="1130131" y="65133"/>
                </a:cubicBezTo>
                <a:lnTo>
                  <a:pt x="1161574" y="65133"/>
                </a:lnTo>
                <a:close/>
                <a:moveTo>
                  <a:pt x="1272822" y="111699"/>
                </a:moveTo>
                <a:lnTo>
                  <a:pt x="1253282" y="111699"/>
                </a:lnTo>
                <a:lnTo>
                  <a:pt x="1253282" y="100020"/>
                </a:lnTo>
                <a:cubicBezTo>
                  <a:pt x="1250038" y="104562"/>
                  <a:pt x="1246207" y="107943"/>
                  <a:pt x="1241790" y="110164"/>
                </a:cubicBezTo>
                <a:cubicBezTo>
                  <a:pt x="1237373" y="112385"/>
                  <a:pt x="1232919" y="113496"/>
                  <a:pt x="1228427" y="113496"/>
                </a:cubicBezTo>
                <a:cubicBezTo>
                  <a:pt x="1219293" y="113496"/>
                  <a:pt x="1211470" y="109815"/>
                  <a:pt x="1204956" y="102453"/>
                </a:cubicBezTo>
                <a:cubicBezTo>
                  <a:pt x="1198443" y="95091"/>
                  <a:pt x="1195187" y="84822"/>
                  <a:pt x="1195187" y="71646"/>
                </a:cubicBezTo>
                <a:cubicBezTo>
                  <a:pt x="1195187" y="58170"/>
                  <a:pt x="1198356" y="47926"/>
                  <a:pt x="1204694" y="40914"/>
                </a:cubicBezTo>
                <a:cubicBezTo>
                  <a:pt x="1211033" y="33902"/>
                  <a:pt x="1219044" y="30395"/>
                  <a:pt x="1228726" y="30395"/>
                </a:cubicBezTo>
                <a:cubicBezTo>
                  <a:pt x="1237610" y="30395"/>
                  <a:pt x="1245296" y="34089"/>
                  <a:pt x="1251785" y="41475"/>
                </a:cubicBezTo>
                <a:lnTo>
                  <a:pt x="1251785" y="1946"/>
                </a:lnTo>
                <a:lnTo>
                  <a:pt x="1272822" y="1946"/>
                </a:lnTo>
                <a:lnTo>
                  <a:pt x="1272822" y="111699"/>
                </a:lnTo>
                <a:moveTo>
                  <a:pt x="1216673" y="70263"/>
                </a:moveTo>
                <a:cubicBezTo>
                  <a:pt x="1216673" y="78736"/>
                  <a:pt x="1217846" y="84865"/>
                  <a:pt x="1220192" y="88652"/>
                </a:cubicBezTo>
                <a:cubicBezTo>
                  <a:pt x="1223585" y="94135"/>
                  <a:pt x="1228327" y="96876"/>
                  <a:pt x="1234416" y="96876"/>
                </a:cubicBezTo>
                <a:cubicBezTo>
                  <a:pt x="1239257" y="96876"/>
                  <a:pt x="1243375" y="94820"/>
                  <a:pt x="1246769" y="90709"/>
                </a:cubicBezTo>
                <a:cubicBezTo>
                  <a:pt x="1250163" y="86597"/>
                  <a:pt x="1251860" y="80455"/>
                  <a:pt x="1251860" y="72282"/>
                </a:cubicBezTo>
                <a:cubicBezTo>
                  <a:pt x="1251860" y="63161"/>
                  <a:pt x="1250213" y="56595"/>
                  <a:pt x="1246919" y="52584"/>
                </a:cubicBezTo>
                <a:cubicBezTo>
                  <a:pt x="1243624" y="48572"/>
                  <a:pt x="1239407" y="46566"/>
                  <a:pt x="1234266" y="46566"/>
                </a:cubicBezTo>
                <a:cubicBezTo>
                  <a:pt x="1229275" y="46566"/>
                  <a:pt x="1225095" y="48547"/>
                  <a:pt x="1221726" y="52509"/>
                </a:cubicBezTo>
                <a:cubicBezTo>
                  <a:pt x="1218357" y="56470"/>
                  <a:pt x="1216673" y="62389"/>
                  <a:pt x="1216673" y="70263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6" name="Text Re-ranking">
            <a:extLst xmlns:a="http://schemas.openxmlformats.org/drawingml/2006/main">
              <a:ext uri="{FF2B5EF4-FFF2-40B4-BE49-F238E27FC236}">
                <a16:creationId xmlns:a16="http://schemas.microsoft.com/office/drawing/2014/main" id="{FF13490D-8979-49EA-B109-B881CFE72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4508" y="2262957"/>
            <a:ext cx="781963" cy="142094"/>
          </a:xfrm>
          <a:custGeom xmlns:a="http://schemas.openxmlformats.org/drawingml/2006/main">
            <a:pathLst>
              <a:path w="781963" h="142094">
                <a:moveTo>
                  <a:pt x="0" y="109753"/>
                </a:moveTo>
                <a:lnTo>
                  <a:pt x="0" y="0"/>
                </a:lnTo>
                <a:lnTo>
                  <a:pt x="46641" y="0"/>
                </a:lnTo>
                <a:cubicBezTo>
                  <a:pt x="58370" y="0"/>
                  <a:pt x="66892" y="986"/>
                  <a:pt x="72208" y="2957"/>
                </a:cubicBezTo>
                <a:cubicBezTo>
                  <a:pt x="77523" y="4929"/>
                  <a:pt x="81778" y="8435"/>
                  <a:pt x="84972" y="13476"/>
                </a:cubicBezTo>
                <a:cubicBezTo>
                  <a:pt x="88166" y="18517"/>
                  <a:pt x="89764" y="24281"/>
                  <a:pt x="89764" y="30770"/>
                </a:cubicBezTo>
                <a:cubicBezTo>
                  <a:pt x="89764" y="39005"/>
                  <a:pt x="87343" y="45805"/>
                  <a:pt x="82502" y="51170"/>
                </a:cubicBezTo>
                <a:cubicBezTo>
                  <a:pt x="77660" y="56536"/>
                  <a:pt x="70423" y="59917"/>
                  <a:pt x="60791" y="61315"/>
                </a:cubicBezTo>
                <a:cubicBezTo>
                  <a:pt x="65582" y="64110"/>
                  <a:pt x="69537" y="67179"/>
                  <a:pt x="72657" y="70523"/>
                </a:cubicBezTo>
                <a:cubicBezTo>
                  <a:pt x="75776" y="73867"/>
                  <a:pt x="79981" y="79806"/>
                  <a:pt x="85272" y="88341"/>
                </a:cubicBezTo>
                <a:lnTo>
                  <a:pt x="98673" y="109753"/>
                </a:lnTo>
                <a:lnTo>
                  <a:pt x="72170" y="109753"/>
                </a:lnTo>
                <a:lnTo>
                  <a:pt x="56149" y="85864"/>
                </a:lnTo>
                <a:cubicBezTo>
                  <a:pt x="50459" y="77332"/>
                  <a:pt x="46566" y="71957"/>
                  <a:pt x="44470" y="69737"/>
                </a:cubicBezTo>
                <a:cubicBezTo>
                  <a:pt x="42374" y="67516"/>
                  <a:pt x="40153" y="65994"/>
                  <a:pt x="37807" y="65170"/>
                </a:cubicBezTo>
                <a:cubicBezTo>
                  <a:pt x="35461" y="64347"/>
                  <a:pt x="31743" y="63935"/>
                  <a:pt x="26652" y="63935"/>
                </a:cubicBezTo>
                <a:lnTo>
                  <a:pt x="22160" y="63935"/>
                </a:lnTo>
                <a:lnTo>
                  <a:pt x="22160" y="109753"/>
                </a:lnTo>
                <a:lnTo>
                  <a:pt x="0" y="109753"/>
                </a:lnTo>
                <a:moveTo>
                  <a:pt x="22160" y="46417"/>
                </a:moveTo>
                <a:lnTo>
                  <a:pt x="38556" y="46417"/>
                </a:lnTo>
                <a:cubicBezTo>
                  <a:pt x="49187" y="46417"/>
                  <a:pt x="55825" y="45967"/>
                  <a:pt x="58470" y="45069"/>
                </a:cubicBezTo>
                <a:cubicBezTo>
                  <a:pt x="61115" y="44171"/>
                  <a:pt x="63186" y="42623"/>
                  <a:pt x="64684" y="40427"/>
                </a:cubicBezTo>
                <a:cubicBezTo>
                  <a:pt x="66181" y="38231"/>
                  <a:pt x="66930" y="35486"/>
                  <a:pt x="66930" y="32192"/>
                </a:cubicBezTo>
                <a:cubicBezTo>
                  <a:pt x="66930" y="28499"/>
                  <a:pt x="65944" y="25517"/>
                  <a:pt x="63972" y="23246"/>
                </a:cubicBezTo>
                <a:cubicBezTo>
                  <a:pt x="62001" y="20975"/>
                  <a:pt x="59218" y="19540"/>
                  <a:pt x="55625" y="18941"/>
                </a:cubicBezTo>
                <a:cubicBezTo>
                  <a:pt x="53828" y="18691"/>
                  <a:pt x="48438" y="18567"/>
                  <a:pt x="39454" y="18567"/>
                </a:cubicBezTo>
                <a:lnTo>
                  <a:pt x="22160" y="18567"/>
                </a:lnTo>
                <a:lnTo>
                  <a:pt x="22160" y="46417"/>
                </a:lnTo>
                <a:close/>
                <a:moveTo>
                  <a:pt x="156882" y="84448"/>
                </a:moveTo>
                <a:lnTo>
                  <a:pt x="177845" y="88042"/>
                </a:lnTo>
                <a:cubicBezTo>
                  <a:pt x="175149" y="95703"/>
                  <a:pt x="170895" y="101536"/>
                  <a:pt x="165080" y="105541"/>
                </a:cubicBezTo>
                <a:cubicBezTo>
                  <a:pt x="159266" y="109547"/>
                  <a:pt x="151991" y="111549"/>
                  <a:pt x="143257" y="111549"/>
                </a:cubicBezTo>
                <a:cubicBezTo>
                  <a:pt x="129432" y="111549"/>
                  <a:pt x="119200" y="107033"/>
                  <a:pt x="112562" y="97999"/>
                </a:cubicBezTo>
                <a:cubicBezTo>
                  <a:pt x="107321" y="90762"/>
                  <a:pt x="104701" y="81628"/>
                  <a:pt x="104701" y="70598"/>
                </a:cubicBezTo>
                <a:cubicBezTo>
                  <a:pt x="104701" y="57422"/>
                  <a:pt x="108145" y="47103"/>
                  <a:pt x="115033" y="39641"/>
                </a:cubicBezTo>
                <a:cubicBezTo>
                  <a:pt x="121920" y="32180"/>
                  <a:pt x="130630" y="28449"/>
                  <a:pt x="141161" y="28449"/>
                </a:cubicBezTo>
                <a:cubicBezTo>
                  <a:pt x="152989" y="28449"/>
                  <a:pt x="162323" y="32354"/>
                  <a:pt x="169160" y="40165"/>
                </a:cubicBezTo>
                <a:cubicBezTo>
                  <a:pt x="175998" y="47976"/>
                  <a:pt x="179267" y="59942"/>
                  <a:pt x="178968" y="76063"/>
                </a:cubicBezTo>
                <a:lnTo>
                  <a:pt x="126262" y="76063"/>
                </a:lnTo>
                <a:cubicBezTo>
                  <a:pt x="126412" y="82302"/>
                  <a:pt x="128109" y="87156"/>
                  <a:pt x="131353" y="90625"/>
                </a:cubicBezTo>
                <a:cubicBezTo>
                  <a:pt x="134597" y="94093"/>
                  <a:pt x="138640" y="95828"/>
                  <a:pt x="143481" y="95828"/>
                </a:cubicBezTo>
                <a:cubicBezTo>
                  <a:pt x="146776" y="95828"/>
                  <a:pt x="149546" y="94929"/>
                  <a:pt x="151791" y="93133"/>
                </a:cubicBezTo>
                <a:cubicBezTo>
                  <a:pt x="154037" y="91336"/>
                  <a:pt x="155734" y="88441"/>
                  <a:pt x="156882" y="84448"/>
                </a:cubicBezTo>
                <a:moveTo>
                  <a:pt x="158080" y="63186"/>
                </a:moveTo>
                <a:cubicBezTo>
                  <a:pt x="157930" y="57122"/>
                  <a:pt x="156358" y="52512"/>
                  <a:pt x="153364" y="49355"/>
                </a:cubicBezTo>
                <a:cubicBezTo>
                  <a:pt x="150369" y="46198"/>
                  <a:pt x="146726" y="44620"/>
                  <a:pt x="142433" y="44620"/>
                </a:cubicBezTo>
                <a:cubicBezTo>
                  <a:pt x="137842" y="44620"/>
                  <a:pt x="134048" y="46285"/>
                  <a:pt x="131054" y="49615"/>
                </a:cubicBezTo>
                <a:cubicBezTo>
                  <a:pt x="128059" y="52946"/>
                  <a:pt x="126587" y="57470"/>
                  <a:pt x="126637" y="63186"/>
                </a:cubicBezTo>
                <a:lnTo>
                  <a:pt x="158080" y="63186"/>
                </a:lnTo>
                <a:close/>
                <a:moveTo>
                  <a:pt x="194013" y="80405"/>
                </a:moveTo>
                <a:lnTo>
                  <a:pt x="194013" y="59293"/>
                </a:lnTo>
                <a:lnTo>
                  <a:pt x="235338" y="59293"/>
                </a:lnTo>
                <a:lnTo>
                  <a:pt x="235338" y="80405"/>
                </a:lnTo>
                <a:lnTo>
                  <a:pt x="194013" y="80405"/>
                </a:lnTo>
                <a:close/>
                <a:moveTo>
                  <a:pt x="267887" y="109753"/>
                </a:moveTo>
                <a:lnTo>
                  <a:pt x="246850" y="109753"/>
                </a:lnTo>
                <a:lnTo>
                  <a:pt x="246850" y="30246"/>
                </a:lnTo>
                <a:lnTo>
                  <a:pt x="266390" y="30246"/>
                </a:lnTo>
                <a:lnTo>
                  <a:pt x="266390" y="41550"/>
                </a:lnTo>
                <a:cubicBezTo>
                  <a:pt x="269734" y="36210"/>
                  <a:pt x="272741" y="32691"/>
                  <a:pt x="275411" y="30994"/>
                </a:cubicBezTo>
                <a:cubicBezTo>
                  <a:pt x="278082" y="29297"/>
                  <a:pt x="281114" y="28449"/>
                  <a:pt x="284508" y="28449"/>
                </a:cubicBezTo>
                <a:cubicBezTo>
                  <a:pt x="289299" y="28449"/>
                  <a:pt x="293916" y="29771"/>
                  <a:pt x="298358" y="32417"/>
                </a:cubicBezTo>
                <a:lnTo>
                  <a:pt x="291844" y="50759"/>
                </a:lnTo>
                <a:cubicBezTo>
                  <a:pt x="288301" y="48463"/>
                  <a:pt x="285007" y="47315"/>
                  <a:pt x="281962" y="47315"/>
                </a:cubicBezTo>
                <a:cubicBezTo>
                  <a:pt x="279017" y="47315"/>
                  <a:pt x="276522" y="48126"/>
                  <a:pt x="274476" y="49748"/>
                </a:cubicBezTo>
                <a:cubicBezTo>
                  <a:pt x="272429" y="51370"/>
                  <a:pt x="270820" y="54302"/>
                  <a:pt x="269647" y="58545"/>
                </a:cubicBezTo>
                <a:cubicBezTo>
                  <a:pt x="268474" y="62787"/>
                  <a:pt x="267887" y="71671"/>
                  <a:pt x="267887" y="85197"/>
                </a:cubicBezTo>
                <a:lnTo>
                  <a:pt x="267887" y="109753"/>
                </a:lnTo>
                <a:close/>
                <a:moveTo>
                  <a:pt x="323194" y="54801"/>
                </a:moveTo>
                <a:lnTo>
                  <a:pt x="304103" y="51358"/>
                </a:lnTo>
                <a:cubicBezTo>
                  <a:pt x="306249" y="43570"/>
                  <a:pt x="309943" y="37805"/>
                  <a:pt x="315183" y="34064"/>
                </a:cubicBezTo>
                <a:cubicBezTo>
                  <a:pt x="320424" y="30320"/>
                  <a:pt x="328210" y="28449"/>
                  <a:pt x="338541" y="28449"/>
                </a:cubicBezTo>
                <a:cubicBezTo>
                  <a:pt x="347924" y="28449"/>
                  <a:pt x="354912" y="29559"/>
                  <a:pt x="359504" y="31780"/>
                </a:cubicBezTo>
                <a:cubicBezTo>
                  <a:pt x="364095" y="34001"/>
                  <a:pt x="367327" y="36821"/>
                  <a:pt x="369199" y="40240"/>
                </a:cubicBezTo>
                <a:cubicBezTo>
                  <a:pt x="371070" y="43659"/>
                  <a:pt x="372006" y="49935"/>
                  <a:pt x="372006" y="59069"/>
                </a:cubicBezTo>
                <a:lnTo>
                  <a:pt x="371781" y="83625"/>
                </a:lnTo>
                <a:cubicBezTo>
                  <a:pt x="371781" y="90612"/>
                  <a:pt x="372118" y="95765"/>
                  <a:pt x="372792" y="99084"/>
                </a:cubicBezTo>
                <a:cubicBezTo>
                  <a:pt x="373466" y="102403"/>
                  <a:pt x="374726" y="105959"/>
                  <a:pt x="376573" y="109753"/>
                </a:cubicBezTo>
                <a:lnTo>
                  <a:pt x="355760" y="109753"/>
                </a:lnTo>
                <a:cubicBezTo>
                  <a:pt x="355211" y="108355"/>
                  <a:pt x="354538" y="106284"/>
                  <a:pt x="353739" y="103539"/>
                </a:cubicBezTo>
                <a:cubicBezTo>
                  <a:pt x="353390" y="102291"/>
                  <a:pt x="353140" y="101468"/>
                  <a:pt x="352990" y="101068"/>
                </a:cubicBezTo>
                <a:cubicBezTo>
                  <a:pt x="349397" y="104562"/>
                  <a:pt x="345554" y="107182"/>
                  <a:pt x="341461" y="108929"/>
                </a:cubicBezTo>
                <a:cubicBezTo>
                  <a:pt x="337368" y="110676"/>
                  <a:pt x="333001" y="111549"/>
                  <a:pt x="328360" y="111549"/>
                </a:cubicBezTo>
                <a:cubicBezTo>
                  <a:pt x="320174" y="111549"/>
                  <a:pt x="313723" y="109338"/>
                  <a:pt x="309007" y="104914"/>
                </a:cubicBezTo>
                <a:cubicBezTo>
                  <a:pt x="304290" y="100491"/>
                  <a:pt x="301932" y="94900"/>
                  <a:pt x="301932" y="88140"/>
                </a:cubicBezTo>
                <a:cubicBezTo>
                  <a:pt x="301932" y="83667"/>
                  <a:pt x="303005" y="79679"/>
                  <a:pt x="305151" y="76175"/>
                </a:cubicBezTo>
                <a:cubicBezTo>
                  <a:pt x="307297" y="72671"/>
                  <a:pt x="310305" y="69987"/>
                  <a:pt x="314173" y="68123"/>
                </a:cubicBezTo>
                <a:cubicBezTo>
                  <a:pt x="318041" y="66259"/>
                  <a:pt x="323618" y="64631"/>
                  <a:pt x="330905" y="63240"/>
                </a:cubicBezTo>
                <a:cubicBezTo>
                  <a:pt x="340737" y="61401"/>
                  <a:pt x="347550" y="59686"/>
                  <a:pt x="351343" y="58096"/>
                </a:cubicBezTo>
                <a:lnTo>
                  <a:pt x="351343" y="55976"/>
                </a:lnTo>
                <a:cubicBezTo>
                  <a:pt x="351343" y="51888"/>
                  <a:pt x="350345" y="48974"/>
                  <a:pt x="348349" y="47233"/>
                </a:cubicBezTo>
                <a:cubicBezTo>
                  <a:pt x="346352" y="45491"/>
                  <a:pt x="342584" y="44620"/>
                  <a:pt x="337044" y="44620"/>
                </a:cubicBezTo>
                <a:cubicBezTo>
                  <a:pt x="333301" y="44620"/>
                  <a:pt x="330381" y="45373"/>
                  <a:pt x="328285" y="46880"/>
                </a:cubicBezTo>
                <a:cubicBezTo>
                  <a:pt x="326188" y="48385"/>
                  <a:pt x="324492" y="51025"/>
                  <a:pt x="323194" y="54801"/>
                </a:cubicBezTo>
                <a:moveTo>
                  <a:pt x="351343" y="71871"/>
                </a:moveTo>
                <a:cubicBezTo>
                  <a:pt x="348648" y="72758"/>
                  <a:pt x="344381" y="73819"/>
                  <a:pt x="338541" y="75053"/>
                </a:cubicBezTo>
                <a:cubicBezTo>
                  <a:pt x="332702" y="76285"/>
                  <a:pt x="328884" y="77493"/>
                  <a:pt x="327087" y="78676"/>
                </a:cubicBezTo>
                <a:cubicBezTo>
                  <a:pt x="324342" y="80600"/>
                  <a:pt x="322969" y="83040"/>
                  <a:pt x="322969" y="85999"/>
                </a:cubicBezTo>
                <a:cubicBezTo>
                  <a:pt x="322969" y="88910"/>
                  <a:pt x="324067" y="91425"/>
                  <a:pt x="326263" y="93547"/>
                </a:cubicBezTo>
                <a:cubicBezTo>
                  <a:pt x="328459" y="95666"/>
                  <a:pt x="331254" y="96726"/>
                  <a:pt x="334648" y="96726"/>
                </a:cubicBezTo>
                <a:cubicBezTo>
                  <a:pt x="338441" y="96726"/>
                  <a:pt x="342060" y="95493"/>
                  <a:pt x="345504" y="93027"/>
                </a:cubicBezTo>
                <a:cubicBezTo>
                  <a:pt x="348049" y="91154"/>
                  <a:pt x="349721" y="88860"/>
                  <a:pt x="350520" y="86147"/>
                </a:cubicBezTo>
                <a:cubicBezTo>
                  <a:pt x="351069" y="84372"/>
                  <a:pt x="351343" y="80994"/>
                  <a:pt x="351343" y="76014"/>
                </a:cubicBezTo>
                <a:lnTo>
                  <a:pt x="351343" y="71871"/>
                </a:lnTo>
                <a:close/>
                <a:moveTo>
                  <a:pt x="465361" y="109753"/>
                </a:moveTo>
                <a:lnTo>
                  <a:pt x="444324" y="109753"/>
                </a:lnTo>
                <a:lnTo>
                  <a:pt x="444324" y="69222"/>
                </a:lnTo>
                <a:cubicBezTo>
                  <a:pt x="444324" y="60647"/>
                  <a:pt x="443875" y="55101"/>
                  <a:pt x="442977" y="52584"/>
                </a:cubicBezTo>
                <a:cubicBezTo>
                  <a:pt x="442078" y="50066"/>
                  <a:pt x="440618" y="48110"/>
                  <a:pt x="438597" y="46714"/>
                </a:cubicBezTo>
                <a:cubicBezTo>
                  <a:pt x="436576" y="45318"/>
                  <a:pt x="434142" y="44620"/>
                  <a:pt x="431298" y="44620"/>
                </a:cubicBezTo>
                <a:cubicBezTo>
                  <a:pt x="427654" y="44620"/>
                  <a:pt x="424385" y="45617"/>
                  <a:pt x="421490" y="47612"/>
                </a:cubicBezTo>
                <a:cubicBezTo>
                  <a:pt x="418595" y="49605"/>
                  <a:pt x="416612" y="52247"/>
                  <a:pt x="415538" y="55538"/>
                </a:cubicBezTo>
                <a:cubicBezTo>
                  <a:pt x="414465" y="58828"/>
                  <a:pt x="413929" y="64910"/>
                  <a:pt x="413929" y="73784"/>
                </a:cubicBezTo>
                <a:lnTo>
                  <a:pt x="413929" y="109753"/>
                </a:lnTo>
                <a:lnTo>
                  <a:pt x="392892" y="109753"/>
                </a:lnTo>
                <a:lnTo>
                  <a:pt x="392892" y="30246"/>
                </a:lnTo>
                <a:lnTo>
                  <a:pt x="412432" y="30246"/>
                </a:lnTo>
                <a:lnTo>
                  <a:pt x="412432" y="41925"/>
                </a:lnTo>
                <a:cubicBezTo>
                  <a:pt x="419369" y="32941"/>
                  <a:pt x="428103" y="28449"/>
                  <a:pt x="438634" y="28449"/>
                </a:cubicBezTo>
                <a:cubicBezTo>
                  <a:pt x="443276" y="28449"/>
                  <a:pt x="447518" y="29285"/>
                  <a:pt x="451362" y="30957"/>
                </a:cubicBezTo>
                <a:cubicBezTo>
                  <a:pt x="455205" y="32629"/>
                  <a:pt x="458112" y="34762"/>
                  <a:pt x="460083" y="37358"/>
                </a:cubicBezTo>
                <a:cubicBezTo>
                  <a:pt x="462055" y="39953"/>
                  <a:pt x="463427" y="42898"/>
                  <a:pt x="464201" y="46192"/>
                </a:cubicBezTo>
                <a:cubicBezTo>
                  <a:pt x="464975" y="49486"/>
                  <a:pt x="465361" y="54203"/>
                  <a:pt x="465361" y="60341"/>
                </a:cubicBezTo>
                <a:lnTo>
                  <a:pt x="465361" y="109753"/>
                </a:lnTo>
                <a:close/>
                <a:moveTo>
                  <a:pt x="486241" y="109753"/>
                </a:moveTo>
                <a:lnTo>
                  <a:pt x="486241" y="0"/>
                </a:lnTo>
                <a:lnTo>
                  <a:pt x="507278" y="0"/>
                </a:lnTo>
                <a:lnTo>
                  <a:pt x="507278" y="58245"/>
                </a:lnTo>
                <a:lnTo>
                  <a:pt x="531909" y="30246"/>
                </a:lnTo>
                <a:lnTo>
                  <a:pt x="557812" y="30246"/>
                </a:lnTo>
                <a:lnTo>
                  <a:pt x="530636" y="59305"/>
                </a:lnTo>
                <a:lnTo>
                  <a:pt x="559759" y="109753"/>
                </a:lnTo>
                <a:lnTo>
                  <a:pt x="537075" y="109753"/>
                </a:lnTo>
                <a:lnTo>
                  <a:pt x="517086" y="74032"/>
                </a:lnTo>
                <a:lnTo>
                  <a:pt x="507278" y="84298"/>
                </a:lnTo>
                <a:lnTo>
                  <a:pt x="507278" y="109753"/>
                </a:lnTo>
                <a:lnTo>
                  <a:pt x="486241" y="109753"/>
                </a:lnTo>
                <a:close/>
                <a:moveTo>
                  <a:pt x="572559" y="19465"/>
                </a:moveTo>
                <a:lnTo>
                  <a:pt x="572559" y="0"/>
                </a:lnTo>
                <a:lnTo>
                  <a:pt x="593596" y="0"/>
                </a:lnTo>
                <a:lnTo>
                  <a:pt x="593596" y="19465"/>
                </a:lnTo>
                <a:lnTo>
                  <a:pt x="572559" y="19465"/>
                </a:lnTo>
                <a:moveTo>
                  <a:pt x="572559" y="109753"/>
                </a:moveTo>
                <a:lnTo>
                  <a:pt x="572559" y="30246"/>
                </a:lnTo>
                <a:lnTo>
                  <a:pt x="593596" y="30246"/>
                </a:lnTo>
                <a:lnTo>
                  <a:pt x="593596" y="109753"/>
                </a:lnTo>
                <a:lnTo>
                  <a:pt x="572559" y="109753"/>
                </a:lnTo>
                <a:close/>
                <a:moveTo>
                  <a:pt x="687489" y="109753"/>
                </a:moveTo>
                <a:lnTo>
                  <a:pt x="666452" y="109753"/>
                </a:lnTo>
                <a:lnTo>
                  <a:pt x="666452" y="69222"/>
                </a:lnTo>
                <a:cubicBezTo>
                  <a:pt x="666452" y="60647"/>
                  <a:pt x="666003" y="55101"/>
                  <a:pt x="665104" y="52584"/>
                </a:cubicBezTo>
                <a:cubicBezTo>
                  <a:pt x="664206" y="50066"/>
                  <a:pt x="662746" y="48110"/>
                  <a:pt x="660725" y="46714"/>
                </a:cubicBezTo>
                <a:cubicBezTo>
                  <a:pt x="658703" y="45318"/>
                  <a:pt x="656270" y="44620"/>
                  <a:pt x="653425" y="44620"/>
                </a:cubicBezTo>
                <a:cubicBezTo>
                  <a:pt x="649782" y="44620"/>
                  <a:pt x="646513" y="45617"/>
                  <a:pt x="643618" y="47612"/>
                </a:cubicBezTo>
                <a:cubicBezTo>
                  <a:pt x="640723" y="49605"/>
                  <a:pt x="638739" y="52247"/>
                  <a:pt x="637666" y="55538"/>
                </a:cubicBezTo>
                <a:cubicBezTo>
                  <a:pt x="636593" y="58828"/>
                  <a:pt x="636057" y="64910"/>
                  <a:pt x="636057" y="73784"/>
                </a:cubicBezTo>
                <a:lnTo>
                  <a:pt x="636057" y="109753"/>
                </a:lnTo>
                <a:lnTo>
                  <a:pt x="615019" y="109753"/>
                </a:lnTo>
                <a:lnTo>
                  <a:pt x="615019" y="30246"/>
                </a:lnTo>
                <a:lnTo>
                  <a:pt x="634559" y="30246"/>
                </a:lnTo>
                <a:lnTo>
                  <a:pt x="634559" y="41925"/>
                </a:lnTo>
                <a:cubicBezTo>
                  <a:pt x="641497" y="32941"/>
                  <a:pt x="650231" y="28449"/>
                  <a:pt x="660762" y="28449"/>
                </a:cubicBezTo>
                <a:cubicBezTo>
                  <a:pt x="665404" y="28449"/>
                  <a:pt x="669646" y="29285"/>
                  <a:pt x="673489" y="30957"/>
                </a:cubicBezTo>
                <a:cubicBezTo>
                  <a:pt x="677332" y="32629"/>
                  <a:pt x="680240" y="34762"/>
                  <a:pt x="682211" y="37358"/>
                </a:cubicBezTo>
                <a:cubicBezTo>
                  <a:pt x="684183" y="39953"/>
                  <a:pt x="685555" y="42898"/>
                  <a:pt x="686329" y="46192"/>
                </a:cubicBezTo>
                <a:cubicBezTo>
                  <a:pt x="687102" y="49486"/>
                  <a:pt x="687489" y="54203"/>
                  <a:pt x="687489" y="60341"/>
                </a:cubicBezTo>
                <a:lnTo>
                  <a:pt x="687489" y="109753"/>
                </a:lnTo>
                <a:close/>
                <a:moveTo>
                  <a:pt x="707173" y="114843"/>
                </a:moveTo>
                <a:lnTo>
                  <a:pt x="731204" y="117838"/>
                </a:lnTo>
                <a:cubicBezTo>
                  <a:pt x="731604" y="120660"/>
                  <a:pt x="732527" y="122599"/>
                  <a:pt x="733975" y="123657"/>
                </a:cubicBezTo>
                <a:cubicBezTo>
                  <a:pt x="735971" y="125168"/>
                  <a:pt x="739115" y="125924"/>
                  <a:pt x="743408" y="125924"/>
                </a:cubicBezTo>
                <a:cubicBezTo>
                  <a:pt x="748898" y="125924"/>
                  <a:pt x="753015" y="125094"/>
                  <a:pt x="755760" y="123434"/>
                </a:cubicBezTo>
                <a:cubicBezTo>
                  <a:pt x="757607" y="122328"/>
                  <a:pt x="759004" y="120544"/>
                  <a:pt x="759953" y="118081"/>
                </a:cubicBezTo>
                <a:cubicBezTo>
                  <a:pt x="760602" y="116322"/>
                  <a:pt x="760926" y="113080"/>
                  <a:pt x="760926" y="108356"/>
                </a:cubicBezTo>
                <a:lnTo>
                  <a:pt x="760926" y="96668"/>
                </a:lnTo>
                <a:cubicBezTo>
                  <a:pt x="754637" y="105391"/>
                  <a:pt x="746702" y="109753"/>
                  <a:pt x="737119" y="109753"/>
                </a:cubicBezTo>
                <a:cubicBezTo>
                  <a:pt x="726438" y="109753"/>
                  <a:pt x="717978" y="105236"/>
                  <a:pt x="711739" y="96202"/>
                </a:cubicBezTo>
                <a:cubicBezTo>
                  <a:pt x="706848" y="89065"/>
                  <a:pt x="704403" y="80181"/>
                  <a:pt x="704403" y="69550"/>
                </a:cubicBezTo>
                <a:cubicBezTo>
                  <a:pt x="704403" y="56224"/>
                  <a:pt x="707609" y="46042"/>
                  <a:pt x="714023" y="39005"/>
                </a:cubicBezTo>
                <a:cubicBezTo>
                  <a:pt x="720436" y="31968"/>
                  <a:pt x="728410" y="28449"/>
                  <a:pt x="737942" y="28449"/>
                </a:cubicBezTo>
                <a:cubicBezTo>
                  <a:pt x="747775" y="28449"/>
                  <a:pt x="755885" y="32786"/>
                  <a:pt x="762274" y="41461"/>
                </a:cubicBezTo>
                <a:lnTo>
                  <a:pt x="762274" y="30246"/>
                </a:lnTo>
                <a:lnTo>
                  <a:pt x="781963" y="30246"/>
                </a:lnTo>
                <a:lnTo>
                  <a:pt x="781963" y="101639"/>
                </a:lnTo>
                <a:cubicBezTo>
                  <a:pt x="781963" y="111028"/>
                  <a:pt x="781190" y="118046"/>
                  <a:pt x="779642" y="122690"/>
                </a:cubicBezTo>
                <a:cubicBezTo>
                  <a:pt x="778095" y="127335"/>
                  <a:pt x="775924" y="130981"/>
                  <a:pt x="773129" y="133628"/>
                </a:cubicBezTo>
                <a:cubicBezTo>
                  <a:pt x="770334" y="136276"/>
                  <a:pt x="766603" y="138349"/>
                  <a:pt x="761937" y="139846"/>
                </a:cubicBezTo>
                <a:cubicBezTo>
                  <a:pt x="757270" y="141345"/>
                  <a:pt x="751368" y="142094"/>
                  <a:pt x="744231" y="142094"/>
                </a:cubicBezTo>
                <a:cubicBezTo>
                  <a:pt x="730755" y="142094"/>
                  <a:pt x="721197" y="139767"/>
                  <a:pt x="715558" y="135111"/>
                </a:cubicBezTo>
                <a:cubicBezTo>
                  <a:pt x="709918" y="130457"/>
                  <a:pt x="707098" y="124556"/>
                  <a:pt x="707098" y="117410"/>
                </a:cubicBezTo>
                <a:cubicBezTo>
                  <a:pt x="707098" y="116705"/>
                  <a:pt x="707123" y="115849"/>
                  <a:pt x="707173" y="114843"/>
                </a:cubicBezTo>
                <a:moveTo>
                  <a:pt x="725964" y="68352"/>
                </a:moveTo>
                <a:cubicBezTo>
                  <a:pt x="725964" y="76762"/>
                  <a:pt x="727598" y="82920"/>
                  <a:pt x="730868" y="86825"/>
                </a:cubicBezTo>
                <a:cubicBezTo>
                  <a:pt x="734137" y="90731"/>
                  <a:pt x="738167" y="92683"/>
                  <a:pt x="742958" y="92683"/>
                </a:cubicBezTo>
                <a:cubicBezTo>
                  <a:pt x="748099" y="92683"/>
                  <a:pt x="752441" y="90681"/>
                  <a:pt x="755985" y="86675"/>
                </a:cubicBezTo>
                <a:cubicBezTo>
                  <a:pt x="759529" y="82670"/>
                  <a:pt x="761300" y="76737"/>
                  <a:pt x="761300" y="68876"/>
                </a:cubicBezTo>
                <a:cubicBezTo>
                  <a:pt x="761300" y="60666"/>
                  <a:pt x="759603" y="54571"/>
                  <a:pt x="756210" y="50590"/>
                </a:cubicBezTo>
                <a:cubicBezTo>
                  <a:pt x="752816" y="46610"/>
                  <a:pt x="748523" y="44620"/>
                  <a:pt x="743333" y="44620"/>
                </a:cubicBezTo>
                <a:cubicBezTo>
                  <a:pt x="738292" y="44620"/>
                  <a:pt x="734137" y="46572"/>
                  <a:pt x="730868" y="50478"/>
                </a:cubicBezTo>
                <a:cubicBezTo>
                  <a:pt x="727598" y="54383"/>
                  <a:pt x="725964" y="60341"/>
                  <a:pt x="725964" y="68352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7996282-0F5C-4C0D-9BE3-2DAC4FBD6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6543" y="1109443"/>
            <a:ext cx="2279259" cy="752302"/>
          </a:xfrm>
          <a:custGeom xmlns:a="http://schemas.openxmlformats.org/drawingml/2006/main">
            <a:pathLst>
              <a:path w="2279259" h="752302">
                <a:moveTo>
                  <a:pt x="625521" y="10478"/>
                </a:moveTo>
                <a:lnTo>
                  <a:pt x="625521" y="0"/>
                </a:lnTo>
                <a:lnTo>
                  <a:pt x="583610" y="0"/>
                </a:lnTo>
                <a:lnTo>
                  <a:pt x="583610" y="10478"/>
                </a:lnTo>
                <a:lnTo>
                  <a:pt x="625521" y="10478"/>
                </a:lnTo>
                <a:close/>
                <a:moveTo>
                  <a:pt x="112112" y="10478"/>
                </a:moveTo>
                <a:lnTo>
                  <a:pt x="112112" y="0"/>
                </a:lnTo>
                <a:lnTo>
                  <a:pt x="70201" y="0"/>
                </a:lnTo>
                <a:lnTo>
                  <a:pt x="70201" y="10478"/>
                </a:lnTo>
                <a:lnTo>
                  <a:pt x="112112" y="10478"/>
                </a:lnTo>
                <a:close/>
                <a:moveTo>
                  <a:pt x="552177" y="10478"/>
                </a:moveTo>
                <a:lnTo>
                  <a:pt x="552177" y="0"/>
                </a:lnTo>
                <a:lnTo>
                  <a:pt x="510266" y="0"/>
                </a:lnTo>
                <a:lnTo>
                  <a:pt x="510266" y="10478"/>
                </a:lnTo>
                <a:lnTo>
                  <a:pt x="552177" y="10478"/>
                </a:lnTo>
                <a:close/>
                <a:moveTo>
                  <a:pt x="478833" y="0"/>
                </a:moveTo>
                <a:lnTo>
                  <a:pt x="436922" y="0"/>
                </a:lnTo>
                <a:lnTo>
                  <a:pt x="436922" y="10478"/>
                </a:lnTo>
                <a:lnTo>
                  <a:pt x="478833" y="10478"/>
                </a:lnTo>
                <a:lnTo>
                  <a:pt x="478833" y="0"/>
                </a:lnTo>
                <a:close/>
                <a:moveTo>
                  <a:pt x="405488" y="0"/>
                </a:moveTo>
                <a:lnTo>
                  <a:pt x="363578" y="0"/>
                </a:lnTo>
                <a:lnTo>
                  <a:pt x="363578" y="10478"/>
                </a:lnTo>
                <a:lnTo>
                  <a:pt x="405488" y="10478"/>
                </a:lnTo>
                <a:lnTo>
                  <a:pt x="405488" y="0"/>
                </a:lnTo>
                <a:close/>
                <a:moveTo>
                  <a:pt x="332144" y="10478"/>
                </a:moveTo>
                <a:lnTo>
                  <a:pt x="332144" y="0"/>
                </a:lnTo>
                <a:lnTo>
                  <a:pt x="290233" y="0"/>
                </a:lnTo>
                <a:lnTo>
                  <a:pt x="290233" y="10478"/>
                </a:lnTo>
                <a:lnTo>
                  <a:pt x="332144" y="10478"/>
                </a:lnTo>
                <a:close/>
                <a:moveTo>
                  <a:pt x="258800" y="0"/>
                </a:moveTo>
                <a:lnTo>
                  <a:pt x="216889" y="0"/>
                </a:lnTo>
                <a:lnTo>
                  <a:pt x="216889" y="10478"/>
                </a:lnTo>
                <a:lnTo>
                  <a:pt x="258800" y="10478"/>
                </a:lnTo>
                <a:lnTo>
                  <a:pt x="258800" y="0"/>
                </a:lnTo>
                <a:close/>
                <a:moveTo>
                  <a:pt x="185456" y="0"/>
                </a:moveTo>
                <a:lnTo>
                  <a:pt x="143545" y="0"/>
                </a:lnTo>
                <a:lnTo>
                  <a:pt x="143545" y="10478"/>
                </a:lnTo>
                <a:lnTo>
                  <a:pt x="185456" y="10478"/>
                </a:lnTo>
                <a:lnTo>
                  <a:pt x="185456" y="0"/>
                </a:lnTo>
                <a:close/>
                <a:moveTo>
                  <a:pt x="10478" y="10478"/>
                </a:moveTo>
                <a:lnTo>
                  <a:pt x="38768" y="10478"/>
                </a:lnTo>
                <a:lnTo>
                  <a:pt x="38768" y="0"/>
                </a:lnTo>
                <a:lnTo>
                  <a:pt x="0" y="0"/>
                </a:lnTo>
                <a:lnTo>
                  <a:pt x="0" y="13621"/>
                </a:lnTo>
                <a:lnTo>
                  <a:pt x="10478" y="13621"/>
                </a:lnTo>
                <a:lnTo>
                  <a:pt x="10478" y="10478"/>
                </a:lnTo>
                <a:close/>
                <a:moveTo>
                  <a:pt x="0" y="45054"/>
                </a:moveTo>
                <a:lnTo>
                  <a:pt x="0" y="86965"/>
                </a:lnTo>
                <a:lnTo>
                  <a:pt x="10478" y="86965"/>
                </a:lnTo>
                <a:lnTo>
                  <a:pt x="10478" y="45054"/>
                </a:lnTo>
                <a:lnTo>
                  <a:pt x="0" y="45054"/>
                </a:lnTo>
                <a:close/>
                <a:moveTo>
                  <a:pt x="10478" y="118398"/>
                </a:moveTo>
                <a:lnTo>
                  <a:pt x="0" y="118398"/>
                </a:lnTo>
                <a:lnTo>
                  <a:pt x="0" y="160309"/>
                </a:lnTo>
                <a:lnTo>
                  <a:pt x="10478" y="160309"/>
                </a:lnTo>
                <a:lnTo>
                  <a:pt x="10478" y="118398"/>
                </a:lnTo>
                <a:close/>
                <a:moveTo>
                  <a:pt x="10478" y="191743"/>
                </a:moveTo>
                <a:lnTo>
                  <a:pt x="0" y="191743"/>
                </a:lnTo>
                <a:lnTo>
                  <a:pt x="0" y="233654"/>
                </a:lnTo>
                <a:lnTo>
                  <a:pt x="10478" y="233654"/>
                </a:lnTo>
                <a:lnTo>
                  <a:pt x="10478" y="191743"/>
                </a:lnTo>
                <a:close/>
                <a:moveTo>
                  <a:pt x="10478" y="265087"/>
                </a:moveTo>
                <a:lnTo>
                  <a:pt x="0" y="265087"/>
                </a:lnTo>
                <a:lnTo>
                  <a:pt x="0" y="306998"/>
                </a:lnTo>
                <a:lnTo>
                  <a:pt x="10478" y="306998"/>
                </a:lnTo>
                <a:lnTo>
                  <a:pt x="10478" y="265087"/>
                </a:lnTo>
                <a:close/>
                <a:moveTo>
                  <a:pt x="0" y="338431"/>
                </a:moveTo>
                <a:lnTo>
                  <a:pt x="0" y="380342"/>
                </a:lnTo>
                <a:lnTo>
                  <a:pt x="10478" y="380342"/>
                </a:lnTo>
                <a:lnTo>
                  <a:pt x="10478" y="338431"/>
                </a:lnTo>
                <a:lnTo>
                  <a:pt x="0" y="338431"/>
                </a:lnTo>
                <a:close/>
                <a:moveTo>
                  <a:pt x="0" y="411775"/>
                </a:moveTo>
                <a:lnTo>
                  <a:pt x="0" y="453686"/>
                </a:lnTo>
                <a:lnTo>
                  <a:pt x="10478" y="453686"/>
                </a:lnTo>
                <a:lnTo>
                  <a:pt x="10478" y="411775"/>
                </a:lnTo>
                <a:lnTo>
                  <a:pt x="0" y="411775"/>
                </a:lnTo>
                <a:close/>
                <a:moveTo>
                  <a:pt x="10478" y="485119"/>
                </a:moveTo>
                <a:lnTo>
                  <a:pt x="0" y="485119"/>
                </a:lnTo>
                <a:lnTo>
                  <a:pt x="0" y="527030"/>
                </a:lnTo>
                <a:lnTo>
                  <a:pt x="10478" y="527030"/>
                </a:lnTo>
                <a:lnTo>
                  <a:pt x="10478" y="485119"/>
                </a:lnTo>
                <a:close/>
                <a:moveTo>
                  <a:pt x="0" y="558463"/>
                </a:moveTo>
                <a:lnTo>
                  <a:pt x="0" y="600374"/>
                </a:lnTo>
                <a:lnTo>
                  <a:pt x="10478" y="600374"/>
                </a:lnTo>
                <a:lnTo>
                  <a:pt x="10478" y="558463"/>
                </a:lnTo>
                <a:lnTo>
                  <a:pt x="0" y="558463"/>
                </a:lnTo>
                <a:close/>
                <a:moveTo>
                  <a:pt x="0" y="631808"/>
                </a:moveTo>
                <a:lnTo>
                  <a:pt x="0" y="673719"/>
                </a:lnTo>
                <a:lnTo>
                  <a:pt x="10478" y="673719"/>
                </a:lnTo>
                <a:lnTo>
                  <a:pt x="10478" y="631808"/>
                </a:lnTo>
                <a:lnTo>
                  <a:pt x="0" y="631808"/>
                </a:lnTo>
                <a:close/>
                <a:moveTo>
                  <a:pt x="12224" y="752302"/>
                </a:moveTo>
                <a:lnTo>
                  <a:pt x="12224" y="741824"/>
                </a:lnTo>
                <a:lnTo>
                  <a:pt x="10478" y="741824"/>
                </a:lnTo>
                <a:lnTo>
                  <a:pt x="10478" y="705152"/>
                </a:lnTo>
                <a:lnTo>
                  <a:pt x="0" y="705152"/>
                </a:lnTo>
                <a:lnTo>
                  <a:pt x="0" y="747063"/>
                </a:lnTo>
                <a:lnTo>
                  <a:pt x="5239" y="747063"/>
                </a:lnTo>
                <a:lnTo>
                  <a:pt x="5239" y="752302"/>
                </a:lnTo>
                <a:lnTo>
                  <a:pt x="12224" y="752302"/>
                </a:lnTo>
                <a:close/>
                <a:moveTo>
                  <a:pt x="43657" y="741824"/>
                </a:moveTo>
                <a:lnTo>
                  <a:pt x="43657" y="752302"/>
                </a:lnTo>
                <a:lnTo>
                  <a:pt x="85568" y="752302"/>
                </a:lnTo>
                <a:lnTo>
                  <a:pt x="85568" y="741824"/>
                </a:lnTo>
                <a:lnTo>
                  <a:pt x="43657" y="741824"/>
                </a:lnTo>
                <a:close/>
                <a:moveTo>
                  <a:pt x="117001" y="741824"/>
                </a:moveTo>
                <a:lnTo>
                  <a:pt x="117001" y="752302"/>
                </a:lnTo>
                <a:lnTo>
                  <a:pt x="158912" y="752302"/>
                </a:lnTo>
                <a:lnTo>
                  <a:pt x="158912" y="741824"/>
                </a:lnTo>
                <a:lnTo>
                  <a:pt x="117001" y="741824"/>
                </a:lnTo>
                <a:close/>
                <a:moveTo>
                  <a:pt x="190346" y="741824"/>
                </a:moveTo>
                <a:lnTo>
                  <a:pt x="190346" y="752302"/>
                </a:lnTo>
                <a:lnTo>
                  <a:pt x="232257" y="752302"/>
                </a:lnTo>
                <a:lnTo>
                  <a:pt x="232257" y="741824"/>
                </a:lnTo>
                <a:lnTo>
                  <a:pt x="190346" y="741824"/>
                </a:lnTo>
                <a:close/>
                <a:moveTo>
                  <a:pt x="263690" y="752302"/>
                </a:moveTo>
                <a:lnTo>
                  <a:pt x="305601" y="752302"/>
                </a:lnTo>
                <a:lnTo>
                  <a:pt x="305601" y="741824"/>
                </a:lnTo>
                <a:lnTo>
                  <a:pt x="263690" y="741824"/>
                </a:lnTo>
                <a:lnTo>
                  <a:pt x="263690" y="752302"/>
                </a:lnTo>
                <a:close/>
                <a:moveTo>
                  <a:pt x="337034" y="752302"/>
                </a:moveTo>
                <a:lnTo>
                  <a:pt x="378945" y="752302"/>
                </a:lnTo>
                <a:lnTo>
                  <a:pt x="378945" y="741824"/>
                </a:lnTo>
                <a:lnTo>
                  <a:pt x="337034" y="741824"/>
                </a:lnTo>
                <a:lnTo>
                  <a:pt x="337034" y="752302"/>
                </a:lnTo>
                <a:close/>
                <a:moveTo>
                  <a:pt x="410378" y="741824"/>
                </a:moveTo>
                <a:lnTo>
                  <a:pt x="410378" y="752302"/>
                </a:lnTo>
                <a:lnTo>
                  <a:pt x="452289" y="752302"/>
                </a:lnTo>
                <a:lnTo>
                  <a:pt x="452289" y="741824"/>
                </a:lnTo>
                <a:lnTo>
                  <a:pt x="410378" y="741824"/>
                </a:lnTo>
                <a:close/>
                <a:moveTo>
                  <a:pt x="483722" y="752302"/>
                </a:moveTo>
                <a:lnTo>
                  <a:pt x="525633" y="752302"/>
                </a:lnTo>
                <a:lnTo>
                  <a:pt x="525633" y="741824"/>
                </a:lnTo>
                <a:lnTo>
                  <a:pt x="483722" y="741824"/>
                </a:lnTo>
                <a:lnTo>
                  <a:pt x="483722" y="752302"/>
                </a:lnTo>
                <a:close/>
                <a:moveTo>
                  <a:pt x="557066" y="752302"/>
                </a:moveTo>
                <a:lnTo>
                  <a:pt x="598977" y="752302"/>
                </a:lnTo>
                <a:lnTo>
                  <a:pt x="598977" y="741824"/>
                </a:lnTo>
                <a:lnTo>
                  <a:pt x="557066" y="741824"/>
                </a:lnTo>
                <a:lnTo>
                  <a:pt x="557066" y="752302"/>
                </a:lnTo>
                <a:close/>
                <a:moveTo>
                  <a:pt x="1725683" y="10478"/>
                </a:moveTo>
                <a:lnTo>
                  <a:pt x="1725683" y="0"/>
                </a:lnTo>
                <a:lnTo>
                  <a:pt x="1683773" y="0"/>
                </a:lnTo>
                <a:lnTo>
                  <a:pt x="1683773" y="10478"/>
                </a:lnTo>
                <a:lnTo>
                  <a:pt x="1725683" y="10478"/>
                </a:lnTo>
                <a:close/>
                <a:moveTo>
                  <a:pt x="698865" y="0"/>
                </a:moveTo>
                <a:lnTo>
                  <a:pt x="656954" y="0"/>
                </a:lnTo>
                <a:lnTo>
                  <a:pt x="656954" y="10478"/>
                </a:lnTo>
                <a:lnTo>
                  <a:pt x="698865" y="10478"/>
                </a:lnTo>
                <a:lnTo>
                  <a:pt x="698865" y="0"/>
                </a:lnTo>
                <a:close/>
                <a:moveTo>
                  <a:pt x="772209" y="0"/>
                </a:moveTo>
                <a:lnTo>
                  <a:pt x="730298" y="0"/>
                </a:lnTo>
                <a:lnTo>
                  <a:pt x="730298" y="10478"/>
                </a:lnTo>
                <a:lnTo>
                  <a:pt x="772209" y="10478"/>
                </a:lnTo>
                <a:lnTo>
                  <a:pt x="772209" y="0"/>
                </a:lnTo>
                <a:close/>
                <a:moveTo>
                  <a:pt x="845553" y="10478"/>
                </a:moveTo>
                <a:lnTo>
                  <a:pt x="845553" y="0"/>
                </a:lnTo>
                <a:lnTo>
                  <a:pt x="803643" y="0"/>
                </a:lnTo>
                <a:lnTo>
                  <a:pt x="803643" y="10478"/>
                </a:lnTo>
                <a:lnTo>
                  <a:pt x="845553" y="10478"/>
                </a:lnTo>
                <a:close/>
                <a:moveTo>
                  <a:pt x="918898" y="10478"/>
                </a:moveTo>
                <a:lnTo>
                  <a:pt x="918898" y="0"/>
                </a:lnTo>
                <a:lnTo>
                  <a:pt x="876987" y="0"/>
                </a:lnTo>
                <a:lnTo>
                  <a:pt x="876987" y="10478"/>
                </a:lnTo>
                <a:lnTo>
                  <a:pt x="918898" y="10478"/>
                </a:lnTo>
                <a:close/>
                <a:moveTo>
                  <a:pt x="992242" y="10478"/>
                </a:moveTo>
                <a:lnTo>
                  <a:pt x="992242" y="0"/>
                </a:lnTo>
                <a:lnTo>
                  <a:pt x="950331" y="0"/>
                </a:lnTo>
                <a:lnTo>
                  <a:pt x="950331" y="10478"/>
                </a:lnTo>
                <a:lnTo>
                  <a:pt x="992242" y="10478"/>
                </a:lnTo>
                <a:close/>
                <a:moveTo>
                  <a:pt x="1065586" y="0"/>
                </a:moveTo>
                <a:lnTo>
                  <a:pt x="1023675" y="0"/>
                </a:lnTo>
                <a:lnTo>
                  <a:pt x="1023675" y="10478"/>
                </a:lnTo>
                <a:lnTo>
                  <a:pt x="1065586" y="10478"/>
                </a:lnTo>
                <a:lnTo>
                  <a:pt x="1065586" y="0"/>
                </a:lnTo>
                <a:close/>
                <a:moveTo>
                  <a:pt x="1138930" y="0"/>
                </a:moveTo>
                <a:lnTo>
                  <a:pt x="1097019" y="0"/>
                </a:lnTo>
                <a:lnTo>
                  <a:pt x="1097019" y="10478"/>
                </a:lnTo>
                <a:lnTo>
                  <a:pt x="1138930" y="10478"/>
                </a:lnTo>
                <a:lnTo>
                  <a:pt x="1138930" y="0"/>
                </a:lnTo>
                <a:close/>
                <a:moveTo>
                  <a:pt x="1212274" y="10478"/>
                </a:moveTo>
                <a:lnTo>
                  <a:pt x="1212274" y="0"/>
                </a:lnTo>
                <a:lnTo>
                  <a:pt x="1170363" y="0"/>
                </a:lnTo>
                <a:lnTo>
                  <a:pt x="1170363" y="10478"/>
                </a:lnTo>
                <a:lnTo>
                  <a:pt x="1212274" y="10478"/>
                </a:lnTo>
                <a:close/>
                <a:moveTo>
                  <a:pt x="1285618" y="0"/>
                </a:moveTo>
                <a:lnTo>
                  <a:pt x="1243708" y="0"/>
                </a:lnTo>
                <a:lnTo>
                  <a:pt x="1243708" y="10478"/>
                </a:lnTo>
                <a:lnTo>
                  <a:pt x="1285618" y="10478"/>
                </a:lnTo>
                <a:lnTo>
                  <a:pt x="1285618" y="0"/>
                </a:lnTo>
                <a:close/>
                <a:moveTo>
                  <a:pt x="1358963" y="0"/>
                </a:moveTo>
                <a:lnTo>
                  <a:pt x="1317052" y="0"/>
                </a:lnTo>
                <a:lnTo>
                  <a:pt x="1317052" y="10478"/>
                </a:lnTo>
                <a:lnTo>
                  <a:pt x="1358963" y="10478"/>
                </a:lnTo>
                <a:lnTo>
                  <a:pt x="1358963" y="0"/>
                </a:lnTo>
                <a:close/>
                <a:moveTo>
                  <a:pt x="1652339" y="10478"/>
                </a:moveTo>
                <a:lnTo>
                  <a:pt x="1652339" y="0"/>
                </a:lnTo>
                <a:lnTo>
                  <a:pt x="1610428" y="0"/>
                </a:lnTo>
                <a:lnTo>
                  <a:pt x="1610428" y="10478"/>
                </a:lnTo>
                <a:lnTo>
                  <a:pt x="1652339" y="10478"/>
                </a:lnTo>
                <a:close/>
                <a:moveTo>
                  <a:pt x="1578995" y="0"/>
                </a:moveTo>
                <a:lnTo>
                  <a:pt x="1537084" y="0"/>
                </a:lnTo>
                <a:lnTo>
                  <a:pt x="1537084" y="10478"/>
                </a:lnTo>
                <a:lnTo>
                  <a:pt x="1578995" y="10478"/>
                </a:lnTo>
                <a:lnTo>
                  <a:pt x="1578995" y="0"/>
                </a:lnTo>
                <a:close/>
                <a:moveTo>
                  <a:pt x="1505651" y="0"/>
                </a:moveTo>
                <a:lnTo>
                  <a:pt x="1463740" y="0"/>
                </a:lnTo>
                <a:lnTo>
                  <a:pt x="1463740" y="10478"/>
                </a:lnTo>
                <a:lnTo>
                  <a:pt x="1505651" y="10478"/>
                </a:lnTo>
                <a:lnTo>
                  <a:pt x="1505651" y="0"/>
                </a:lnTo>
                <a:close/>
                <a:moveTo>
                  <a:pt x="1432307" y="10478"/>
                </a:moveTo>
                <a:lnTo>
                  <a:pt x="1432307" y="0"/>
                </a:lnTo>
                <a:lnTo>
                  <a:pt x="1390396" y="0"/>
                </a:lnTo>
                <a:lnTo>
                  <a:pt x="1390396" y="10478"/>
                </a:lnTo>
                <a:lnTo>
                  <a:pt x="1432307" y="10478"/>
                </a:lnTo>
                <a:close/>
                <a:moveTo>
                  <a:pt x="997131" y="741824"/>
                </a:moveTo>
                <a:lnTo>
                  <a:pt x="997131" y="752302"/>
                </a:lnTo>
                <a:lnTo>
                  <a:pt x="1039042" y="752302"/>
                </a:lnTo>
                <a:lnTo>
                  <a:pt x="1039042" y="741824"/>
                </a:lnTo>
                <a:lnTo>
                  <a:pt x="997131" y="741824"/>
                </a:lnTo>
                <a:close/>
                <a:moveTo>
                  <a:pt x="1070476" y="741824"/>
                </a:moveTo>
                <a:lnTo>
                  <a:pt x="1070476" y="752302"/>
                </a:lnTo>
                <a:lnTo>
                  <a:pt x="1112387" y="752302"/>
                </a:lnTo>
                <a:lnTo>
                  <a:pt x="1112387" y="741824"/>
                </a:lnTo>
                <a:lnTo>
                  <a:pt x="1070476" y="741824"/>
                </a:lnTo>
                <a:close/>
                <a:moveTo>
                  <a:pt x="1143820" y="752302"/>
                </a:moveTo>
                <a:lnTo>
                  <a:pt x="1185731" y="752302"/>
                </a:lnTo>
                <a:lnTo>
                  <a:pt x="1185731" y="741824"/>
                </a:lnTo>
                <a:lnTo>
                  <a:pt x="1143820" y="741824"/>
                </a:lnTo>
                <a:lnTo>
                  <a:pt x="1143820" y="752302"/>
                </a:lnTo>
                <a:close/>
                <a:moveTo>
                  <a:pt x="1217164" y="752302"/>
                </a:moveTo>
                <a:lnTo>
                  <a:pt x="1259075" y="752302"/>
                </a:lnTo>
                <a:lnTo>
                  <a:pt x="1259075" y="741824"/>
                </a:lnTo>
                <a:lnTo>
                  <a:pt x="1217164" y="741824"/>
                </a:lnTo>
                <a:lnTo>
                  <a:pt x="1217164" y="752302"/>
                </a:lnTo>
                <a:close/>
                <a:moveTo>
                  <a:pt x="1290508" y="741824"/>
                </a:moveTo>
                <a:lnTo>
                  <a:pt x="1290508" y="752302"/>
                </a:lnTo>
                <a:lnTo>
                  <a:pt x="1332419" y="752302"/>
                </a:lnTo>
                <a:lnTo>
                  <a:pt x="1332419" y="741824"/>
                </a:lnTo>
                <a:lnTo>
                  <a:pt x="1290508" y="741824"/>
                </a:lnTo>
                <a:close/>
                <a:moveTo>
                  <a:pt x="1363852" y="752302"/>
                </a:moveTo>
                <a:lnTo>
                  <a:pt x="1405763" y="752302"/>
                </a:lnTo>
                <a:lnTo>
                  <a:pt x="1405763" y="741824"/>
                </a:lnTo>
                <a:lnTo>
                  <a:pt x="1363852" y="741824"/>
                </a:lnTo>
                <a:lnTo>
                  <a:pt x="1363852" y="752302"/>
                </a:lnTo>
                <a:close/>
                <a:moveTo>
                  <a:pt x="923787" y="752302"/>
                </a:moveTo>
                <a:lnTo>
                  <a:pt x="965698" y="752302"/>
                </a:lnTo>
                <a:lnTo>
                  <a:pt x="965698" y="741824"/>
                </a:lnTo>
                <a:lnTo>
                  <a:pt x="923787" y="741824"/>
                </a:lnTo>
                <a:lnTo>
                  <a:pt x="923787" y="752302"/>
                </a:lnTo>
                <a:close/>
                <a:moveTo>
                  <a:pt x="1437196" y="741824"/>
                </a:moveTo>
                <a:lnTo>
                  <a:pt x="1437196" y="752302"/>
                </a:lnTo>
                <a:lnTo>
                  <a:pt x="1479107" y="752302"/>
                </a:lnTo>
                <a:lnTo>
                  <a:pt x="1479107" y="741824"/>
                </a:lnTo>
                <a:lnTo>
                  <a:pt x="1437196" y="741824"/>
                </a:lnTo>
                <a:close/>
                <a:moveTo>
                  <a:pt x="850443" y="752302"/>
                </a:moveTo>
                <a:lnTo>
                  <a:pt x="892354" y="752302"/>
                </a:lnTo>
                <a:lnTo>
                  <a:pt x="892354" y="741824"/>
                </a:lnTo>
                <a:lnTo>
                  <a:pt x="850443" y="741824"/>
                </a:lnTo>
                <a:lnTo>
                  <a:pt x="850443" y="752302"/>
                </a:lnTo>
                <a:close/>
                <a:moveTo>
                  <a:pt x="1510541" y="752302"/>
                </a:moveTo>
                <a:lnTo>
                  <a:pt x="1552452" y="752302"/>
                </a:lnTo>
                <a:lnTo>
                  <a:pt x="1552452" y="741824"/>
                </a:lnTo>
                <a:lnTo>
                  <a:pt x="1510541" y="741824"/>
                </a:lnTo>
                <a:lnTo>
                  <a:pt x="1510541" y="752302"/>
                </a:lnTo>
                <a:close/>
                <a:moveTo>
                  <a:pt x="777099" y="741824"/>
                </a:moveTo>
                <a:lnTo>
                  <a:pt x="777099" y="752302"/>
                </a:lnTo>
                <a:lnTo>
                  <a:pt x="819010" y="752302"/>
                </a:lnTo>
                <a:lnTo>
                  <a:pt x="819010" y="741824"/>
                </a:lnTo>
                <a:lnTo>
                  <a:pt x="777099" y="741824"/>
                </a:lnTo>
                <a:close/>
                <a:moveTo>
                  <a:pt x="1583885" y="741824"/>
                </a:moveTo>
                <a:lnTo>
                  <a:pt x="1583885" y="752302"/>
                </a:lnTo>
                <a:lnTo>
                  <a:pt x="1625796" y="752302"/>
                </a:lnTo>
                <a:lnTo>
                  <a:pt x="1625796" y="741824"/>
                </a:lnTo>
                <a:lnTo>
                  <a:pt x="1583885" y="741824"/>
                </a:lnTo>
                <a:close/>
                <a:moveTo>
                  <a:pt x="703755" y="741824"/>
                </a:moveTo>
                <a:lnTo>
                  <a:pt x="703755" y="752302"/>
                </a:lnTo>
                <a:lnTo>
                  <a:pt x="745666" y="752302"/>
                </a:lnTo>
                <a:lnTo>
                  <a:pt x="745666" y="741824"/>
                </a:lnTo>
                <a:lnTo>
                  <a:pt x="703755" y="741824"/>
                </a:lnTo>
                <a:close/>
                <a:moveTo>
                  <a:pt x="1657229" y="752302"/>
                </a:moveTo>
                <a:lnTo>
                  <a:pt x="1699140" y="752302"/>
                </a:lnTo>
                <a:lnTo>
                  <a:pt x="1699140" y="741824"/>
                </a:lnTo>
                <a:lnTo>
                  <a:pt x="1657229" y="741824"/>
                </a:lnTo>
                <a:lnTo>
                  <a:pt x="1657229" y="752302"/>
                </a:lnTo>
                <a:close/>
                <a:moveTo>
                  <a:pt x="630411" y="752302"/>
                </a:moveTo>
                <a:lnTo>
                  <a:pt x="672322" y="752302"/>
                </a:lnTo>
                <a:lnTo>
                  <a:pt x="672322" y="741824"/>
                </a:lnTo>
                <a:lnTo>
                  <a:pt x="630411" y="741824"/>
                </a:lnTo>
                <a:lnTo>
                  <a:pt x="630411" y="752302"/>
                </a:lnTo>
                <a:close/>
                <a:moveTo>
                  <a:pt x="1799028" y="10478"/>
                </a:moveTo>
                <a:lnTo>
                  <a:pt x="1799028" y="0"/>
                </a:lnTo>
                <a:lnTo>
                  <a:pt x="1757117" y="0"/>
                </a:lnTo>
                <a:lnTo>
                  <a:pt x="1757117" y="10478"/>
                </a:lnTo>
                <a:lnTo>
                  <a:pt x="1799028" y="10478"/>
                </a:lnTo>
                <a:close/>
                <a:moveTo>
                  <a:pt x="1872372" y="0"/>
                </a:moveTo>
                <a:lnTo>
                  <a:pt x="1830461" y="0"/>
                </a:lnTo>
                <a:lnTo>
                  <a:pt x="1830461" y="10478"/>
                </a:lnTo>
                <a:lnTo>
                  <a:pt x="1872372" y="10478"/>
                </a:lnTo>
                <a:lnTo>
                  <a:pt x="1872372" y="0"/>
                </a:lnTo>
                <a:close/>
                <a:moveTo>
                  <a:pt x="1945716" y="0"/>
                </a:moveTo>
                <a:lnTo>
                  <a:pt x="1903805" y="0"/>
                </a:lnTo>
                <a:lnTo>
                  <a:pt x="1903805" y="10478"/>
                </a:lnTo>
                <a:lnTo>
                  <a:pt x="1945716" y="10478"/>
                </a:lnTo>
                <a:lnTo>
                  <a:pt x="1945716" y="0"/>
                </a:lnTo>
                <a:close/>
                <a:moveTo>
                  <a:pt x="2019060" y="10478"/>
                </a:moveTo>
                <a:lnTo>
                  <a:pt x="2019060" y="0"/>
                </a:lnTo>
                <a:lnTo>
                  <a:pt x="1977149" y="0"/>
                </a:lnTo>
                <a:lnTo>
                  <a:pt x="1977149" y="10478"/>
                </a:lnTo>
                <a:lnTo>
                  <a:pt x="2019060" y="10478"/>
                </a:lnTo>
                <a:close/>
                <a:moveTo>
                  <a:pt x="2092404" y="0"/>
                </a:moveTo>
                <a:lnTo>
                  <a:pt x="2050493" y="0"/>
                </a:lnTo>
                <a:lnTo>
                  <a:pt x="2050493" y="10478"/>
                </a:lnTo>
                <a:lnTo>
                  <a:pt x="2092404" y="10478"/>
                </a:lnTo>
                <a:lnTo>
                  <a:pt x="2092404" y="0"/>
                </a:lnTo>
                <a:close/>
                <a:moveTo>
                  <a:pt x="2165748" y="0"/>
                </a:moveTo>
                <a:lnTo>
                  <a:pt x="2123838" y="0"/>
                </a:lnTo>
                <a:lnTo>
                  <a:pt x="2123838" y="10478"/>
                </a:lnTo>
                <a:lnTo>
                  <a:pt x="2165748" y="10478"/>
                </a:lnTo>
                <a:lnTo>
                  <a:pt x="2165748" y="0"/>
                </a:lnTo>
                <a:close/>
                <a:moveTo>
                  <a:pt x="2239093" y="10478"/>
                </a:moveTo>
                <a:lnTo>
                  <a:pt x="2239093" y="0"/>
                </a:lnTo>
                <a:lnTo>
                  <a:pt x="2197182" y="0"/>
                </a:lnTo>
                <a:lnTo>
                  <a:pt x="2197182" y="10478"/>
                </a:lnTo>
                <a:lnTo>
                  <a:pt x="2239093" y="10478"/>
                </a:lnTo>
                <a:close/>
                <a:moveTo>
                  <a:pt x="2270526" y="0"/>
                </a:moveTo>
                <a:lnTo>
                  <a:pt x="2270526" y="6984"/>
                </a:lnTo>
                <a:lnTo>
                  <a:pt x="2268781" y="5239"/>
                </a:lnTo>
                <a:lnTo>
                  <a:pt x="2268781" y="10478"/>
                </a:lnTo>
                <a:lnTo>
                  <a:pt x="2268781" y="43657"/>
                </a:lnTo>
                <a:lnTo>
                  <a:pt x="2279259" y="43657"/>
                </a:lnTo>
                <a:lnTo>
                  <a:pt x="2279259" y="0"/>
                </a:lnTo>
                <a:lnTo>
                  <a:pt x="2270526" y="0"/>
                </a:lnTo>
                <a:close/>
                <a:moveTo>
                  <a:pt x="2279259" y="117001"/>
                </a:moveTo>
                <a:lnTo>
                  <a:pt x="2279259" y="75090"/>
                </a:lnTo>
                <a:lnTo>
                  <a:pt x="2268781" y="75090"/>
                </a:lnTo>
                <a:lnTo>
                  <a:pt x="2268781" y="117001"/>
                </a:lnTo>
                <a:lnTo>
                  <a:pt x="2279259" y="117001"/>
                </a:lnTo>
                <a:close/>
                <a:moveTo>
                  <a:pt x="2268781" y="190346"/>
                </a:moveTo>
                <a:lnTo>
                  <a:pt x="2279259" y="190346"/>
                </a:lnTo>
                <a:lnTo>
                  <a:pt x="2279259" y="148435"/>
                </a:lnTo>
                <a:lnTo>
                  <a:pt x="2268781" y="148435"/>
                </a:lnTo>
                <a:lnTo>
                  <a:pt x="2268781" y="190346"/>
                </a:lnTo>
                <a:close/>
                <a:moveTo>
                  <a:pt x="2279259" y="263690"/>
                </a:moveTo>
                <a:lnTo>
                  <a:pt x="2279259" y="221779"/>
                </a:lnTo>
                <a:lnTo>
                  <a:pt x="2268781" y="221779"/>
                </a:lnTo>
                <a:lnTo>
                  <a:pt x="2268781" y="263690"/>
                </a:lnTo>
                <a:lnTo>
                  <a:pt x="2279259" y="263690"/>
                </a:lnTo>
                <a:close/>
                <a:moveTo>
                  <a:pt x="2279259" y="337034"/>
                </a:moveTo>
                <a:lnTo>
                  <a:pt x="2279259" y="295123"/>
                </a:lnTo>
                <a:lnTo>
                  <a:pt x="2268781" y="295123"/>
                </a:lnTo>
                <a:lnTo>
                  <a:pt x="2268781" y="337034"/>
                </a:lnTo>
                <a:lnTo>
                  <a:pt x="2279259" y="337034"/>
                </a:lnTo>
                <a:close/>
                <a:moveTo>
                  <a:pt x="2268781" y="410378"/>
                </a:moveTo>
                <a:lnTo>
                  <a:pt x="2279259" y="410378"/>
                </a:lnTo>
                <a:lnTo>
                  <a:pt x="2279259" y="368467"/>
                </a:lnTo>
                <a:lnTo>
                  <a:pt x="2268781" y="368467"/>
                </a:lnTo>
                <a:lnTo>
                  <a:pt x="2268781" y="410378"/>
                </a:lnTo>
                <a:close/>
                <a:moveTo>
                  <a:pt x="2279259" y="483722"/>
                </a:moveTo>
                <a:lnTo>
                  <a:pt x="2279259" y="441811"/>
                </a:lnTo>
                <a:lnTo>
                  <a:pt x="2268781" y="441811"/>
                </a:lnTo>
                <a:lnTo>
                  <a:pt x="2268781" y="483722"/>
                </a:lnTo>
                <a:lnTo>
                  <a:pt x="2279259" y="483722"/>
                </a:lnTo>
                <a:close/>
                <a:moveTo>
                  <a:pt x="2279259" y="557066"/>
                </a:moveTo>
                <a:lnTo>
                  <a:pt x="2279259" y="515155"/>
                </a:lnTo>
                <a:lnTo>
                  <a:pt x="2268781" y="515155"/>
                </a:lnTo>
                <a:lnTo>
                  <a:pt x="2268781" y="557066"/>
                </a:lnTo>
                <a:lnTo>
                  <a:pt x="2279259" y="557066"/>
                </a:lnTo>
                <a:close/>
                <a:moveTo>
                  <a:pt x="2268781" y="630411"/>
                </a:moveTo>
                <a:lnTo>
                  <a:pt x="2279259" y="630411"/>
                </a:lnTo>
                <a:lnTo>
                  <a:pt x="2279259" y="588500"/>
                </a:lnTo>
                <a:lnTo>
                  <a:pt x="2268781" y="588500"/>
                </a:lnTo>
                <a:lnTo>
                  <a:pt x="2268781" y="630411"/>
                </a:lnTo>
                <a:close/>
                <a:moveTo>
                  <a:pt x="2268781" y="703755"/>
                </a:moveTo>
                <a:lnTo>
                  <a:pt x="2279259" y="703755"/>
                </a:lnTo>
                <a:lnTo>
                  <a:pt x="2279259" y="661844"/>
                </a:lnTo>
                <a:lnTo>
                  <a:pt x="2268781" y="661844"/>
                </a:lnTo>
                <a:lnTo>
                  <a:pt x="2268781" y="703755"/>
                </a:lnTo>
                <a:close/>
                <a:moveTo>
                  <a:pt x="2268781" y="741824"/>
                </a:moveTo>
                <a:lnTo>
                  <a:pt x="2243982" y="741824"/>
                </a:lnTo>
                <a:lnTo>
                  <a:pt x="2243982" y="752302"/>
                </a:lnTo>
                <a:lnTo>
                  <a:pt x="2279259" y="752302"/>
                </a:lnTo>
                <a:lnTo>
                  <a:pt x="2279259" y="735188"/>
                </a:lnTo>
                <a:lnTo>
                  <a:pt x="2268781" y="735188"/>
                </a:lnTo>
                <a:lnTo>
                  <a:pt x="2268781" y="741824"/>
                </a:lnTo>
                <a:close/>
                <a:moveTo>
                  <a:pt x="2170638" y="752302"/>
                </a:moveTo>
                <a:lnTo>
                  <a:pt x="2212549" y="752302"/>
                </a:lnTo>
                <a:lnTo>
                  <a:pt x="2212549" y="741824"/>
                </a:lnTo>
                <a:lnTo>
                  <a:pt x="2170638" y="741824"/>
                </a:lnTo>
                <a:lnTo>
                  <a:pt x="2170638" y="752302"/>
                </a:lnTo>
                <a:close/>
                <a:moveTo>
                  <a:pt x="2097294" y="741824"/>
                </a:moveTo>
                <a:lnTo>
                  <a:pt x="2097294" y="752302"/>
                </a:lnTo>
                <a:lnTo>
                  <a:pt x="2139205" y="752302"/>
                </a:lnTo>
                <a:lnTo>
                  <a:pt x="2139205" y="741824"/>
                </a:lnTo>
                <a:lnTo>
                  <a:pt x="2097294" y="741824"/>
                </a:lnTo>
                <a:close/>
                <a:moveTo>
                  <a:pt x="2023950" y="752302"/>
                </a:moveTo>
                <a:lnTo>
                  <a:pt x="2065861" y="752302"/>
                </a:lnTo>
                <a:lnTo>
                  <a:pt x="2065861" y="741824"/>
                </a:lnTo>
                <a:lnTo>
                  <a:pt x="2023950" y="741824"/>
                </a:lnTo>
                <a:lnTo>
                  <a:pt x="2023950" y="752302"/>
                </a:lnTo>
                <a:close/>
                <a:moveTo>
                  <a:pt x="1950606" y="752302"/>
                </a:moveTo>
                <a:lnTo>
                  <a:pt x="1992517" y="752302"/>
                </a:lnTo>
                <a:lnTo>
                  <a:pt x="1992517" y="741824"/>
                </a:lnTo>
                <a:lnTo>
                  <a:pt x="1950606" y="741824"/>
                </a:lnTo>
                <a:lnTo>
                  <a:pt x="1950606" y="752302"/>
                </a:lnTo>
                <a:close/>
                <a:moveTo>
                  <a:pt x="1877261" y="741824"/>
                </a:moveTo>
                <a:lnTo>
                  <a:pt x="1877261" y="752302"/>
                </a:lnTo>
                <a:lnTo>
                  <a:pt x="1919172" y="752302"/>
                </a:lnTo>
                <a:lnTo>
                  <a:pt x="1919172" y="741824"/>
                </a:lnTo>
                <a:lnTo>
                  <a:pt x="1877261" y="741824"/>
                </a:lnTo>
                <a:close/>
                <a:moveTo>
                  <a:pt x="1803917" y="752302"/>
                </a:moveTo>
                <a:lnTo>
                  <a:pt x="1845828" y="752302"/>
                </a:lnTo>
                <a:lnTo>
                  <a:pt x="1845828" y="741824"/>
                </a:lnTo>
                <a:lnTo>
                  <a:pt x="1803917" y="741824"/>
                </a:lnTo>
                <a:lnTo>
                  <a:pt x="1803917" y="752302"/>
                </a:lnTo>
                <a:close/>
                <a:moveTo>
                  <a:pt x="1730573" y="752302"/>
                </a:moveTo>
                <a:lnTo>
                  <a:pt x="1772484" y="752302"/>
                </a:lnTo>
                <a:lnTo>
                  <a:pt x="1772484" y="741824"/>
                </a:lnTo>
                <a:lnTo>
                  <a:pt x="1730573" y="741824"/>
                </a:lnTo>
                <a:lnTo>
                  <a:pt x="1730573" y="75230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8" name="Text 2)AdaptiveOptimization">
            <a:extLst xmlns:a="http://schemas.openxmlformats.org/drawingml/2006/main">
              <a:ext uri="{FF2B5EF4-FFF2-40B4-BE49-F238E27FC236}">
                <a16:creationId xmlns:a16="http://schemas.microsoft.com/office/drawing/2014/main" id="{82DC5151-ACEA-470D-8DAD-3CF66D7B6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9550" y="3323655"/>
            <a:ext cx="2273974" cy="183414"/>
          </a:xfrm>
          <a:custGeom xmlns:a="http://schemas.openxmlformats.org/drawingml/2006/main">
            <a:pathLst>
              <a:path w="2273974" h="183414">
                <a:moveTo>
                  <a:pt x="93900" y="117256"/>
                </a:moveTo>
                <a:lnTo>
                  <a:pt x="93900" y="142232"/>
                </a:lnTo>
                <a:lnTo>
                  <a:pt x="0" y="142232"/>
                </a:lnTo>
                <a:cubicBezTo>
                  <a:pt x="1017" y="132834"/>
                  <a:pt x="4067" y="123929"/>
                  <a:pt x="9152" y="115516"/>
                </a:cubicBezTo>
                <a:cubicBezTo>
                  <a:pt x="14236" y="107101"/>
                  <a:pt x="24277" y="95939"/>
                  <a:pt x="39276" y="82031"/>
                </a:cubicBezTo>
                <a:cubicBezTo>
                  <a:pt x="51351" y="70792"/>
                  <a:pt x="58755" y="63173"/>
                  <a:pt x="61488" y="59173"/>
                </a:cubicBezTo>
                <a:cubicBezTo>
                  <a:pt x="65174" y="53648"/>
                  <a:pt x="67017" y="48186"/>
                  <a:pt x="67017" y="42788"/>
                </a:cubicBezTo>
                <a:cubicBezTo>
                  <a:pt x="67017" y="36818"/>
                  <a:pt x="65412" y="32230"/>
                  <a:pt x="62203" y="29025"/>
                </a:cubicBezTo>
                <a:cubicBezTo>
                  <a:pt x="58993" y="25817"/>
                  <a:pt x="54560" y="24214"/>
                  <a:pt x="48904" y="24214"/>
                </a:cubicBezTo>
                <a:cubicBezTo>
                  <a:pt x="43311" y="24214"/>
                  <a:pt x="38863" y="25906"/>
                  <a:pt x="35558" y="29290"/>
                </a:cubicBezTo>
                <a:cubicBezTo>
                  <a:pt x="32253" y="32672"/>
                  <a:pt x="30347" y="38289"/>
                  <a:pt x="29838" y="46140"/>
                </a:cubicBezTo>
                <a:lnTo>
                  <a:pt x="3146" y="43458"/>
                </a:lnTo>
                <a:cubicBezTo>
                  <a:pt x="4735" y="28651"/>
                  <a:pt x="9724" y="18023"/>
                  <a:pt x="18113" y="11577"/>
                </a:cubicBezTo>
                <a:cubicBezTo>
                  <a:pt x="26502" y="5130"/>
                  <a:pt x="36988" y="1907"/>
                  <a:pt x="49571" y="1907"/>
                </a:cubicBezTo>
                <a:cubicBezTo>
                  <a:pt x="63362" y="1907"/>
                  <a:pt x="74198" y="5621"/>
                  <a:pt x="82079" y="13051"/>
                </a:cubicBezTo>
                <a:cubicBezTo>
                  <a:pt x="89959" y="20481"/>
                  <a:pt x="93900" y="29720"/>
                  <a:pt x="93900" y="40768"/>
                </a:cubicBezTo>
                <a:cubicBezTo>
                  <a:pt x="93900" y="47056"/>
                  <a:pt x="92772" y="53042"/>
                  <a:pt x="90516" y="58726"/>
                </a:cubicBezTo>
                <a:cubicBezTo>
                  <a:pt x="88259" y="64408"/>
                  <a:pt x="84685" y="70360"/>
                  <a:pt x="79791" y="76583"/>
                </a:cubicBezTo>
                <a:cubicBezTo>
                  <a:pt x="76550" y="80711"/>
                  <a:pt x="70703" y="86650"/>
                  <a:pt x="62250" y="94397"/>
                </a:cubicBezTo>
                <a:cubicBezTo>
                  <a:pt x="53798" y="102143"/>
                  <a:pt x="48443" y="107286"/>
                  <a:pt x="46187" y="109826"/>
                </a:cubicBezTo>
                <a:cubicBezTo>
                  <a:pt x="43931" y="112366"/>
                  <a:pt x="42104" y="114842"/>
                  <a:pt x="40706" y="117256"/>
                </a:cubicBezTo>
                <a:lnTo>
                  <a:pt x="93900" y="117256"/>
                </a:lnTo>
                <a:close/>
                <a:moveTo>
                  <a:pt x="110335" y="183414"/>
                </a:moveTo>
                <a:cubicBezTo>
                  <a:pt x="115610" y="172090"/>
                  <a:pt x="119328" y="163406"/>
                  <a:pt x="121489" y="157362"/>
                </a:cubicBezTo>
                <a:cubicBezTo>
                  <a:pt x="123650" y="151319"/>
                  <a:pt x="125652" y="144353"/>
                  <a:pt x="127495" y="136464"/>
                </a:cubicBezTo>
                <a:cubicBezTo>
                  <a:pt x="129338" y="128574"/>
                  <a:pt x="130704" y="121083"/>
                  <a:pt x="131594" y="113990"/>
                </a:cubicBezTo>
                <a:cubicBezTo>
                  <a:pt x="132483" y="106896"/>
                  <a:pt x="132928" y="99627"/>
                  <a:pt x="132928" y="92184"/>
                </a:cubicBezTo>
                <a:cubicBezTo>
                  <a:pt x="132928" y="77042"/>
                  <a:pt x="131308" y="62712"/>
                  <a:pt x="128067" y="49193"/>
                </a:cubicBezTo>
                <a:cubicBezTo>
                  <a:pt x="124825" y="35674"/>
                  <a:pt x="118851" y="19276"/>
                  <a:pt x="110145" y="0"/>
                </a:cubicBezTo>
                <a:lnTo>
                  <a:pt x="128353" y="0"/>
                </a:lnTo>
                <a:cubicBezTo>
                  <a:pt x="137949" y="13678"/>
                  <a:pt x="145401" y="28183"/>
                  <a:pt x="150707" y="43515"/>
                </a:cubicBezTo>
                <a:cubicBezTo>
                  <a:pt x="156014" y="58847"/>
                  <a:pt x="158667" y="74402"/>
                  <a:pt x="158667" y="90179"/>
                </a:cubicBezTo>
                <a:cubicBezTo>
                  <a:pt x="158667" y="103475"/>
                  <a:pt x="156570" y="117726"/>
                  <a:pt x="152376" y="132931"/>
                </a:cubicBezTo>
                <a:cubicBezTo>
                  <a:pt x="147609" y="149981"/>
                  <a:pt x="139760" y="166809"/>
                  <a:pt x="128829" y="183414"/>
                </a:cubicBezTo>
                <a:lnTo>
                  <a:pt x="110335" y="183414"/>
                </a:lnTo>
                <a:close/>
                <a:moveTo>
                  <a:pt x="363434" y="142232"/>
                </a:moveTo>
                <a:lnTo>
                  <a:pt x="332738" y="142232"/>
                </a:lnTo>
                <a:lnTo>
                  <a:pt x="320535" y="110392"/>
                </a:lnTo>
                <a:lnTo>
                  <a:pt x="264672" y="110392"/>
                </a:lnTo>
                <a:lnTo>
                  <a:pt x="253137" y="142232"/>
                </a:lnTo>
                <a:lnTo>
                  <a:pt x="223204" y="142232"/>
                </a:lnTo>
                <a:lnTo>
                  <a:pt x="277637" y="2479"/>
                </a:lnTo>
                <a:lnTo>
                  <a:pt x="307475" y="2479"/>
                </a:lnTo>
                <a:lnTo>
                  <a:pt x="363434" y="142232"/>
                </a:lnTo>
                <a:moveTo>
                  <a:pt x="311479" y="86750"/>
                </a:moveTo>
                <a:lnTo>
                  <a:pt x="292223" y="35081"/>
                </a:lnTo>
                <a:lnTo>
                  <a:pt x="273347" y="86750"/>
                </a:lnTo>
                <a:lnTo>
                  <a:pt x="311479" y="86750"/>
                </a:lnTo>
                <a:close/>
                <a:moveTo>
                  <a:pt x="471169" y="142232"/>
                </a:moveTo>
                <a:lnTo>
                  <a:pt x="446288" y="142232"/>
                </a:lnTo>
                <a:lnTo>
                  <a:pt x="446288" y="127360"/>
                </a:lnTo>
                <a:cubicBezTo>
                  <a:pt x="442157" y="133144"/>
                  <a:pt x="437279" y="137450"/>
                  <a:pt x="431655" y="140278"/>
                </a:cubicBezTo>
                <a:cubicBezTo>
                  <a:pt x="426030" y="143106"/>
                  <a:pt x="420358" y="144520"/>
                  <a:pt x="414638" y="144520"/>
                </a:cubicBezTo>
                <a:cubicBezTo>
                  <a:pt x="403008" y="144520"/>
                  <a:pt x="393046" y="139833"/>
                  <a:pt x="384753" y="130459"/>
                </a:cubicBezTo>
                <a:cubicBezTo>
                  <a:pt x="376459" y="121085"/>
                  <a:pt x="372312" y="108009"/>
                  <a:pt x="372312" y="91231"/>
                </a:cubicBezTo>
                <a:cubicBezTo>
                  <a:pt x="372312" y="74071"/>
                  <a:pt x="376348" y="61027"/>
                  <a:pt x="384419" y="52098"/>
                </a:cubicBezTo>
                <a:cubicBezTo>
                  <a:pt x="392490" y="43168"/>
                  <a:pt x="402690" y="38704"/>
                  <a:pt x="415020" y="38704"/>
                </a:cubicBezTo>
                <a:cubicBezTo>
                  <a:pt x="426332" y="38704"/>
                  <a:pt x="436119" y="43407"/>
                  <a:pt x="444381" y="52813"/>
                </a:cubicBezTo>
                <a:lnTo>
                  <a:pt x="444381" y="2479"/>
                </a:lnTo>
                <a:lnTo>
                  <a:pt x="471169" y="2479"/>
                </a:lnTo>
                <a:lnTo>
                  <a:pt x="471169" y="142232"/>
                </a:lnTo>
                <a:moveTo>
                  <a:pt x="399672" y="89470"/>
                </a:moveTo>
                <a:cubicBezTo>
                  <a:pt x="399672" y="100258"/>
                  <a:pt x="401165" y="108063"/>
                  <a:pt x="404152" y="112885"/>
                </a:cubicBezTo>
                <a:cubicBezTo>
                  <a:pt x="408474" y="119866"/>
                  <a:pt x="414511" y="123357"/>
                  <a:pt x="422265" y="123357"/>
                </a:cubicBezTo>
                <a:cubicBezTo>
                  <a:pt x="428429" y="123357"/>
                  <a:pt x="433673" y="120739"/>
                  <a:pt x="437994" y="115504"/>
                </a:cubicBezTo>
                <a:cubicBezTo>
                  <a:pt x="442316" y="110269"/>
                  <a:pt x="444477" y="102448"/>
                  <a:pt x="444477" y="92041"/>
                </a:cubicBezTo>
                <a:cubicBezTo>
                  <a:pt x="444477" y="80426"/>
                  <a:pt x="442379" y="72065"/>
                  <a:pt x="438185" y="66957"/>
                </a:cubicBezTo>
                <a:cubicBezTo>
                  <a:pt x="433990" y="61849"/>
                  <a:pt x="428620" y="59295"/>
                  <a:pt x="422074" y="59295"/>
                </a:cubicBezTo>
                <a:cubicBezTo>
                  <a:pt x="415719" y="59295"/>
                  <a:pt x="410396" y="61817"/>
                  <a:pt x="406106" y="66862"/>
                </a:cubicBezTo>
                <a:cubicBezTo>
                  <a:pt x="401817" y="71906"/>
                  <a:pt x="399672" y="79442"/>
                  <a:pt x="399672" y="89470"/>
                </a:cubicBezTo>
                <a:close/>
                <a:moveTo>
                  <a:pt x="517783" y="72260"/>
                </a:moveTo>
                <a:lnTo>
                  <a:pt x="493474" y="67875"/>
                </a:lnTo>
                <a:cubicBezTo>
                  <a:pt x="496207" y="57958"/>
                  <a:pt x="500910" y="50618"/>
                  <a:pt x="507583" y="45854"/>
                </a:cubicBezTo>
                <a:cubicBezTo>
                  <a:pt x="514256" y="41087"/>
                  <a:pt x="524170" y="38704"/>
                  <a:pt x="537326" y="38704"/>
                </a:cubicBezTo>
                <a:cubicBezTo>
                  <a:pt x="549274" y="38704"/>
                  <a:pt x="558171" y="40118"/>
                  <a:pt x="564018" y="42946"/>
                </a:cubicBezTo>
                <a:cubicBezTo>
                  <a:pt x="569865" y="45774"/>
                  <a:pt x="573980" y="49365"/>
                  <a:pt x="576363" y="53718"/>
                </a:cubicBezTo>
                <a:cubicBezTo>
                  <a:pt x="578747" y="58072"/>
                  <a:pt x="579938" y="66063"/>
                  <a:pt x="579938" y="77694"/>
                </a:cubicBezTo>
                <a:lnTo>
                  <a:pt x="579652" y="108962"/>
                </a:lnTo>
                <a:cubicBezTo>
                  <a:pt x="579652" y="117859"/>
                  <a:pt x="580081" y="124421"/>
                  <a:pt x="580939" y="128647"/>
                </a:cubicBezTo>
                <a:cubicBezTo>
                  <a:pt x="581797" y="132874"/>
                  <a:pt x="583402" y="137402"/>
                  <a:pt x="585753" y="142232"/>
                </a:cubicBezTo>
                <a:lnTo>
                  <a:pt x="559252" y="142232"/>
                </a:lnTo>
                <a:cubicBezTo>
                  <a:pt x="558553" y="140452"/>
                  <a:pt x="557695" y="137815"/>
                  <a:pt x="556678" y="134320"/>
                </a:cubicBezTo>
                <a:cubicBezTo>
                  <a:pt x="556233" y="132731"/>
                  <a:pt x="555915" y="131682"/>
                  <a:pt x="555725" y="131174"/>
                </a:cubicBezTo>
                <a:cubicBezTo>
                  <a:pt x="551149" y="135622"/>
                  <a:pt x="546255" y="138959"/>
                  <a:pt x="541044" y="141183"/>
                </a:cubicBezTo>
                <a:cubicBezTo>
                  <a:pt x="535832" y="143408"/>
                  <a:pt x="530272" y="144520"/>
                  <a:pt x="524361" y="144520"/>
                </a:cubicBezTo>
                <a:cubicBezTo>
                  <a:pt x="513938" y="144520"/>
                  <a:pt x="505724" y="141704"/>
                  <a:pt x="499718" y="136071"/>
                </a:cubicBezTo>
                <a:cubicBezTo>
                  <a:pt x="493713" y="130439"/>
                  <a:pt x="490710" y="123319"/>
                  <a:pt x="490710" y="114711"/>
                </a:cubicBezTo>
                <a:cubicBezTo>
                  <a:pt x="490710" y="109015"/>
                  <a:pt x="492076" y="103937"/>
                  <a:pt x="494809" y="99477"/>
                </a:cubicBezTo>
                <a:cubicBezTo>
                  <a:pt x="497542" y="95014"/>
                  <a:pt x="501371" y="91596"/>
                  <a:pt x="506296" y="89223"/>
                </a:cubicBezTo>
                <a:cubicBezTo>
                  <a:pt x="511222" y="86849"/>
                  <a:pt x="518324" y="84777"/>
                  <a:pt x="527602" y="83005"/>
                </a:cubicBezTo>
                <a:cubicBezTo>
                  <a:pt x="540122" y="80664"/>
                  <a:pt x="548797" y="78480"/>
                  <a:pt x="553627" y="76454"/>
                </a:cubicBezTo>
                <a:lnTo>
                  <a:pt x="553627" y="73755"/>
                </a:lnTo>
                <a:cubicBezTo>
                  <a:pt x="553627" y="68550"/>
                  <a:pt x="552356" y="64839"/>
                  <a:pt x="549814" y="62623"/>
                </a:cubicBezTo>
                <a:cubicBezTo>
                  <a:pt x="547272" y="60404"/>
                  <a:pt x="542474" y="59295"/>
                  <a:pt x="535419" y="59295"/>
                </a:cubicBezTo>
                <a:cubicBezTo>
                  <a:pt x="530653" y="59295"/>
                  <a:pt x="526935" y="60254"/>
                  <a:pt x="524266" y="62173"/>
                </a:cubicBezTo>
                <a:cubicBezTo>
                  <a:pt x="521597" y="64089"/>
                  <a:pt x="519436" y="67452"/>
                  <a:pt x="517783" y="72260"/>
                </a:cubicBezTo>
                <a:moveTo>
                  <a:pt x="553627" y="93995"/>
                </a:moveTo>
                <a:cubicBezTo>
                  <a:pt x="550195" y="95125"/>
                  <a:pt x="544762" y="96476"/>
                  <a:pt x="537326" y="98047"/>
                </a:cubicBezTo>
                <a:cubicBezTo>
                  <a:pt x="529890" y="99616"/>
                  <a:pt x="525028" y="101154"/>
                  <a:pt x="522741" y="102661"/>
                </a:cubicBezTo>
                <a:cubicBezTo>
                  <a:pt x="519245" y="105110"/>
                  <a:pt x="517497" y="108218"/>
                  <a:pt x="517497" y="111986"/>
                </a:cubicBezTo>
                <a:cubicBezTo>
                  <a:pt x="517497" y="115692"/>
                  <a:pt x="518896" y="118895"/>
                  <a:pt x="521692" y="121596"/>
                </a:cubicBezTo>
                <a:cubicBezTo>
                  <a:pt x="524488" y="124295"/>
                  <a:pt x="528047" y="125645"/>
                  <a:pt x="532369" y="125645"/>
                </a:cubicBezTo>
                <a:cubicBezTo>
                  <a:pt x="537199" y="125645"/>
                  <a:pt x="541806" y="124075"/>
                  <a:pt x="546192" y="120935"/>
                </a:cubicBezTo>
                <a:cubicBezTo>
                  <a:pt x="549433" y="118549"/>
                  <a:pt x="551562" y="115629"/>
                  <a:pt x="552579" y="112173"/>
                </a:cubicBezTo>
                <a:cubicBezTo>
                  <a:pt x="553278" y="109913"/>
                  <a:pt x="553627" y="105612"/>
                  <a:pt x="553627" y="99271"/>
                </a:cubicBezTo>
                <a:lnTo>
                  <a:pt x="553627" y="93995"/>
                </a:lnTo>
                <a:close/>
                <a:moveTo>
                  <a:pt x="605621" y="40992"/>
                </a:moveTo>
                <a:lnTo>
                  <a:pt x="630597" y="40992"/>
                </a:lnTo>
                <a:lnTo>
                  <a:pt x="630597" y="55863"/>
                </a:lnTo>
                <a:cubicBezTo>
                  <a:pt x="633838" y="50779"/>
                  <a:pt x="638223" y="46648"/>
                  <a:pt x="643752" y="43470"/>
                </a:cubicBezTo>
                <a:cubicBezTo>
                  <a:pt x="649282" y="40293"/>
                  <a:pt x="655414" y="38704"/>
                  <a:pt x="662151" y="38704"/>
                </a:cubicBezTo>
                <a:cubicBezTo>
                  <a:pt x="673908" y="38704"/>
                  <a:pt x="683886" y="43311"/>
                  <a:pt x="692085" y="52527"/>
                </a:cubicBezTo>
                <a:cubicBezTo>
                  <a:pt x="700283" y="61742"/>
                  <a:pt x="704382" y="74580"/>
                  <a:pt x="704382" y="91040"/>
                </a:cubicBezTo>
                <a:cubicBezTo>
                  <a:pt x="704382" y="107945"/>
                  <a:pt x="700251" y="121085"/>
                  <a:pt x="691989" y="130459"/>
                </a:cubicBezTo>
                <a:cubicBezTo>
                  <a:pt x="683727" y="139833"/>
                  <a:pt x="673718" y="144520"/>
                  <a:pt x="661960" y="144520"/>
                </a:cubicBezTo>
                <a:cubicBezTo>
                  <a:pt x="656368" y="144520"/>
                  <a:pt x="651299" y="143408"/>
                  <a:pt x="646755" y="141183"/>
                </a:cubicBezTo>
                <a:cubicBezTo>
                  <a:pt x="642211" y="138959"/>
                  <a:pt x="637429" y="135146"/>
                  <a:pt x="632408" y="129744"/>
                </a:cubicBezTo>
                <a:lnTo>
                  <a:pt x="632408" y="180745"/>
                </a:lnTo>
                <a:lnTo>
                  <a:pt x="605621" y="180745"/>
                </a:lnTo>
                <a:lnTo>
                  <a:pt x="605621" y="40992"/>
                </a:lnTo>
                <a:moveTo>
                  <a:pt x="632122" y="89851"/>
                </a:moveTo>
                <a:cubicBezTo>
                  <a:pt x="632122" y="101209"/>
                  <a:pt x="634378" y="109601"/>
                  <a:pt x="638891" y="115027"/>
                </a:cubicBezTo>
                <a:cubicBezTo>
                  <a:pt x="643403" y="120453"/>
                  <a:pt x="648900" y="123166"/>
                  <a:pt x="655383" y="123166"/>
                </a:cubicBezTo>
                <a:cubicBezTo>
                  <a:pt x="661611" y="123166"/>
                  <a:pt x="666790" y="120675"/>
                  <a:pt x="670921" y="115694"/>
                </a:cubicBezTo>
                <a:cubicBezTo>
                  <a:pt x="675052" y="110714"/>
                  <a:pt x="677118" y="102543"/>
                  <a:pt x="677118" y="91183"/>
                </a:cubicBezTo>
                <a:cubicBezTo>
                  <a:pt x="677118" y="80585"/>
                  <a:pt x="674989" y="72717"/>
                  <a:pt x="670731" y="67577"/>
                </a:cubicBezTo>
                <a:cubicBezTo>
                  <a:pt x="666473" y="62437"/>
                  <a:pt x="661198" y="59867"/>
                  <a:pt x="654906" y="59867"/>
                </a:cubicBezTo>
                <a:cubicBezTo>
                  <a:pt x="648360" y="59867"/>
                  <a:pt x="642926" y="62389"/>
                  <a:pt x="638605" y="67434"/>
                </a:cubicBezTo>
                <a:cubicBezTo>
                  <a:pt x="634283" y="72478"/>
                  <a:pt x="632122" y="79951"/>
                  <a:pt x="632122" y="89851"/>
                </a:cubicBezTo>
                <a:close/>
                <a:moveTo>
                  <a:pt x="772254" y="40992"/>
                </a:moveTo>
                <a:lnTo>
                  <a:pt x="772254" y="62346"/>
                </a:lnTo>
                <a:lnTo>
                  <a:pt x="753951" y="62346"/>
                </a:lnTo>
                <a:lnTo>
                  <a:pt x="753951" y="103081"/>
                </a:lnTo>
                <a:cubicBezTo>
                  <a:pt x="753951" y="111331"/>
                  <a:pt x="754126" y="116138"/>
                  <a:pt x="754476" y="117503"/>
                </a:cubicBezTo>
                <a:cubicBezTo>
                  <a:pt x="754825" y="118865"/>
                  <a:pt x="755619" y="119991"/>
                  <a:pt x="756859" y="120881"/>
                </a:cubicBezTo>
                <a:cubicBezTo>
                  <a:pt x="758098" y="121769"/>
                  <a:pt x="759607" y="122213"/>
                  <a:pt x="761387" y="122213"/>
                </a:cubicBezTo>
                <a:cubicBezTo>
                  <a:pt x="763865" y="122213"/>
                  <a:pt x="767456" y="121355"/>
                  <a:pt x="772159" y="119639"/>
                </a:cubicBezTo>
                <a:lnTo>
                  <a:pt x="774447" y="140498"/>
                </a:lnTo>
                <a:cubicBezTo>
                  <a:pt x="768219" y="143179"/>
                  <a:pt x="761164" y="144520"/>
                  <a:pt x="753284" y="144520"/>
                </a:cubicBezTo>
                <a:cubicBezTo>
                  <a:pt x="748454" y="144520"/>
                  <a:pt x="744100" y="143710"/>
                  <a:pt x="740224" y="142089"/>
                </a:cubicBezTo>
                <a:cubicBezTo>
                  <a:pt x="736347" y="140468"/>
                  <a:pt x="733503" y="138371"/>
                  <a:pt x="731692" y="135797"/>
                </a:cubicBezTo>
                <a:cubicBezTo>
                  <a:pt x="729880" y="133223"/>
                  <a:pt x="728625" y="129744"/>
                  <a:pt x="727926" y="125359"/>
                </a:cubicBezTo>
                <a:cubicBezTo>
                  <a:pt x="727354" y="122244"/>
                  <a:pt x="727068" y="115953"/>
                  <a:pt x="727068" y="106483"/>
                </a:cubicBezTo>
                <a:lnTo>
                  <a:pt x="727068" y="62346"/>
                </a:lnTo>
                <a:lnTo>
                  <a:pt x="714771" y="62346"/>
                </a:lnTo>
                <a:lnTo>
                  <a:pt x="714771" y="40992"/>
                </a:lnTo>
                <a:lnTo>
                  <a:pt x="727068" y="40992"/>
                </a:lnTo>
                <a:lnTo>
                  <a:pt x="727068" y="20782"/>
                </a:lnTo>
                <a:lnTo>
                  <a:pt x="753951" y="4957"/>
                </a:lnTo>
                <a:lnTo>
                  <a:pt x="753951" y="40992"/>
                </a:lnTo>
                <a:lnTo>
                  <a:pt x="772254" y="40992"/>
                </a:lnTo>
                <a:close/>
                <a:moveTo>
                  <a:pt x="790791" y="27264"/>
                </a:moveTo>
                <a:lnTo>
                  <a:pt x="790791" y="2479"/>
                </a:lnTo>
                <a:lnTo>
                  <a:pt x="817578" y="2479"/>
                </a:lnTo>
                <a:lnTo>
                  <a:pt x="817578" y="27264"/>
                </a:lnTo>
                <a:lnTo>
                  <a:pt x="790791" y="27264"/>
                </a:lnTo>
                <a:moveTo>
                  <a:pt x="790791" y="142232"/>
                </a:moveTo>
                <a:lnTo>
                  <a:pt x="790791" y="40992"/>
                </a:lnTo>
                <a:lnTo>
                  <a:pt x="817578" y="40992"/>
                </a:lnTo>
                <a:lnTo>
                  <a:pt x="817578" y="142232"/>
                </a:lnTo>
                <a:lnTo>
                  <a:pt x="790791" y="142232"/>
                </a:lnTo>
                <a:close/>
                <a:moveTo>
                  <a:pt x="873112" y="142232"/>
                </a:moveTo>
                <a:lnTo>
                  <a:pt x="832311" y="40992"/>
                </a:lnTo>
                <a:lnTo>
                  <a:pt x="860433" y="40992"/>
                </a:lnTo>
                <a:lnTo>
                  <a:pt x="879499" y="92660"/>
                </a:lnTo>
                <a:lnTo>
                  <a:pt x="885028" y="109915"/>
                </a:lnTo>
                <a:cubicBezTo>
                  <a:pt x="886490" y="105530"/>
                  <a:pt x="887412" y="102638"/>
                  <a:pt x="887793" y="101240"/>
                </a:cubicBezTo>
                <a:cubicBezTo>
                  <a:pt x="888683" y="98380"/>
                  <a:pt x="889636" y="95520"/>
                  <a:pt x="890653" y="92660"/>
                </a:cubicBezTo>
                <a:lnTo>
                  <a:pt x="909909" y="40992"/>
                </a:lnTo>
                <a:lnTo>
                  <a:pt x="937460" y="40992"/>
                </a:lnTo>
                <a:lnTo>
                  <a:pt x="897231" y="142232"/>
                </a:lnTo>
                <a:lnTo>
                  <a:pt x="873112" y="142232"/>
                </a:lnTo>
                <a:close/>
                <a:moveTo>
                  <a:pt x="1012522" y="110010"/>
                </a:moveTo>
                <a:lnTo>
                  <a:pt x="1039215" y="114586"/>
                </a:lnTo>
                <a:cubicBezTo>
                  <a:pt x="1035783" y="124342"/>
                  <a:pt x="1030365" y="131769"/>
                  <a:pt x="1022961" y="136870"/>
                </a:cubicBezTo>
                <a:cubicBezTo>
                  <a:pt x="1015557" y="141970"/>
                  <a:pt x="1006294" y="144520"/>
                  <a:pt x="995172" y="144520"/>
                </a:cubicBezTo>
                <a:cubicBezTo>
                  <a:pt x="977568" y="144520"/>
                  <a:pt x="964540" y="138768"/>
                  <a:pt x="956087" y="127265"/>
                </a:cubicBezTo>
                <a:cubicBezTo>
                  <a:pt x="949414" y="118050"/>
                  <a:pt x="946078" y="106420"/>
                  <a:pt x="946078" y="92374"/>
                </a:cubicBezTo>
                <a:cubicBezTo>
                  <a:pt x="946078" y="75596"/>
                  <a:pt x="950463" y="62457"/>
                  <a:pt x="959233" y="52956"/>
                </a:cubicBezTo>
                <a:cubicBezTo>
                  <a:pt x="968003" y="43454"/>
                  <a:pt x="979093" y="38704"/>
                  <a:pt x="992503" y="38704"/>
                </a:cubicBezTo>
                <a:cubicBezTo>
                  <a:pt x="1007565" y="38704"/>
                  <a:pt x="1019450" y="43677"/>
                  <a:pt x="1028156" y="53623"/>
                </a:cubicBezTo>
                <a:cubicBezTo>
                  <a:pt x="1036863" y="63569"/>
                  <a:pt x="1041026" y="78806"/>
                  <a:pt x="1040645" y="99334"/>
                </a:cubicBezTo>
                <a:lnTo>
                  <a:pt x="973533" y="99334"/>
                </a:lnTo>
                <a:cubicBezTo>
                  <a:pt x="973723" y="107278"/>
                  <a:pt x="975884" y="113458"/>
                  <a:pt x="980015" y="117875"/>
                </a:cubicBezTo>
                <a:cubicBezTo>
                  <a:pt x="984146" y="122292"/>
                  <a:pt x="989294" y="124501"/>
                  <a:pt x="995458" y="124501"/>
                </a:cubicBezTo>
                <a:cubicBezTo>
                  <a:pt x="999653" y="124501"/>
                  <a:pt x="1003180" y="123357"/>
                  <a:pt x="1006040" y="121069"/>
                </a:cubicBezTo>
                <a:cubicBezTo>
                  <a:pt x="1008900" y="118781"/>
                  <a:pt x="1011061" y="115095"/>
                  <a:pt x="1012522" y="110010"/>
                </a:cubicBezTo>
                <a:moveTo>
                  <a:pt x="1014048" y="82937"/>
                </a:moveTo>
                <a:cubicBezTo>
                  <a:pt x="1013857" y="75215"/>
                  <a:pt x="1011855" y="69344"/>
                  <a:pt x="1008042" y="65325"/>
                </a:cubicBezTo>
                <a:cubicBezTo>
                  <a:pt x="1004229" y="61305"/>
                  <a:pt x="999589" y="59295"/>
                  <a:pt x="994124" y="59295"/>
                </a:cubicBezTo>
                <a:cubicBezTo>
                  <a:pt x="988277" y="59295"/>
                  <a:pt x="983447" y="61415"/>
                  <a:pt x="979634" y="65655"/>
                </a:cubicBezTo>
                <a:cubicBezTo>
                  <a:pt x="975820" y="69898"/>
                  <a:pt x="973946" y="75658"/>
                  <a:pt x="974009" y="82937"/>
                </a:cubicBezTo>
                <a:lnTo>
                  <a:pt x="1014048" y="82937"/>
                </a:lnTo>
                <a:close/>
                <a:moveTo>
                  <a:pt x="1111468" y="73213"/>
                </a:moveTo>
                <a:cubicBezTo>
                  <a:pt x="1111468" y="58959"/>
                  <a:pt x="1113597" y="46997"/>
                  <a:pt x="1117855" y="37325"/>
                </a:cubicBezTo>
                <a:cubicBezTo>
                  <a:pt x="1121033" y="30197"/>
                  <a:pt x="1125370" y="23801"/>
                  <a:pt x="1130868" y="18136"/>
                </a:cubicBezTo>
                <a:cubicBezTo>
                  <a:pt x="1136365" y="12472"/>
                  <a:pt x="1142387" y="8272"/>
                  <a:pt x="1148933" y="5535"/>
                </a:cubicBezTo>
                <a:cubicBezTo>
                  <a:pt x="1157639" y="1845"/>
                  <a:pt x="1167681" y="0"/>
                  <a:pt x="1179057" y="0"/>
                </a:cubicBezTo>
                <a:cubicBezTo>
                  <a:pt x="1199648" y="0"/>
                  <a:pt x="1216124" y="6396"/>
                  <a:pt x="1228485" y="19188"/>
                </a:cubicBezTo>
                <a:cubicBezTo>
                  <a:pt x="1240846" y="31978"/>
                  <a:pt x="1247027" y="49764"/>
                  <a:pt x="1247027" y="72546"/>
                </a:cubicBezTo>
                <a:cubicBezTo>
                  <a:pt x="1247027" y="95137"/>
                  <a:pt x="1240894" y="112813"/>
                  <a:pt x="1228628" y="125573"/>
                </a:cubicBezTo>
                <a:cubicBezTo>
                  <a:pt x="1216363" y="138331"/>
                  <a:pt x="1199966" y="144710"/>
                  <a:pt x="1179438" y="144710"/>
                </a:cubicBezTo>
                <a:cubicBezTo>
                  <a:pt x="1158656" y="144710"/>
                  <a:pt x="1142133" y="138363"/>
                  <a:pt x="1129867" y="125668"/>
                </a:cubicBezTo>
                <a:cubicBezTo>
                  <a:pt x="1117601" y="112972"/>
                  <a:pt x="1111468" y="95487"/>
                  <a:pt x="1111468" y="73213"/>
                </a:cubicBezTo>
                <a:moveTo>
                  <a:pt x="1140544" y="72260"/>
                </a:moveTo>
                <a:cubicBezTo>
                  <a:pt x="1140544" y="88085"/>
                  <a:pt x="1144198" y="100080"/>
                  <a:pt x="1151507" y="108247"/>
                </a:cubicBezTo>
                <a:cubicBezTo>
                  <a:pt x="1158815" y="116413"/>
                  <a:pt x="1168094" y="120497"/>
                  <a:pt x="1179343" y="120497"/>
                </a:cubicBezTo>
                <a:cubicBezTo>
                  <a:pt x="1190592" y="120497"/>
                  <a:pt x="1199823" y="116445"/>
                  <a:pt x="1207036" y="108342"/>
                </a:cubicBezTo>
                <a:cubicBezTo>
                  <a:pt x="1214249" y="100239"/>
                  <a:pt x="1217856" y="88085"/>
                  <a:pt x="1217856" y="71879"/>
                </a:cubicBezTo>
                <a:cubicBezTo>
                  <a:pt x="1217856" y="55863"/>
                  <a:pt x="1214345" y="43915"/>
                  <a:pt x="1207322" y="36035"/>
                </a:cubicBezTo>
                <a:cubicBezTo>
                  <a:pt x="1200300" y="28154"/>
                  <a:pt x="1190973" y="24214"/>
                  <a:pt x="1179343" y="24214"/>
                </a:cubicBezTo>
                <a:cubicBezTo>
                  <a:pt x="1167713" y="24214"/>
                  <a:pt x="1158339" y="28202"/>
                  <a:pt x="1151221" y="36178"/>
                </a:cubicBezTo>
                <a:cubicBezTo>
                  <a:pt x="1144103" y="44154"/>
                  <a:pt x="1140544" y="56181"/>
                  <a:pt x="1140544" y="72260"/>
                </a:cubicBezTo>
                <a:close/>
                <a:moveTo>
                  <a:pt x="1268512" y="40992"/>
                </a:moveTo>
                <a:lnTo>
                  <a:pt x="1293488" y="40992"/>
                </a:lnTo>
                <a:lnTo>
                  <a:pt x="1293488" y="55863"/>
                </a:lnTo>
                <a:cubicBezTo>
                  <a:pt x="1296730" y="50779"/>
                  <a:pt x="1301115" y="46648"/>
                  <a:pt x="1306644" y="43470"/>
                </a:cubicBezTo>
                <a:cubicBezTo>
                  <a:pt x="1312173" y="40293"/>
                  <a:pt x="1318306" y="38704"/>
                  <a:pt x="1325042" y="38704"/>
                </a:cubicBezTo>
                <a:cubicBezTo>
                  <a:pt x="1336800" y="38704"/>
                  <a:pt x="1346778" y="43311"/>
                  <a:pt x="1354976" y="52527"/>
                </a:cubicBezTo>
                <a:cubicBezTo>
                  <a:pt x="1363174" y="61742"/>
                  <a:pt x="1367273" y="74580"/>
                  <a:pt x="1367273" y="91040"/>
                </a:cubicBezTo>
                <a:cubicBezTo>
                  <a:pt x="1367273" y="107945"/>
                  <a:pt x="1363143" y="121085"/>
                  <a:pt x="1354881" y="130459"/>
                </a:cubicBezTo>
                <a:cubicBezTo>
                  <a:pt x="1346619" y="139833"/>
                  <a:pt x="1336609" y="144520"/>
                  <a:pt x="1324852" y="144520"/>
                </a:cubicBezTo>
                <a:cubicBezTo>
                  <a:pt x="1319259" y="144520"/>
                  <a:pt x="1314191" y="143408"/>
                  <a:pt x="1309647" y="141183"/>
                </a:cubicBezTo>
                <a:cubicBezTo>
                  <a:pt x="1305103" y="138959"/>
                  <a:pt x="1300320" y="135146"/>
                  <a:pt x="1295300" y="129744"/>
                </a:cubicBezTo>
                <a:lnTo>
                  <a:pt x="1295300" y="180745"/>
                </a:lnTo>
                <a:lnTo>
                  <a:pt x="1268512" y="180745"/>
                </a:lnTo>
                <a:lnTo>
                  <a:pt x="1268512" y="40992"/>
                </a:lnTo>
                <a:moveTo>
                  <a:pt x="1295014" y="89851"/>
                </a:moveTo>
                <a:cubicBezTo>
                  <a:pt x="1295014" y="101209"/>
                  <a:pt x="1297270" y="109601"/>
                  <a:pt x="1301782" y="115027"/>
                </a:cubicBezTo>
                <a:cubicBezTo>
                  <a:pt x="1306294" y="120453"/>
                  <a:pt x="1311792" y="123166"/>
                  <a:pt x="1318274" y="123166"/>
                </a:cubicBezTo>
                <a:cubicBezTo>
                  <a:pt x="1324502" y="123166"/>
                  <a:pt x="1329682" y="120675"/>
                  <a:pt x="1333813" y="115694"/>
                </a:cubicBezTo>
                <a:cubicBezTo>
                  <a:pt x="1337944" y="110714"/>
                  <a:pt x="1340009" y="102543"/>
                  <a:pt x="1340009" y="91183"/>
                </a:cubicBezTo>
                <a:cubicBezTo>
                  <a:pt x="1340009" y="80585"/>
                  <a:pt x="1337880" y="72717"/>
                  <a:pt x="1333622" y="67577"/>
                </a:cubicBezTo>
                <a:cubicBezTo>
                  <a:pt x="1329364" y="62437"/>
                  <a:pt x="1324089" y="59867"/>
                  <a:pt x="1317797" y="59867"/>
                </a:cubicBezTo>
                <a:cubicBezTo>
                  <a:pt x="1311251" y="59867"/>
                  <a:pt x="1305818" y="62389"/>
                  <a:pt x="1301496" y="67434"/>
                </a:cubicBezTo>
                <a:cubicBezTo>
                  <a:pt x="1297174" y="72478"/>
                  <a:pt x="1295014" y="79951"/>
                  <a:pt x="1295014" y="89851"/>
                </a:cubicBezTo>
                <a:close/>
                <a:moveTo>
                  <a:pt x="1435146" y="40992"/>
                </a:moveTo>
                <a:lnTo>
                  <a:pt x="1435146" y="62346"/>
                </a:lnTo>
                <a:lnTo>
                  <a:pt x="1416843" y="62346"/>
                </a:lnTo>
                <a:lnTo>
                  <a:pt x="1416843" y="103081"/>
                </a:lnTo>
                <a:cubicBezTo>
                  <a:pt x="1416843" y="111331"/>
                  <a:pt x="1417018" y="116138"/>
                  <a:pt x="1417367" y="117503"/>
                </a:cubicBezTo>
                <a:cubicBezTo>
                  <a:pt x="1417717" y="118865"/>
                  <a:pt x="1418511" y="119991"/>
                  <a:pt x="1419750" y="120881"/>
                </a:cubicBezTo>
                <a:cubicBezTo>
                  <a:pt x="1420990" y="121769"/>
                  <a:pt x="1422499" y="122213"/>
                  <a:pt x="1424279" y="122213"/>
                </a:cubicBezTo>
                <a:cubicBezTo>
                  <a:pt x="1426757" y="122213"/>
                  <a:pt x="1430348" y="121355"/>
                  <a:pt x="1435051" y="119639"/>
                </a:cubicBezTo>
                <a:lnTo>
                  <a:pt x="1437339" y="140498"/>
                </a:lnTo>
                <a:cubicBezTo>
                  <a:pt x="1431111" y="143179"/>
                  <a:pt x="1424056" y="144520"/>
                  <a:pt x="1416176" y="144520"/>
                </a:cubicBezTo>
                <a:cubicBezTo>
                  <a:pt x="1411346" y="144520"/>
                  <a:pt x="1406992" y="143710"/>
                  <a:pt x="1403115" y="142089"/>
                </a:cubicBezTo>
                <a:cubicBezTo>
                  <a:pt x="1399239" y="140468"/>
                  <a:pt x="1396395" y="138371"/>
                  <a:pt x="1394583" y="135797"/>
                </a:cubicBezTo>
                <a:cubicBezTo>
                  <a:pt x="1392772" y="133223"/>
                  <a:pt x="1391517" y="129744"/>
                  <a:pt x="1390818" y="125359"/>
                </a:cubicBezTo>
                <a:cubicBezTo>
                  <a:pt x="1390246" y="122244"/>
                  <a:pt x="1389960" y="115953"/>
                  <a:pt x="1389960" y="106483"/>
                </a:cubicBezTo>
                <a:lnTo>
                  <a:pt x="1389960" y="62346"/>
                </a:lnTo>
                <a:lnTo>
                  <a:pt x="1377662" y="62346"/>
                </a:lnTo>
                <a:lnTo>
                  <a:pt x="1377662" y="40992"/>
                </a:lnTo>
                <a:lnTo>
                  <a:pt x="1389960" y="40992"/>
                </a:lnTo>
                <a:lnTo>
                  <a:pt x="1389960" y="20782"/>
                </a:lnTo>
                <a:lnTo>
                  <a:pt x="1416843" y="4957"/>
                </a:lnTo>
                <a:lnTo>
                  <a:pt x="1416843" y="40992"/>
                </a:lnTo>
                <a:lnTo>
                  <a:pt x="1435146" y="40992"/>
                </a:lnTo>
                <a:close/>
                <a:moveTo>
                  <a:pt x="1453683" y="27264"/>
                </a:moveTo>
                <a:lnTo>
                  <a:pt x="1453683" y="2479"/>
                </a:lnTo>
                <a:lnTo>
                  <a:pt x="1480471" y="2479"/>
                </a:lnTo>
                <a:lnTo>
                  <a:pt x="1480471" y="27264"/>
                </a:lnTo>
                <a:lnTo>
                  <a:pt x="1453683" y="27264"/>
                </a:lnTo>
                <a:moveTo>
                  <a:pt x="1453683" y="142232"/>
                </a:moveTo>
                <a:lnTo>
                  <a:pt x="1453683" y="40992"/>
                </a:lnTo>
                <a:lnTo>
                  <a:pt x="1480471" y="40992"/>
                </a:lnTo>
                <a:lnTo>
                  <a:pt x="1480471" y="142232"/>
                </a:lnTo>
                <a:lnTo>
                  <a:pt x="1453683" y="142232"/>
                </a:lnTo>
                <a:close/>
                <a:moveTo>
                  <a:pt x="1506165" y="40992"/>
                </a:moveTo>
                <a:lnTo>
                  <a:pt x="1530855" y="40992"/>
                </a:lnTo>
                <a:lnTo>
                  <a:pt x="1530855" y="54815"/>
                </a:lnTo>
                <a:cubicBezTo>
                  <a:pt x="1539689" y="44074"/>
                  <a:pt x="1550207" y="38704"/>
                  <a:pt x="1562409" y="38704"/>
                </a:cubicBezTo>
                <a:cubicBezTo>
                  <a:pt x="1568891" y="38704"/>
                  <a:pt x="1574516" y="40044"/>
                  <a:pt x="1579282" y="42726"/>
                </a:cubicBezTo>
                <a:cubicBezTo>
                  <a:pt x="1584049" y="45407"/>
                  <a:pt x="1587957" y="49461"/>
                  <a:pt x="1591008" y="54889"/>
                </a:cubicBezTo>
                <a:cubicBezTo>
                  <a:pt x="1595457" y="49461"/>
                  <a:pt x="1600255" y="45407"/>
                  <a:pt x="1605403" y="42726"/>
                </a:cubicBezTo>
                <a:cubicBezTo>
                  <a:pt x="1610551" y="40044"/>
                  <a:pt x="1616048" y="38704"/>
                  <a:pt x="1621895" y="38704"/>
                </a:cubicBezTo>
                <a:cubicBezTo>
                  <a:pt x="1629330" y="38704"/>
                  <a:pt x="1635622" y="40213"/>
                  <a:pt x="1640770" y="43232"/>
                </a:cubicBezTo>
                <a:cubicBezTo>
                  <a:pt x="1645918" y="46251"/>
                  <a:pt x="1649763" y="50684"/>
                  <a:pt x="1652305" y="56530"/>
                </a:cubicBezTo>
                <a:cubicBezTo>
                  <a:pt x="1654148" y="60852"/>
                  <a:pt x="1655069" y="67843"/>
                  <a:pt x="1655069" y="77503"/>
                </a:cubicBezTo>
                <a:lnTo>
                  <a:pt x="1655069" y="142232"/>
                </a:lnTo>
                <a:lnTo>
                  <a:pt x="1628282" y="142232"/>
                </a:lnTo>
                <a:lnTo>
                  <a:pt x="1628282" y="84432"/>
                </a:lnTo>
                <a:cubicBezTo>
                  <a:pt x="1628282" y="74403"/>
                  <a:pt x="1627360" y="67928"/>
                  <a:pt x="1625517" y="65009"/>
                </a:cubicBezTo>
                <a:cubicBezTo>
                  <a:pt x="1623039" y="61200"/>
                  <a:pt x="1619226" y="59295"/>
                  <a:pt x="1614078" y="59295"/>
                </a:cubicBezTo>
                <a:cubicBezTo>
                  <a:pt x="1610328" y="59295"/>
                  <a:pt x="1606801" y="60438"/>
                  <a:pt x="1603496" y="62724"/>
                </a:cubicBezTo>
                <a:cubicBezTo>
                  <a:pt x="1600191" y="65008"/>
                  <a:pt x="1597808" y="68356"/>
                  <a:pt x="1596346" y="72769"/>
                </a:cubicBezTo>
                <a:cubicBezTo>
                  <a:pt x="1594885" y="77180"/>
                  <a:pt x="1594154" y="84147"/>
                  <a:pt x="1594154" y="93670"/>
                </a:cubicBezTo>
                <a:lnTo>
                  <a:pt x="1594154" y="142232"/>
                </a:lnTo>
                <a:lnTo>
                  <a:pt x="1567366" y="142232"/>
                </a:lnTo>
                <a:lnTo>
                  <a:pt x="1567366" y="86813"/>
                </a:lnTo>
                <a:cubicBezTo>
                  <a:pt x="1567366" y="76974"/>
                  <a:pt x="1566890" y="70626"/>
                  <a:pt x="1565936" y="67770"/>
                </a:cubicBezTo>
                <a:cubicBezTo>
                  <a:pt x="1564983" y="64913"/>
                  <a:pt x="1563505" y="62786"/>
                  <a:pt x="1561503" y="61389"/>
                </a:cubicBezTo>
                <a:cubicBezTo>
                  <a:pt x="1559501" y="59993"/>
                  <a:pt x="1556785" y="59295"/>
                  <a:pt x="1553353" y="59295"/>
                </a:cubicBezTo>
                <a:cubicBezTo>
                  <a:pt x="1549222" y="59295"/>
                  <a:pt x="1545504" y="60406"/>
                  <a:pt x="1542199" y="62629"/>
                </a:cubicBezTo>
                <a:cubicBezTo>
                  <a:pt x="1538894" y="64849"/>
                  <a:pt x="1536527" y="68054"/>
                  <a:pt x="1535097" y="72245"/>
                </a:cubicBezTo>
                <a:cubicBezTo>
                  <a:pt x="1533667" y="76436"/>
                  <a:pt x="1532952" y="83387"/>
                  <a:pt x="1532952" y="93098"/>
                </a:cubicBezTo>
                <a:lnTo>
                  <a:pt x="1532952" y="142232"/>
                </a:lnTo>
                <a:lnTo>
                  <a:pt x="1506165" y="142232"/>
                </a:lnTo>
                <a:lnTo>
                  <a:pt x="1506165" y="40992"/>
                </a:lnTo>
                <a:close/>
                <a:moveTo>
                  <a:pt x="1682097" y="27264"/>
                </a:moveTo>
                <a:lnTo>
                  <a:pt x="1682097" y="2479"/>
                </a:lnTo>
                <a:lnTo>
                  <a:pt x="1708885" y="2479"/>
                </a:lnTo>
                <a:lnTo>
                  <a:pt x="1708885" y="27264"/>
                </a:lnTo>
                <a:lnTo>
                  <a:pt x="1682097" y="27264"/>
                </a:lnTo>
                <a:moveTo>
                  <a:pt x="1682097" y="142232"/>
                </a:moveTo>
                <a:lnTo>
                  <a:pt x="1682097" y="40992"/>
                </a:lnTo>
                <a:lnTo>
                  <a:pt x="1708885" y="40992"/>
                </a:lnTo>
                <a:lnTo>
                  <a:pt x="1708885" y="142232"/>
                </a:lnTo>
                <a:lnTo>
                  <a:pt x="1682097" y="142232"/>
                </a:lnTo>
                <a:close/>
                <a:moveTo>
                  <a:pt x="1725809" y="142232"/>
                </a:moveTo>
                <a:lnTo>
                  <a:pt x="1725809" y="121069"/>
                </a:lnTo>
                <a:lnTo>
                  <a:pt x="1763751" y="77786"/>
                </a:lnTo>
                <a:cubicBezTo>
                  <a:pt x="1769979" y="70714"/>
                  <a:pt x="1774586" y="65694"/>
                  <a:pt x="1777573" y="62727"/>
                </a:cubicBezTo>
                <a:cubicBezTo>
                  <a:pt x="1774459" y="62918"/>
                  <a:pt x="1770360" y="63045"/>
                  <a:pt x="1765276" y="63108"/>
                </a:cubicBezTo>
                <a:lnTo>
                  <a:pt x="1729527" y="63299"/>
                </a:lnTo>
                <a:lnTo>
                  <a:pt x="1729527" y="40992"/>
                </a:lnTo>
                <a:lnTo>
                  <a:pt x="1813227" y="40992"/>
                </a:lnTo>
                <a:lnTo>
                  <a:pt x="1813227" y="60058"/>
                </a:lnTo>
                <a:lnTo>
                  <a:pt x="1774523" y="104458"/>
                </a:lnTo>
                <a:lnTo>
                  <a:pt x="1760891" y="119162"/>
                </a:lnTo>
                <a:cubicBezTo>
                  <a:pt x="1768326" y="118781"/>
                  <a:pt x="1772934" y="118590"/>
                  <a:pt x="1774713" y="118590"/>
                </a:cubicBezTo>
                <a:lnTo>
                  <a:pt x="1816182" y="118590"/>
                </a:lnTo>
                <a:lnTo>
                  <a:pt x="1816182" y="142232"/>
                </a:lnTo>
                <a:lnTo>
                  <a:pt x="1725809" y="142232"/>
                </a:lnTo>
                <a:close/>
                <a:moveTo>
                  <a:pt x="1854393" y="72260"/>
                </a:moveTo>
                <a:lnTo>
                  <a:pt x="1830084" y="67875"/>
                </a:lnTo>
                <a:cubicBezTo>
                  <a:pt x="1832817" y="57958"/>
                  <a:pt x="1837520" y="50618"/>
                  <a:pt x="1844193" y="45854"/>
                </a:cubicBezTo>
                <a:cubicBezTo>
                  <a:pt x="1850866" y="41087"/>
                  <a:pt x="1860780" y="38704"/>
                  <a:pt x="1873936" y="38704"/>
                </a:cubicBezTo>
                <a:cubicBezTo>
                  <a:pt x="1885884" y="38704"/>
                  <a:pt x="1894781" y="40118"/>
                  <a:pt x="1900628" y="42946"/>
                </a:cubicBezTo>
                <a:cubicBezTo>
                  <a:pt x="1906475" y="45774"/>
                  <a:pt x="1910590" y="49365"/>
                  <a:pt x="1912973" y="53718"/>
                </a:cubicBezTo>
                <a:cubicBezTo>
                  <a:pt x="1915356" y="58072"/>
                  <a:pt x="1916548" y="66063"/>
                  <a:pt x="1916548" y="77694"/>
                </a:cubicBezTo>
                <a:lnTo>
                  <a:pt x="1916262" y="108962"/>
                </a:lnTo>
                <a:cubicBezTo>
                  <a:pt x="1916262" y="117859"/>
                  <a:pt x="1916691" y="124421"/>
                  <a:pt x="1917549" y="128647"/>
                </a:cubicBezTo>
                <a:cubicBezTo>
                  <a:pt x="1918407" y="132874"/>
                  <a:pt x="1920012" y="137402"/>
                  <a:pt x="1922363" y="142232"/>
                </a:cubicBezTo>
                <a:lnTo>
                  <a:pt x="1895861" y="142232"/>
                </a:lnTo>
                <a:cubicBezTo>
                  <a:pt x="1895162" y="140452"/>
                  <a:pt x="1894304" y="137815"/>
                  <a:pt x="1893288" y="134320"/>
                </a:cubicBezTo>
                <a:cubicBezTo>
                  <a:pt x="1892843" y="132731"/>
                  <a:pt x="1892525" y="131682"/>
                  <a:pt x="1892334" y="131174"/>
                </a:cubicBezTo>
                <a:cubicBezTo>
                  <a:pt x="1887758" y="135622"/>
                  <a:pt x="1882865" y="138959"/>
                  <a:pt x="1877653" y="141183"/>
                </a:cubicBezTo>
                <a:cubicBezTo>
                  <a:pt x="1872442" y="143408"/>
                  <a:pt x="1866881" y="144520"/>
                  <a:pt x="1860971" y="144520"/>
                </a:cubicBezTo>
                <a:cubicBezTo>
                  <a:pt x="1850548" y="144520"/>
                  <a:pt x="1842334" y="141704"/>
                  <a:pt x="1836328" y="136071"/>
                </a:cubicBezTo>
                <a:cubicBezTo>
                  <a:pt x="1830322" y="130439"/>
                  <a:pt x="1827319" y="123319"/>
                  <a:pt x="1827319" y="114711"/>
                </a:cubicBezTo>
                <a:cubicBezTo>
                  <a:pt x="1827319" y="109015"/>
                  <a:pt x="1828686" y="103937"/>
                  <a:pt x="1831419" y="99477"/>
                </a:cubicBezTo>
                <a:cubicBezTo>
                  <a:pt x="1834151" y="95014"/>
                  <a:pt x="1837980" y="91596"/>
                  <a:pt x="1842906" y="89223"/>
                </a:cubicBezTo>
                <a:cubicBezTo>
                  <a:pt x="1847831" y="86849"/>
                  <a:pt x="1854933" y="84777"/>
                  <a:pt x="1864212" y="83005"/>
                </a:cubicBezTo>
                <a:cubicBezTo>
                  <a:pt x="1876732" y="80664"/>
                  <a:pt x="1885407" y="78480"/>
                  <a:pt x="1890237" y="76454"/>
                </a:cubicBezTo>
                <a:lnTo>
                  <a:pt x="1890237" y="73755"/>
                </a:lnTo>
                <a:cubicBezTo>
                  <a:pt x="1890237" y="68550"/>
                  <a:pt x="1888966" y="64839"/>
                  <a:pt x="1886424" y="62623"/>
                </a:cubicBezTo>
                <a:cubicBezTo>
                  <a:pt x="1883882" y="60404"/>
                  <a:pt x="1879083" y="59295"/>
                  <a:pt x="1872029" y="59295"/>
                </a:cubicBezTo>
                <a:cubicBezTo>
                  <a:pt x="1867263" y="59295"/>
                  <a:pt x="1863545" y="60254"/>
                  <a:pt x="1860875" y="62173"/>
                </a:cubicBezTo>
                <a:cubicBezTo>
                  <a:pt x="1858206" y="64089"/>
                  <a:pt x="1856045" y="67452"/>
                  <a:pt x="1854393" y="72260"/>
                </a:cubicBezTo>
                <a:moveTo>
                  <a:pt x="1890237" y="93995"/>
                </a:moveTo>
                <a:cubicBezTo>
                  <a:pt x="1886805" y="95125"/>
                  <a:pt x="1881371" y="96476"/>
                  <a:pt x="1873936" y="98047"/>
                </a:cubicBezTo>
                <a:cubicBezTo>
                  <a:pt x="1866500" y="99616"/>
                  <a:pt x="1861638" y="101154"/>
                  <a:pt x="1859350" y="102661"/>
                </a:cubicBezTo>
                <a:cubicBezTo>
                  <a:pt x="1855855" y="105110"/>
                  <a:pt x="1854107" y="108218"/>
                  <a:pt x="1854107" y="111986"/>
                </a:cubicBezTo>
                <a:cubicBezTo>
                  <a:pt x="1854107" y="115692"/>
                  <a:pt x="1855505" y="118895"/>
                  <a:pt x="1858302" y="121596"/>
                </a:cubicBezTo>
                <a:cubicBezTo>
                  <a:pt x="1861098" y="124295"/>
                  <a:pt x="1864657" y="125645"/>
                  <a:pt x="1868978" y="125645"/>
                </a:cubicBezTo>
                <a:cubicBezTo>
                  <a:pt x="1873808" y="125645"/>
                  <a:pt x="1878416" y="124075"/>
                  <a:pt x="1882801" y="120935"/>
                </a:cubicBezTo>
                <a:cubicBezTo>
                  <a:pt x="1886042" y="118549"/>
                  <a:pt x="1888171" y="115629"/>
                  <a:pt x="1889188" y="112173"/>
                </a:cubicBezTo>
                <a:cubicBezTo>
                  <a:pt x="1889887" y="109913"/>
                  <a:pt x="1890237" y="105612"/>
                  <a:pt x="1890237" y="99271"/>
                </a:cubicBezTo>
                <a:lnTo>
                  <a:pt x="1890237" y="93995"/>
                </a:lnTo>
                <a:close/>
                <a:moveTo>
                  <a:pt x="1989419" y="40992"/>
                </a:moveTo>
                <a:lnTo>
                  <a:pt x="1989419" y="62346"/>
                </a:lnTo>
                <a:lnTo>
                  <a:pt x="1971116" y="62346"/>
                </a:lnTo>
                <a:lnTo>
                  <a:pt x="1971116" y="103081"/>
                </a:lnTo>
                <a:cubicBezTo>
                  <a:pt x="1971116" y="111331"/>
                  <a:pt x="1971290" y="116138"/>
                  <a:pt x="1971640" y="117503"/>
                </a:cubicBezTo>
                <a:cubicBezTo>
                  <a:pt x="1971989" y="118865"/>
                  <a:pt x="1972784" y="119991"/>
                  <a:pt x="1974023" y="120881"/>
                </a:cubicBezTo>
                <a:cubicBezTo>
                  <a:pt x="1975262" y="121769"/>
                  <a:pt x="1976772" y="122213"/>
                  <a:pt x="1978551" y="122213"/>
                </a:cubicBezTo>
                <a:cubicBezTo>
                  <a:pt x="1981030" y="122213"/>
                  <a:pt x="1984621" y="121355"/>
                  <a:pt x="1989324" y="119639"/>
                </a:cubicBezTo>
                <a:lnTo>
                  <a:pt x="1991611" y="140498"/>
                </a:lnTo>
                <a:cubicBezTo>
                  <a:pt x="1985383" y="143179"/>
                  <a:pt x="1978329" y="144520"/>
                  <a:pt x="1970448" y="144520"/>
                </a:cubicBezTo>
                <a:cubicBezTo>
                  <a:pt x="1965618" y="144520"/>
                  <a:pt x="1961265" y="143710"/>
                  <a:pt x="1957388" y="142089"/>
                </a:cubicBezTo>
                <a:cubicBezTo>
                  <a:pt x="1953511" y="140468"/>
                  <a:pt x="1950667" y="138371"/>
                  <a:pt x="1948856" y="135797"/>
                </a:cubicBezTo>
                <a:cubicBezTo>
                  <a:pt x="1947045" y="133223"/>
                  <a:pt x="1945790" y="129744"/>
                  <a:pt x="1945091" y="125359"/>
                </a:cubicBezTo>
                <a:cubicBezTo>
                  <a:pt x="1944519" y="122244"/>
                  <a:pt x="1944233" y="115953"/>
                  <a:pt x="1944233" y="106483"/>
                </a:cubicBezTo>
                <a:lnTo>
                  <a:pt x="1944233" y="62346"/>
                </a:lnTo>
                <a:lnTo>
                  <a:pt x="1931935" y="62346"/>
                </a:lnTo>
                <a:lnTo>
                  <a:pt x="1931935" y="40992"/>
                </a:lnTo>
                <a:lnTo>
                  <a:pt x="1944233" y="40992"/>
                </a:lnTo>
                <a:lnTo>
                  <a:pt x="1944233" y="20782"/>
                </a:lnTo>
                <a:lnTo>
                  <a:pt x="1971116" y="4957"/>
                </a:lnTo>
                <a:lnTo>
                  <a:pt x="1971116" y="40992"/>
                </a:lnTo>
                <a:lnTo>
                  <a:pt x="1989419" y="40992"/>
                </a:lnTo>
                <a:close/>
                <a:moveTo>
                  <a:pt x="2007955" y="27264"/>
                </a:moveTo>
                <a:lnTo>
                  <a:pt x="2007955" y="2479"/>
                </a:lnTo>
                <a:lnTo>
                  <a:pt x="2034743" y="2479"/>
                </a:lnTo>
                <a:lnTo>
                  <a:pt x="2034743" y="27264"/>
                </a:lnTo>
                <a:lnTo>
                  <a:pt x="2007955" y="27264"/>
                </a:lnTo>
                <a:moveTo>
                  <a:pt x="2007955" y="142232"/>
                </a:moveTo>
                <a:lnTo>
                  <a:pt x="2007955" y="40992"/>
                </a:lnTo>
                <a:lnTo>
                  <a:pt x="2034743" y="40992"/>
                </a:lnTo>
                <a:lnTo>
                  <a:pt x="2034743" y="142232"/>
                </a:lnTo>
                <a:lnTo>
                  <a:pt x="2007955" y="142232"/>
                </a:lnTo>
                <a:close/>
                <a:moveTo>
                  <a:pt x="2056242" y="90182"/>
                </a:moveTo>
                <a:cubicBezTo>
                  <a:pt x="2056242" y="81284"/>
                  <a:pt x="2058435" y="72673"/>
                  <a:pt x="2062820" y="64348"/>
                </a:cubicBezTo>
                <a:cubicBezTo>
                  <a:pt x="2067205" y="56022"/>
                  <a:pt x="2073417" y="49667"/>
                  <a:pt x="2081457" y="45282"/>
                </a:cubicBezTo>
                <a:cubicBezTo>
                  <a:pt x="2089496" y="40896"/>
                  <a:pt x="2098473" y="38704"/>
                  <a:pt x="2108387" y="38704"/>
                </a:cubicBezTo>
                <a:cubicBezTo>
                  <a:pt x="2123704" y="38704"/>
                  <a:pt x="2136256" y="43677"/>
                  <a:pt x="2146043" y="53623"/>
                </a:cubicBezTo>
                <a:cubicBezTo>
                  <a:pt x="2155830" y="63569"/>
                  <a:pt x="2160723" y="76137"/>
                  <a:pt x="2160723" y="91326"/>
                </a:cubicBezTo>
                <a:cubicBezTo>
                  <a:pt x="2160723" y="106642"/>
                  <a:pt x="2155782" y="119337"/>
                  <a:pt x="2145900" y="129410"/>
                </a:cubicBezTo>
                <a:cubicBezTo>
                  <a:pt x="2136017" y="139483"/>
                  <a:pt x="2123577" y="144520"/>
                  <a:pt x="2108578" y="144520"/>
                </a:cubicBezTo>
                <a:cubicBezTo>
                  <a:pt x="2099299" y="144520"/>
                  <a:pt x="2090450" y="142423"/>
                  <a:pt x="2082029" y="138228"/>
                </a:cubicBezTo>
                <a:cubicBezTo>
                  <a:pt x="2073608" y="134034"/>
                  <a:pt x="2067205" y="127885"/>
                  <a:pt x="2062820" y="119782"/>
                </a:cubicBezTo>
                <a:cubicBezTo>
                  <a:pt x="2058435" y="111679"/>
                  <a:pt x="2056242" y="101812"/>
                  <a:pt x="2056242" y="90182"/>
                </a:cubicBezTo>
                <a:moveTo>
                  <a:pt x="2083697" y="91612"/>
                </a:moveTo>
                <a:cubicBezTo>
                  <a:pt x="2083697" y="101621"/>
                  <a:pt x="2086080" y="109288"/>
                  <a:pt x="2090847" y="114610"/>
                </a:cubicBezTo>
                <a:cubicBezTo>
                  <a:pt x="2095613" y="119933"/>
                  <a:pt x="2101492" y="122594"/>
                  <a:pt x="2108483" y="122594"/>
                </a:cubicBezTo>
                <a:cubicBezTo>
                  <a:pt x="2115474" y="122594"/>
                  <a:pt x="2121336" y="119933"/>
                  <a:pt x="2126071" y="114610"/>
                </a:cubicBezTo>
                <a:cubicBezTo>
                  <a:pt x="2130806" y="109288"/>
                  <a:pt x="2133173" y="101558"/>
                  <a:pt x="2133173" y="91421"/>
                </a:cubicBezTo>
                <a:cubicBezTo>
                  <a:pt x="2133173" y="81539"/>
                  <a:pt x="2130806" y="73936"/>
                  <a:pt x="2126071" y="68614"/>
                </a:cubicBezTo>
                <a:cubicBezTo>
                  <a:pt x="2121336" y="63291"/>
                  <a:pt x="2115474" y="60630"/>
                  <a:pt x="2108483" y="60630"/>
                </a:cubicBezTo>
                <a:cubicBezTo>
                  <a:pt x="2101492" y="60630"/>
                  <a:pt x="2095613" y="63291"/>
                  <a:pt x="2090847" y="68614"/>
                </a:cubicBezTo>
                <a:cubicBezTo>
                  <a:pt x="2086080" y="73936"/>
                  <a:pt x="2083697" y="81602"/>
                  <a:pt x="2083697" y="91612"/>
                </a:cubicBezTo>
                <a:close/>
                <a:moveTo>
                  <a:pt x="2273974" y="142232"/>
                </a:moveTo>
                <a:lnTo>
                  <a:pt x="2247186" y="142232"/>
                </a:lnTo>
                <a:lnTo>
                  <a:pt x="2247186" y="90623"/>
                </a:lnTo>
                <a:cubicBezTo>
                  <a:pt x="2247186" y="79704"/>
                  <a:pt x="2246614" y="72641"/>
                  <a:pt x="2245470" y="69436"/>
                </a:cubicBezTo>
                <a:cubicBezTo>
                  <a:pt x="2244326" y="66230"/>
                  <a:pt x="2242467" y="63739"/>
                  <a:pt x="2239893" y="61961"/>
                </a:cubicBezTo>
                <a:cubicBezTo>
                  <a:pt x="2237319" y="60184"/>
                  <a:pt x="2234221" y="59295"/>
                  <a:pt x="2230599" y="59295"/>
                </a:cubicBezTo>
                <a:cubicBezTo>
                  <a:pt x="2225959" y="59295"/>
                  <a:pt x="2221797" y="60565"/>
                  <a:pt x="2218110" y="63105"/>
                </a:cubicBezTo>
                <a:cubicBezTo>
                  <a:pt x="2214424" y="65643"/>
                  <a:pt x="2211898" y="69008"/>
                  <a:pt x="2210532" y="73198"/>
                </a:cubicBezTo>
                <a:cubicBezTo>
                  <a:pt x="2209165" y="77387"/>
                  <a:pt x="2208482" y="85131"/>
                  <a:pt x="2208482" y="96432"/>
                </a:cubicBezTo>
                <a:lnTo>
                  <a:pt x="2208482" y="142232"/>
                </a:lnTo>
                <a:lnTo>
                  <a:pt x="2181695" y="142232"/>
                </a:lnTo>
                <a:lnTo>
                  <a:pt x="2181695" y="40992"/>
                </a:lnTo>
                <a:lnTo>
                  <a:pt x="2206576" y="40992"/>
                </a:lnTo>
                <a:lnTo>
                  <a:pt x="2206576" y="55863"/>
                </a:lnTo>
                <a:cubicBezTo>
                  <a:pt x="2215409" y="44424"/>
                  <a:pt x="2226531" y="38704"/>
                  <a:pt x="2239941" y="38704"/>
                </a:cubicBezTo>
                <a:cubicBezTo>
                  <a:pt x="2245851" y="38704"/>
                  <a:pt x="2251253" y="39768"/>
                  <a:pt x="2256147" y="41897"/>
                </a:cubicBezTo>
                <a:cubicBezTo>
                  <a:pt x="2261041" y="44026"/>
                  <a:pt x="2264743" y="46743"/>
                  <a:pt x="2267253" y="50048"/>
                </a:cubicBezTo>
                <a:cubicBezTo>
                  <a:pt x="2269763" y="53353"/>
                  <a:pt x="2271511" y="57102"/>
                  <a:pt x="2272496" y="61297"/>
                </a:cubicBezTo>
                <a:cubicBezTo>
                  <a:pt x="2273481" y="65491"/>
                  <a:pt x="2273974" y="71497"/>
                  <a:pt x="2273974" y="79314"/>
                </a:cubicBezTo>
                <a:lnTo>
                  <a:pt x="2273974" y="14223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9" name="Text PatternRetrieval">
            <a:extLst xmlns:a="http://schemas.openxmlformats.org/drawingml/2006/main">
              <a:ext uri="{FF2B5EF4-FFF2-40B4-BE49-F238E27FC236}">
                <a16:creationId xmlns:a16="http://schemas.microsoft.com/office/drawing/2014/main" id="{14D04826-72CA-4A09-9CBF-05BBEC3CC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408" y="3560835"/>
            <a:ext cx="1525613" cy="142041"/>
          </a:xfrm>
          <a:custGeom xmlns:a="http://schemas.openxmlformats.org/drawingml/2006/main">
            <a:pathLst>
              <a:path w="1525613" h="142041">
                <a:moveTo>
                  <a:pt x="0" y="139753"/>
                </a:moveTo>
                <a:lnTo>
                  <a:pt x="0" y="0"/>
                </a:lnTo>
                <a:lnTo>
                  <a:pt x="45282" y="0"/>
                </a:lnTo>
                <a:cubicBezTo>
                  <a:pt x="62441" y="0"/>
                  <a:pt x="73626" y="698"/>
                  <a:pt x="78838" y="2094"/>
                </a:cubicBezTo>
                <a:cubicBezTo>
                  <a:pt x="86845" y="4190"/>
                  <a:pt x="93550" y="8745"/>
                  <a:pt x="98952" y="15759"/>
                </a:cubicBezTo>
                <a:cubicBezTo>
                  <a:pt x="104354" y="22774"/>
                  <a:pt x="107055" y="31836"/>
                  <a:pt x="107055" y="42946"/>
                </a:cubicBezTo>
                <a:cubicBezTo>
                  <a:pt x="107055" y="51516"/>
                  <a:pt x="105498" y="58721"/>
                  <a:pt x="102384" y="64562"/>
                </a:cubicBezTo>
                <a:cubicBezTo>
                  <a:pt x="99270" y="70403"/>
                  <a:pt x="95314" y="74990"/>
                  <a:pt x="90516" y="78322"/>
                </a:cubicBezTo>
                <a:cubicBezTo>
                  <a:pt x="85717" y="81655"/>
                  <a:pt x="80840" y="83861"/>
                  <a:pt x="75882" y="84942"/>
                </a:cubicBezTo>
                <a:cubicBezTo>
                  <a:pt x="69146" y="86274"/>
                  <a:pt x="59390" y="86941"/>
                  <a:pt x="46616" y="86941"/>
                </a:cubicBezTo>
                <a:lnTo>
                  <a:pt x="28218" y="86941"/>
                </a:lnTo>
                <a:lnTo>
                  <a:pt x="28218" y="139753"/>
                </a:lnTo>
                <a:lnTo>
                  <a:pt x="0" y="139753"/>
                </a:lnTo>
                <a:moveTo>
                  <a:pt x="28218" y="23642"/>
                </a:moveTo>
                <a:lnTo>
                  <a:pt x="28218" y="63299"/>
                </a:lnTo>
                <a:lnTo>
                  <a:pt x="43661" y="63299"/>
                </a:lnTo>
                <a:cubicBezTo>
                  <a:pt x="54783" y="63299"/>
                  <a:pt x="62219" y="62568"/>
                  <a:pt x="65968" y="61106"/>
                </a:cubicBezTo>
                <a:cubicBezTo>
                  <a:pt x="69718" y="59645"/>
                  <a:pt x="72657" y="57357"/>
                  <a:pt x="74786" y="54243"/>
                </a:cubicBezTo>
                <a:cubicBezTo>
                  <a:pt x="76915" y="51128"/>
                  <a:pt x="77980" y="47506"/>
                  <a:pt x="77980" y="43375"/>
                </a:cubicBezTo>
                <a:cubicBezTo>
                  <a:pt x="77980" y="38291"/>
                  <a:pt x="76486" y="34096"/>
                  <a:pt x="73499" y="30791"/>
                </a:cubicBezTo>
                <a:cubicBezTo>
                  <a:pt x="70512" y="27487"/>
                  <a:pt x="66731" y="25421"/>
                  <a:pt x="62155" y="24595"/>
                </a:cubicBezTo>
                <a:cubicBezTo>
                  <a:pt x="58787" y="23960"/>
                  <a:pt x="52018" y="23642"/>
                  <a:pt x="41850" y="23642"/>
                </a:cubicBezTo>
                <a:lnTo>
                  <a:pt x="28218" y="23642"/>
                </a:lnTo>
                <a:close/>
                <a:moveTo>
                  <a:pt x="150451" y="69781"/>
                </a:moveTo>
                <a:lnTo>
                  <a:pt x="126142" y="65396"/>
                </a:lnTo>
                <a:cubicBezTo>
                  <a:pt x="128874" y="55480"/>
                  <a:pt x="133577" y="48140"/>
                  <a:pt x="140250" y="43375"/>
                </a:cubicBezTo>
                <a:cubicBezTo>
                  <a:pt x="146923" y="38609"/>
                  <a:pt x="156838" y="36225"/>
                  <a:pt x="169993" y="36225"/>
                </a:cubicBezTo>
                <a:cubicBezTo>
                  <a:pt x="181941" y="36225"/>
                  <a:pt x="190839" y="37639"/>
                  <a:pt x="196686" y="40467"/>
                </a:cubicBezTo>
                <a:cubicBezTo>
                  <a:pt x="202532" y="43296"/>
                  <a:pt x="206647" y="46886"/>
                  <a:pt x="209031" y="51240"/>
                </a:cubicBezTo>
                <a:cubicBezTo>
                  <a:pt x="211414" y="55593"/>
                  <a:pt x="212606" y="63585"/>
                  <a:pt x="212606" y="75215"/>
                </a:cubicBezTo>
                <a:lnTo>
                  <a:pt x="212320" y="106483"/>
                </a:lnTo>
                <a:cubicBezTo>
                  <a:pt x="212320" y="115381"/>
                  <a:pt x="212749" y="121943"/>
                  <a:pt x="213607" y="126169"/>
                </a:cubicBezTo>
                <a:cubicBezTo>
                  <a:pt x="214465" y="130395"/>
                  <a:pt x="216069" y="134923"/>
                  <a:pt x="218421" y="139753"/>
                </a:cubicBezTo>
                <a:lnTo>
                  <a:pt x="191919" y="139753"/>
                </a:lnTo>
                <a:cubicBezTo>
                  <a:pt x="191220" y="137974"/>
                  <a:pt x="190362" y="135336"/>
                  <a:pt x="189345" y="131841"/>
                </a:cubicBezTo>
                <a:cubicBezTo>
                  <a:pt x="188900" y="130252"/>
                  <a:pt x="188582" y="129204"/>
                  <a:pt x="188392" y="128695"/>
                </a:cubicBezTo>
                <a:cubicBezTo>
                  <a:pt x="183816" y="133144"/>
                  <a:pt x="178922" y="136480"/>
                  <a:pt x="173711" y="138705"/>
                </a:cubicBezTo>
                <a:cubicBezTo>
                  <a:pt x="168500" y="140929"/>
                  <a:pt x="162939" y="142041"/>
                  <a:pt x="157028" y="142041"/>
                </a:cubicBezTo>
                <a:cubicBezTo>
                  <a:pt x="146606" y="142041"/>
                  <a:pt x="138391" y="139225"/>
                  <a:pt x="132386" y="133593"/>
                </a:cubicBezTo>
                <a:cubicBezTo>
                  <a:pt x="126380" y="127960"/>
                  <a:pt x="123377" y="120840"/>
                  <a:pt x="123377" y="112233"/>
                </a:cubicBezTo>
                <a:cubicBezTo>
                  <a:pt x="123377" y="106537"/>
                  <a:pt x="124743" y="101459"/>
                  <a:pt x="127476" y="96998"/>
                </a:cubicBezTo>
                <a:cubicBezTo>
                  <a:pt x="130209" y="92535"/>
                  <a:pt x="134038" y="89117"/>
                  <a:pt x="138963" y="86744"/>
                </a:cubicBezTo>
                <a:cubicBezTo>
                  <a:pt x="143889" y="84371"/>
                  <a:pt x="150991" y="82298"/>
                  <a:pt x="160270" y="80527"/>
                </a:cubicBezTo>
                <a:cubicBezTo>
                  <a:pt x="172790" y="78185"/>
                  <a:pt x="181465" y="76002"/>
                  <a:pt x="186295" y="73976"/>
                </a:cubicBezTo>
                <a:lnTo>
                  <a:pt x="186295" y="71277"/>
                </a:lnTo>
                <a:cubicBezTo>
                  <a:pt x="186295" y="66071"/>
                  <a:pt x="185024" y="62361"/>
                  <a:pt x="182481" y="60144"/>
                </a:cubicBezTo>
                <a:cubicBezTo>
                  <a:pt x="179939" y="57926"/>
                  <a:pt x="175141" y="56816"/>
                  <a:pt x="168087" y="56816"/>
                </a:cubicBezTo>
                <a:cubicBezTo>
                  <a:pt x="163320" y="56816"/>
                  <a:pt x="159602" y="57776"/>
                  <a:pt x="156933" y="59694"/>
                </a:cubicBezTo>
                <a:cubicBezTo>
                  <a:pt x="154264" y="61611"/>
                  <a:pt x="152103" y="64973"/>
                  <a:pt x="150451" y="69781"/>
                </a:cubicBezTo>
                <a:moveTo>
                  <a:pt x="186295" y="91516"/>
                </a:moveTo>
                <a:cubicBezTo>
                  <a:pt x="182863" y="92647"/>
                  <a:pt x="177429" y="93997"/>
                  <a:pt x="169993" y="95568"/>
                </a:cubicBezTo>
                <a:cubicBezTo>
                  <a:pt x="162557" y="97137"/>
                  <a:pt x="157696" y="98675"/>
                  <a:pt x="155408" y="100183"/>
                </a:cubicBezTo>
                <a:cubicBezTo>
                  <a:pt x="151912" y="102631"/>
                  <a:pt x="150165" y="105739"/>
                  <a:pt x="150165" y="109507"/>
                </a:cubicBezTo>
                <a:cubicBezTo>
                  <a:pt x="150165" y="113213"/>
                  <a:pt x="151563" y="116416"/>
                  <a:pt x="154359" y="119117"/>
                </a:cubicBezTo>
                <a:cubicBezTo>
                  <a:pt x="157155" y="121816"/>
                  <a:pt x="160714" y="123166"/>
                  <a:pt x="165036" y="123166"/>
                </a:cubicBezTo>
                <a:cubicBezTo>
                  <a:pt x="169866" y="123166"/>
                  <a:pt x="174474" y="121596"/>
                  <a:pt x="178859" y="118456"/>
                </a:cubicBezTo>
                <a:cubicBezTo>
                  <a:pt x="182100" y="116071"/>
                  <a:pt x="184229" y="113150"/>
                  <a:pt x="185246" y="109695"/>
                </a:cubicBezTo>
                <a:cubicBezTo>
                  <a:pt x="185945" y="107435"/>
                  <a:pt x="186295" y="103134"/>
                  <a:pt x="186295" y="96792"/>
                </a:cubicBezTo>
                <a:lnTo>
                  <a:pt x="186295" y="91516"/>
                </a:lnTo>
                <a:close/>
                <a:moveTo>
                  <a:pt x="285476" y="38513"/>
                </a:moveTo>
                <a:lnTo>
                  <a:pt x="285476" y="59867"/>
                </a:lnTo>
                <a:lnTo>
                  <a:pt x="267173" y="59867"/>
                </a:lnTo>
                <a:lnTo>
                  <a:pt x="267173" y="100603"/>
                </a:lnTo>
                <a:cubicBezTo>
                  <a:pt x="267173" y="108853"/>
                  <a:pt x="267348" y="113660"/>
                  <a:pt x="267697" y="115024"/>
                </a:cubicBezTo>
                <a:cubicBezTo>
                  <a:pt x="268047" y="116387"/>
                  <a:pt x="268841" y="117513"/>
                  <a:pt x="270080" y="118402"/>
                </a:cubicBezTo>
                <a:cubicBezTo>
                  <a:pt x="271320" y="119290"/>
                  <a:pt x="272829" y="119734"/>
                  <a:pt x="274609" y="119734"/>
                </a:cubicBezTo>
                <a:cubicBezTo>
                  <a:pt x="277087" y="119734"/>
                  <a:pt x="280678" y="118876"/>
                  <a:pt x="285381" y="117160"/>
                </a:cubicBezTo>
                <a:lnTo>
                  <a:pt x="287669" y="138020"/>
                </a:lnTo>
                <a:cubicBezTo>
                  <a:pt x="281441" y="140701"/>
                  <a:pt x="274386" y="142041"/>
                  <a:pt x="266506" y="142041"/>
                </a:cubicBezTo>
                <a:cubicBezTo>
                  <a:pt x="261676" y="142041"/>
                  <a:pt x="257322" y="141231"/>
                  <a:pt x="253445" y="139610"/>
                </a:cubicBezTo>
                <a:cubicBezTo>
                  <a:pt x="249569" y="137990"/>
                  <a:pt x="246725" y="135892"/>
                  <a:pt x="244913" y="133319"/>
                </a:cubicBezTo>
                <a:cubicBezTo>
                  <a:pt x="243102" y="130745"/>
                  <a:pt x="241847" y="127265"/>
                  <a:pt x="241148" y="122880"/>
                </a:cubicBezTo>
                <a:cubicBezTo>
                  <a:pt x="240576" y="119766"/>
                  <a:pt x="240290" y="113474"/>
                  <a:pt x="240290" y="104005"/>
                </a:cubicBezTo>
                <a:lnTo>
                  <a:pt x="240290" y="59867"/>
                </a:lnTo>
                <a:lnTo>
                  <a:pt x="227992" y="59867"/>
                </a:lnTo>
                <a:lnTo>
                  <a:pt x="227992" y="38513"/>
                </a:lnTo>
                <a:lnTo>
                  <a:pt x="240290" y="38513"/>
                </a:lnTo>
                <a:lnTo>
                  <a:pt x="240290" y="18303"/>
                </a:lnTo>
                <a:lnTo>
                  <a:pt x="267173" y="2479"/>
                </a:lnTo>
                <a:lnTo>
                  <a:pt x="267173" y="38513"/>
                </a:lnTo>
                <a:lnTo>
                  <a:pt x="285476" y="38513"/>
                </a:lnTo>
                <a:close/>
                <a:moveTo>
                  <a:pt x="350440" y="38513"/>
                </a:moveTo>
                <a:lnTo>
                  <a:pt x="350440" y="59867"/>
                </a:lnTo>
                <a:lnTo>
                  <a:pt x="332137" y="59867"/>
                </a:lnTo>
                <a:lnTo>
                  <a:pt x="332137" y="100603"/>
                </a:lnTo>
                <a:cubicBezTo>
                  <a:pt x="332137" y="108853"/>
                  <a:pt x="332312" y="113660"/>
                  <a:pt x="332661" y="115024"/>
                </a:cubicBezTo>
                <a:cubicBezTo>
                  <a:pt x="333011" y="116387"/>
                  <a:pt x="333805" y="117513"/>
                  <a:pt x="335044" y="118402"/>
                </a:cubicBezTo>
                <a:cubicBezTo>
                  <a:pt x="336284" y="119290"/>
                  <a:pt x="337793" y="119734"/>
                  <a:pt x="339572" y="119734"/>
                </a:cubicBezTo>
                <a:cubicBezTo>
                  <a:pt x="342051" y="119734"/>
                  <a:pt x="345642" y="118876"/>
                  <a:pt x="350345" y="117160"/>
                </a:cubicBezTo>
                <a:lnTo>
                  <a:pt x="352633" y="138020"/>
                </a:lnTo>
                <a:cubicBezTo>
                  <a:pt x="346404" y="140701"/>
                  <a:pt x="339350" y="142041"/>
                  <a:pt x="331469" y="142041"/>
                </a:cubicBezTo>
                <a:cubicBezTo>
                  <a:pt x="326639" y="142041"/>
                  <a:pt x="322286" y="141231"/>
                  <a:pt x="318409" y="139610"/>
                </a:cubicBezTo>
                <a:cubicBezTo>
                  <a:pt x="314533" y="137990"/>
                  <a:pt x="311689" y="135892"/>
                  <a:pt x="309877" y="133319"/>
                </a:cubicBezTo>
                <a:cubicBezTo>
                  <a:pt x="308066" y="130745"/>
                  <a:pt x="306811" y="127265"/>
                  <a:pt x="306112" y="122880"/>
                </a:cubicBezTo>
                <a:cubicBezTo>
                  <a:pt x="305540" y="119766"/>
                  <a:pt x="305254" y="113474"/>
                  <a:pt x="305254" y="104005"/>
                </a:cubicBezTo>
                <a:lnTo>
                  <a:pt x="305254" y="59867"/>
                </a:lnTo>
                <a:lnTo>
                  <a:pt x="292956" y="59867"/>
                </a:lnTo>
                <a:lnTo>
                  <a:pt x="292956" y="38513"/>
                </a:lnTo>
                <a:lnTo>
                  <a:pt x="305254" y="38513"/>
                </a:lnTo>
                <a:lnTo>
                  <a:pt x="305254" y="18303"/>
                </a:lnTo>
                <a:lnTo>
                  <a:pt x="332137" y="2479"/>
                </a:lnTo>
                <a:lnTo>
                  <a:pt x="332137" y="38513"/>
                </a:lnTo>
                <a:lnTo>
                  <a:pt x="350440" y="38513"/>
                </a:lnTo>
                <a:close/>
                <a:moveTo>
                  <a:pt x="427603" y="107532"/>
                </a:moveTo>
                <a:lnTo>
                  <a:pt x="454295" y="112108"/>
                </a:lnTo>
                <a:cubicBezTo>
                  <a:pt x="450863" y="121863"/>
                  <a:pt x="445445" y="129291"/>
                  <a:pt x="438042" y="134391"/>
                </a:cubicBezTo>
                <a:cubicBezTo>
                  <a:pt x="430638" y="139491"/>
                  <a:pt x="421375" y="142041"/>
                  <a:pt x="410253" y="142041"/>
                </a:cubicBezTo>
                <a:cubicBezTo>
                  <a:pt x="392649" y="142041"/>
                  <a:pt x="379620" y="136290"/>
                  <a:pt x="371168" y="124787"/>
                </a:cubicBezTo>
                <a:cubicBezTo>
                  <a:pt x="364495" y="115571"/>
                  <a:pt x="361158" y="103941"/>
                  <a:pt x="361158" y="89896"/>
                </a:cubicBezTo>
                <a:cubicBezTo>
                  <a:pt x="361158" y="73118"/>
                  <a:pt x="365543" y="59978"/>
                  <a:pt x="374314" y="50477"/>
                </a:cubicBezTo>
                <a:cubicBezTo>
                  <a:pt x="383084" y="40976"/>
                  <a:pt x="394174" y="36225"/>
                  <a:pt x="407584" y="36225"/>
                </a:cubicBezTo>
                <a:cubicBezTo>
                  <a:pt x="422646" y="36225"/>
                  <a:pt x="434530" y="41198"/>
                  <a:pt x="443237" y="51144"/>
                </a:cubicBezTo>
                <a:cubicBezTo>
                  <a:pt x="451944" y="61090"/>
                  <a:pt x="456107" y="76327"/>
                  <a:pt x="455725" y="96855"/>
                </a:cubicBezTo>
                <a:lnTo>
                  <a:pt x="388613" y="96855"/>
                </a:lnTo>
                <a:cubicBezTo>
                  <a:pt x="388804" y="104799"/>
                  <a:pt x="390965" y="110980"/>
                  <a:pt x="395096" y="115397"/>
                </a:cubicBezTo>
                <a:cubicBezTo>
                  <a:pt x="399226" y="119814"/>
                  <a:pt x="404374" y="122022"/>
                  <a:pt x="410539" y="122022"/>
                </a:cubicBezTo>
                <a:cubicBezTo>
                  <a:pt x="414733" y="122022"/>
                  <a:pt x="418261" y="120878"/>
                  <a:pt x="421121" y="118590"/>
                </a:cubicBezTo>
                <a:cubicBezTo>
                  <a:pt x="423980" y="116302"/>
                  <a:pt x="426141" y="112616"/>
                  <a:pt x="427603" y="107532"/>
                </a:cubicBezTo>
                <a:moveTo>
                  <a:pt x="429128" y="80458"/>
                </a:moveTo>
                <a:cubicBezTo>
                  <a:pt x="428938" y="72737"/>
                  <a:pt x="426936" y="66866"/>
                  <a:pt x="423122" y="62846"/>
                </a:cubicBezTo>
                <a:cubicBezTo>
                  <a:pt x="419309" y="58826"/>
                  <a:pt x="414670" y="56816"/>
                  <a:pt x="409204" y="56816"/>
                </a:cubicBezTo>
                <a:cubicBezTo>
                  <a:pt x="403357" y="56816"/>
                  <a:pt x="398527" y="58937"/>
                  <a:pt x="394714" y="63177"/>
                </a:cubicBezTo>
                <a:cubicBezTo>
                  <a:pt x="390901" y="67419"/>
                  <a:pt x="389026" y="73179"/>
                  <a:pt x="389090" y="80458"/>
                </a:cubicBezTo>
                <a:lnTo>
                  <a:pt x="429128" y="80458"/>
                </a:lnTo>
                <a:close/>
                <a:moveTo>
                  <a:pt x="503238" y="139753"/>
                </a:moveTo>
                <a:lnTo>
                  <a:pt x="476451" y="139753"/>
                </a:lnTo>
                <a:lnTo>
                  <a:pt x="476451" y="38513"/>
                </a:lnTo>
                <a:lnTo>
                  <a:pt x="501332" y="38513"/>
                </a:lnTo>
                <a:lnTo>
                  <a:pt x="501332" y="52908"/>
                </a:lnTo>
                <a:cubicBezTo>
                  <a:pt x="505590" y="46108"/>
                  <a:pt x="509419" y="41627"/>
                  <a:pt x="512819" y="39466"/>
                </a:cubicBezTo>
                <a:cubicBezTo>
                  <a:pt x="516219" y="37306"/>
                  <a:pt x="520080" y="36225"/>
                  <a:pt x="524402" y="36225"/>
                </a:cubicBezTo>
                <a:cubicBezTo>
                  <a:pt x="530503" y="36225"/>
                  <a:pt x="536381" y="37909"/>
                  <a:pt x="542038" y="41278"/>
                </a:cubicBezTo>
                <a:lnTo>
                  <a:pt x="533744" y="64634"/>
                </a:lnTo>
                <a:cubicBezTo>
                  <a:pt x="529232" y="61710"/>
                  <a:pt x="525037" y="60248"/>
                  <a:pt x="521160" y="60248"/>
                </a:cubicBezTo>
                <a:cubicBezTo>
                  <a:pt x="517411" y="60248"/>
                  <a:pt x="514233" y="61281"/>
                  <a:pt x="511627" y="63347"/>
                </a:cubicBezTo>
                <a:cubicBezTo>
                  <a:pt x="509022" y="65412"/>
                  <a:pt x="506972" y="69146"/>
                  <a:pt x="505479" y="74548"/>
                </a:cubicBezTo>
                <a:cubicBezTo>
                  <a:pt x="503985" y="79950"/>
                  <a:pt x="503238" y="91262"/>
                  <a:pt x="503238" y="108485"/>
                </a:cubicBezTo>
                <a:lnTo>
                  <a:pt x="503238" y="139753"/>
                </a:lnTo>
                <a:close/>
                <a:moveTo>
                  <a:pt x="645821" y="139753"/>
                </a:moveTo>
                <a:lnTo>
                  <a:pt x="619034" y="139753"/>
                </a:lnTo>
                <a:lnTo>
                  <a:pt x="619034" y="88144"/>
                </a:lnTo>
                <a:cubicBezTo>
                  <a:pt x="619034" y="77225"/>
                  <a:pt x="618462" y="70163"/>
                  <a:pt x="617318" y="66957"/>
                </a:cubicBezTo>
                <a:cubicBezTo>
                  <a:pt x="616174" y="63752"/>
                  <a:pt x="614315" y="61260"/>
                  <a:pt x="611741" y="59483"/>
                </a:cubicBezTo>
                <a:cubicBezTo>
                  <a:pt x="609167" y="57705"/>
                  <a:pt x="606069" y="56816"/>
                  <a:pt x="602446" y="56816"/>
                </a:cubicBezTo>
                <a:cubicBezTo>
                  <a:pt x="597807" y="56816"/>
                  <a:pt x="593644" y="58087"/>
                  <a:pt x="589958" y="60627"/>
                </a:cubicBezTo>
                <a:cubicBezTo>
                  <a:pt x="586272" y="63165"/>
                  <a:pt x="583746" y="66529"/>
                  <a:pt x="582379" y="70720"/>
                </a:cubicBezTo>
                <a:cubicBezTo>
                  <a:pt x="581013" y="74908"/>
                  <a:pt x="580330" y="82653"/>
                  <a:pt x="580330" y="93953"/>
                </a:cubicBezTo>
                <a:lnTo>
                  <a:pt x="580330" y="139753"/>
                </a:lnTo>
                <a:lnTo>
                  <a:pt x="553542" y="139753"/>
                </a:lnTo>
                <a:lnTo>
                  <a:pt x="553542" y="38513"/>
                </a:lnTo>
                <a:lnTo>
                  <a:pt x="578423" y="38513"/>
                </a:lnTo>
                <a:lnTo>
                  <a:pt x="578423" y="53385"/>
                </a:lnTo>
                <a:cubicBezTo>
                  <a:pt x="587257" y="41945"/>
                  <a:pt x="598379" y="36225"/>
                  <a:pt x="611789" y="36225"/>
                </a:cubicBezTo>
                <a:cubicBezTo>
                  <a:pt x="617699" y="36225"/>
                  <a:pt x="623101" y="37290"/>
                  <a:pt x="627995" y="39419"/>
                </a:cubicBezTo>
                <a:cubicBezTo>
                  <a:pt x="632888" y="41548"/>
                  <a:pt x="636590" y="44265"/>
                  <a:pt x="639101" y="47570"/>
                </a:cubicBezTo>
                <a:cubicBezTo>
                  <a:pt x="641611" y="50874"/>
                  <a:pt x="643359" y="54624"/>
                  <a:pt x="644344" y="58818"/>
                </a:cubicBezTo>
                <a:cubicBezTo>
                  <a:pt x="645329" y="63013"/>
                  <a:pt x="645821" y="69019"/>
                  <a:pt x="645821" y="76836"/>
                </a:cubicBezTo>
                <a:lnTo>
                  <a:pt x="645821" y="139753"/>
                </a:lnTo>
                <a:close/>
                <a:moveTo>
                  <a:pt x="727949" y="139753"/>
                </a:moveTo>
                <a:lnTo>
                  <a:pt x="727949" y="0"/>
                </a:lnTo>
                <a:lnTo>
                  <a:pt x="787339" y="0"/>
                </a:lnTo>
                <a:cubicBezTo>
                  <a:pt x="802274" y="0"/>
                  <a:pt x="813126" y="1255"/>
                  <a:pt x="819894" y="3766"/>
                </a:cubicBezTo>
                <a:cubicBezTo>
                  <a:pt x="826662" y="6276"/>
                  <a:pt x="832080" y="10740"/>
                  <a:pt x="836148" y="17159"/>
                </a:cubicBezTo>
                <a:cubicBezTo>
                  <a:pt x="840215" y="23578"/>
                  <a:pt x="842249" y="30919"/>
                  <a:pt x="842249" y="39181"/>
                </a:cubicBezTo>
                <a:cubicBezTo>
                  <a:pt x="842249" y="49667"/>
                  <a:pt x="839167" y="58326"/>
                  <a:pt x="833002" y="65158"/>
                </a:cubicBezTo>
                <a:cubicBezTo>
                  <a:pt x="826837" y="71990"/>
                  <a:pt x="817622" y="76296"/>
                  <a:pt x="805356" y="78075"/>
                </a:cubicBezTo>
                <a:cubicBezTo>
                  <a:pt x="811457" y="81634"/>
                  <a:pt x="816494" y="85543"/>
                  <a:pt x="820466" y="89801"/>
                </a:cubicBezTo>
                <a:cubicBezTo>
                  <a:pt x="824438" y="94059"/>
                  <a:pt x="829792" y="101621"/>
                  <a:pt x="836529" y="112489"/>
                </a:cubicBezTo>
                <a:lnTo>
                  <a:pt x="853593" y="139753"/>
                </a:lnTo>
                <a:lnTo>
                  <a:pt x="819846" y="139753"/>
                </a:lnTo>
                <a:lnTo>
                  <a:pt x="799446" y="109334"/>
                </a:lnTo>
                <a:cubicBezTo>
                  <a:pt x="792201" y="98471"/>
                  <a:pt x="787244" y="91626"/>
                  <a:pt x="784574" y="88800"/>
                </a:cubicBezTo>
                <a:cubicBezTo>
                  <a:pt x="781905" y="85971"/>
                  <a:pt x="779077" y="84033"/>
                  <a:pt x="776090" y="82984"/>
                </a:cubicBezTo>
                <a:cubicBezTo>
                  <a:pt x="773103" y="81936"/>
                  <a:pt x="768368" y="81412"/>
                  <a:pt x="761886" y="81412"/>
                </a:cubicBezTo>
                <a:lnTo>
                  <a:pt x="756166" y="81412"/>
                </a:lnTo>
                <a:lnTo>
                  <a:pt x="756166" y="139753"/>
                </a:lnTo>
                <a:lnTo>
                  <a:pt x="727949" y="139753"/>
                </a:lnTo>
                <a:moveTo>
                  <a:pt x="756166" y="59104"/>
                </a:moveTo>
                <a:lnTo>
                  <a:pt x="777043" y="59104"/>
                </a:lnTo>
                <a:cubicBezTo>
                  <a:pt x="790580" y="59104"/>
                  <a:pt x="799033" y="58532"/>
                  <a:pt x="802401" y="57388"/>
                </a:cubicBezTo>
                <a:cubicBezTo>
                  <a:pt x="805769" y="56245"/>
                  <a:pt x="808407" y="54274"/>
                  <a:pt x="810313" y="51478"/>
                </a:cubicBezTo>
                <a:cubicBezTo>
                  <a:pt x="812220" y="48682"/>
                  <a:pt x="813173" y="45186"/>
                  <a:pt x="813173" y="40992"/>
                </a:cubicBezTo>
                <a:cubicBezTo>
                  <a:pt x="813173" y="36289"/>
                  <a:pt x="811918" y="32492"/>
                  <a:pt x="809408" y="29600"/>
                </a:cubicBezTo>
                <a:cubicBezTo>
                  <a:pt x="806897" y="26708"/>
                  <a:pt x="803354" y="24881"/>
                  <a:pt x="798779" y="24118"/>
                </a:cubicBezTo>
                <a:cubicBezTo>
                  <a:pt x="796491" y="23801"/>
                  <a:pt x="789627" y="23642"/>
                  <a:pt x="778187" y="23642"/>
                </a:cubicBezTo>
                <a:lnTo>
                  <a:pt x="756166" y="23642"/>
                </a:lnTo>
                <a:lnTo>
                  <a:pt x="756166" y="59104"/>
                </a:lnTo>
                <a:close/>
                <a:moveTo>
                  <a:pt x="927391" y="107532"/>
                </a:moveTo>
                <a:lnTo>
                  <a:pt x="954084" y="112108"/>
                </a:lnTo>
                <a:cubicBezTo>
                  <a:pt x="950652" y="121863"/>
                  <a:pt x="945234" y="129291"/>
                  <a:pt x="937830" y="134391"/>
                </a:cubicBezTo>
                <a:cubicBezTo>
                  <a:pt x="930426" y="139491"/>
                  <a:pt x="921163" y="142041"/>
                  <a:pt x="910041" y="142041"/>
                </a:cubicBezTo>
                <a:cubicBezTo>
                  <a:pt x="892437" y="142041"/>
                  <a:pt x="879409" y="136290"/>
                  <a:pt x="870956" y="124787"/>
                </a:cubicBezTo>
                <a:cubicBezTo>
                  <a:pt x="864283" y="115571"/>
                  <a:pt x="860947" y="103941"/>
                  <a:pt x="860947" y="89896"/>
                </a:cubicBezTo>
                <a:cubicBezTo>
                  <a:pt x="860947" y="73118"/>
                  <a:pt x="865332" y="59978"/>
                  <a:pt x="874102" y="50477"/>
                </a:cubicBezTo>
                <a:cubicBezTo>
                  <a:pt x="882872" y="40976"/>
                  <a:pt x="893962" y="36225"/>
                  <a:pt x="907372" y="36225"/>
                </a:cubicBezTo>
                <a:cubicBezTo>
                  <a:pt x="922434" y="36225"/>
                  <a:pt x="934319" y="41198"/>
                  <a:pt x="943025" y="51144"/>
                </a:cubicBezTo>
                <a:cubicBezTo>
                  <a:pt x="951732" y="61090"/>
                  <a:pt x="955895" y="76327"/>
                  <a:pt x="955514" y="96855"/>
                </a:cubicBezTo>
                <a:lnTo>
                  <a:pt x="888402" y="96855"/>
                </a:lnTo>
                <a:cubicBezTo>
                  <a:pt x="888592" y="104799"/>
                  <a:pt x="890753" y="110980"/>
                  <a:pt x="894884" y="115397"/>
                </a:cubicBezTo>
                <a:cubicBezTo>
                  <a:pt x="899015" y="119814"/>
                  <a:pt x="904163" y="122022"/>
                  <a:pt x="910327" y="122022"/>
                </a:cubicBezTo>
                <a:cubicBezTo>
                  <a:pt x="914522" y="122022"/>
                  <a:pt x="918049" y="120878"/>
                  <a:pt x="920909" y="118590"/>
                </a:cubicBezTo>
                <a:cubicBezTo>
                  <a:pt x="923769" y="116302"/>
                  <a:pt x="925930" y="112616"/>
                  <a:pt x="927391" y="107532"/>
                </a:cubicBezTo>
                <a:moveTo>
                  <a:pt x="928917" y="80458"/>
                </a:moveTo>
                <a:cubicBezTo>
                  <a:pt x="928726" y="72737"/>
                  <a:pt x="926724" y="66866"/>
                  <a:pt x="922911" y="62846"/>
                </a:cubicBezTo>
                <a:cubicBezTo>
                  <a:pt x="919098" y="58826"/>
                  <a:pt x="914458" y="56816"/>
                  <a:pt x="908993" y="56816"/>
                </a:cubicBezTo>
                <a:cubicBezTo>
                  <a:pt x="903146" y="56816"/>
                  <a:pt x="898316" y="58937"/>
                  <a:pt x="894503" y="63177"/>
                </a:cubicBezTo>
                <a:cubicBezTo>
                  <a:pt x="890689" y="67419"/>
                  <a:pt x="888815" y="73179"/>
                  <a:pt x="888878" y="80458"/>
                </a:cubicBezTo>
                <a:lnTo>
                  <a:pt x="928917" y="80458"/>
                </a:lnTo>
                <a:close/>
                <a:moveTo>
                  <a:pt x="1023809" y="38513"/>
                </a:moveTo>
                <a:lnTo>
                  <a:pt x="1023809" y="59867"/>
                </a:lnTo>
                <a:lnTo>
                  <a:pt x="1005505" y="59867"/>
                </a:lnTo>
                <a:lnTo>
                  <a:pt x="1005505" y="100603"/>
                </a:lnTo>
                <a:cubicBezTo>
                  <a:pt x="1005505" y="108853"/>
                  <a:pt x="1005680" y="113660"/>
                  <a:pt x="1006030" y="115024"/>
                </a:cubicBezTo>
                <a:cubicBezTo>
                  <a:pt x="1006379" y="116387"/>
                  <a:pt x="1007173" y="117513"/>
                  <a:pt x="1008413" y="118402"/>
                </a:cubicBezTo>
                <a:cubicBezTo>
                  <a:pt x="1009652" y="119290"/>
                  <a:pt x="1011161" y="119734"/>
                  <a:pt x="1012941" y="119734"/>
                </a:cubicBezTo>
                <a:cubicBezTo>
                  <a:pt x="1015419" y="119734"/>
                  <a:pt x="1019010" y="118876"/>
                  <a:pt x="1023713" y="117160"/>
                </a:cubicBezTo>
                <a:lnTo>
                  <a:pt x="1026001" y="138020"/>
                </a:lnTo>
                <a:cubicBezTo>
                  <a:pt x="1019773" y="140701"/>
                  <a:pt x="1012718" y="142041"/>
                  <a:pt x="1004838" y="142041"/>
                </a:cubicBezTo>
                <a:cubicBezTo>
                  <a:pt x="1000008" y="142041"/>
                  <a:pt x="995654" y="141231"/>
                  <a:pt x="991778" y="139610"/>
                </a:cubicBezTo>
                <a:cubicBezTo>
                  <a:pt x="987901" y="137990"/>
                  <a:pt x="985057" y="135892"/>
                  <a:pt x="983246" y="133319"/>
                </a:cubicBezTo>
                <a:cubicBezTo>
                  <a:pt x="981434" y="130745"/>
                  <a:pt x="980179" y="127265"/>
                  <a:pt x="979480" y="122880"/>
                </a:cubicBezTo>
                <a:cubicBezTo>
                  <a:pt x="978908" y="119766"/>
                  <a:pt x="978622" y="113474"/>
                  <a:pt x="978622" y="104005"/>
                </a:cubicBezTo>
                <a:lnTo>
                  <a:pt x="978622" y="59867"/>
                </a:lnTo>
                <a:lnTo>
                  <a:pt x="966325" y="59867"/>
                </a:lnTo>
                <a:lnTo>
                  <a:pt x="966325" y="38513"/>
                </a:lnTo>
                <a:lnTo>
                  <a:pt x="978622" y="38513"/>
                </a:lnTo>
                <a:lnTo>
                  <a:pt x="978622" y="18303"/>
                </a:lnTo>
                <a:lnTo>
                  <a:pt x="1005505" y="2479"/>
                </a:lnTo>
                <a:lnTo>
                  <a:pt x="1005505" y="38513"/>
                </a:lnTo>
                <a:lnTo>
                  <a:pt x="1023809" y="38513"/>
                </a:lnTo>
                <a:close/>
                <a:moveTo>
                  <a:pt x="1067988" y="139753"/>
                </a:moveTo>
                <a:lnTo>
                  <a:pt x="1041200" y="139753"/>
                </a:lnTo>
                <a:lnTo>
                  <a:pt x="1041200" y="38513"/>
                </a:lnTo>
                <a:lnTo>
                  <a:pt x="1066081" y="38513"/>
                </a:lnTo>
                <a:lnTo>
                  <a:pt x="1066081" y="52908"/>
                </a:lnTo>
                <a:cubicBezTo>
                  <a:pt x="1070339" y="46108"/>
                  <a:pt x="1074168" y="41627"/>
                  <a:pt x="1077569" y="39466"/>
                </a:cubicBezTo>
                <a:cubicBezTo>
                  <a:pt x="1080969" y="37306"/>
                  <a:pt x="1084829" y="36225"/>
                  <a:pt x="1089151" y="36225"/>
                </a:cubicBezTo>
                <a:cubicBezTo>
                  <a:pt x="1095252" y="36225"/>
                  <a:pt x="1101131" y="37909"/>
                  <a:pt x="1106787" y="41278"/>
                </a:cubicBezTo>
                <a:lnTo>
                  <a:pt x="1098493" y="64634"/>
                </a:lnTo>
                <a:cubicBezTo>
                  <a:pt x="1093981" y="61710"/>
                  <a:pt x="1089787" y="60248"/>
                  <a:pt x="1085910" y="60248"/>
                </a:cubicBezTo>
                <a:cubicBezTo>
                  <a:pt x="1082160" y="60248"/>
                  <a:pt x="1078983" y="61281"/>
                  <a:pt x="1076377" y="63347"/>
                </a:cubicBezTo>
                <a:cubicBezTo>
                  <a:pt x="1073771" y="65412"/>
                  <a:pt x="1071722" y="69146"/>
                  <a:pt x="1070228" y="74548"/>
                </a:cubicBezTo>
                <a:cubicBezTo>
                  <a:pt x="1068735" y="79950"/>
                  <a:pt x="1067988" y="91262"/>
                  <a:pt x="1067988" y="108485"/>
                </a:cubicBezTo>
                <a:lnTo>
                  <a:pt x="1067988" y="139753"/>
                </a:lnTo>
                <a:close/>
                <a:moveTo>
                  <a:pt x="1118483" y="24786"/>
                </a:moveTo>
                <a:lnTo>
                  <a:pt x="1118483" y="0"/>
                </a:lnTo>
                <a:lnTo>
                  <a:pt x="1145271" y="0"/>
                </a:lnTo>
                <a:lnTo>
                  <a:pt x="1145271" y="24786"/>
                </a:lnTo>
                <a:lnTo>
                  <a:pt x="1118483" y="24786"/>
                </a:lnTo>
                <a:moveTo>
                  <a:pt x="1118483" y="139753"/>
                </a:moveTo>
                <a:lnTo>
                  <a:pt x="1118483" y="38513"/>
                </a:lnTo>
                <a:lnTo>
                  <a:pt x="1145271" y="38513"/>
                </a:lnTo>
                <a:lnTo>
                  <a:pt x="1145271" y="139753"/>
                </a:lnTo>
                <a:lnTo>
                  <a:pt x="1118483" y="139753"/>
                </a:lnTo>
                <a:close/>
                <a:moveTo>
                  <a:pt x="1231595" y="107532"/>
                </a:moveTo>
                <a:lnTo>
                  <a:pt x="1258287" y="112108"/>
                </a:lnTo>
                <a:cubicBezTo>
                  <a:pt x="1254855" y="121863"/>
                  <a:pt x="1249437" y="129291"/>
                  <a:pt x="1242033" y="134391"/>
                </a:cubicBezTo>
                <a:cubicBezTo>
                  <a:pt x="1234630" y="139491"/>
                  <a:pt x="1225367" y="142041"/>
                  <a:pt x="1214245" y="142041"/>
                </a:cubicBezTo>
                <a:cubicBezTo>
                  <a:pt x="1196641" y="142041"/>
                  <a:pt x="1183612" y="136290"/>
                  <a:pt x="1175160" y="124787"/>
                </a:cubicBezTo>
                <a:cubicBezTo>
                  <a:pt x="1168487" y="115571"/>
                  <a:pt x="1165150" y="103941"/>
                  <a:pt x="1165150" y="89896"/>
                </a:cubicBezTo>
                <a:cubicBezTo>
                  <a:pt x="1165150" y="73118"/>
                  <a:pt x="1169535" y="59978"/>
                  <a:pt x="1178306" y="50477"/>
                </a:cubicBezTo>
                <a:cubicBezTo>
                  <a:pt x="1187076" y="40976"/>
                  <a:pt x="1198166" y="36225"/>
                  <a:pt x="1211576" y="36225"/>
                </a:cubicBezTo>
                <a:cubicBezTo>
                  <a:pt x="1226638" y="36225"/>
                  <a:pt x="1238522" y="41198"/>
                  <a:pt x="1247229" y="51144"/>
                </a:cubicBezTo>
                <a:cubicBezTo>
                  <a:pt x="1255936" y="61090"/>
                  <a:pt x="1260098" y="76327"/>
                  <a:pt x="1259717" y="96855"/>
                </a:cubicBezTo>
                <a:lnTo>
                  <a:pt x="1192605" y="96855"/>
                </a:lnTo>
                <a:cubicBezTo>
                  <a:pt x="1192796" y="104799"/>
                  <a:pt x="1194956" y="110980"/>
                  <a:pt x="1199087" y="115397"/>
                </a:cubicBezTo>
                <a:cubicBezTo>
                  <a:pt x="1203218" y="119814"/>
                  <a:pt x="1208366" y="122022"/>
                  <a:pt x="1214531" y="122022"/>
                </a:cubicBezTo>
                <a:cubicBezTo>
                  <a:pt x="1218725" y="122022"/>
                  <a:pt x="1222253" y="120878"/>
                  <a:pt x="1225112" y="118590"/>
                </a:cubicBezTo>
                <a:cubicBezTo>
                  <a:pt x="1227972" y="116302"/>
                  <a:pt x="1230133" y="112616"/>
                  <a:pt x="1231595" y="107532"/>
                </a:cubicBezTo>
                <a:moveTo>
                  <a:pt x="1233120" y="80458"/>
                </a:moveTo>
                <a:cubicBezTo>
                  <a:pt x="1232929" y="72737"/>
                  <a:pt x="1230928" y="66866"/>
                  <a:pt x="1227114" y="62846"/>
                </a:cubicBezTo>
                <a:cubicBezTo>
                  <a:pt x="1223301" y="58826"/>
                  <a:pt x="1218662" y="56816"/>
                  <a:pt x="1213196" y="56816"/>
                </a:cubicBezTo>
                <a:cubicBezTo>
                  <a:pt x="1207349" y="56816"/>
                  <a:pt x="1202519" y="58937"/>
                  <a:pt x="1198706" y="63177"/>
                </a:cubicBezTo>
                <a:cubicBezTo>
                  <a:pt x="1194893" y="67419"/>
                  <a:pt x="1193018" y="73179"/>
                  <a:pt x="1193082" y="80458"/>
                </a:cubicBezTo>
                <a:lnTo>
                  <a:pt x="1233120" y="80458"/>
                </a:lnTo>
                <a:close/>
                <a:moveTo>
                  <a:pt x="1309422" y="139753"/>
                </a:moveTo>
                <a:lnTo>
                  <a:pt x="1268621" y="38513"/>
                </a:lnTo>
                <a:lnTo>
                  <a:pt x="1296743" y="38513"/>
                </a:lnTo>
                <a:lnTo>
                  <a:pt x="1315809" y="90182"/>
                </a:lnTo>
                <a:lnTo>
                  <a:pt x="1321338" y="107437"/>
                </a:lnTo>
                <a:cubicBezTo>
                  <a:pt x="1322800" y="103051"/>
                  <a:pt x="1323722" y="100160"/>
                  <a:pt x="1324103" y="98762"/>
                </a:cubicBezTo>
                <a:cubicBezTo>
                  <a:pt x="1324993" y="95902"/>
                  <a:pt x="1325946" y="93042"/>
                  <a:pt x="1326963" y="90182"/>
                </a:cubicBezTo>
                <a:lnTo>
                  <a:pt x="1346219" y="38513"/>
                </a:lnTo>
                <a:lnTo>
                  <a:pt x="1373770" y="38513"/>
                </a:lnTo>
                <a:lnTo>
                  <a:pt x="1333541" y="139753"/>
                </a:lnTo>
                <a:lnTo>
                  <a:pt x="1309422" y="139753"/>
                </a:lnTo>
                <a:close/>
                <a:moveTo>
                  <a:pt x="1410225" y="69781"/>
                </a:moveTo>
                <a:lnTo>
                  <a:pt x="1385916" y="65396"/>
                </a:lnTo>
                <a:cubicBezTo>
                  <a:pt x="1388649" y="55480"/>
                  <a:pt x="1393352" y="48140"/>
                  <a:pt x="1400025" y="43375"/>
                </a:cubicBezTo>
                <a:cubicBezTo>
                  <a:pt x="1406698" y="38609"/>
                  <a:pt x="1416612" y="36225"/>
                  <a:pt x="1429768" y="36225"/>
                </a:cubicBezTo>
                <a:cubicBezTo>
                  <a:pt x="1441716" y="36225"/>
                  <a:pt x="1450613" y="37639"/>
                  <a:pt x="1456460" y="40467"/>
                </a:cubicBezTo>
                <a:cubicBezTo>
                  <a:pt x="1462307" y="43296"/>
                  <a:pt x="1466422" y="46886"/>
                  <a:pt x="1468805" y="51240"/>
                </a:cubicBezTo>
                <a:cubicBezTo>
                  <a:pt x="1471189" y="55593"/>
                  <a:pt x="1472380" y="63585"/>
                  <a:pt x="1472380" y="75215"/>
                </a:cubicBezTo>
                <a:lnTo>
                  <a:pt x="1472094" y="106483"/>
                </a:lnTo>
                <a:cubicBezTo>
                  <a:pt x="1472094" y="115381"/>
                  <a:pt x="1472523" y="121943"/>
                  <a:pt x="1473381" y="126169"/>
                </a:cubicBezTo>
                <a:cubicBezTo>
                  <a:pt x="1474239" y="130395"/>
                  <a:pt x="1475844" y="134923"/>
                  <a:pt x="1478195" y="139753"/>
                </a:cubicBezTo>
                <a:lnTo>
                  <a:pt x="1451694" y="139753"/>
                </a:lnTo>
                <a:cubicBezTo>
                  <a:pt x="1450995" y="137974"/>
                  <a:pt x="1450137" y="135336"/>
                  <a:pt x="1449120" y="131841"/>
                </a:cubicBezTo>
                <a:cubicBezTo>
                  <a:pt x="1448675" y="130252"/>
                  <a:pt x="1448357" y="129204"/>
                  <a:pt x="1448166" y="128695"/>
                </a:cubicBezTo>
                <a:cubicBezTo>
                  <a:pt x="1443591" y="133144"/>
                  <a:pt x="1438697" y="136480"/>
                  <a:pt x="1433486" y="138705"/>
                </a:cubicBezTo>
                <a:cubicBezTo>
                  <a:pt x="1428274" y="140929"/>
                  <a:pt x="1422713" y="142041"/>
                  <a:pt x="1416803" y="142041"/>
                </a:cubicBezTo>
                <a:cubicBezTo>
                  <a:pt x="1406380" y="142041"/>
                  <a:pt x="1398166" y="139225"/>
                  <a:pt x="1392160" y="133593"/>
                </a:cubicBezTo>
                <a:cubicBezTo>
                  <a:pt x="1386154" y="127960"/>
                  <a:pt x="1383152" y="120840"/>
                  <a:pt x="1383152" y="112233"/>
                </a:cubicBezTo>
                <a:cubicBezTo>
                  <a:pt x="1383152" y="106537"/>
                  <a:pt x="1384518" y="101459"/>
                  <a:pt x="1387251" y="96998"/>
                </a:cubicBezTo>
                <a:cubicBezTo>
                  <a:pt x="1389984" y="92535"/>
                  <a:pt x="1393813" y="89117"/>
                  <a:pt x="1398738" y="86744"/>
                </a:cubicBezTo>
                <a:cubicBezTo>
                  <a:pt x="1403663" y="84371"/>
                  <a:pt x="1410765" y="82298"/>
                  <a:pt x="1420044" y="80527"/>
                </a:cubicBezTo>
                <a:cubicBezTo>
                  <a:pt x="1432564" y="78185"/>
                  <a:pt x="1441239" y="76002"/>
                  <a:pt x="1446069" y="73976"/>
                </a:cubicBezTo>
                <a:lnTo>
                  <a:pt x="1446069" y="71277"/>
                </a:lnTo>
                <a:cubicBezTo>
                  <a:pt x="1446069" y="66071"/>
                  <a:pt x="1444798" y="62361"/>
                  <a:pt x="1442256" y="60144"/>
                </a:cubicBezTo>
                <a:cubicBezTo>
                  <a:pt x="1439714" y="57926"/>
                  <a:pt x="1434916" y="56816"/>
                  <a:pt x="1427861" y="56816"/>
                </a:cubicBezTo>
                <a:cubicBezTo>
                  <a:pt x="1423095" y="56816"/>
                  <a:pt x="1419377" y="57776"/>
                  <a:pt x="1416708" y="59694"/>
                </a:cubicBezTo>
                <a:cubicBezTo>
                  <a:pt x="1414038" y="61611"/>
                  <a:pt x="1411878" y="64973"/>
                  <a:pt x="1410225" y="69781"/>
                </a:cubicBezTo>
                <a:moveTo>
                  <a:pt x="1446069" y="91516"/>
                </a:moveTo>
                <a:cubicBezTo>
                  <a:pt x="1442637" y="92647"/>
                  <a:pt x="1437204" y="93997"/>
                  <a:pt x="1429768" y="95568"/>
                </a:cubicBezTo>
                <a:cubicBezTo>
                  <a:pt x="1422332" y="97137"/>
                  <a:pt x="1417470" y="98675"/>
                  <a:pt x="1415182" y="100183"/>
                </a:cubicBezTo>
                <a:cubicBezTo>
                  <a:pt x="1411687" y="102631"/>
                  <a:pt x="1409939" y="105739"/>
                  <a:pt x="1409939" y="109507"/>
                </a:cubicBezTo>
                <a:cubicBezTo>
                  <a:pt x="1409939" y="113213"/>
                  <a:pt x="1411337" y="116416"/>
                  <a:pt x="1414134" y="119117"/>
                </a:cubicBezTo>
                <a:cubicBezTo>
                  <a:pt x="1416930" y="121816"/>
                  <a:pt x="1420489" y="123166"/>
                  <a:pt x="1424811" y="123166"/>
                </a:cubicBezTo>
                <a:cubicBezTo>
                  <a:pt x="1429641" y="123166"/>
                  <a:pt x="1434248" y="121596"/>
                  <a:pt x="1438633" y="118456"/>
                </a:cubicBezTo>
                <a:cubicBezTo>
                  <a:pt x="1441875" y="116071"/>
                  <a:pt x="1444004" y="113150"/>
                  <a:pt x="1445021" y="109695"/>
                </a:cubicBezTo>
                <a:cubicBezTo>
                  <a:pt x="1445720" y="107435"/>
                  <a:pt x="1446069" y="103134"/>
                  <a:pt x="1446069" y="96792"/>
                </a:cubicBezTo>
                <a:lnTo>
                  <a:pt x="1446069" y="91516"/>
                </a:lnTo>
                <a:close/>
                <a:moveTo>
                  <a:pt x="1498825" y="139753"/>
                </a:moveTo>
                <a:lnTo>
                  <a:pt x="1498825" y="0"/>
                </a:lnTo>
                <a:lnTo>
                  <a:pt x="1525613" y="0"/>
                </a:lnTo>
                <a:lnTo>
                  <a:pt x="1525613" y="139753"/>
                </a:lnTo>
                <a:lnTo>
                  <a:pt x="1498825" y="13975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0" name="Text ImprovedOptimized">
            <a:extLst xmlns:a="http://schemas.openxmlformats.org/drawingml/2006/main">
              <a:ext uri="{FF2B5EF4-FFF2-40B4-BE49-F238E27FC236}">
                <a16:creationId xmlns:a16="http://schemas.microsoft.com/office/drawing/2014/main" id="{9E53AA79-99F0-49AF-8EBA-8642522ED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88080" y="2606665"/>
            <a:ext cx="1225769" cy="129931"/>
          </a:xfrm>
          <a:custGeom xmlns:a="http://schemas.openxmlformats.org/drawingml/2006/main">
            <a:pathLst>
              <a:path w="1225769" h="129931">
                <a:moveTo>
                  <a:pt x="0" y="102030"/>
                </a:moveTo>
                <a:lnTo>
                  <a:pt x="0" y="1778"/>
                </a:lnTo>
                <a:lnTo>
                  <a:pt x="13267" y="1778"/>
                </a:lnTo>
                <a:lnTo>
                  <a:pt x="13267" y="102030"/>
                </a:lnTo>
                <a:lnTo>
                  <a:pt x="0" y="102030"/>
                </a:lnTo>
                <a:close/>
                <a:moveTo>
                  <a:pt x="34937" y="102030"/>
                </a:moveTo>
                <a:lnTo>
                  <a:pt x="34937" y="29406"/>
                </a:lnTo>
                <a:lnTo>
                  <a:pt x="45947" y="29406"/>
                </a:lnTo>
                <a:lnTo>
                  <a:pt x="45947" y="39527"/>
                </a:lnTo>
                <a:cubicBezTo>
                  <a:pt x="48226" y="35990"/>
                  <a:pt x="51258" y="33146"/>
                  <a:pt x="55042" y="30993"/>
                </a:cubicBezTo>
                <a:cubicBezTo>
                  <a:pt x="58826" y="28841"/>
                  <a:pt x="63134" y="27764"/>
                  <a:pt x="67967" y="27764"/>
                </a:cubicBezTo>
                <a:cubicBezTo>
                  <a:pt x="73347" y="27764"/>
                  <a:pt x="77757" y="28876"/>
                  <a:pt x="81199" y="31098"/>
                </a:cubicBezTo>
                <a:cubicBezTo>
                  <a:pt x="84641" y="33319"/>
                  <a:pt x="87069" y="36425"/>
                  <a:pt x="88482" y="40416"/>
                </a:cubicBezTo>
                <a:cubicBezTo>
                  <a:pt x="94227" y="31981"/>
                  <a:pt x="101704" y="27764"/>
                  <a:pt x="110913" y="27764"/>
                </a:cubicBezTo>
                <a:cubicBezTo>
                  <a:pt x="118116" y="27764"/>
                  <a:pt x="123655" y="29759"/>
                  <a:pt x="127530" y="33748"/>
                </a:cubicBezTo>
                <a:cubicBezTo>
                  <a:pt x="131405" y="37737"/>
                  <a:pt x="133343" y="43880"/>
                  <a:pt x="133343" y="52178"/>
                </a:cubicBezTo>
                <a:lnTo>
                  <a:pt x="133343" y="102030"/>
                </a:lnTo>
                <a:lnTo>
                  <a:pt x="121102" y="102030"/>
                </a:lnTo>
                <a:lnTo>
                  <a:pt x="121102" y="56232"/>
                </a:lnTo>
                <a:cubicBezTo>
                  <a:pt x="121102" y="51302"/>
                  <a:pt x="120703" y="47754"/>
                  <a:pt x="119905" y="45587"/>
                </a:cubicBezTo>
                <a:cubicBezTo>
                  <a:pt x="119108" y="43419"/>
                  <a:pt x="117660" y="41673"/>
                  <a:pt x="115563" y="40349"/>
                </a:cubicBezTo>
                <a:cubicBezTo>
                  <a:pt x="113466" y="39026"/>
                  <a:pt x="111004" y="38364"/>
                  <a:pt x="108177" y="38364"/>
                </a:cubicBezTo>
                <a:cubicBezTo>
                  <a:pt x="103071" y="38364"/>
                  <a:pt x="98831" y="40064"/>
                  <a:pt x="95458" y="43465"/>
                </a:cubicBezTo>
                <a:cubicBezTo>
                  <a:pt x="92084" y="46864"/>
                  <a:pt x="90397" y="52307"/>
                  <a:pt x="90397" y="59792"/>
                </a:cubicBezTo>
                <a:lnTo>
                  <a:pt x="90397" y="102030"/>
                </a:lnTo>
                <a:lnTo>
                  <a:pt x="78088" y="102030"/>
                </a:lnTo>
                <a:lnTo>
                  <a:pt x="78088" y="54793"/>
                </a:lnTo>
                <a:cubicBezTo>
                  <a:pt x="78088" y="49317"/>
                  <a:pt x="77085" y="45210"/>
                  <a:pt x="75079" y="42471"/>
                </a:cubicBezTo>
                <a:cubicBezTo>
                  <a:pt x="73073" y="39733"/>
                  <a:pt x="69791" y="38364"/>
                  <a:pt x="65232" y="38364"/>
                </a:cubicBezTo>
                <a:cubicBezTo>
                  <a:pt x="61767" y="38364"/>
                  <a:pt x="58564" y="39277"/>
                  <a:pt x="55623" y="41104"/>
                </a:cubicBezTo>
                <a:cubicBezTo>
                  <a:pt x="52683" y="42929"/>
                  <a:pt x="50552" y="45599"/>
                  <a:pt x="49229" y="49113"/>
                </a:cubicBezTo>
                <a:cubicBezTo>
                  <a:pt x="47907" y="52627"/>
                  <a:pt x="47246" y="57692"/>
                  <a:pt x="47246" y="64310"/>
                </a:cubicBezTo>
                <a:lnTo>
                  <a:pt x="47246" y="102030"/>
                </a:lnTo>
                <a:lnTo>
                  <a:pt x="34937" y="102030"/>
                </a:lnTo>
                <a:close/>
                <a:moveTo>
                  <a:pt x="151242" y="129931"/>
                </a:moveTo>
                <a:lnTo>
                  <a:pt x="151242" y="29406"/>
                </a:lnTo>
                <a:lnTo>
                  <a:pt x="162457" y="29406"/>
                </a:lnTo>
                <a:lnTo>
                  <a:pt x="162457" y="38774"/>
                </a:lnTo>
                <a:cubicBezTo>
                  <a:pt x="165101" y="35104"/>
                  <a:pt x="168087" y="32352"/>
                  <a:pt x="171415" y="30517"/>
                </a:cubicBezTo>
                <a:cubicBezTo>
                  <a:pt x="174743" y="28682"/>
                  <a:pt x="178778" y="27764"/>
                  <a:pt x="183519" y="27764"/>
                </a:cubicBezTo>
                <a:cubicBezTo>
                  <a:pt x="189719" y="27764"/>
                  <a:pt x="195190" y="29360"/>
                  <a:pt x="199932" y="32551"/>
                </a:cubicBezTo>
                <a:cubicBezTo>
                  <a:pt x="204673" y="35743"/>
                  <a:pt x="208252" y="40245"/>
                  <a:pt x="210668" y="46057"/>
                </a:cubicBezTo>
                <a:cubicBezTo>
                  <a:pt x="213084" y="51870"/>
                  <a:pt x="214292" y="58241"/>
                  <a:pt x="214292" y="65171"/>
                </a:cubicBezTo>
                <a:cubicBezTo>
                  <a:pt x="214292" y="72602"/>
                  <a:pt x="212959" y="79292"/>
                  <a:pt x="210292" y="85242"/>
                </a:cubicBezTo>
                <a:cubicBezTo>
                  <a:pt x="207625" y="91191"/>
                  <a:pt x="203750" y="95750"/>
                  <a:pt x="198667" y="98919"/>
                </a:cubicBezTo>
                <a:cubicBezTo>
                  <a:pt x="193583" y="102087"/>
                  <a:pt x="188238" y="103672"/>
                  <a:pt x="182630" y="103672"/>
                </a:cubicBezTo>
                <a:cubicBezTo>
                  <a:pt x="178527" y="103672"/>
                  <a:pt x="174846" y="102794"/>
                  <a:pt x="171586" y="101039"/>
                </a:cubicBezTo>
                <a:cubicBezTo>
                  <a:pt x="168326" y="99282"/>
                  <a:pt x="165648" y="97064"/>
                  <a:pt x="163551" y="94384"/>
                </a:cubicBezTo>
                <a:lnTo>
                  <a:pt x="163551" y="129931"/>
                </a:lnTo>
                <a:lnTo>
                  <a:pt x="151242" y="129931"/>
                </a:lnTo>
                <a:moveTo>
                  <a:pt x="162388" y="66026"/>
                </a:moveTo>
                <a:cubicBezTo>
                  <a:pt x="162388" y="75360"/>
                  <a:pt x="164280" y="82259"/>
                  <a:pt x="168064" y="86721"/>
                </a:cubicBezTo>
                <a:cubicBezTo>
                  <a:pt x="171848" y="91183"/>
                  <a:pt x="176430" y="93414"/>
                  <a:pt x="181810" y="93414"/>
                </a:cubicBezTo>
                <a:cubicBezTo>
                  <a:pt x="187280" y="93414"/>
                  <a:pt x="191965" y="91103"/>
                  <a:pt x="195863" y="86481"/>
                </a:cubicBezTo>
                <a:cubicBezTo>
                  <a:pt x="199761" y="81860"/>
                  <a:pt x="201710" y="74699"/>
                  <a:pt x="201710" y="65000"/>
                </a:cubicBezTo>
                <a:cubicBezTo>
                  <a:pt x="201710" y="55757"/>
                  <a:pt x="199806" y="48835"/>
                  <a:pt x="196000" y="44237"/>
                </a:cubicBezTo>
                <a:cubicBezTo>
                  <a:pt x="192193" y="39638"/>
                  <a:pt x="187645" y="37338"/>
                  <a:pt x="182357" y="37338"/>
                </a:cubicBezTo>
                <a:cubicBezTo>
                  <a:pt x="177114" y="37338"/>
                  <a:pt x="172475" y="39786"/>
                  <a:pt x="168440" y="44681"/>
                </a:cubicBezTo>
                <a:cubicBezTo>
                  <a:pt x="164406" y="49576"/>
                  <a:pt x="162388" y="56691"/>
                  <a:pt x="162388" y="66026"/>
                </a:cubicBezTo>
                <a:close/>
                <a:moveTo>
                  <a:pt x="228639" y="102030"/>
                </a:moveTo>
                <a:lnTo>
                  <a:pt x="228639" y="29406"/>
                </a:lnTo>
                <a:lnTo>
                  <a:pt x="239717" y="29406"/>
                </a:lnTo>
                <a:lnTo>
                  <a:pt x="239717" y="40347"/>
                </a:lnTo>
                <a:cubicBezTo>
                  <a:pt x="242544" y="35224"/>
                  <a:pt x="245154" y="31846"/>
                  <a:pt x="247547" y="30213"/>
                </a:cubicBezTo>
                <a:cubicBezTo>
                  <a:pt x="249941" y="28581"/>
                  <a:pt x="252574" y="27764"/>
                  <a:pt x="255446" y="27764"/>
                </a:cubicBezTo>
                <a:cubicBezTo>
                  <a:pt x="259595" y="27764"/>
                  <a:pt x="263812" y="29081"/>
                  <a:pt x="268097" y="31714"/>
                </a:cubicBezTo>
                <a:lnTo>
                  <a:pt x="263857" y="43083"/>
                </a:lnTo>
                <a:cubicBezTo>
                  <a:pt x="260848" y="41305"/>
                  <a:pt x="257839" y="40416"/>
                  <a:pt x="254830" y="40416"/>
                </a:cubicBezTo>
                <a:cubicBezTo>
                  <a:pt x="252141" y="40416"/>
                  <a:pt x="249724" y="41226"/>
                  <a:pt x="247582" y="42847"/>
                </a:cubicBezTo>
                <a:cubicBezTo>
                  <a:pt x="245439" y="44467"/>
                  <a:pt x="243912" y="46715"/>
                  <a:pt x="243000" y="49590"/>
                </a:cubicBezTo>
                <a:cubicBezTo>
                  <a:pt x="241632" y="53971"/>
                  <a:pt x="240948" y="58763"/>
                  <a:pt x="240948" y="63966"/>
                </a:cubicBezTo>
                <a:lnTo>
                  <a:pt x="240948" y="102030"/>
                </a:lnTo>
                <a:lnTo>
                  <a:pt x="228639" y="102030"/>
                </a:lnTo>
                <a:close/>
                <a:moveTo>
                  <a:pt x="270646" y="65718"/>
                </a:moveTo>
                <a:cubicBezTo>
                  <a:pt x="270646" y="52269"/>
                  <a:pt x="274384" y="42308"/>
                  <a:pt x="281861" y="35834"/>
                </a:cubicBezTo>
                <a:cubicBezTo>
                  <a:pt x="288107" y="30454"/>
                  <a:pt x="295720" y="27764"/>
                  <a:pt x="304702" y="27764"/>
                </a:cubicBezTo>
                <a:cubicBezTo>
                  <a:pt x="314686" y="27764"/>
                  <a:pt x="322846" y="31035"/>
                  <a:pt x="329183" y="37578"/>
                </a:cubicBezTo>
                <a:cubicBezTo>
                  <a:pt x="335520" y="44120"/>
                  <a:pt x="338689" y="53158"/>
                  <a:pt x="338689" y="64692"/>
                </a:cubicBezTo>
                <a:cubicBezTo>
                  <a:pt x="338689" y="74038"/>
                  <a:pt x="337287" y="81390"/>
                  <a:pt x="334483" y="86746"/>
                </a:cubicBezTo>
                <a:cubicBezTo>
                  <a:pt x="331679" y="92103"/>
                  <a:pt x="327599" y="96263"/>
                  <a:pt x="322242" y="99227"/>
                </a:cubicBezTo>
                <a:cubicBezTo>
                  <a:pt x="316885" y="102190"/>
                  <a:pt x="311039" y="103672"/>
                  <a:pt x="304702" y="103672"/>
                </a:cubicBezTo>
                <a:cubicBezTo>
                  <a:pt x="294535" y="103672"/>
                  <a:pt x="286317" y="100412"/>
                  <a:pt x="280049" y="93893"/>
                </a:cubicBezTo>
                <a:cubicBezTo>
                  <a:pt x="273780" y="87373"/>
                  <a:pt x="270646" y="77982"/>
                  <a:pt x="270646" y="65718"/>
                </a:cubicBezTo>
                <a:moveTo>
                  <a:pt x="283297" y="65684"/>
                </a:moveTo>
                <a:cubicBezTo>
                  <a:pt x="283297" y="74950"/>
                  <a:pt x="285326" y="81888"/>
                  <a:pt x="289383" y="86498"/>
                </a:cubicBezTo>
                <a:cubicBezTo>
                  <a:pt x="293441" y="91109"/>
                  <a:pt x="298547" y="93414"/>
                  <a:pt x="304702" y="93414"/>
                </a:cubicBezTo>
                <a:cubicBezTo>
                  <a:pt x="310811" y="93414"/>
                  <a:pt x="315894" y="91097"/>
                  <a:pt x="319951" y="86464"/>
                </a:cubicBezTo>
                <a:cubicBezTo>
                  <a:pt x="324009" y="81831"/>
                  <a:pt x="326038" y="74768"/>
                  <a:pt x="326038" y="65276"/>
                </a:cubicBezTo>
                <a:cubicBezTo>
                  <a:pt x="326038" y="56327"/>
                  <a:pt x="323997" y="49548"/>
                  <a:pt x="319917" y="44937"/>
                </a:cubicBezTo>
                <a:cubicBezTo>
                  <a:pt x="315837" y="40327"/>
                  <a:pt x="310765" y="38022"/>
                  <a:pt x="304702" y="38022"/>
                </a:cubicBezTo>
                <a:cubicBezTo>
                  <a:pt x="298547" y="38022"/>
                  <a:pt x="293441" y="40316"/>
                  <a:pt x="289383" y="44903"/>
                </a:cubicBezTo>
                <a:cubicBezTo>
                  <a:pt x="285326" y="49491"/>
                  <a:pt x="283297" y="56418"/>
                  <a:pt x="283297" y="65684"/>
                </a:cubicBezTo>
                <a:close/>
                <a:moveTo>
                  <a:pt x="372935" y="102030"/>
                </a:moveTo>
                <a:lnTo>
                  <a:pt x="345307" y="29406"/>
                </a:lnTo>
                <a:lnTo>
                  <a:pt x="358300" y="29406"/>
                </a:lnTo>
                <a:lnTo>
                  <a:pt x="373892" y="72898"/>
                </a:lnTo>
                <a:cubicBezTo>
                  <a:pt x="375579" y="77594"/>
                  <a:pt x="377129" y="82472"/>
                  <a:pt x="378542" y="87533"/>
                </a:cubicBezTo>
                <a:cubicBezTo>
                  <a:pt x="379636" y="83703"/>
                  <a:pt x="381164" y="79099"/>
                  <a:pt x="383124" y="73719"/>
                </a:cubicBezTo>
                <a:lnTo>
                  <a:pt x="399263" y="29406"/>
                </a:lnTo>
                <a:lnTo>
                  <a:pt x="411914" y="29406"/>
                </a:lnTo>
                <a:lnTo>
                  <a:pt x="384423" y="102030"/>
                </a:lnTo>
                <a:lnTo>
                  <a:pt x="372935" y="102030"/>
                </a:lnTo>
                <a:close/>
                <a:moveTo>
                  <a:pt x="472330" y="78643"/>
                </a:moveTo>
                <a:lnTo>
                  <a:pt x="485049" y="80216"/>
                </a:lnTo>
                <a:cubicBezTo>
                  <a:pt x="483043" y="87647"/>
                  <a:pt x="479328" y="93414"/>
                  <a:pt x="473902" y="97517"/>
                </a:cubicBezTo>
                <a:cubicBezTo>
                  <a:pt x="468477" y="101620"/>
                  <a:pt x="461548" y="103672"/>
                  <a:pt x="453113" y="103672"/>
                </a:cubicBezTo>
                <a:cubicBezTo>
                  <a:pt x="442491" y="103672"/>
                  <a:pt x="434068" y="100401"/>
                  <a:pt x="427845" y="93858"/>
                </a:cubicBezTo>
                <a:cubicBezTo>
                  <a:pt x="421622" y="87316"/>
                  <a:pt x="418511" y="78141"/>
                  <a:pt x="418511" y="66333"/>
                </a:cubicBezTo>
                <a:cubicBezTo>
                  <a:pt x="418511" y="54115"/>
                  <a:pt x="421656" y="44633"/>
                  <a:pt x="427948" y="37885"/>
                </a:cubicBezTo>
                <a:cubicBezTo>
                  <a:pt x="434239" y="31138"/>
                  <a:pt x="442400" y="27764"/>
                  <a:pt x="452430" y="27764"/>
                </a:cubicBezTo>
                <a:cubicBezTo>
                  <a:pt x="462140" y="27764"/>
                  <a:pt x="470073" y="31065"/>
                  <a:pt x="476228" y="37665"/>
                </a:cubicBezTo>
                <a:cubicBezTo>
                  <a:pt x="482382" y="44264"/>
                  <a:pt x="485460" y="53549"/>
                  <a:pt x="485460" y="65519"/>
                </a:cubicBezTo>
                <a:cubicBezTo>
                  <a:pt x="485460" y="66247"/>
                  <a:pt x="485437" y="67339"/>
                  <a:pt x="485391" y="68795"/>
                </a:cubicBezTo>
                <a:lnTo>
                  <a:pt x="431230" y="68795"/>
                </a:lnTo>
                <a:cubicBezTo>
                  <a:pt x="431686" y="76751"/>
                  <a:pt x="433943" y="82843"/>
                  <a:pt x="438000" y="87071"/>
                </a:cubicBezTo>
                <a:cubicBezTo>
                  <a:pt x="442058" y="91300"/>
                  <a:pt x="447118" y="93414"/>
                  <a:pt x="453182" y="93414"/>
                </a:cubicBezTo>
                <a:cubicBezTo>
                  <a:pt x="457695" y="93414"/>
                  <a:pt x="461548" y="92240"/>
                  <a:pt x="464739" y="89892"/>
                </a:cubicBezTo>
                <a:cubicBezTo>
                  <a:pt x="467930" y="87543"/>
                  <a:pt x="470460" y="83793"/>
                  <a:pt x="472330" y="78643"/>
                </a:cubicBezTo>
                <a:moveTo>
                  <a:pt x="431914" y="58538"/>
                </a:moveTo>
                <a:lnTo>
                  <a:pt x="472466" y="58538"/>
                </a:lnTo>
                <a:cubicBezTo>
                  <a:pt x="471919" y="52528"/>
                  <a:pt x="470369" y="48021"/>
                  <a:pt x="467816" y="45017"/>
                </a:cubicBezTo>
                <a:cubicBezTo>
                  <a:pt x="463895" y="40354"/>
                  <a:pt x="458812" y="38022"/>
                  <a:pt x="452566" y="38022"/>
                </a:cubicBezTo>
                <a:cubicBezTo>
                  <a:pt x="446913" y="38022"/>
                  <a:pt x="442160" y="39883"/>
                  <a:pt x="438308" y="43606"/>
                </a:cubicBezTo>
                <a:cubicBezTo>
                  <a:pt x="434456" y="47327"/>
                  <a:pt x="432324" y="52305"/>
                  <a:pt x="431914" y="58538"/>
                </a:cubicBezTo>
                <a:close/>
                <a:moveTo>
                  <a:pt x="547268" y="102030"/>
                </a:moveTo>
                <a:lnTo>
                  <a:pt x="547268" y="92867"/>
                </a:lnTo>
                <a:cubicBezTo>
                  <a:pt x="542663" y="100070"/>
                  <a:pt x="535893" y="103672"/>
                  <a:pt x="526957" y="103672"/>
                </a:cubicBezTo>
                <a:cubicBezTo>
                  <a:pt x="521167" y="103672"/>
                  <a:pt x="515845" y="102076"/>
                  <a:pt x="510989" y="98885"/>
                </a:cubicBezTo>
                <a:cubicBezTo>
                  <a:pt x="506134" y="95693"/>
                  <a:pt x="502373" y="91237"/>
                  <a:pt x="499706" y="85515"/>
                </a:cubicBezTo>
                <a:cubicBezTo>
                  <a:pt x="497039" y="79794"/>
                  <a:pt x="495705" y="73218"/>
                  <a:pt x="495705" y="65786"/>
                </a:cubicBezTo>
                <a:cubicBezTo>
                  <a:pt x="495705" y="58538"/>
                  <a:pt x="496913" y="51961"/>
                  <a:pt x="499330" y="46057"/>
                </a:cubicBezTo>
                <a:cubicBezTo>
                  <a:pt x="501746" y="40153"/>
                  <a:pt x="505370" y="35629"/>
                  <a:pt x="510203" y="32483"/>
                </a:cubicBezTo>
                <a:cubicBezTo>
                  <a:pt x="515035" y="29337"/>
                  <a:pt x="520438" y="27764"/>
                  <a:pt x="526410" y="27764"/>
                </a:cubicBezTo>
                <a:cubicBezTo>
                  <a:pt x="530787" y="27764"/>
                  <a:pt x="534685" y="28687"/>
                  <a:pt x="538104" y="30534"/>
                </a:cubicBezTo>
                <a:cubicBezTo>
                  <a:pt x="541523" y="32380"/>
                  <a:pt x="544304" y="34785"/>
                  <a:pt x="546447" y="37749"/>
                </a:cubicBezTo>
                <a:lnTo>
                  <a:pt x="546447" y="1778"/>
                </a:lnTo>
                <a:lnTo>
                  <a:pt x="558688" y="1778"/>
                </a:lnTo>
                <a:lnTo>
                  <a:pt x="558688" y="102030"/>
                </a:lnTo>
                <a:lnTo>
                  <a:pt x="547268" y="102030"/>
                </a:lnTo>
                <a:moveTo>
                  <a:pt x="508356" y="65752"/>
                </a:moveTo>
                <a:cubicBezTo>
                  <a:pt x="508356" y="75018"/>
                  <a:pt x="510317" y="81945"/>
                  <a:pt x="514238" y="86533"/>
                </a:cubicBezTo>
                <a:cubicBezTo>
                  <a:pt x="518158" y="91120"/>
                  <a:pt x="522786" y="93414"/>
                  <a:pt x="528120" y="93414"/>
                </a:cubicBezTo>
                <a:cubicBezTo>
                  <a:pt x="533499" y="93414"/>
                  <a:pt x="538070" y="91223"/>
                  <a:pt x="541831" y="86840"/>
                </a:cubicBezTo>
                <a:cubicBezTo>
                  <a:pt x="545592" y="82457"/>
                  <a:pt x="547473" y="75768"/>
                  <a:pt x="547473" y="66774"/>
                </a:cubicBezTo>
                <a:cubicBezTo>
                  <a:pt x="547473" y="56872"/>
                  <a:pt x="545558" y="49605"/>
                  <a:pt x="541728" y="44972"/>
                </a:cubicBezTo>
                <a:cubicBezTo>
                  <a:pt x="537899" y="40339"/>
                  <a:pt x="533180" y="38022"/>
                  <a:pt x="527573" y="38022"/>
                </a:cubicBezTo>
                <a:cubicBezTo>
                  <a:pt x="522102" y="38022"/>
                  <a:pt x="517531" y="40248"/>
                  <a:pt x="513861" y="44700"/>
                </a:cubicBezTo>
                <a:cubicBezTo>
                  <a:pt x="510191" y="49151"/>
                  <a:pt x="508356" y="56168"/>
                  <a:pt x="508356" y="65752"/>
                </a:cubicBezTo>
                <a:close/>
                <a:moveTo>
                  <a:pt x="613990" y="53169"/>
                </a:moveTo>
                <a:cubicBezTo>
                  <a:pt x="613990" y="36539"/>
                  <a:pt x="618458" y="23520"/>
                  <a:pt x="627394" y="14113"/>
                </a:cubicBezTo>
                <a:cubicBezTo>
                  <a:pt x="636329" y="4704"/>
                  <a:pt x="647864" y="0"/>
                  <a:pt x="661997" y="0"/>
                </a:cubicBezTo>
                <a:cubicBezTo>
                  <a:pt x="671251" y="0"/>
                  <a:pt x="679594" y="2210"/>
                  <a:pt x="687026" y="6629"/>
                </a:cubicBezTo>
                <a:cubicBezTo>
                  <a:pt x="694457" y="11048"/>
                  <a:pt x="700121" y="17211"/>
                  <a:pt x="704019" y="25117"/>
                </a:cubicBezTo>
                <a:cubicBezTo>
                  <a:pt x="707917" y="33021"/>
                  <a:pt x="709866" y="41984"/>
                  <a:pt x="709866" y="52007"/>
                </a:cubicBezTo>
                <a:cubicBezTo>
                  <a:pt x="709866" y="62166"/>
                  <a:pt x="707815" y="71256"/>
                  <a:pt x="703711" y="79275"/>
                </a:cubicBezTo>
                <a:cubicBezTo>
                  <a:pt x="699608" y="87293"/>
                  <a:pt x="693796" y="93364"/>
                  <a:pt x="686273" y="97487"/>
                </a:cubicBezTo>
                <a:cubicBezTo>
                  <a:pt x="678751" y="101610"/>
                  <a:pt x="670636" y="103672"/>
                  <a:pt x="661928" y="103672"/>
                </a:cubicBezTo>
                <a:cubicBezTo>
                  <a:pt x="652491" y="103672"/>
                  <a:pt x="644057" y="101394"/>
                  <a:pt x="636626" y="96837"/>
                </a:cubicBezTo>
                <a:cubicBezTo>
                  <a:pt x="629195" y="92281"/>
                  <a:pt x="623564" y="86062"/>
                  <a:pt x="619735" y="78181"/>
                </a:cubicBezTo>
                <a:cubicBezTo>
                  <a:pt x="615905" y="70300"/>
                  <a:pt x="613990" y="61962"/>
                  <a:pt x="613990" y="53169"/>
                </a:cubicBezTo>
                <a:moveTo>
                  <a:pt x="627667" y="53342"/>
                </a:moveTo>
                <a:cubicBezTo>
                  <a:pt x="627667" y="65445"/>
                  <a:pt x="630916" y="74978"/>
                  <a:pt x="637412" y="81942"/>
                </a:cubicBezTo>
                <a:cubicBezTo>
                  <a:pt x="643909" y="88906"/>
                  <a:pt x="652058" y="92388"/>
                  <a:pt x="661860" y="92388"/>
                </a:cubicBezTo>
                <a:cubicBezTo>
                  <a:pt x="671844" y="92388"/>
                  <a:pt x="680062" y="88872"/>
                  <a:pt x="686513" y="81840"/>
                </a:cubicBezTo>
                <a:cubicBezTo>
                  <a:pt x="692964" y="74806"/>
                  <a:pt x="696189" y="64828"/>
                  <a:pt x="696189" y="51904"/>
                </a:cubicBezTo>
                <a:cubicBezTo>
                  <a:pt x="696189" y="43729"/>
                  <a:pt x="694810" y="36594"/>
                  <a:pt x="692052" y="30498"/>
                </a:cubicBezTo>
                <a:cubicBezTo>
                  <a:pt x="689294" y="24401"/>
                  <a:pt x="685259" y="19675"/>
                  <a:pt x="679948" y="16318"/>
                </a:cubicBezTo>
                <a:cubicBezTo>
                  <a:pt x="674636" y="12962"/>
                  <a:pt x="668676" y="11284"/>
                  <a:pt x="662065" y="11284"/>
                </a:cubicBezTo>
                <a:cubicBezTo>
                  <a:pt x="652674" y="11284"/>
                  <a:pt x="644593" y="14515"/>
                  <a:pt x="637823" y="20977"/>
                </a:cubicBezTo>
                <a:cubicBezTo>
                  <a:pt x="631052" y="27438"/>
                  <a:pt x="627667" y="38226"/>
                  <a:pt x="627667" y="53342"/>
                </a:cubicBezTo>
                <a:close/>
                <a:moveTo>
                  <a:pt x="725072" y="129931"/>
                </a:moveTo>
                <a:lnTo>
                  <a:pt x="725072" y="29406"/>
                </a:lnTo>
                <a:lnTo>
                  <a:pt x="736287" y="29406"/>
                </a:lnTo>
                <a:lnTo>
                  <a:pt x="736287" y="38774"/>
                </a:lnTo>
                <a:cubicBezTo>
                  <a:pt x="738931" y="35104"/>
                  <a:pt x="741917" y="32352"/>
                  <a:pt x="745245" y="30517"/>
                </a:cubicBezTo>
                <a:cubicBezTo>
                  <a:pt x="748573" y="28682"/>
                  <a:pt x="752608" y="27764"/>
                  <a:pt x="757350" y="27764"/>
                </a:cubicBezTo>
                <a:cubicBezTo>
                  <a:pt x="763550" y="27764"/>
                  <a:pt x="769021" y="29360"/>
                  <a:pt x="773762" y="32551"/>
                </a:cubicBezTo>
                <a:cubicBezTo>
                  <a:pt x="778503" y="35743"/>
                  <a:pt x="782082" y="40245"/>
                  <a:pt x="784498" y="46057"/>
                </a:cubicBezTo>
                <a:cubicBezTo>
                  <a:pt x="786915" y="51870"/>
                  <a:pt x="788123" y="58241"/>
                  <a:pt x="788123" y="65171"/>
                </a:cubicBezTo>
                <a:cubicBezTo>
                  <a:pt x="788123" y="72602"/>
                  <a:pt x="786789" y="79292"/>
                  <a:pt x="784122" y="85242"/>
                </a:cubicBezTo>
                <a:cubicBezTo>
                  <a:pt x="781455" y="91191"/>
                  <a:pt x="777580" y="95750"/>
                  <a:pt x="772497" y="98919"/>
                </a:cubicBezTo>
                <a:cubicBezTo>
                  <a:pt x="767414" y="102087"/>
                  <a:pt x="762068" y="103672"/>
                  <a:pt x="756461" y="103672"/>
                </a:cubicBezTo>
                <a:cubicBezTo>
                  <a:pt x="752357" y="103672"/>
                  <a:pt x="748676" y="102794"/>
                  <a:pt x="745416" y="101039"/>
                </a:cubicBezTo>
                <a:cubicBezTo>
                  <a:pt x="742157" y="99282"/>
                  <a:pt x="739478" y="97064"/>
                  <a:pt x="737381" y="94384"/>
                </a:cubicBezTo>
                <a:lnTo>
                  <a:pt x="737381" y="129931"/>
                </a:lnTo>
                <a:lnTo>
                  <a:pt x="725072" y="129931"/>
                </a:lnTo>
                <a:moveTo>
                  <a:pt x="736219" y="66026"/>
                </a:moveTo>
                <a:cubicBezTo>
                  <a:pt x="736219" y="75360"/>
                  <a:pt x="738111" y="82259"/>
                  <a:pt x="741895" y="86721"/>
                </a:cubicBezTo>
                <a:cubicBezTo>
                  <a:pt x="745679" y="91183"/>
                  <a:pt x="750260" y="93414"/>
                  <a:pt x="755640" y="93414"/>
                </a:cubicBezTo>
                <a:cubicBezTo>
                  <a:pt x="761111" y="93414"/>
                  <a:pt x="765795" y="91103"/>
                  <a:pt x="769693" y="86481"/>
                </a:cubicBezTo>
                <a:cubicBezTo>
                  <a:pt x="773591" y="81860"/>
                  <a:pt x="775540" y="74699"/>
                  <a:pt x="775540" y="65000"/>
                </a:cubicBezTo>
                <a:cubicBezTo>
                  <a:pt x="775540" y="55757"/>
                  <a:pt x="773637" y="48835"/>
                  <a:pt x="769830" y="44237"/>
                </a:cubicBezTo>
                <a:cubicBezTo>
                  <a:pt x="766023" y="39638"/>
                  <a:pt x="761475" y="37338"/>
                  <a:pt x="756187" y="37338"/>
                </a:cubicBezTo>
                <a:cubicBezTo>
                  <a:pt x="750944" y="37338"/>
                  <a:pt x="746305" y="39786"/>
                  <a:pt x="742271" y="44681"/>
                </a:cubicBezTo>
                <a:cubicBezTo>
                  <a:pt x="738236" y="49576"/>
                  <a:pt x="736219" y="56691"/>
                  <a:pt x="736219" y="66026"/>
                </a:cubicBezTo>
                <a:close/>
                <a:moveTo>
                  <a:pt x="829484" y="91157"/>
                </a:moveTo>
                <a:lnTo>
                  <a:pt x="831262" y="102030"/>
                </a:lnTo>
                <a:cubicBezTo>
                  <a:pt x="827797" y="102669"/>
                  <a:pt x="824697" y="102988"/>
                  <a:pt x="821961" y="102988"/>
                </a:cubicBezTo>
                <a:cubicBezTo>
                  <a:pt x="817494" y="102988"/>
                  <a:pt x="814029" y="102281"/>
                  <a:pt x="811567" y="100868"/>
                </a:cubicBezTo>
                <a:cubicBezTo>
                  <a:pt x="809105" y="99455"/>
                  <a:pt x="807373" y="97597"/>
                  <a:pt x="806370" y="95294"/>
                </a:cubicBezTo>
                <a:cubicBezTo>
                  <a:pt x="805367" y="92992"/>
                  <a:pt x="804865" y="88148"/>
                  <a:pt x="804865" y="80763"/>
                </a:cubicBezTo>
                <a:lnTo>
                  <a:pt x="804865" y="38979"/>
                </a:lnTo>
                <a:lnTo>
                  <a:pt x="795838" y="38979"/>
                </a:lnTo>
                <a:lnTo>
                  <a:pt x="795838" y="29406"/>
                </a:lnTo>
                <a:lnTo>
                  <a:pt x="804865" y="29406"/>
                </a:lnTo>
                <a:lnTo>
                  <a:pt x="804865" y="11371"/>
                </a:lnTo>
                <a:lnTo>
                  <a:pt x="817106" y="3966"/>
                </a:lnTo>
                <a:lnTo>
                  <a:pt x="817106" y="29406"/>
                </a:lnTo>
                <a:lnTo>
                  <a:pt x="829484" y="29406"/>
                </a:lnTo>
                <a:lnTo>
                  <a:pt x="829484" y="38979"/>
                </a:lnTo>
                <a:lnTo>
                  <a:pt x="817106" y="38979"/>
                </a:lnTo>
                <a:lnTo>
                  <a:pt x="817106" y="81447"/>
                </a:lnTo>
                <a:cubicBezTo>
                  <a:pt x="817106" y="84957"/>
                  <a:pt x="817323" y="87214"/>
                  <a:pt x="817756" y="88217"/>
                </a:cubicBezTo>
                <a:cubicBezTo>
                  <a:pt x="818189" y="89220"/>
                  <a:pt x="818895" y="90017"/>
                  <a:pt x="819876" y="90610"/>
                </a:cubicBezTo>
                <a:cubicBezTo>
                  <a:pt x="820856" y="91203"/>
                  <a:pt x="822258" y="91499"/>
                  <a:pt x="824081" y="91499"/>
                </a:cubicBezTo>
                <a:cubicBezTo>
                  <a:pt x="825449" y="91499"/>
                  <a:pt x="827250" y="91385"/>
                  <a:pt x="829484" y="91157"/>
                </a:cubicBezTo>
                <a:close/>
                <a:moveTo>
                  <a:pt x="841444" y="16002"/>
                </a:moveTo>
                <a:lnTo>
                  <a:pt x="841444" y="1778"/>
                </a:lnTo>
                <a:lnTo>
                  <a:pt x="853753" y="1778"/>
                </a:lnTo>
                <a:lnTo>
                  <a:pt x="853753" y="16002"/>
                </a:lnTo>
                <a:lnTo>
                  <a:pt x="841444" y="16002"/>
                </a:lnTo>
                <a:moveTo>
                  <a:pt x="841444" y="102030"/>
                </a:moveTo>
                <a:lnTo>
                  <a:pt x="841444" y="29406"/>
                </a:lnTo>
                <a:lnTo>
                  <a:pt x="853753" y="29406"/>
                </a:lnTo>
                <a:lnTo>
                  <a:pt x="853753" y="102030"/>
                </a:lnTo>
                <a:lnTo>
                  <a:pt x="841444" y="102030"/>
                </a:lnTo>
                <a:close/>
                <a:moveTo>
                  <a:pt x="872459" y="102030"/>
                </a:moveTo>
                <a:lnTo>
                  <a:pt x="872459" y="29406"/>
                </a:lnTo>
                <a:lnTo>
                  <a:pt x="883469" y="29406"/>
                </a:lnTo>
                <a:lnTo>
                  <a:pt x="883469" y="39527"/>
                </a:lnTo>
                <a:cubicBezTo>
                  <a:pt x="885748" y="35990"/>
                  <a:pt x="888780" y="33146"/>
                  <a:pt x="892564" y="30993"/>
                </a:cubicBezTo>
                <a:cubicBezTo>
                  <a:pt x="896348" y="28841"/>
                  <a:pt x="900656" y="27764"/>
                  <a:pt x="905489" y="27764"/>
                </a:cubicBezTo>
                <a:cubicBezTo>
                  <a:pt x="910868" y="27764"/>
                  <a:pt x="915279" y="28876"/>
                  <a:pt x="918721" y="31098"/>
                </a:cubicBezTo>
                <a:cubicBezTo>
                  <a:pt x="922163" y="33319"/>
                  <a:pt x="924591" y="36425"/>
                  <a:pt x="926004" y="40416"/>
                </a:cubicBezTo>
                <a:cubicBezTo>
                  <a:pt x="931749" y="31981"/>
                  <a:pt x="939225" y="27764"/>
                  <a:pt x="948435" y="27764"/>
                </a:cubicBezTo>
                <a:cubicBezTo>
                  <a:pt x="955638" y="27764"/>
                  <a:pt x="961177" y="29759"/>
                  <a:pt x="965052" y="33748"/>
                </a:cubicBezTo>
                <a:cubicBezTo>
                  <a:pt x="968927" y="37737"/>
                  <a:pt x="970865" y="43880"/>
                  <a:pt x="970865" y="52178"/>
                </a:cubicBezTo>
                <a:lnTo>
                  <a:pt x="970865" y="102030"/>
                </a:lnTo>
                <a:lnTo>
                  <a:pt x="958624" y="102030"/>
                </a:lnTo>
                <a:lnTo>
                  <a:pt x="958624" y="56232"/>
                </a:lnTo>
                <a:cubicBezTo>
                  <a:pt x="958624" y="51302"/>
                  <a:pt x="958225" y="47754"/>
                  <a:pt x="957427" y="45587"/>
                </a:cubicBezTo>
                <a:cubicBezTo>
                  <a:pt x="956629" y="43419"/>
                  <a:pt x="955182" y="41673"/>
                  <a:pt x="953085" y="40349"/>
                </a:cubicBezTo>
                <a:cubicBezTo>
                  <a:pt x="950988" y="39026"/>
                  <a:pt x="948526" y="38364"/>
                  <a:pt x="945699" y="38364"/>
                </a:cubicBezTo>
                <a:cubicBezTo>
                  <a:pt x="940593" y="38364"/>
                  <a:pt x="936353" y="40064"/>
                  <a:pt x="932980" y="43465"/>
                </a:cubicBezTo>
                <a:cubicBezTo>
                  <a:pt x="929606" y="46864"/>
                  <a:pt x="927919" y="52307"/>
                  <a:pt x="927919" y="59792"/>
                </a:cubicBezTo>
                <a:lnTo>
                  <a:pt x="927919" y="102030"/>
                </a:lnTo>
                <a:lnTo>
                  <a:pt x="915610" y="102030"/>
                </a:lnTo>
                <a:lnTo>
                  <a:pt x="915610" y="54793"/>
                </a:lnTo>
                <a:cubicBezTo>
                  <a:pt x="915610" y="49317"/>
                  <a:pt x="914607" y="45210"/>
                  <a:pt x="912601" y="42471"/>
                </a:cubicBezTo>
                <a:cubicBezTo>
                  <a:pt x="910595" y="39733"/>
                  <a:pt x="907312" y="38364"/>
                  <a:pt x="902753" y="38364"/>
                </a:cubicBezTo>
                <a:cubicBezTo>
                  <a:pt x="899289" y="38364"/>
                  <a:pt x="896086" y="39277"/>
                  <a:pt x="893145" y="41104"/>
                </a:cubicBezTo>
                <a:cubicBezTo>
                  <a:pt x="890205" y="42929"/>
                  <a:pt x="888073" y="45599"/>
                  <a:pt x="886751" y="49113"/>
                </a:cubicBezTo>
                <a:cubicBezTo>
                  <a:pt x="885429" y="52627"/>
                  <a:pt x="884768" y="57692"/>
                  <a:pt x="884768" y="64310"/>
                </a:cubicBezTo>
                <a:lnTo>
                  <a:pt x="884768" y="102030"/>
                </a:lnTo>
                <a:lnTo>
                  <a:pt x="872459" y="102030"/>
                </a:lnTo>
                <a:close/>
                <a:moveTo>
                  <a:pt x="988829" y="16002"/>
                </a:moveTo>
                <a:lnTo>
                  <a:pt x="988829" y="1778"/>
                </a:lnTo>
                <a:lnTo>
                  <a:pt x="1001138" y="1778"/>
                </a:lnTo>
                <a:lnTo>
                  <a:pt x="1001138" y="16002"/>
                </a:lnTo>
                <a:lnTo>
                  <a:pt x="988829" y="16002"/>
                </a:lnTo>
                <a:moveTo>
                  <a:pt x="988829" y="102030"/>
                </a:moveTo>
                <a:lnTo>
                  <a:pt x="988829" y="29406"/>
                </a:lnTo>
                <a:lnTo>
                  <a:pt x="1001138" y="29406"/>
                </a:lnTo>
                <a:lnTo>
                  <a:pt x="1001138" y="102030"/>
                </a:lnTo>
                <a:lnTo>
                  <a:pt x="988829" y="102030"/>
                </a:lnTo>
                <a:close/>
                <a:moveTo>
                  <a:pt x="1013351" y="102030"/>
                </a:moveTo>
                <a:lnTo>
                  <a:pt x="1013351" y="92046"/>
                </a:lnTo>
                <a:lnTo>
                  <a:pt x="1059579" y="38979"/>
                </a:lnTo>
                <a:cubicBezTo>
                  <a:pt x="1054336" y="39253"/>
                  <a:pt x="1049709" y="39390"/>
                  <a:pt x="1045697" y="39390"/>
                </a:cubicBezTo>
                <a:lnTo>
                  <a:pt x="1016086" y="39390"/>
                </a:lnTo>
                <a:lnTo>
                  <a:pt x="1016086" y="29406"/>
                </a:lnTo>
                <a:lnTo>
                  <a:pt x="1075444" y="29406"/>
                </a:lnTo>
                <a:lnTo>
                  <a:pt x="1075444" y="37543"/>
                </a:lnTo>
                <a:lnTo>
                  <a:pt x="1036123" y="83635"/>
                </a:lnTo>
                <a:lnTo>
                  <a:pt x="1028532" y="92046"/>
                </a:lnTo>
                <a:cubicBezTo>
                  <a:pt x="1034049" y="91636"/>
                  <a:pt x="1039223" y="91431"/>
                  <a:pt x="1044056" y="91431"/>
                </a:cubicBezTo>
                <a:lnTo>
                  <a:pt x="1077633" y="91431"/>
                </a:lnTo>
                <a:lnTo>
                  <a:pt x="1077633" y="102030"/>
                </a:lnTo>
                <a:lnTo>
                  <a:pt x="1013351" y="102030"/>
                </a:lnTo>
                <a:close/>
                <a:moveTo>
                  <a:pt x="1139414" y="78643"/>
                </a:moveTo>
                <a:lnTo>
                  <a:pt x="1152133" y="80216"/>
                </a:lnTo>
                <a:cubicBezTo>
                  <a:pt x="1150128" y="87647"/>
                  <a:pt x="1146412" y="93414"/>
                  <a:pt x="1140987" y="97517"/>
                </a:cubicBezTo>
                <a:cubicBezTo>
                  <a:pt x="1135562" y="101620"/>
                  <a:pt x="1128632" y="103672"/>
                  <a:pt x="1120198" y="103672"/>
                </a:cubicBezTo>
                <a:cubicBezTo>
                  <a:pt x="1109575" y="103672"/>
                  <a:pt x="1101152" y="100401"/>
                  <a:pt x="1094929" y="93858"/>
                </a:cubicBezTo>
                <a:cubicBezTo>
                  <a:pt x="1088706" y="87316"/>
                  <a:pt x="1085595" y="78141"/>
                  <a:pt x="1085595" y="66333"/>
                </a:cubicBezTo>
                <a:cubicBezTo>
                  <a:pt x="1085595" y="54115"/>
                  <a:pt x="1088741" y="44633"/>
                  <a:pt x="1095032" y="37885"/>
                </a:cubicBezTo>
                <a:cubicBezTo>
                  <a:pt x="1101323" y="31138"/>
                  <a:pt x="1109484" y="27764"/>
                  <a:pt x="1119514" y="27764"/>
                </a:cubicBezTo>
                <a:cubicBezTo>
                  <a:pt x="1129224" y="27764"/>
                  <a:pt x="1137157" y="31065"/>
                  <a:pt x="1143312" y="37665"/>
                </a:cubicBezTo>
                <a:cubicBezTo>
                  <a:pt x="1149466" y="44264"/>
                  <a:pt x="1152544" y="53549"/>
                  <a:pt x="1152544" y="65519"/>
                </a:cubicBezTo>
                <a:cubicBezTo>
                  <a:pt x="1152544" y="66247"/>
                  <a:pt x="1152521" y="67339"/>
                  <a:pt x="1152475" y="68795"/>
                </a:cubicBezTo>
                <a:lnTo>
                  <a:pt x="1098314" y="68795"/>
                </a:lnTo>
                <a:cubicBezTo>
                  <a:pt x="1098770" y="76751"/>
                  <a:pt x="1101027" y="82843"/>
                  <a:pt x="1105085" y="87071"/>
                </a:cubicBezTo>
                <a:cubicBezTo>
                  <a:pt x="1109142" y="91300"/>
                  <a:pt x="1114203" y="93414"/>
                  <a:pt x="1120266" y="93414"/>
                </a:cubicBezTo>
                <a:cubicBezTo>
                  <a:pt x="1124779" y="93414"/>
                  <a:pt x="1128632" y="92240"/>
                  <a:pt x="1131823" y="89892"/>
                </a:cubicBezTo>
                <a:cubicBezTo>
                  <a:pt x="1135014" y="87543"/>
                  <a:pt x="1137545" y="83793"/>
                  <a:pt x="1139414" y="78643"/>
                </a:cubicBezTo>
                <a:moveTo>
                  <a:pt x="1098998" y="58538"/>
                </a:moveTo>
                <a:lnTo>
                  <a:pt x="1139551" y="58538"/>
                </a:lnTo>
                <a:cubicBezTo>
                  <a:pt x="1139004" y="52528"/>
                  <a:pt x="1137453" y="48021"/>
                  <a:pt x="1134900" y="45017"/>
                </a:cubicBezTo>
                <a:cubicBezTo>
                  <a:pt x="1130980" y="40354"/>
                  <a:pt x="1125896" y="38022"/>
                  <a:pt x="1119651" y="38022"/>
                </a:cubicBezTo>
                <a:cubicBezTo>
                  <a:pt x="1113997" y="38022"/>
                  <a:pt x="1109245" y="39883"/>
                  <a:pt x="1105392" y="43606"/>
                </a:cubicBezTo>
                <a:cubicBezTo>
                  <a:pt x="1101540" y="47327"/>
                  <a:pt x="1099409" y="52305"/>
                  <a:pt x="1098998" y="58538"/>
                </a:cubicBezTo>
                <a:close/>
                <a:moveTo>
                  <a:pt x="1214349" y="102030"/>
                </a:moveTo>
                <a:lnTo>
                  <a:pt x="1214349" y="92867"/>
                </a:lnTo>
                <a:cubicBezTo>
                  <a:pt x="1209744" y="100070"/>
                  <a:pt x="1202974" y="103672"/>
                  <a:pt x="1194038" y="103672"/>
                </a:cubicBezTo>
                <a:cubicBezTo>
                  <a:pt x="1188248" y="103672"/>
                  <a:pt x="1182926" y="102076"/>
                  <a:pt x="1178070" y="98885"/>
                </a:cubicBezTo>
                <a:cubicBezTo>
                  <a:pt x="1173215" y="95693"/>
                  <a:pt x="1169454" y="91237"/>
                  <a:pt x="1166787" y="85515"/>
                </a:cubicBezTo>
                <a:cubicBezTo>
                  <a:pt x="1164120" y="79794"/>
                  <a:pt x="1162786" y="73218"/>
                  <a:pt x="1162786" y="65786"/>
                </a:cubicBezTo>
                <a:cubicBezTo>
                  <a:pt x="1162786" y="58538"/>
                  <a:pt x="1163994" y="51961"/>
                  <a:pt x="1166411" y="46057"/>
                </a:cubicBezTo>
                <a:cubicBezTo>
                  <a:pt x="1168827" y="40153"/>
                  <a:pt x="1172451" y="35629"/>
                  <a:pt x="1177284" y="32483"/>
                </a:cubicBezTo>
                <a:cubicBezTo>
                  <a:pt x="1182117" y="29337"/>
                  <a:pt x="1187519" y="27764"/>
                  <a:pt x="1193491" y="27764"/>
                </a:cubicBezTo>
                <a:cubicBezTo>
                  <a:pt x="1197868" y="27764"/>
                  <a:pt x="1201766" y="28687"/>
                  <a:pt x="1205185" y="30534"/>
                </a:cubicBezTo>
                <a:cubicBezTo>
                  <a:pt x="1208604" y="32380"/>
                  <a:pt x="1211385" y="34785"/>
                  <a:pt x="1213528" y="37749"/>
                </a:cubicBezTo>
                <a:lnTo>
                  <a:pt x="1213528" y="1778"/>
                </a:lnTo>
                <a:lnTo>
                  <a:pt x="1225769" y="1778"/>
                </a:lnTo>
                <a:lnTo>
                  <a:pt x="1225769" y="102030"/>
                </a:lnTo>
                <a:lnTo>
                  <a:pt x="1214349" y="102030"/>
                </a:lnTo>
                <a:moveTo>
                  <a:pt x="1175438" y="65752"/>
                </a:moveTo>
                <a:cubicBezTo>
                  <a:pt x="1175438" y="75018"/>
                  <a:pt x="1177398" y="81945"/>
                  <a:pt x="1181319" y="86533"/>
                </a:cubicBezTo>
                <a:cubicBezTo>
                  <a:pt x="1185239" y="91120"/>
                  <a:pt x="1189867" y="93414"/>
                  <a:pt x="1195201" y="93414"/>
                </a:cubicBezTo>
                <a:cubicBezTo>
                  <a:pt x="1200580" y="93414"/>
                  <a:pt x="1205151" y="91223"/>
                  <a:pt x="1208912" y="86840"/>
                </a:cubicBezTo>
                <a:cubicBezTo>
                  <a:pt x="1212673" y="82457"/>
                  <a:pt x="1214554" y="75768"/>
                  <a:pt x="1214554" y="66774"/>
                </a:cubicBezTo>
                <a:cubicBezTo>
                  <a:pt x="1214554" y="56872"/>
                  <a:pt x="1212639" y="49605"/>
                  <a:pt x="1208809" y="44972"/>
                </a:cubicBezTo>
                <a:cubicBezTo>
                  <a:pt x="1204980" y="40339"/>
                  <a:pt x="1200261" y="38022"/>
                  <a:pt x="1194654" y="38022"/>
                </a:cubicBezTo>
                <a:cubicBezTo>
                  <a:pt x="1189183" y="38022"/>
                  <a:pt x="1184613" y="40248"/>
                  <a:pt x="1180943" y="44700"/>
                </a:cubicBezTo>
                <a:cubicBezTo>
                  <a:pt x="1177273" y="49151"/>
                  <a:pt x="1175438" y="56168"/>
                  <a:pt x="1175438" y="65752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1" name="Text CodeofS">
            <a:extLst xmlns:a="http://schemas.openxmlformats.org/drawingml/2006/main">
              <a:ext uri="{FF2B5EF4-FFF2-40B4-BE49-F238E27FC236}">
                <a16:creationId xmlns:a16="http://schemas.microsoft.com/office/drawing/2014/main" id="{542CBF21-CA3E-46AB-8FF0-E49FA24D9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83404" y="2774309"/>
            <a:ext cx="606501" cy="103672"/>
          </a:xfrm>
          <a:custGeom xmlns:a="http://schemas.openxmlformats.org/drawingml/2006/main">
            <a:pathLst>
              <a:path w="606501" h="103672">
                <a:moveTo>
                  <a:pt x="75360" y="66744"/>
                </a:moveTo>
                <a:lnTo>
                  <a:pt x="88627" y="70095"/>
                </a:lnTo>
                <a:cubicBezTo>
                  <a:pt x="85846" y="81013"/>
                  <a:pt x="80842" y="89339"/>
                  <a:pt x="73616" y="95072"/>
                </a:cubicBezTo>
                <a:cubicBezTo>
                  <a:pt x="66390" y="100805"/>
                  <a:pt x="57557" y="103672"/>
                  <a:pt x="47117" y="103672"/>
                </a:cubicBezTo>
                <a:cubicBezTo>
                  <a:pt x="36312" y="103672"/>
                  <a:pt x="27525" y="101472"/>
                  <a:pt x="20755" y="97072"/>
                </a:cubicBezTo>
                <a:cubicBezTo>
                  <a:pt x="13985" y="92673"/>
                  <a:pt x="8833" y="86302"/>
                  <a:pt x="5300" y="77959"/>
                </a:cubicBezTo>
                <a:cubicBezTo>
                  <a:pt x="1767" y="69616"/>
                  <a:pt x="0" y="60657"/>
                  <a:pt x="0" y="51084"/>
                </a:cubicBezTo>
                <a:cubicBezTo>
                  <a:pt x="0" y="40643"/>
                  <a:pt x="1995" y="31537"/>
                  <a:pt x="5984" y="23764"/>
                </a:cubicBezTo>
                <a:cubicBezTo>
                  <a:pt x="9973" y="15991"/>
                  <a:pt x="15649" y="10087"/>
                  <a:pt x="23012" y="6052"/>
                </a:cubicBezTo>
                <a:cubicBezTo>
                  <a:pt x="30374" y="2017"/>
                  <a:pt x="38478" y="0"/>
                  <a:pt x="47322" y="0"/>
                </a:cubicBezTo>
                <a:cubicBezTo>
                  <a:pt x="57352" y="0"/>
                  <a:pt x="65786" y="2553"/>
                  <a:pt x="72625" y="7659"/>
                </a:cubicBezTo>
                <a:cubicBezTo>
                  <a:pt x="79463" y="12765"/>
                  <a:pt x="84227" y="19946"/>
                  <a:pt x="86917" y="29200"/>
                </a:cubicBezTo>
                <a:lnTo>
                  <a:pt x="73856" y="32278"/>
                </a:lnTo>
                <a:cubicBezTo>
                  <a:pt x="71531" y="24959"/>
                  <a:pt x="68157" y="19631"/>
                  <a:pt x="63735" y="16293"/>
                </a:cubicBezTo>
                <a:cubicBezTo>
                  <a:pt x="59313" y="12953"/>
                  <a:pt x="53751" y="11284"/>
                  <a:pt x="47049" y="11284"/>
                </a:cubicBezTo>
                <a:cubicBezTo>
                  <a:pt x="39344" y="11284"/>
                  <a:pt x="32905" y="13133"/>
                  <a:pt x="27730" y="16833"/>
                </a:cubicBezTo>
                <a:cubicBezTo>
                  <a:pt x="22556" y="20532"/>
                  <a:pt x="18920" y="25498"/>
                  <a:pt x="16823" y="31733"/>
                </a:cubicBezTo>
                <a:cubicBezTo>
                  <a:pt x="14726" y="37966"/>
                  <a:pt x="13677" y="44393"/>
                  <a:pt x="13677" y="51013"/>
                </a:cubicBezTo>
                <a:cubicBezTo>
                  <a:pt x="13677" y="59553"/>
                  <a:pt x="14919" y="67008"/>
                  <a:pt x="17404" y="73379"/>
                </a:cubicBezTo>
                <a:cubicBezTo>
                  <a:pt x="19889" y="79750"/>
                  <a:pt x="23752" y="84512"/>
                  <a:pt x="28995" y="87663"/>
                </a:cubicBezTo>
                <a:cubicBezTo>
                  <a:pt x="34238" y="90813"/>
                  <a:pt x="39914" y="92388"/>
                  <a:pt x="46023" y="92388"/>
                </a:cubicBezTo>
                <a:cubicBezTo>
                  <a:pt x="53454" y="92388"/>
                  <a:pt x="59746" y="90234"/>
                  <a:pt x="64897" y="85926"/>
                </a:cubicBezTo>
                <a:cubicBezTo>
                  <a:pt x="70049" y="81617"/>
                  <a:pt x="73537" y="75223"/>
                  <a:pt x="75360" y="66744"/>
                </a:cubicBezTo>
                <a:close/>
                <a:moveTo>
                  <a:pt x="98610" y="65718"/>
                </a:moveTo>
                <a:cubicBezTo>
                  <a:pt x="98610" y="52269"/>
                  <a:pt x="102348" y="42308"/>
                  <a:pt x="109825" y="35834"/>
                </a:cubicBezTo>
                <a:cubicBezTo>
                  <a:pt x="116070" y="30454"/>
                  <a:pt x="123684" y="27764"/>
                  <a:pt x="132665" y="27764"/>
                </a:cubicBezTo>
                <a:cubicBezTo>
                  <a:pt x="142649" y="27764"/>
                  <a:pt x="150810" y="31035"/>
                  <a:pt x="157147" y="37578"/>
                </a:cubicBezTo>
                <a:cubicBezTo>
                  <a:pt x="163484" y="44120"/>
                  <a:pt x="166653" y="53158"/>
                  <a:pt x="166653" y="64692"/>
                </a:cubicBezTo>
                <a:cubicBezTo>
                  <a:pt x="166653" y="74038"/>
                  <a:pt x="165251" y="81390"/>
                  <a:pt x="162447" y="86746"/>
                </a:cubicBezTo>
                <a:cubicBezTo>
                  <a:pt x="159643" y="92103"/>
                  <a:pt x="155563" y="96263"/>
                  <a:pt x="150206" y="99227"/>
                </a:cubicBezTo>
                <a:cubicBezTo>
                  <a:pt x="144849" y="102190"/>
                  <a:pt x="139002" y="103672"/>
                  <a:pt x="132665" y="103672"/>
                </a:cubicBezTo>
                <a:cubicBezTo>
                  <a:pt x="122499" y="103672"/>
                  <a:pt x="114281" y="100412"/>
                  <a:pt x="108012" y="93893"/>
                </a:cubicBezTo>
                <a:cubicBezTo>
                  <a:pt x="101744" y="87373"/>
                  <a:pt x="98610" y="77982"/>
                  <a:pt x="98610" y="65718"/>
                </a:cubicBezTo>
                <a:moveTo>
                  <a:pt x="111261" y="65684"/>
                </a:moveTo>
                <a:cubicBezTo>
                  <a:pt x="111261" y="74950"/>
                  <a:pt x="113290" y="81888"/>
                  <a:pt x="117347" y="86498"/>
                </a:cubicBezTo>
                <a:cubicBezTo>
                  <a:pt x="121405" y="91109"/>
                  <a:pt x="126511" y="93414"/>
                  <a:pt x="132665" y="93414"/>
                </a:cubicBezTo>
                <a:cubicBezTo>
                  <a:pt x="138774" y="93414"/>
                  <a:pt x="143858" y="91097"/>
                  <a:pt x="147915" y="86464"/>
                </a:cubicBezTo>
                <a:cubicBezTo>
                  <a:pt x="151973" y="81831"/>
                  <a:pt x="154001" y="74768"/>
                  <a:pt x="154001" y="65276"/>
                </a:cubicBezTo>
                <a:cubicBezTo>
                  <a:pt x="154001" y="56327"/>
                  <a:pt x="151961" y="49548"/>
                  <a:pt x="147881" y="44937"/>
                </a:cubicBezTo>
                <a:cubicBezTo>
                  <a:pt x="143801" y="40327"/>
                  <a:pt x="138729" y="38022"/>
                  <a:pt x="132665" y="38022"/>
                </a:cubicBezTo>
                <a:cubicBezTo>
                  <a:pt x="126511" y="38022"/>
                  <a:pt x="121405" y="40316"/>
                  <a:pt x="117347" y="44903"/>
                </a:cubicBezTo>
                <a:cubicBezTo>
                  <a:pt x="113290" y="49491"/>
                  <a:pt x="111261" y="56418"/>
                  <a:pt x="111261" y="65684"/>
                </a:cubicBezTo>
                <a:close/>
                <a:moveTo>
                  <a:pt x="227844" y="102030"/>
                </a:moveTo>
                <a:lnTo>
                  <a:pt x="227844" y="92867"/>
                </a:lnTo>
                <a:cubicBezTo>
                  <a:pt x="223239" y="100070"/>
                  <a:pt x="216469" y="103672"/>
                  <a:pt x="207534" y="103672"/>
                </a:cubicBezTo>
                <a:cubicBezTo>
                  <a:pt x="201744" y="103672"/>
                  <a:pt x="196421" y="102076"/>
                  <a:pt x="191566" y="98885"/>
                </a:cubicBezTo>
                <a:cubicBezTo>
                  <a:pt x="186710" y="95693"/>
                  <a:pt x="182949" y="91237"/>
                  <a:pt x="180282" y="85515"/>
                </a:cubicBezTo>
                <a:cubicBezTo>
                  <a:pt x="177615" y="79794"/>
                  <a:pt x="176282" y="73218"/>
                  <a:pt x="176282" y="65786"/>
                </a:cubicBezTo>
                <a:cubicBezTo>
                  <a:pt x="176282" y="58538"/>
                  <a:pt x="177490" y="51961"/>
                  <a:pt x="179906" y="46057"/>
                </a:cubicBezTo>
                <a:cubicBezTo>
                  <a:pt x="182322" y="40153"/>
                  <a:pt x="185947" y="35629"/>
                  <a:pt x="190779" y="32483"/>
                </a:cubicBezTo>
                <a:cubicBezTo>
                  <a:pt x="195612" y="29337"/>
                  <a:pt x="201014" y="27764"/>
                  <a:pt x="206987" y="27764"/>
                </a:cubicBezTo>
                <a:cubicBezTo>
                  <a:pt x="211363" y="27764"/>
                  <a:pt x="215261" y="28687"/>
                  <a:pt x="218680" y="30534"/>
                </a:cubicBezTo>
                <a:cubicBezTo>
                  <a:pt x="222100" y="32380"/>
                  <a:pt x="224881" y="34785"/>
                  <a:pt x="227023" y="37749"/>
                </a:cubicBezTo>
                <a:lnTo>
                  <a:pt x="227023" y="1778"/>
                </a:lnTo>
                <a:lnTo>
                  <a:pt x="239264" y="1778"/>
                </a:lnTo>
                <a:lnTo>
                  <a:pt x="239264" y="102030"/>
                </a:lnTo>
                <a:lnTo>
                  <a:pt x="227844" y="102030"/>
                </a:lnTo>
                <a:moveTo>
                  <a:pt x="188933" y="65752"/>
                </a:moveTo>
                <a:cubicBezTo>
                  <a:pt x="188933" y="75018"/>
                  <a:pt x="190893" y="81945"/>
                  <a:pt x="194814" y="86533"/>
                </a:cubicBezTo>
                <a:cubicBezTo>
                  <a:pt x="198735" y="91120"/>
                  <a:pt x="203362" y="93414"/>
                  <a:pt x="208696" y="93414"/>
                </a:cubicBezTo>
                <a:cubicBezTo>
                  <a:pt x="214076" y="93414"/>
                  <a:pt x="218646" y="91223"/>
                  <a:pt x="222407" y="86840"/>
                </a:cubicBezTo>
                <a:cubicBezTo>
                  <a:pt x="226169" y="82457"/>
                  <a:pt x="228049" y="75768"/>
                  <a:pt x="228049" y="66774"/>
                </a:cubicBezTo>
                <a:cubicBezTo>
                  <a:pt x="228049" y="56872"/>
                  <a:pt x="226134" y="49605"/>
                  <a:pt x="222305" y="44972"/>
                </a:cubicBezTo>
                <a:cubicBezTo>
                  <a:pt x="218475" y="40339"/>
                  <a:pt x="213757" y="38022"/>
                  <a:pt x="208149" y="38022"/>
                </a:cubicBezTo>
                <a:cubicBezTo>
                  <a:pt x="202678" y="38022"/>
                  <a:pt x="198108" y="40248"/>
                  <a:pt x="194438" y="44700"/>
                </a:cubicBezTo>
                <a:cubicBezTo>
                  <a:pt x="190768" y="49151"/>
                  <a:pt x="188933" y="56168"/>
                  <a:pt x="188933" y="65752"/>
                </a:cubicBezTo>
                <a:close/>
                <a:moveTo>
                  <a:pt x="307978" y="78643"/>
                </a:moveTo>
                <a:lnTo>
                  <a:pt x="320698" y="80216"/>
                </a:lnTo>
                <a:cubicBezTo>
                  <a:pt x="318692" y="87647"/>
                  <a:pt x="314976" y="93414"/>
                  <a:pt x="309551" y="97517"/>
                </a:cubicBezTo>
                <a:cubicBezTo>
                  <a:pt x="304126" y="101620"/>
                  <a:pt x="297196" y="103672"/>
                  <a:pt x="288762" y="103672"/>
                </a:cubicBezTo>
                <a:cubicBezTo>
                  <a:pt x="278139" y="103672"/>
                  <a:pt x="269717" y="100401"/>
                  <a:pt x="263494" y="93858"/>
                </a:cubicBezTo>
                <a:cubicBezTo>
                  <a:pt x="257271" y="87316"/>
                  <a:pt x="254159" y="78141"/>
                  <a:pt x="254159" y="66333"/>
                </a:cubicBezTo>
                <a:cubicBezTo>
                  <a:pt x="254159" y="54115"/>
                  <a:pt x="257305" y="44633"/>
                  <a:pt x="263596" y="37885"/>
                </a:cubicBezTo>
                <a:cubicBezTo>
                  <a:pt x="269888" y="31138"/>
                  <a:pt x="278048" y="27764"/>
                  <a:pt x="288078" y="27764"/>
                </a:cubicBezTo>
                <a:cubicBezTo>
                  <a:pt x="297789" y="27764"/>
                  <a:pt x="305721" y="31065"/>
                  <a:pt x="311876" y="37665"/>
                </a:cubicBezTo>
                <a:cubicBezTo>
                  <a:pt x="318031" y="44264"/>
                  <a:pt x="321108" y="53549"/>
                  <a:pt x="321108" y="65519"/>
                </a:cubicBezTo>
                <a:cubicBezTo>
                  <a:pt x="321108" y="66247"/>
                  <a:pt x="321085" y="67339"/>
                  <a:pt x="321040" y="68795"/>
                </a:cubicBezTo>
                <a:lnTo>
                  <a:pt x="266879" y="68795"/>
                </a:lnTo>
                <a:cubicBezTo>
                  <a:pt x="267335" y="76751"/>
                  <a:pt x="269591" y="82843"/>
                  <a:pt x="273649" y="87071"/>
                </a:cubicBezTo>
                <a:cubicBezTo>
                  <a:pt x="277706" y="91300"/>
                  <a:pt x="282767" y="93414"/>
                  <a:pt x="288830" y="93414"/>
                </a:cubicBezTo>
                <a:cubicBezTo>
                  <a:pt x="293344" y="93414"/>
                  <a:pt x="297196" y="92240"/>
                  <a:pt x="300387" y="89892"/>
                </a:cubicBezTo>
                <a:cubicBezTo>
                  <a:pt x="303579" y="87543"/>
                  <a:pt x="306109" y="83793"/>
                  <a:pt x="307978" y="78643"/>
                </a:cubicBezTo>
                <a:moveTo>
                  <a:pt x="267562" y="58538"/>
                </a:moveTo>
                <a:lnTo>
                  <a:pt x="308115" y="58538"/>
                </a:lnTo>
                <a:cubicBezTo>
                  <a:pt x="307568" y="52528"/>
                  <a:pt x="306018" y="48021"/>
                  <a:pt x="303465" y="45017"/>
                </a:cubicBezTo>
                <a:cubicBezTo>
                  <a:pt x="299544" y="40354"/>
                  <a:pt x="294461" y="38022"/>
                  <a:pt x="288215" y="38022"/>
                </a:cubicBezTo>
                <a:cubicBezTo>
                  <a:pt x="282562" y="38022"/>
                  <a:pt x="277809" y="39883"/>
                  <a:pt x="273956" y="43606"/>
                </a:cubicBezTo>
                <a:cubicBezTo>
                  <a:pt x="270104" y="47327"/>
                  <a:pt x="267973" y="52305"/>
                  <a:pt x="267562" y="58538"/>
                </a:cubicBezTo>
                <a:close/>
                <a:moveTo>
                  <a:pt x="369984" y="65718"/>
                </a:moveTo>
                <a:cubicBezTo>
                  <a:pt x="369984" y="52269"/>
                  <a:pt x="373723" y="42308"/>
                  <a:pt x="381199" y="35834"/>
                </a:cubicBezTo>
                <a:cubicBezTo>
                  <a:pt x="387445" y="30454"/>
                  <a:pt x="395059" y="27764"/>
                  <a:pt x="404040" y="27764"/>
                </a:cubicBezTo>
                <a:cubicBezTo>
                  <a:pt x="414024" y="27764"/>
                  <a:pt x="422185" y="31035"/>
                  <a:pt x="428522" y="37578"/>
                </a:cubicBezTo>
                <a:cubicBezTo>
                  <a:pt x="434859" y="44120"/>
                  <a:pt x="438027" y="53158"/>
                  <a:pt x="438027" y="64692"/>
                </a:cubicBezTo>
                <a:cubicBezTo>
                  <a:pt x="438027" y="74038"/>
                  <a:pt x="436625" y="81390"/>
                  <a:pt x="433822" y="86746"/>
                </a:cubicBezTo>
                <a:cubicBezTo>
                  <a:pt x="431018" y="92103"/>
                  <a:pt x="426938" y="96263"/>
                  <a:pt x="421581" y="99227"/>
                </a:cubicBezTo>
                <a:cubicBezTo>
                  <a:pt x="416224" y="102190"/>
                  <a:pt x="410377" y="103672"/>
                  <a:pt x="404040" y="103672"/>
                </a:cubicBezTo>
                <a:cubicBezTo>
                  <a:pt x="393873" y="103672"/>
                  <a:pt x="385656" y="100412"/>
                  <a:pt x="379387" y="93893"/>
                </a:cubicBezTo>
                <a:cubicBezTo>
                  <a:pt x="373119" y="87373"/>
                  <a:pt x="369984" y="77982"/>
                  <a:pt x="369984" y="65718"/>
                </a:cubicBezTo>
                <a:moveTo>
                  <a:pt x="382636" y="65684"/>
                </a:moveTo>
                <a:cubicBezTo>
                  <a:pt x="382636" y="74950"/>
                  <a:pt x="384664" y="81888"/>
                  <a:pt x="388722" y="86498"/>
                </a:cubicBezTo>
                <a:cubicBezTo>
                  <a:pt x="392779" y="91109"/>
                  <a:pt x="397885" y="93414"/>
                  <a:pt x="404040" y="93414"/>
                </a:cubicBezTo>
                <a:cubicBezTo>
                  <a:pt x="410149" y="93414"/>
                  <a:pt x="415232" y="91097"/>
                  <a:pt x="419290" y="86464"/>
                </a:cubicBezTo>
                <a:cubicBezTo>
                  <a:pt x="423347" y="81831"/>
                  <a:pt x="425376" y="74768"/>
                  <a:pt x="425376" y="65276"/>
                </a:cubicBezTo>
                <a:cubicBezTo>
                  <a:pt x="425376" y="56327"/>
                  <a:pt x="423336" y="49548"/>
                  <a:pt x="419256" y="44937"/>
                </a:cubicBezTo>
                <a:cubicBezTo>
                  <a:pt x="415175" y="40327"/>
                  <a:pt x="410103" y="38022"/>
                  <a:pt x="404040" y="38022"/>
                </a:cubicBezTo>
                <a:cubicBezTo>
                  <a:pt x="397885" y="38022"/>
                  <a:pt x="392779" y="40316"/>
                  <a:pt x="388722" y="44903"/>
                </a:cubicBezTo>
                <a:cubicBezTo>
                  <a:pt x="384664" y="49491"/>
                  <a:pt x="382636" y="56418"/>
                  <a:pt x="382636" y="65684"/>
                </a:cubicBezTo>
                <a:close/>
                <a:moveTo>
                  <a:pt x="455042" y="102030"/>
                </a:moveTo>
                <a:lnTo>
                  <a:pt x="455042" y="38979"/>
                </a:lnTo>
                <a:lnTo>
                  <a:pt x="444169" y="38979"/>
                </a:lnTo>
                <a:lnTo>
                  <a:pt x="444169" y="29406"/>
                </a:lnTo>
                <a:lnTo>
                  <a:pt x="455042" y="29406"/>
                </a:lnTo>
                <a:lnTo>
                  <a:pt x="455042" y="21695"/>
                </a:lnTo>
                <a:cubicBezTo>
                  <a:pt x="455042" y="16828"/>
                  <a:pt x="455475" y="13213"/>
                  <a:pt x="456342" y="10848"/>
                </a:cubicBezTo>
                <a:cubicBezTo>
                  <a:pt x="457527" y="7665"/>
                  <a:pt x="459613" y="5084"/>
                  <a:pt x="462599" y="3105"/>
                </a:cubicBezTo>
                <a:cubicBezTo>
                  <a:pt x="465585" y="1126"/>
                  <a:pt x="469768" y="137"/>
                  <a:pt x="475148" y="137"/>
                </a:cubicBezTo>
                <a:cubicBezTo>
                  <a:pt x="478612" y="137"/>
                  <a:pt x="482442" y="547"/>
                  <a:pt x="486636" y="1368"/>
                </a:cubicBezTo>
                <a:lnTo>
                  <a:pt x="484790" y="12104"/>
                </a:lnTo>
                <a:cubicBezTo>
                  <a:pt x="482237" y="11648"/>
                  <a:pt x="479820" y="11420"/>
                  <a:pt x="477541" y="11420"/>
                </a:cubicBezTo>
                <a:cubicBezTo>
                  <a:pt x="473803" y="11420"/>
                  <a:pt x="471158" y="12215"/>
                  <a:pt x="469608" y="13805"/>
                </a:cubicBezTo>
                <a:cubicBezTo>
                  <a:pt x="468058" y="15395"/>
                  <a:pt x="467283" y="18370"/>
                  <a:pt x="467283" y="22729"/>
                </a:cubicBezTo>
                <a:lnTo>
                  <a:pt x="467283" y="29406"/>
                </a:lnTo>
                <a:lnTo>
                  <a:pt x="481439" y="29406"/>
                </a:lnTo>
                <a:lnTo>
                  <a:pt x="481439" y="38979"/>
                </a:lnTo>
                <a:lnTo>
                  <a:pt x="467283" y="38979"/>
                </a:lnTo>
                <a:lnTo>
                  <a:pt x="467283" y="102030"/>
                </a:lnTo>
                <a:lnTo>
                  <a:pt x="455042" y="102030"/>
                </a:lnTo>
                <a:close/>
                <a:moveTo>
                  <a:pt x="526695" y="69753"/>
                </a:moveTo>
                <a:lnTo>
                  <a:pt x="539210" y="68659"/>
                </a:lnTo>
                <a:cubicBezTo>
                  <a:pt x="539803" y="73673"/>
                  <a:pt x="541182" y="77788"/>
                  <a:pt x="543347" y="81002"/>
                </a:cubicBezTo>
                <a:cubicBezTo>
                  <a:pt x="545513" y="84216"/>
                  <a:pt x="548875" y="86815"/>
                  <a:pt x="553434" y="88798"/>
                </a:cubicBezTo>
                <a:cubicBezTo>
                  <a:pt x="557993" y="90781"/>
                  <a:pt x="563122" y="91773"/>
                  <a:pt x="568821" y="91773"/>
                </a:cubicBezTo>
                <a:cubicBezTo>
                  <a:pt x="573881" y="91773"/>
                  <a:pt x="578349" y="91020"/>
                  <a:pt x="582224" y="89516"/>
                </a:cubicBezTo>
                <a:cubicBezTo>
                  <a:pt x="586099" y="88011"/>
                  <a:pt x="588983" y="85949"/>
                  <a:pt x="590875" y="83327"/>
                </a:cubicBezTo>
                <a:cubicBezTo>
                  <a:pt x="592767" y="80706"/>
                  <a:pt x="593713" y="77845"/>
                  <a:pt x="593713" y="74745"/>
                </a:cubicBezTo>
                <a:cubicBezTo>
                  <a:pt x="593713" y="71599"/>
                  <a:pt x="592801" y="68852"/>
                  <a:pt x="590977" y="66504"/>
                </a:cubicBezTo>
                <a:cubicBezTo>
                  <a:pt x="589154" y="64157"/>
                  <a:pt x="586145" y="62185"/>
                  <a:pt x="581951" y="60589"/>
                </a:cubicBezTo>
                <a:cubicBezTo>
                  <a:pt x="579261" y="59541"/>
                  <a:pt x="573311" y="57911"/>
                  <a:pt x="564102" y="55700"/>
                </a:cubicBezTo>
                <a:cubicBezTo>
                  <a:pt x="554893" y="53488"/>
                  <a:pt x="548442" y="51403"/>
                  <a:pt x="544749" y="49442"/>
                </a:cubicBezTo>
                <a:cubicBezTo>
                  <a:pt x="539962" y="46935"/>
                  <a:pt x="536395" y="43823"/>
                  <a:pt x="534047" y="40108"/>
                </a:cubicBezTo>
                <a:cubicBezTo>
                  <a:pt x="531699" y="36392"/>
                  <a:pt x="530525" y="32232"/>
                  <a:pt x="530525" y="27628"/>
                </a:cubicBezTo>
                <a:cubicBezTo>
                  <a:pt x="530525" y="22567"/>
                  <a:pt x="531961" y="17837"/>
                  <a:pt x="534833" y="13438"/>
                </a:cubicBezTo>
                <a:cubicBezTo>
                  <a:pt x="537705" y="9038"/>
                  <a:pt x="541900" y="5699"/>
                  <a:pt x="547416" y="3419"/>
                </a:cubicBezTo>
                <a:cubicBezTo>
                  <a:pt x="552933" y="1140"/>
                  <a:pt x="559064" y="0"/>
                  <a:pt x="565812" y="0"/>
                </a:cubicBezTo>
                <a:cubicBezTo>
                  <a:pt x="573243" y="0"/>
                  <a:pt x="579796" y="1197"/>
                  <a:pt x="585472" y="3590"/>
                </a:cubicBezTo>
                <a:cubicBezTo>
                  <a:pt x="591148" y="5984"/>
                  <a:pt x="595514" y="9506"/>
                  <a:pt x="598568" y="14156"/>
                </a:cubicBezTo>
                <a:cubicBezTo>
                  <a:pt x="601623" y="18806"/>
                  <a:pt x="603264" y="24072"/>
                  <a:pt x="603492" y="29953"/>
                </a:cubicBezTo>
                <a:lnTo>
                  <a:pt x="590772" y="30910"/>
                </a:lnTo>
                <a:cubicBezTo>
                  <a:pt x="590088" y="24550"/>
                  <a:pt x="587775" y="19746"/>
                  <a:pt x="583831" y="16498"/>
                </a:cubicBezTo>
                <a:cubicBezTo>
                  <a:pt x="579888" y="13250"/>
                  <a:pt x="574063" y="11625"/>
                  <a:pt x="566359" y="11625"/>
                </a:cubicBezTo>
                <a:cubicBezTo>
                  <a:pt x="558335" y="11625"/>
                  <a:pt x="552488" y="13097"/>
                  <a:pt x="548818" y="16041"/>
                </a:cubicBezTo>
                <a:cubicBezTo>
                  <a:pt x="545148" y="18983"/>
                  <a:pt x="543313" y="22529"/>
                  <a:pt x="543313" y="26681"/>
                </a:cubicBezTo>
                <a:cubicBezTo>
                  <a:pt x="543313" y="30285"/>
                  <a:pt x="544612" y="33251"/>
                  <a:pt x="547211" y="35577"/>
                </a:cubicBezTo>
                <a:cubicBezTo>
                  <a:pt x="549764" y="37905"/>
                  <a:pt x="556432" y="40289"/>
                  <a:pt x="567214" y="42730"/>
                </a:cubicBezTo>
                <a:cubicBezTo>
                  <a:pt x="577996" y="45170"/>
                  <a:pt x="585393" y="47303"/>
                  <a:pt x="589405" y="49128"/>
                </a:cubicBezTo>
                <a:cubicBezTo>
                  <a:pt x="595240" y="51819"/>
                  <a:pt x="599548" y="55230"/>
                  <a:pt x="602329" y="59360"/>
                </a:cubicBezTo>
                <a:cubicBezTo>
                  <a:pt x="605110" y="63489"/>
                  <a:pt x="606501" y="68245"/>
                  <a:pt x="606501" y="73629"/>
                </a:cubicBezTo>
                <a:cubicBezTo>
                  <a:pt x="606501" y="78966"/>
                  <a:pt x="604973" y="83996"/>
                  <a:pt x="601919" y="88719"/>
                </a:cubicBezTo>
                <a:cubicBezTo>
                  <a:pt x="598864" y="93440"/>
                  <a:pt x="594476" y="97113"/>
                  <a:pt x="588755" y="99737"/>
                </a:cubicBezTo>
                <a:cubicBezTo>
                  <a:pt x="583033" y="102360"/>
                  <a:pt x="576594" y="103672"/>
                  <a:pt x="569436" y="103672"/>
                </a:cubicBezTo>
                <a:cubicBezTo>
                  <a:pt x="560364" y="103672"/>
                  <a:pt x="552762" y="102350"/>
                  <a:pt x="546630" y="99705"/>
                </a:cubicBezTo>
                <a:cubicBezTo>
                  <a:pt x="540498" y="97061"/>
                  <a:pt x="535688" y="93083"/>
                  <a:pt x="532200" y="87772"/>
                </a:cubicBezTo>
                <a:cubicBezTo>
                  <a:pt x="528713" y="82461"/>
                  <a:pt x="526878" y="76454"/>
                  <a:pt x="526695" y="69753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2" name="Text 3)GeneticOperator-inspired">
            <a:extLst xmlns:a="http://schemas.openxmlformats.org/drawingml/2006/main">
              <a:ext uri="{FF2B5EF4-FFF2-40B4-BE49-F238E27FC236}">
                <a16:creationId xmlns:a16="http://schemas.microsoft.com/office/drawing/2014/main" id="{6B73A770-EFF0-46F5-BAE7-4679A3843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92773" y="3323655"/>
            <a:ext cx="2630948" cy="183414"/>
          </a:xfrm>
          <a:custGeom xmlns:a="http://schemas.openxmlformats.org/drawingml/2006/main">
            <a:pathLst>
              <a:path w="2630948" h="183414">
                <a:moveTo>
                  <a:pt x="0" y="105149"/>
                </a:moveTo>
                <a:lnTo>
                  <a:pt x="25930" y="102003"/>
                </a:lnTo>
                <a:cubicBezTo>
                  <a:pt x="26756" y="108612"/>
                  <a:pt x="28980" y="113665"/>
                  <a:pt x="32603" y="117160"/>
                </a:cubicBezTo>
                <a:cubicBezTo>
                  <a:pt x="36225" y="120656"/>
                  <a:pt x="40610" y="122403"/>
                  <a:pt x="45758" y="122403"/>
                </a:cubicBezTo>
                <a:cubicBezTo>
                  <a:pt x="51287" y="122403"/>
                  <a:pt x="55943" y="120306"/>
                  <a:pt x="59724" y="116112"/>
                </a:cubicBezTo>
                <a:cubicBezTo>
                  <a:pt x="63505" y="111917"/>
                  <a:pt x="65396" y="106261"/>
                  <a:pt x="65396" y="99143"/>
                </a:cubicBezTo>
                <a:cubicBezTo>
                  <a:pt x="65396" y="92406"/>
                  <a:pt x="63585" y="87068"/>
                  <a:pt x="59962" y="83127"/>
                </a:cubicBezTo>
                <a:cubicBezTo>
                  <a:pt x="56340" y="79187"/>
                  <a:pt x="51923" y="77217"/>
                  <a:pt x="46712" y="77217"/>
                </a:cubicBezTo>
                <a:cubicBezTo>
                  <a:pt x="43280" y="77217"/>
                  <a:pt x="39181" y="77884"/>
                  <a:pt x="34414" y="79219"/>
                </a:cubicBezTo>
                <a:lnTo>
                  <a:pt x="37369" y="57579"/>
                </a:lnTo>
                <a:cubicBezTo>
                  <a:pt x="44614" y="57770"/>
                  <a:pt x="50143" y="56202"/>
                  <a:pt x="53957" y="52875"/>
                </a:cubicBezTo>
                <a:cubicBezTo>
                  <a:pt x="57770" y="49547"/>
                  <a:pt x="59676" y="45126"/>
                  <a:pt x="59676" y="39612"/>
                </a:cubicBezTo>
                <a:cubicBezTo>
                  <a:pt x="59676" y="34923"/>
                  <a:pt x="58278" y="31185"/>
                  <a:pt x="55482" y="28396"/>
                </a:cubicBezTo>
                <a:cubicBezTo>
                  <a:pt x="52686" y="25608"/>
                  <a:pt x="48968" y="24214"/>
                  <a:pt x="44328" y="24214"/>
                </a:cubicBezTo>
                <a:cubicBezTo>
                  <a:pt x="39752" y="24214"/>
                  <a:pt x="35844" y="25803"/>
                  <a:pt x="32603" y="28980"/>
                </a:cubicBezTo>
                <a:cubicBezTo>
                  <a:pt x="29362" y="32158"/>
                  <a:pt x="27391" y="36797"/>
                  <a:pt x="26692" y="42898"/>
                </a:cubicBezTo>
                <a:lnTo>
                  <a:pt x="2002" y="38704"/>
                </a:lnTo>
                <a:cubicBezTo>
                  <a:pt x="3718" y="30186"/>
                  <a:pt x="6308" y="23381"/>
                  <a:pt x="9771" y="18288"/>
                </a:cubicBezTo>
                <a:cubicBezTo>
                  <a:pt x="13235" y="13196"/>
                  <a:pt x="18065" y="9193"/>
                  <a:pt x="24261" y="6280"/>
                </a:cubicBezTo>
                <a:cubicBezTo>
                  <a:pt x="30458" y="3364"/>
                  <a:pt x="37401" y="1907"/>
                  <a:pt x="45091" y="1907"/>
                </a:cubicBezTo>
                <a:cubicBezTo>
                  <a:pt x="58246" y="1907"/>
                  <a:pt x="68796" y="6107"/>
                  <a:pt x="76740" y="14508"/>
                </a:cubicBezTo>
                <a:cubicBezTo>
                  <a:pt x="83286" y="21384"/>
                  <a:pt x="86559" y="29149"/>
                  <a:pt x="86559" y="37804"/>
                </a:cubicBezTo>
                <a:cubicBezTo>
                  <a:pt x="86559" y="50088"/>
                  <a:pt x="79855" y="59890"/>
                  <a:pt x="66445" y="67210"/>
                </a:cubicBezTo>
                <a:cubicBezTo>
                  <a:pt x="74452" y="68926"/>
                  <a:pt x="80855" y="72771"/>
                  <a:pt x="85654" y="78745"/>
                </a:cubicBezTo>
                <a:cubicBezTo>
                  <a:pt x="90452" y="84719"/>
                  <a:pt x="92851" y="91933"/>
                  <a:pt x="92851" y="100385"/>
                </a:cubicBezTo>
                <a:cubicBezTo>
                  <a:pt x="92851" y="112649"/>
                  <a:pt x="88371" y="123102"/>
                  <a:pt x="79410" y="131746"/>
                </a:cubicBezTo>
                <a:cubicBezTo>
                  <a:pt x="70449" y="140389"/>
                  <a:pt x="59295" y="144710"/>
                  <a:pt x="45949" y="144710"/>
                </a:cubicBezTo>
                <a:cubicBezTo>
                  <a:pt x="33302" y="144710"/>
                  <a:pt x="22816" y="141063"/>
                  <a:pt x="14490" y="133768"/>
                </a:cubicBezTo>
                <a:cubicBezTo>
                  <a:pt x="6165" y="126474"/>
                  <a:pt x="1335" y="116934"/>
                  <a:pt x="0" y="105149"/>
                </a:cubicBezTo>
                <a:close/>
                <a:moveTo>
                  <a:pt x="107858" y="183414"/>
                </a:moveTo>
                <a:cubicBezTo>
                  <a:pt x="113133" y="172090"/>
                  <a:pt x="116851" y="163406"/>
                  <a:pt x="119012" y="157362"/>
                </a:cubicBezTo>
                <a:cubicBezTo>
                  <a:pt x="121173" y="151319"/>
                  <a:pt x="123175" y="144353"/>
                  <a:pt x="125018" y="136464"/>
                </a:cubicBezTo>
                <a:cubicBezTo>
                  <a:pt x="126861" y="128574"/>
                  <a:pt x="128227" y="121083"/>
                  <a:pt x="129117" y="113990"/>
                </a:cubicBezTo>
                <a:cubicBezTo>
                  <a:pt x="130007" y="106896"/>
                  <a:pt x="130452" y="99627"/>
                  <a:pt x="130452" y="92184"/>
                </a:cubicBezTo>
                <a:cubicBezTo>
                  <a:pt x="130452" y="77042"/>
                  <a:pt x="128831" y="62712"/>
                  <a:pt x="125590" y="49193"/>
                </a:cubicBezTo>
                <a:cubicBezTo>
                  <a:pt x="122348" y="35674"/>
                  <a:pt x="116374" y="19276"/>
                  <a:pt x="107668" y="0"/>
                </a:cubicBezTo>
                <a:lnTo>
                  <a:pt x="125876" y="0"/>
                </a:lnTo>
                <a:cubicBezTo>
                  <a:pt x="135472" y="13678"/>
                  <a:pt x="142924" y="28183"/>
                  <a:pt x="148230" y="43515"/>
                </a:cubicBezTo>
                <a:cubicBezTo>
                  <a:pt x="153537" y="58847"/>
                  <a:pt x="156191" y="74402"/>
                  <a:pt x="156191" y="90179"/>
                </a:cubicBezTo>
                <a:cubicBezTo>
                  <a:pt x="156191" y="103475"/>
                  <a:pt x="154093" y="117726"/>
                  <a:pt x="149899" y="132931"/>
                </a:cubicBezTo>
                <a:cubicBezTo>
                  <a:pt x="145132" y="149981"/>
                  <a:pt x="137283" y="166809"/>
                  <a:pt x="126352" y="183414"/>
                </a:cubicBezTo>
                <a:lnTo>
                  <a:pt x="107858" y="183414"/>
                </a:lnTo>
                <a:close/>
                <a:moveTo>
                  <a:pt x="299946" y="90945"/>
                </a:moveTo>
                <a:lnTo>
                  <a:pt x="299946" y="67303"/>
                </a:lnTo>
                <a:lnTo>
                  <a:pt x="360766" y="67303"/>
                </a:lnTo>
                <a:lnTo>
                  <a:pt x="360766" y="122984"/>
                </a:lnTo>
                <a:cubicBezTo>
                  <a:pt x="354856" y="128726"/>
                  <a:pt x="346292" y="133782"/>
                  <a:pt x="335075" y="138154"/>
                </a:cubicBezTo>
                <a:cubicBezTo>
                  <a:pt x="323858" y="142525"/>
                  <a:pt x="312497" y="144710"/>
                  <a:pt x="300994" y="144710"/>
                </a:cubicBezTo>
                <a:cubicBezTo>
                  <a:pt x="286377" y="144710"/>
                  <a:pt x="273635" y="141640"/>
                  <a:pt x="262767" y="135499"/>
                </a:cubicBezTo>
                <a:cubicBezTo>
                  <a:pt x="251899" y="129358"/>
                  <a:pt x="243733" y="120577"/>
                  <a:pt x="238267" y="109155"/>
                </a:cubicBezTo>
                <a:cubicBezTo>
                  <a:pt x="232802" y="97732"/>
                  <a:pt x="230069" y="85306"/>
                  <a:pt x="230069" y="71879"/>
                </a:cubicBezTo>
                <a:cubicBezTo>
                  <a:pt x="230069" y="57305"/>
                  <a:pt x="233120" y="44355"/>
                  <a:pt x="239221" y="33029"/>
                </a:cubicBezTo>
                <a:cubicBezTo>
                  <a:pt x="245322" y="21700"/>
                  <a:pt x="254251" y="13013"/>
                  <a:pt x="266008" y="6968"/>
                </a:cubicBezTo>
                <a:cubicBezTo>
                  <a:pt x="274969" y="2323"/>
                  <a:pt x="286123" y="0"/>
                  <a:pt x="299469" y="0"/>
                </a:cubicBezTo>
                <a:cubicBezTo>
                  <a:pt x="316819" y="0"/>
                  <a:pt x="330372" y="3647"/>
                  <a:pt x="340127" y="10942"/>
                </a:cubicBezTo>
                <a:cubicBezTo>
                  <a:pt x="349883" y="18235"/>
                  <a:pt x="356158" y="28315"/>
                  <a:pt x="358955" y="41182"/>
                </a:cubicBezTo>
                <a:lnTo>
                  <a:pt x="330928" y="46521"/>
                </a:lnTo>
                <a:cubicBezTo>
                  <a:pt x="328958" y="39627"/>
                  <a:pt x="325256" y="34187"/>
                  <a:pt x="319822" y="30199"/>
                </a:cubicBezTo>
                <a:cubicBezTo>
                  <a:pt x="314388" y="26209"/>
                  <a:pt x="307604" y="24214"/>
                  <a:pt x="299469" y="24214"/>
                </a:cubicBezTo>
                <a:cubicBezTo>
                  <a:pt x="287140" y="24214"/>
                  <a:pt x="277337" y="28122"/>
                  <a:pt x="270060" y="35939"/>
                </a:cubicBezTo>
                <a:cubicBezTo>
                  <a:pt x="262783" y="43756"/>
                  <a:pt x="259145" y="55355"/>
                  <a:pt x="259145" y="70735"/>
                </a:cubicBezTo>
                <a:cubicBezTo>
                  <a:pt x="259145" y="87322"/>
                  <a:pt x="262831" y="99763"/>
                  <a:pt x="270203" y="108056"/>
                </a:cubicBezTo>
                <a:cubicBezTo>
                  <a:pt x="277575" y="116350"/>
                  <a:pt x="287235" y="120497"/>
                  <a:pt x="299183" y="120497"/>
                </a:cubicBezTo>
                <a:cubicBezTo>
                  <a:pt x="305093" y="120497"/>
                  <a:pt x="311020" y="119341"/>
                  <a:pt x="316962" y="117029"/>
                </a:cubicBezTo>
                <a:cubicBezTo>
                  <a:pt x="322904" y="114717"/>
                  <a:pt x="328004" y="111914"/>
                  <a:pt x="332262" y="108619"/>
                </a:cubicBezTo>
                <a:lnTo>
                  <a:pt x="332262" y="90945"/>
                </a:lnTo>
                <a:lnTo>
                  <a:pt x="299946" y="90945"/>
                </a:lnTo>
                <a:close/>
                <a:moveTo>
                  <a:pt x="445645" y="110010"/>
                </a:moveTo>
                <a:lnTo>
                  <a:pt x="472338" y="114586"/>
                </a:lnTo>
                <a:cubicBezTo>
                  <a:pt x="468906" y="124342"/>
                  <a:pt x="463488" y="131769"/>
                  <a:pt x="456084" y="136870"/>
                </a:cubicBezTo>
                <a:cubicBezTo>
                  <a:pt x="448680" y="141970"/>
                  <a:pt x="439417" y="144520"/>
                  <a:pt x="428295" y="144520"/>
                </a:cubicBezTo>
                <a:cubicBezTo>
                  <a:pt x="410691" y="144520"/>
                  <a:pt x="397663" y="138768"/>
                  <a:pt x="389210" y="127265"/>
                </a:cubicBezTo>
                <a:cubicBezTo>
                  <a:pt x="382537" y="118050"/>
                  <a:pt x="379200" y="106420"/>
                  <a:pt x="379200" y="92374"/>
                </a:cubicBezTo>
                <a:cubicBezTo>
                  <a:pt x="379200" y="75596"/>
                  <a:pt x="383586" y="62457"/>
                  <a:pt x="392356" y="52956"/>
                </a:cubicBezTo>
                <a:cubicBezTo>
                  <a:pt x="401126" y="43454"/>
                  <a:pt x="412216" y="38704"/>
                  <a:pt x="425626" y="38704"/>
                </a:cubicBezTo>
                <a:cubicBezTo>
                  <a:pt x="440688" y="38704"/>
                  <a:pt x="452573" y="43677"/>
                  <a:pt x="461279" y="53623"/>
                </a:cubicBezTo>
                <a:cubicBezTo>
                  <a:pt x="469986" y="63569"/>
                  <a:pt x="474149" y="78806"/>
                  <a:pt x="473767" y="99334"/>
                </a:cubicBezTo>
                <a:lnTo>
                  <a:pt x="406655" y="99334"/>
                </a:lnTo>
                <a:cubicBezTo>
                  <a:pt x="406846" y="107278"/>
                  <a:pt x="409007" y="113458"/>
                  <a:pt x="413138" y="117875"/>
                </a:cubicBezTo>
                <a:cubicBezTo>
                  <a:pt x="417269" y="122292"/>
                  <a:pt x="422417" y="124501"/>
                  <a:pt x="428581" y="124501"/>
                </a:cubicBezTo>
                <a:cubicBezTo>
                  <a:pt x="432776" y="124501"/>
                  <a:pt x="436303" y="123357"/>
                  <a:pt x="439163" y="121069"/>
                </a:cubicBezTo>
                <a:cubicBezTo>
                  <a:pt x="442023" y="118781"/>
                  <a:pt x="444184" y="115095"/>
                  <a:pt x="445645" y="110010"/>
                </a:cubicBezTo>
                <a:moveTo>
                  <a:pt x="447171" y="82937"/>
                </a:moveTo>
                <a:cubicBezTo>
                  <a:pt x="446980" y="75215"/>
                  <a:pt x="444978" y="69344"/>
                  <a:pt x="441165" y="65325"/>
                </a:cubicBezTo>
                <a:cubicBezTo>
                  <a:pt x="437352" y="61305"/>
                  <a:pt x="432712" y="59295"/>
                  <a:pt x="427247" y="59295"/>
                </a:cubicBezTo>
                <a:cubicBezTo>
                  <a:pt x="421400" y="59295"/>
                  <a:pt x="416570" y="61415"/>
                  <a:pt x="412756" y="65655"/>
                </a:cubicBezTo>
                <a:cubicBezTo>
                  <a:pt x="408943" y="69898"/>
                  <a:pt x="407068" y="75658"/>
                  <a:pt x="407132" y="82937"/>
                </a:cubicBezTo>
                <a:lnTo>
                  <a:pt x="447171" y="82937"/>
                </a:lnTo>
                <a:close/>
                <a:moveTo>
                  <a:pt x="587724" y="142232"/>
                </a:moveTo>
                <a:lnTo>
                  <a:pt x="560936" y="142232"/>
                </a:lnTo>
                <a:lnTo>
                  <a:pt x="560936" y="90623"/>
                </a:lnTo>
                <a:cubicBezTo>
                  <a:pt x="560936" y="79704"/>
                  <a:pt x="560364" y="72641"/>
                  <a:pt x="559220" y="69436"/>
                </a:cubicBezTo>
                <a:cubicBezTo>
                  <a:pt x="558076" y="66230"/>
                  <a:pt x="556217" y="63739"/>
                  <a:pt x="553643" y="61961"/>
                </a:cubicBezTo>
                <a:cubicBezTo>
                  <a:pt x="551070" y="60184"/>
                  <a:pt x="547971" y="59295"/>
                  <a:pt x="544349" y="59295"/>
                </a:cubicBezTo>
                <a:cubicBezTo>
                  <a:pt x="539709" y="59295"/>
                  <a:pt x="535547" y="60565"/>
                  <a:pt x="531861" y="63105"/>
                </a:cubicBezTo>
                <a:cubicBezTo>
                  <a:pt x="528175" y="65643"/>
                  <a:pt x="525648" y="69008"/>
                  <a:pt x="524282" y="73198"/>
                </a:cubicBezTo>
                <a:cubicBezTo>
                  <a:pt x="522916" y="77387"/>
                  <a:pt x="522232" y="85131"/>
                  <a:pt x="522232" y="96432"/>
                </a:cubicBezTo>
                <a:lnTo>
                  <a:pt x="522232" y="142232"/>
                </a:lnTo>
                <a:lnTo>
                  <a:pt x="495445" y="142232"/>
                </a:lnTo>
                <a:lnTo>
                  <a:pt x="495445" y="40992"/>
                </a:lnTo>
                <a:lnTo>
                  <a:pt x="520326" y="40992"/>
                </a:lnTo>
                <a:lnTo>
                  <a:pt x="520326" y="55863"/>
                </a:lnTo>
                <a:cubicBezTo>
                  <a:pt x="529160" y="44424"/>
                  <a:pt x="540281" y="38704"/>
                  <a:pt x="553691" y="38704"/>
                </a:cubicBezTo>
                <a:cubicBezTo>
                  <a:pt x="559602" y="38704"/>
                  <a:pt x="565004" y="39768"/>
                  <a:pt x="569897" y="41897"/>
                </a:cubicBezTo>
                <a:cubicBezTo>
                  <a:pt x="574791" y="44026"/>
                  <a:pt x="578493" y="46743"/>
                  <a:pt x="581003" y="50048"/>
                </a:cubicBezTo>
                <a:cubicBezTo>
                  <a:pt x="583513" y="53353"/>
                  <a:pt x="585261" y="57102"/>
                  <a:pt x="586246" y="61297"/>
                </a:cubicBezTo>
                <a:cubicBezTo>
                  <a:pt x="587231" y="65491"/>
                  <a:pt x="587724" y="71497"/>
                  <a:pt x="587724" y="79314"/>
                </a:cubicBezTo>
                <a:lnTo>
                  <a:pt x="587724" y="142232"/>
                </a:lnTo>
                <a:close/>
                <a:moveTo>
                  <a:pt x="673710" y="110010"/>
                </a:moveTo>
                <a:lnTo>
                  <a:pt x="700402" y="114586"/>
                </a:lnTo>
                <a:cubicBezTo>
                  <a:pt x="696970" y="124342"/>
                  <a:pt x="691552" y="131769"/>
                  <a:pt x="684148" y="136870"/>
                </a:cubicBezTo>
                <a:cubicBezTo>
                  <a:pt x="676744" y="141970"/>
                  <a:pt x="667482" y="144520"/>
                  <a:pt x="656360" y="144520"/>
                </a:cubicBezTo>
                <a:cubicBezTo>
                  <a:pt x="638756" y="144520"/>
                  <a:pt x="625727" y="138768"/>
                  <a:pt x="617275" y="127265"/>
                </a:cubicBezTo>
                <a:cubicBezTo>
                  <a:pt x="610601" y="118050"/>
                  <a:pt x="607265" y="106420"/>
                  <a:pt x="607265" y="92374"/>
                </a:cubicBezTo>
                <a:cubicBezTo>
                  <a:pt x="607265" y="75596"/>
                  <a:pt x="611650" y="62457"/>
                  <a:pt x="620420" y="52956"/>
                </a:cubicBezTo>
                <a:cubicBezTo>
                  <a:pt x="629191" y="43454"/>
                  <a:pt x="640281" y="38704"/>
                  <a:pt x="653691" y="38704"/>
                </a:cubicBezTo>
                <a:cubicBezTo>
                  <a:pt x="668753" y="38704"/>
                  <a:pt x="680637" y="43677"/>
                  <a:pt x="689344" y="53623"/>
                </a:cubicBezTo>
                <a:cubicBezTo>
                  <a:pt x="698051" y="63569"/>
                  <a:pt x="702213" y="78806"/>
                  <a:pt x="701832" y="99334"/>
                </a:cubicBezTo>
                <a:lnTo>
                  <a:pt x="634720" y="99334"/>
                </a:lnTo>
                <a:cubicBezTo>
                  <a:pt x="634911" y="107278"/>
                  <a:pt x="637071" y="113458"/>
                  <a:pt x="641202" y="117875"/>
                </a:cubicBezTo>
                <a:cubicBezTo>
                  <a:pt x="645333" y="122292"/>
                  <a:pt x="650481" y="124501"/>
                  <a:pt x="656646" y="124501"/>
                </a:cubicBezTo>
                <a:cubicBezTo>
                  <a:pt x="660840" y="124501"/>
                  <a:pt x="664367" y="123357"/>
                  <a:pt x="667227" y="121069"/>
                </a:cubicBezTo>
                <a:cubicBezTo>
                  <a:pt x="670087" y="118781"/>
                  <a:pt x="672248" y="115095"/>
                  <a:pt x="673710" y="110010"/>
                </a:cubicBezTo>
                <a:moveTo>
                  <a:pt x="675235" y="82937"/>
                </a:moveTo>
                <a:cubicBezTo>
                  <a:pt x="675044" y="75215"/>
                  <a:pt x="673042" y="69344"/>
                  <a:pt x="669229" y="65325"/>
                </a:cubicBezTo>
                <a:cubicBezTo>
                  <a:pt x="665416" y="61305"/>
                  <a:pt x="660777" y="59295"/>
                  <a:pt x="655311" y="59295"/>
                </a:cubicBezTo>
                <a:cubicBezTo>
                  <a:pt x="649464" y="59295"/>
                  <a:pt x="644634" y="61415"/>
                  <a:pt x="640821" y="65655"/>
                </a:cubicBezTo>
                <a:cubicBezTo>
                  <a:pt x="637008" y="69898"/>
                  <a:pt x="635133" y="75658"/>
                  <a:pt x="635197" y="82937"/>
                </a:cubicBezTo>
                <a:lnTo>
                  <a:pt x="675235" y="82937"/>
                </a:lnTo>
                <a:close/>
                <a:moveTo>
                  <a:pt x="770127" y="40992"/>
                </a:moveTo>
                <a:lnTo>
                  <a:pt x="770127" y="62346"/>
                </a:lnTo>
                <a:lnTo>
                  <a:pt x="751824" y="62346"/>
                </a:lnTo>
                <a:lnTo>
                  <a:pt x="751824" y="103081"/>
                </a:lnTo>
                <a:cubicBezTo>
                  <a:pt x="751824" y="111331"/>
                  <a:pt x="751999" y="116138"/>
                  <a:pt x="752348" y="117503"/>
                </a:cubicBezTo>
                <a:cubicBezTo>
                  <a:pt x="752698" y="118865"/>
                  <a:pt x="753492" y="119991"/>
                  <a:pt x="754731" y="120881"/>
                </a:cubicBezTo>
                <a:cubicBezTo>
                  <a:pt x="755971" y="121769"/>
                  <a:pt x="757480" y="122213"/>
                  <a:pt x="759260" y="122213"/>
                </a:cubicBezTo>
                <a:cubicBezTo>
                  <a:pt x="761738" y="122213"/>
                  <a:pt x="765329" y="121355"/>
                  <a:pt x="770032" y="119639"/>
                </a:cubicBezTo>
                <a:lnTo>
                  <a:pt x="772320" y="140498"/>
                </a:lnTo>
                <a:cubicBezTo>
                  <a:pt x="766091" y="143179"/>
                  <a:pt x="759037" y="144520"/>
                  <a:pt x="751157" y="144520"/>
                </a:cubicBezTo>
                <a:cubicBezTo>
                  <a:pt x="746326" y="144520"/>
                  <a:pt x="741973" y="143710"/>
                  <a:pt x="738096" y="142089"/>
                </a:cubicBezTo>
                <a:cubicBezTo>
                  <a:pt x="734220" y="140468"/>
                  <a:pt x="731376" y="138371"/>
                  <a:pt x="729564" y="135797"/>
                </a:cubicBezTo>
                <a:cubicBezTo>
                  <a:pt x="727753" y="133223"/>
                  <a:pt x="726498" y="129744"/>
                  <a:pt x="725799" y="125359"/>
                </a:cubicBezTo>
                <a:cubicBezTo>
                  <a:pt x="725227" y="122244"/>
                  <a:pt x="724941" y="115953"/>
                  <a:pt x="724941" y="106483"/>
                </a:cubicBezTo>
                <a:lnTo>
                  <a:pt x="724941" y="62346"/>
                </a:lnTo>
                <a:lnTo>
                  <a:pt x="712643" y="62346"/>
                </a:lnTo>
                <a:lnTo>
                  <a:pt x="712643" y="40992"/>
                </a:lnTo>
                <a:lnTo>
                  <a:pt x="724941" y="40992"/>
                </a:lnTo>
                <a:lnTo>
                  <a:pt x="724941" y="20782"/>
                </a:lnTo>
                <a:lnTo>
                  <a:pt x="751824" y="4957"/>
                </a:lnTo>
                <a:lnTo>
                  <a:pt x="751824" y="40992"/>
                </a:lnTo>
                <a:lnTo>
                  <a:pt x="770127" y="40992"/>
                </a:lnTo>
                <a:close/>
                <a:moveTo>
                  <a:pt x="788665" y="27264"/>
                </a:moveTo>
                <a:lnTo>
                  <a:pt x="788665" y="2479"/>
                </a:lnTo>
                <a:lnTo>
                  <a:pt x="815453" y="2479"/>
                </a:lnTo>
                <a:lnTo>
                  <a:pt x="815453" y="27264"/>
                </a:lnTo>
                <a:lnTo>
                  <a:pt x="788665" y="27264"/>
                </a:lnTo>
                <a:moveTo>
                  <a:pt x="788665" y="142232"/>
                </a:moveTo>
                <a:lnTo>
                  <a:pt x="788665" y="40992"/>
                </a:lnTo>
                <a:lnTo>
                  <a:pt x="815453" y="40992"/>
                </a:lnTo>
                <a:lnTo>
                  <a:pt x="815453" y="142232"/>
                </a:lnTo>
                <a:lnTo>
                  <a:pt x="788665" y="142232"/>
                </a:lnTo>
                <a:close/>
                <a:moveTo>
                  <a:pt x="931423" y="70925"/>
                </a:moveTo>
                <a:lnTo>
                  <a:pt x="905016" y="75692"/>
                </a:lnTo>
                <a:cubicBezTo>
                  <a:pt x="904127" y="70449"/>
                  <a:pt x="902109" y="66500"/>
                  <a:pt x="898963" y="63847"/>
                </a:cubicBezTo>
                <a:cubicBezTo>
                  <a:pt x="895817" y="61194"/>
                  <a:pt x="891734" y="59867"/>
                  <a:pt x="886713" y="59867"/>
                </a:cubicBezTo>
                <a:cubicBezTo>
                  <a:pt x="880040" y="59867"/>
                  <a:pt x="874717" y="62164"/>
                  <a:pt x="870745" y="66758"/>
                </a:cubicBezTo>
                <a:cubicBezTo>
                  <a:pt x="866773" y="71351"/>
                  <a:pt x="864787" y="79033"/>
                  <a:pt x="864787" y="89804"/>
                </a:cubicBezTo>
                <a:cubicBezTo>
                  <a:pt x="864787" y="101779"/>
                  <a:pt x="866805" y="110239"/>
                  <a:pt x="870841" y="115182"/>
                </a:cubicBezTo>
                <a:cubicBezTo>
                  <a:pt x="874876" y="120123"/>
                  <a:pt x="880294" y="122594"/>
                  <a:pt x="887094" y="122594"/>
                </a:cubicBezTo>
                <a:cubicBezTo>
                  <a:pt x="892179" y="122594"/>
                  <a:pt x="896341" y="121148"/>
                  <a:pt x="899583" y="118256"/>
                </a:cubicBezTo>
                <a:cubicBezTo>
                  <a:pt x="902824" y="115365"/>
                  <a:pt x="905112" y="110392"/>
                  <a:pt x="906446" y="103337"/>
                </a:cubicBezTo>
                <a:lnTo>
                  <a:pt x="932757" y="107913"/>
                </a:lnTo>
                <a:cubicBezTo>
                  <a:pt x="930024" y="119988"/>
                  <a:pt x="924781" y="129108"/>
                  <a:pt x="917028" y="135273"/>
                </a:cubicBezTo>
                <a:cubicBezTo>
                  <a:pt x="909274" y="141437"/>
                  <a:pt x="898883" y="144520"/>
                  <a:pt x="885855" y="144520"/>
                </a:cubicBezTo>
                <a:cubicBezTo>
                  <a:pt x="871047" y="144520"/>
                  <a:pt x="859242" y="139849"/>
                  <a:pt x="850440" y="130506"/>
                </a:cubicBezTo>
                <a:cubicBezTo>
                  <a:pt x="841638" y="121164"/>
                  <a:pt x="837237" y="108231"/>
                  <a:pt x="837237" y="91707"/>
                </a:cubicBezTo>
                <a:cubicBezTo>
                  <a:pt x="837237" y="74993"/>
                  <a:pt x="841654" y="61980"/>
                  <a:pt x="850488" y="52670"/>
                </a:cubicBezTo>
                <a:cubicBezTo>
                  <a:pt x="859322" y="43359"/>
                  <a:pt x="871270" y="38704"/>
                  <a:pt x="886332" y="38704"/>
                </a:cubicBezTo>
                <a:cubicBezTo>
                  <a:pt x="898661" y="38704"/>
                  <a:pt x="908464" y="41357"/>
                  <a:pt x="915741" y="46664"/>
                </a:cubicBezTo>
                <a:cubicBezTo>
                  <a:pt x="923018" y="51971"/>
                  <a:pt x="928245" y="60058"/>
                  <a:pt x="931423" y="70925"/>
                </a:cubicBezTo>
                <a:close/>
                <a:moveTo>
                  <a:pt x="1000722" y="73213"/>
                </a:moveTo>
                <a:cubicBezTo>
                  <a:pt x="1000722" y="58959"/>
                  <a:pt x="1002851" y="46997"/>
                  <a:pt x="1007109" y="37325"/>
                </a:cubicBezTo>
                <a:cubicBezTo>
                  <a:pt x="1010287" y="30197"/>
                  <a:pt x="1014624" y="23801"/>
                  <a:pt x="1020122" y="18136"/>
                </a:cubicBezTo>
                <a:cubicBezTo>
                  <a:pt x="1025619" y="12472"/>
                  <a:pt x="1031641" y="8272"/>
                  <a:pt x="1038187" y="5535"/>
                </a:cubicBezTo>
                <a:cubicBezTo>
                  <a:pt x="1046893" y="1845"/>
                  <a:pt x="1056935" y="0"/>
                  <a:pt x="1068311" y="0"/>
                </a:cubicBezTo>
                <a:cubicBezTo>
                  <a:pt x="1088902" y="0"/>
                  <a:pt x="1105378" y="6396"/>
                  <a:pt x="1117739" y="19188"/>
                </a:cubicBezTo>
                <a:cubicBezTo>
                  <a:pt x="1130100" y="31978"/>
                  <a:pt x="1136281" y="49764"/>
                  <a:pt x="1136281" y="72546"/>
                </a:cubicBezTo>
                <a:cubicBezTo>
                  <a:pt x="1136281" y="95137"/>
                  <a:pt x="1130148" y="112813"/>
                  <a:pt x="1117882" y="125573"/>
                </a:cubicBezTo>
                <a:cubicBezTo>
                  <a:pt x="1105616" y="138331"/>
                  <a:pt x="1089220" y="144710"/>
                  <a:pt x="1068692" y="144710"/>
                </a:cubicBezTo>
                <a:cubicBezTo>
                  <a:pt x="1047910" y="144710"/>
                  <a:pt x="1031386" y="138363"/>
                  <a:pt x="1019121" y="125668"/>
                </a:cubicBezTo>
                <a:cubicBezTo>
                  <a:pt x="1006855" y="112972"/>
                  <a:pt x="1000722" y="95487"/>
                  <a:pt x="1000722" y="73213"/>
                </a:cubicBezTo>
                <a:moveTo>
                  <a:pt x="1029798" y="72260"/>
                </a:moveTo>
                <a:cubicBezTo>
                  <a:pt x="1029798" y="88085"/>
                  <a:pt x="1033452" y="100080"/>
                  <a:pt x="1040761" y="108247"/>
                </a:cubicBezTo>
                <a:cubicBezTo>
                  <a:pt x="1048069" y="116413"/>
                  <a:pt x="1057348" y="120497"/>
                  <a:pt x="1068597" y="120497"/>
                </a:cubicBezTo>
                <a:cubicBezTo>
                  <a:pt x="1079846" y="120497"/>
                  <a:pt x="1089077" y="116445"/>
                  <a:pt x="1096290" y="108342"/>
                </a:cubicBezTo>
                <a:cubicBezTo>
                  <a:pt x="1103503" y="100239"/>
                  <a:pt x="1107110" y="88085"/>
                  <a:pt x="1107110" y="71879"/>
                </a:cubicBezTo>
                <a:cubicBezTo>
                  <a:pt x="1107110" y="55863"/>
                  <a:pt x="1103599" y="43915"/>
                  <a:pt x="1096576" y="36035"/>
                </a:cubicBezTo>
                <a:cubicBezTo>
                  <a:pt x="1089553" y="28154"/>
                  <a:pt x="1080227" y="24214"/>
                  <a:pt x="1068597" y="24214"/>
                </a:cubicBezTo>
                <a:cubicBezTo>
                  <a:pt x="1056967" y="24214"/>
                  <a:pt x="1047592" y="28202"/>
                  <a:pt x="1040475" y="36178"/>
                </a:cubicBezTo>
                <a:cubicBezTo>
                  <a:pt x="1033357" y="44154"/>
                  <a:pt x="1029798" y="56181"/>
                  <a:pt x="1029798" y="72260"/>
                </a:cubicBezTo>
                <a:close/>
                <a:moveTo>
                  <a:pt x="1157765" y="40992"/>
                </a:moveTo>
                <a:lnTo>
                  <a:pt x="1182741" y="40992"/>
                </a:lnTo>
                <a:lnTo>
                  <a:pt x="1182741" y="55863"/>
                </a:lnTo>
                <a:cubicBezTo>
                  <a:pt x="1185983" y="50779"/>
                  <a:pt x="1190368" y="46648"/>
                  <a:pt x="1195897" y="43470"/>
                </a:cubicBezTo>
                <a:cubicBezTo>
                  <a:pt x="1201426" y="40293"/>
                  <a:pt x="1207559" y="38704"/>
                  <a:pt x="1214295" y="38704"/>
                </a:cubicBezTo>
                <a:cubicBezTo>
                  <a:pt x="1226053" y="38704"/>
                  <a:pt x="1236031" y="43311"/>
                  <a:pt x="1244229" y="52527"/>
                </a:cubicBezTo>
                <a:cubicBezTo>
                  <a:pt x="1252427" y="61742"/>
                  <a:pt x="1256527" y="74580"/>
                  <a:pt x="1256527" y="91040"/>
                </a:cubicBezTo>
                <a:cubicBezTo>
                  <a:pt x="1256527" y="107945"/>
                  <a:pt x="1252396" y="121085"/>
                  <a:pt x="1244134" y="130459"/>
                </a:cubicBezTo>
                <a:cubicBezTo>
                  <a:pt x="1235872" y="139833"/>
                  <a:pt x="1225862" y="144520"/>
                  <a:pt x="1214105" y="144520"/>
                </a:cubicBezTo>
                <a:cubicBezTo>
                  <a:pt x="1208512" y="144520"/>
                  <a:pt x="1203444" y="143408"/>
                  <a:pt x="1198900" y="141183"/>
                </a:cubicBezTo>
                <a:cubicBezTo>
                  <a:pt x="1194356" y="138959"/>
                  <a:pt x="1189573" y="135146"/>
                  <a:pt x="1184553" y="129744"/>
                </a:cubicBezTo>
                <a:lnTo>
                  <a:pt x="1184553" y="180745"/>
                </a:lnTo>
                <a:lnTo>
                  <a:pt x="1157765" y="180745"/>
                </a:lnTo>
                <a:lnTo>
                  <a:pt x="1157765" y="40992"/>
                </a:lnTo>
                <a:moveTo>
                  <a:pt x="1184267" y="89851"/>
                </a:moveTo>
                <a:cubicBezTo>
                  <a:pt x="1184267" y="101209"/>
                  <a:pt x="1186523" y="109601"/>
                  <a:pt x="1191035" y="115027"/>
                </a:cubicBezTo>
                <a:cubicBezTo>
                  <a:pt x="1195547" y="120453"/>
                  <a:pt x="1201045" y="123166"/>
                  <a:pt x="1207527" y="123166"/>
                </a:cubicBezTo>
                <a:cubicBezTo>
                  <a:pt x="1213755" y="123166"/>
                  <a:pt x="1218935" y="120675"/>
                  <a:pt x="1223066" y="115694"/>
                </a:cubicBezTo>
                <a:cubicBezTo>
                  <a:pt x="1227197" y="110714"/>
                  <a:pt x="1229262" y="102543"/>
                  <a:pt x="1229262" y="91183"/>
                </a:cubicBezTo>
                <a:cubicBezTo>
                  <a:pt x="1229262" y="80585"/>
                  <a:pt x="1227133" y="72717"/>
                  <a:pt x="1222875" y="67577"/>
                </a:cubicBezTo>
                <a:cubicBezTo>
                  <a:pt x="1218617" y="62437"/>
                  <a:pt x="1213342" y="59867"/>
                  <a:pt x="1207050" y="59867"/>
                </a:cubicBezTo>
                <a:cubicBezTo>
                  <a:pt x="1200504" y="59867"/>
                  <a:pt x="1195071" y="62389"/>
                  <a:pt x="1190749" y="67434"/>
                </a:cubicBezTo>
                <a:cubicBezTo>
                  <a:pt x="1186427" y="72478"/>
                  <a:pt x="1184267" y="79951"/>
                  <a:pt x="1184267" y="89851"/>
                </a:cubicBezTo>
                <a:close/>
                <a:moveTo>
                  <a:pt x="1336602" y="110010"/>
                </a:moveTo>
                <a:lnTo>
                  <a:pt x="1363294" y="114586"/>
                </a:lnTo>
                <a:cubicBezTo>
                  <a:pt x="1359862" y="124342"/>
                  <a:pt x="1354445" y="131769"/>
                  <a:pt x="1347041" y="136870"/>
                </a:cubicBezTo>
                <a:cubicBezTo>
                  <a:pt x="1339637" y="141970"/>
                  <a:pt x="1330374" y="144520"/>
                  <a:pt x="1319252" y="144520"/>
                </a:cubicBezTo>
                <a:cubicBezTo>
                  <a:pt x="1301648" y="144520"/>
                  <a:pt x="1288619" y="138768"/>
                  <a:pt x="1280167" y="127265"/>
                </a:cubicBezTo>
                <a:cubicBezTo>
                  <a:pt x="1273494" y="118050"/>
                  <a:pt x="1270157" y="106420"/>
                  <a:pt x="1270157" y="92374"/>
                </a:cubicBezTo>
                <a:cubicBezTo>
                  <a:pt x="1270157" y="75596"/>
                  <a:pt x="1274542" y="62457"/>
                  <a:pt x="1283313" y="52956"/>
                </a:cubicBezTo>
                <a:cubicBezTo>
                  <a:pt x="1292083" y="43454"/>
                  <a:pt x="1303173" y="38704"/>
                  <a:pt x="1316583" y="38704"/>
                </a:cubicBezTo>
                <a:cubicBezTo>
                  <a:pt x="1331645" y="38704"/>
                  <a:pt x="1343529" y="43677"/>
                  <a:pt x="1352236" y="53623"/>
                </a:cubicBezTo>
                <a:cubicBezTo>
                  <a:pt x="1360943" y="63569"/>
                  <a:pt x="1365106" y="78806"/>
                  <a:pt x="1364724" y="99334"/>
                </a:cubicBezTo>
                <a:lnTo>
                  <a:pt x="1297612" y="99334"/>
                </a:lnTo>
                <a:cubicBezTo>
                  <a:pt x="1297803" y="107278"/>
                  <a:pt x="1299964" y="113458"/>
                  <a:pt x="1304095" y="117875"/>
                </a:cubicBezTo>
                <a:cubicBezTo>
                  <a:pt x="1308226" y="122292"/>
                  <a:pt x="1313373" y="124501"/>
                  <a:pt x="1319538" y="124501"/>
                </a:cubicBezTo>
                <a:cubicBezTo>
                  <a:pt x="1323733" y="124501"/>
                  <a:pt x="1327260" y="123357"/>
                  <a:pt x="1330120" y="121069"/>
                </a:cubicBezTo>
                <a:cubicBezTo>
                  <a:pt x="1332979" y="118781"/>
                  <a:pt x="1335140" y="115095"/>
                  <a:pt x="1336602" y="110010"/>
                </a:cubicBezTo>
                <a:moveTo>
                  <a:pt x="1338127" y="82937"/>
                </a:moveTo>
                <a:cubicBezTo>
                  <a:pt x="1337937" y="75215"/>
                  <a:pt x="1335935" y="69344"/>
                  <a:pt x="1332122" y="65325"/>
                </a:cubicBezTo>
                <a:cubicBezTo>
                  <a:pt x="1328308" y="61305"/>
                  <a:pt x="1323669" y="59295"/>
                  <a:pt x="1318203" y="59295"/>
                </a:cubicBezTo>
                <a:cubicBezTo>
                  <a:pt x="1312356" y="59295"/>
                  <a:pt x="1307526" y="61415"/>
                  <a:pt x="1303713" y="65655"/>
                </a:cubicBezTo>
                <a:cubicBezTo>
                  <a:pt x="1299900" y="69898"/>
                  <a:pt x="1298025" y="75658"/>
                  <a:pt x="1298089" y="82937"/>
                </a:cubicBezTo>
                <a:lnTo>
                  <a:pt x="1338127" y="82937"/>
                </a:lnTo>
                <a:close/>
                <a:moveTo>
                  <a:pt x="1412238" y="142232"/>
                </a:moveTo>
                <a:lnTo>
                  <a:pt x="1385450" y="142232"/>
                </a:lnTo>
                <a:lnTo>
                  <a:pt x="1385450" y="40992"/>
                </a:lnTo>
                <a:lnTo>
                  <a:pt x="1410331" y="40992"/>
                </a:lnTo>
                <a:lnTo>
                  <a:pt x="1410331" y="55387"/>
                </a:lnTo>
                <a:cubicBezTo>
                  <a:pt x="1414589" y="48586"/>
                  <a:pt x="1418418" y="44106"/>
                  <a:pt x="1421818" y="41945"/>
                </a:cubicBezTo>
                <a:cubicBezTo>
                  <a:pt x="1425219" y="39784"/>
                  <a:pt x="1429079" y="38704"/>
                  <a:pt x="1433401" y="38704"/>
                </a:cubicBezTo>
                <a:cubicBezTo>
                  <a:pt x="1439502" y="38704"/>
                  <a:pt x="1445381" y="40388"/>
                  <a:pt x="1451037" y="43756"/>
                </a:cubicBezTo>
                <a:lnTo>
                  <a:pt x="1442743" y="67112"/>
                </a:lnTo>
                <a:cubicBezTo>
                  <a:pt x="1438231" y="64189"/>
                  <a:pt x="1434037" y="62727"/>
                  <a:pt x="1430160" y="62727"/>
                </a:cubicBezTo>
                <a:cubicBezTo>
                  <a:pt x="1426410" y="62727"/>
                  <a:pt x="1423232" y="63760"/>
                  <a:pt x="1420627" y="65825"/>
                </a:cubicBezTo>
                <a:cubicBezTo>
                  <a:pt x="1418021" y="67891"/>
                  <a:pt x="1415972" y="71624"/>
                  <a:pt x="1414478" y="77026"/>
                </a:cubicBezTo>
                <a:cubicBezTo>
                  <a:pt x="1412985" y="82428"/>
                  <a:pt x="1412238" y="93741"/>
                  <a:pt x="1412238" y="110964"/>
                </a:cubicBezTo>
                <a:lnTo>
                  <a:pt x="1412238" y="142232"/>
                </a:lnTo>
                <a:close/>
                <a:moveTo>
                  <a:pt x="1482753" y="72260"/>
                </a:moveTo>
                <a:lnTo>
                  <a:pt x="1458444" y="67875"/>
                </a:lnTo>
                <a:cubicBezTo>
                  <a:pt x="1461176" y="57958"/>
                  <a:pt x="1465879" y="50618"/>
                  <a:pt x="1472552" y="45854"/>
                </a:cubicBezTo>
                <a:cubicBezTo>
                  <a:pt x="1479225" y="41087"/>
                  <a:pt x="1489140" y="38704"/>
                  <a:pt x="1502295" y="38704"/>
                </a:cubicBezTo>
                <a:cubicBezTo>
                  <a:pt x="1514243" y="38704"/>
                  <a:pt x="1523141" y="40118"/>
                  <a:pt x="1528987" y="42946"/>
                </a:cubicBezTo>
                <a:cubicBezTo>
                  <a:pt x="1534834" y="45774"/>
                  <a:pt x="1538949" y="49365"/>
                  <a:pt x="1541333" y="53718"/>
                </a:cubicBezTo>
                <a:cubicBezTo>
                  <a:pt x="1543716" y="58072"/>
                  <a:pt x="1544908" y="66063"/>
                  <a:pt x="1544908" y="77694"/>
                </a:cubicBezTo>
                <a:lnTo>
                  <a:pt x="1544622" y="108962"/>
                </a:lnTo>
                <a:cubicBezTo>
                  <a:pt x="1544622" y="117859"/>
                  <a:pt x="1545051" y="124421"/>
                  <a:pt x="1545909" y="128647"/>
                </a:cubicBezTo>
                <a:cubicBezTo>
                  <a:pt x="1546766" y="132874"/>
                  <a:pt x="1548371" y="137402"/>
                  <a:pt x="1550723" y="142232"/>
                </a:cubicBezTo>
                <a:lnTo>
                  <a:pt x="1524221" y="142232"/>
                </a:lnTo>
                <a:cubicBezTo>
                  <a:pt x="1523522" y="140452"/>
                  <a:pt x="1522664" y="137815"/>
                  <a:pt x="1521647" y="134320"/>
                </a:cubicBezTo>
                <a:cubicBezTo>
                  <a:pt x="1521202" y="132731"/>
                  <a:pt x="1520884" y="131682"/>
                  <a:pt x="1520694" y="131174"/>
                </a:cubicBezTo>
                <a:cubicBezTo>
                  <a:pt x="1516118" y="135622"/>
                  <a:pt x="1511224" y="138959"/>
                  <a:pt x="1506013" y="141183"/>
                </a:cubicBezTo>
                <a:cubicBezTo>
                  <a:pt x="1500802" y="143408"/>
                  <a:pt x="1495241" y="144520"/>
                  <a:pt x="1489330" y="144520"/>
                </a:cubicBezTo>
                <a:cubicBezTo>
                  <a:pt x="1478908" y="144520"/>
                  <a:pt x="1470693" y="141704"/>
                  <a:pt x="1464688" y="136071"/>
                </a:cubicBezTo>
                <a:cubicBezTo>
                  <a:pt x="1458682" y="130439"/>
                  <a:pt x="1455679" y="123319"/>
                  <a:pt x="1455679" y="114711"/>
                </a:cubicBezTo>
                <a:cubicBezTo>
                  <a:pt x="1455679" y="109015"/>
                  <a:pt x="1457045" y="103937"/>
                  <a:pt x="1459778" y="99477"/>
                </a:cubicBezTo>
                <a:cubicBezTo>
                  <a:pt x="1462511" y="95014"/>
                  <a:pt x="1466340" y="91596"/>
                  <a:pt x="1471265" y="89223"/>
                </a:cubicBezTo>
                <a:cubicBezTo>
                  <a:pt x="1476191" y="86849"/>
                  <a:pt x="1483293" y="84777"/>
                  <a:pt x="1492572" y="83005"/>
                </a:cubicBezTo>
                <a:cubicBezTo>
                  <a:pt x="1505092" y="80664"/>
                  <a:pt x="1513767" y="78480"/>
                  <a:pt x="1518597" y="76454"/>
                </a:cubicBezTo>
                <a:lnTo>
                  <a:pt x="1518597" y="73755"/>
                </a:lnTo>
                <a:cubicBezTo>
                  <a:pt x="1518597" y="68550"/>
                  <a:pt x="1517325" y="64839"/>
                  <a:pt x="1514783" y="62623"/>
                </a:cubicBezTo>
                <a:cubicBezTo>
                  <a:pt x="1512241" y="60404"/>
                  <a:pt x="1507443" y="59295"/>
                  <a:pt x="1500389" y="59295"/>
                </a:cubicBezTo>
                <a:cubicBezTo>
                  <a:pt x="1495622" y="59295"/>
                  <a:pt x="1491904" y="60254"/>
                  <a:pt x="1489235" y="62173"/>
                </a:cubicBezTo>
                <a:cubicBezTo>
                  <a:pt x="1486566" y="64089"/>
                  <a:pt x="1484405" y="67452"/>
                  <a:pt x="1482753" y="72260"/>
                </a:cubicBezTo>
                <a:moveTo>
                  <a:pt x="1518597" y="93995"/>
                </a:moveTo>
                <a:cubicBezTo>
                  <a:pt x="1515165" y="95125"/>
                  <a:pt x="1509731" y="96476"/>
                  <a:pt x="1502295" y="98047"/>
                </a:cubicBezTo>
                <a:cubicBezTo>
                  <a:pt x="1494859" y="99616"/>
                  <a:pt x="1489998" y="101154"/>
                  <a:pt x="1487710" y="102661"/>
                </a:cubicBezTo>
                <a:cubicBezTo>
                  <a:pt x="1484214" y="105110"/>
                  <a:pt x="1482467" y="108218"/>
                  <a:pt x="1482467" y="111986"/>
                </a:cubicBezTo>
                <a:cubicBezTo>
                  <a:pt x="1482467" y="115692"/>
                  <a:pt x="1483865" y="118895"/>
                  <a:pt x="1486661" y="121596"/>
                </a:cubicBezTo>
                <a:cubicBezTo>
                  <a:pt x="1489457" y="124295"/>
                  <a:pt x="1493016" y="125645"/>
                  <a:pt x="1497338" y="125645"/>
                </a:cubicBezTo>
                <a:cubicBezTo>
                  <a:pt x="1502168" y="125645"/>
                  <a:pt x="1506776" y="124075"/>
                  <a:pt x="1511161" y="120935"/>
                </a:cubicBezTo>
                <a:cubicBezTo>
                  <a:pt x="1514402" y="118549"/>
                  <a:pt x="1516531" y="115629"/>
                  <a:pt x="1517548" y="112173"/>
                </a:cubicBezTo>
                <a:cubicBezTo>
                  <a:pt x="1518247" y="109913"/>
                  <a:pt x="1518597" y="105612"/>
                  <a:pt x="1518597" y="99271"/>
                </a:cubicBezTo>
                <a:lnTo>
                  <a:pt x="1518597" y="93995"/>
                </a:lnTo>
                <a:close/>
                <a:moveTo>
                  <a:pt x="1617777" y="40992"/>
                </a:moveTo>
                <a:lnTo>
                  <a:pt x="1617777" y="62346"/>
                </a:lnTo>
                <a:lnTo>
                  <a:pt x="1599473" y="62346"/>
                </a:lnTo>
                <a:lnTo>
                  <a:pt x="1599473" y="103081"/>
                </a:lnTo>
                <a:cubicBezTo>
                  <a:pt x="1599473" y="111331"/>
                  <a:pt x="1599648" y="116138"/>
                  <a:pt x="1599998" y="117503"/>
                </a:cubicBezTo>
                <a:cubicBezTo>
                  <a:pt x="1600347" y="118865"/>
                  <a:pt x="1601142" y="119991"/>
                  <a:pt x="1602381" y="120881"/>
                </a:cubicBezTo>
                <a:cubicBezTo>
                  <a:pt x="1603620" y="121769"/>
                  <a:pt x="1605130" y="122213"/>
                  <a:pt x="1606909" y="122213"/>
                </a:cubicBezTo>
                <a:cubicBezTo>
                  <a:pt x="1609388" y="122213"/>
                  <a:pt x="1612979" y="121355"/>
                  <a:pt x="1617681" y="119639"/>
                </a:cubicBezTo>
                <a:lnTo>
                  <a:pt x="1619969" y="140498"/>
                </a:lnTo>
                <a:cubicBezTo>
                  <a:pt x="1613741" y="143179"/>
                  <a:pt x="1606687" y="144520"/>
                  <a:pt x="1598806" y="144520"/>
                </a:cubicBezTo>
                <a:cubicBezTo>
                  <a:pt x="1593976" y="144520"/>
                  <a:pt x="1589623" y="143710"/>
                  <a:pt x="1585746" y="142089"/>
                </a:cubicBezTo>
                <a:cubicBezTo>
                  <a:pt x="1581869" y="140468"/>
                  <a:pt x="1579025" y="138371"/>
                  <a:pt x="1577214" y="135797"/>
                </a:cubicBezTo>
                <a:cubicBezTo>
                  <a:pt x="1575403" y="133223"/>
                  <a:pt x="1574148" y="129744"/>
                  <a:pt x="1573448" y="125359"/>
                </a:cubicBezTo>
                <a:cubicBezTo>
                  <a:pt x="1572876" y="122244"/>
                  <a:pt x="1572590" y="115953"/>
                  <a:pt x="1572590" y="106483"/>
                </a:cubicBezTo>
                <a:lnTo>
                  <a:pt x="1572590" y="62346"/>
                </a:lnTo>
                <a:lnTo>
                  <a:pt x="1560293" y="62346"/>
                </a:lnTo>
                <a:lnTo>
                  <a:pt x="1560293" y="40992"/>
                </a:lnTo>
                <a:lnTo>
                  <a:pt x="1572590" y="40992"/>
                </a:lnTo>
                <a:lnTo>
                  <a:pt x="1572590" y="20782"/>
                </a:lnTo>
                <a:lnTo>
                  <a:pt x="1599473" y="4957"/>
                </a:lnTo>
                <a:lnTo>
                  <a:pt x="1599473" y="40992"/>
                </a:lnTo>
                <a:lnTo>
                  <a:pt x="1617777" y="40992"/>
                </a:lnTo>
                <a:close/>
                <a:moveTo>
                  <a:pt x="1630117" y="90182"/>
                </a:moveTo>
                <a:cubicBezTo>
                  <a:pt x="1630117" y="81284"/>
                  <a:pt x="1632310" y="72673"/>
                  <a:pt x="1636695" y="64348"/>
                </a:cubicBezTo>
                <a:cubicBezTo>
                  <a:pt x="1641080" y="56022"/>
                  <a:pt x="1647293" y="49667"/>
                  <a:pt x="1655332" y="45282"/>
                </a:cubicBezTo>
                <a:cubicBezTo>
                  <a:pt x="1663372" y="40896"/>
                  <a:pt x="1672349" y="38704"/>
                  <a:pt x="1682263" y="38704"/>
                </a:cubicBezTo>
                <a:cubicBezTo>
                  <a:pt x="1697579" y="38704"/>
                  <a:pt x="1710131" y="43677"/>
                  <a:pt x="1719918" y="53623"/>
                </a:cubicBezTo>
                <a:cubicBezTo>
                  <a:pt x="1729705" y="63569"/>
                  <a:pt x="1734599" y="76137"/>
                  <a:pt x="1734599" y="91326"/>
                </a:cubicBezTo>
                <a:cubicBezTo>
                  <a:pt x="1734599" y="106642"/>
                  <a:pt x="1729658" y="119337"/>
                  <a:pt x="1719775" y="129410"/>
                </a:cubicBezTo>
                <a:cubicBezTo>
                  <a:pt x="1709893" y="139483"/>
                  <a:pt x="1697452" y="144520"/>
                  <a:pt x="1682453" y="144520"/>
                </a:cubicBezTo>
                <a:cubicBezTo>
                  <a:pt x="1673175" y="144520"/>
                  <a:pt x="1664325" y="142423"/>
                  <a:pt x="1655904" y="138228"/>
                </a:cubicBezTo>
                <a:cubicBezTo>
                  <a:pt x="1647483" y="134034"/>
                  <a:pt x="1641080" y="127885"/>
                  <a:pt x="1636695" y="119782"/>
                </a:cubicBezTo>
                <a:cubicBezTo>
                  <a:pt x="1632310" y="111679"/>
                  <a:pt x="1630117" y="101812"/>
                  <a:pt x="1630117" y="90182"/>
                </a:cubicBezTo>
                <a:moveTo>
                  <a:pt x="1657572" y="91612"/>
                </a:moveTo>
                <a:cubicBezTo>
                  <a:pt x="1657572" y="101621"/>
                  <a:pt x="1659956" y="109288"/>
                  <a:pt x="1664722" y="114610"/>
                </a:cubicBezTo>
                <a:cubicBezTo>
                  <a:pt x="1669489" y="119933"/>
                  <a:pt x="1675367" y="122594"/>
                  <a:pt x="1682358" y="122594"/>
                </a:cubicBezTo>
                <a:cubicBezTo>
                  <a:pt x="1689349" y="122594"/>
                  <a:pt x="1695212" y="119933"/>
                  <a:pt x="1699946" y="114610"/>
                </a:cubicBezTo>
                <a:cubicBezTo>
                  <a:pt x="1704681" y="109288"/>
                  <a:pt x="1707049" y="101558"/>
                  <a:pt x="1707049" y="91421"/>
                </a:cubicBezTo>
                <a:cubicBezTo>
                  <a:pt x="1707049" y="81539"/>
                  <a:pt x="1704681" y="73936"/>
                  <a:pt x="1699946" y="68614"/>
                </a:cubicBezTo>
                <a:cubicBezTo>
                  <a:pt x="1695212" y="63291"/>
                  <a:pt x="1689349" y="60630"/>
                  <a:pt x="1682358" y="60630"/>
                </a:cubicBezTo>
                <a:cubicBezTo>
                  <a:pt x="1675367" y="60630"/>
                  <a:pt x="1669489" y="63291"/>
                  <a:pt x="1664722" y="68614"/>
                </a:cubicBezTo>
                <a:cubicBezTo>
                  <a:pt x="1659956" y="73936"/>
                  <a:pt x="1657572" y="81602"/>
                  <a:pt x="1657572" y="91612"/>
                </a:cubicBezTo>
                <a:close/>
                <a:moveTo>
                  <a:pt x="1781404" y="142232"/>
                </a:moveTo>
                <a:lnTo>
                  <a:pt x="1754616" y="142232"/>
                </a:lnTo>
                <a:lnTo>
                  <a:pt x="1754616" y="40992"/>
                </a:lnTo>
                <a:lnTo>
                  <a:pt x="1779497" y="40992"/>
                </a:lnTo>
                <a:lnTo>
                  <a:pt x="1779497" y="55387"/>
                </a:lnTo>
                <a:cubicBezTo>
                  <a:pt x="1783755" y="48586"/>
                  <a:pt x="1787584" y="44106"/>
                  <a:pt x="1790985" y="41945"/>
                </a:cubicBezTo>
                <a:cubicBezTo>
                  <a:pt x="1794385" y="39784"/>
                  <a:pt x="1798246" y="38704"/>
                  <a:pt x="1802567" y="38704"/>
                </a:cubicBezTo>
                <a:cubicBezTo>
                  <a:pt x="1808668" y="38704"/>
                  <a:pt x="1814547" y="40388"/>
                  <a:pt x="1820203" y="43756"/>
                </a:cubicBezTo>
                <a:lnTo>
                  <a:pt x="1811909" y="67112"/>
                </a:lnTo>
                <a:cubicBezTo>
                  <a:pt x="1807397" y="64189"/>
                  <a:pt x="1803203" y="62727"/>
                  <a:pt x="1799326" y="62727"/>
                </a:cubicBezTo>
                <a:cubicBezTo>
                  <a:pt x="1795576" y="62727"/>
                  <a:pt x="1792399" y="63760"/>
                  <a:pt x="1789793" y="65825"/>
                </a:cubicBezTo>
                <a:cubicBezTo>
                  <a:pt x="1787187" y="67891"/>
                  <a:pt x="1785138" y="71624"/>
                  <a:pt x="1783644" y="77026"/>
                </a:cubicBezTo>
                <a:cubicBezTo>
                  <a:pt x="1782151" y="82428"/>
                  <a:pt x="1781404" y="93741"/>
                  <a:pt x="1781404" y="110964"/>
                </a:cubicBezTo>
                <a:lnTo>
                  <a:pt x="1781404" y="142232"/>
                </a:lnTo>
                <a:close/>
                <a:moveTo>
                  <a:pt x="1828849" y="104863"/>
                </a:moveTo>
                <a:lnTo>
                  <a:pt x="1828849" y="77980"/>
                </a:lnTo>
                <a:lnTo>
                  <a:pt x="1881471" y="77980"/>
                </a:lnTo>
                <a:lnTo>
                  <a:pt x="1881471" y="104863"/>
                </a:lnTo>
                <a:lnTo>
                  <a:pt x="1828849" y="104863"/>
                </a:lnTo>
                <a:close/>
                <a:moveTo>
                  <a:pt x="1896860" y="27264"/>
                </a:moveTo>
                <a:lnTo>
                  <a:pt x="1896860" y="2479"/>
                </a:lnTo>
                <a:lnTo>
                  <a:pt x="1923648" y="2479"/>
                </a:lnTo>
                <a:lnTo>
                  <a:pt x="1923648" y="27264"/>
                </a:lnTo>
                <a:lnTo>
                  <a:pt x="1896860" y="27264"/>
                </a:lnTo>
                <a:moveTo>
                  <a:pt x="1896860" y="142232"/>
                </a:moveTo>
                <a:lnTo>
                  <a:pt x="1896860" y="40992"/>
                </a:lnTo>
                <a:lnTo>
                  <a:pt x="1923648" y="40992"/>
                </a:lnTo>
                <a:lnTo>
                  <a:pt x="1923648" y="142232"/>
                </a:lnTo>
                <a:lnTo>
                  <a:pt x="1896860" y="142232"/>
                </a:lnTo>
                <a:close/>
                <a:moveTo>
                  <a:pt x="2043433" y="142232"/>
                </a:moveTo>
                <a:lnTo>
                  <a:pt x="2016645" y="142232"/>
                </a:lnTo>
                <a:lnTo>
                  <a:pt x="2016645" y="90623"/>
                </a:lnTo>
                <a:cubicBezTo>
                  <a:pt x="2016645" y="79704"/>
                  <a:pt x="2016073" y="72641"/>
                  <a:pt x="2014929" y="69436"/>
                </a:cubicBezTo>
                <a:cubicBezTo>
                  <a:pt x="2013785" y="66230"/>
                  <a:pt x="2011926" y="63739"/>
                  <a:pt x="2009353" y="61961"/>
                </a:cubicBezTo>
                <a:cubicBezTo>
                  <a:pt x="2006779" y="60184"/>
                  <a:pt x="2003680" y="59295"/>
                  <a:pt x="2000058" y="59295"/>
                </a:cubicBezTo>
                <a:cubicBezTo>
                  <a:pt x="1995419" y="59295"/>
                  <a:pt x="1991256" y="60565"/>
                  <a:pt x="1987570" y="63105"/>
                </a:cubicBezTo>
                <a:cubicBezTo>
                  <a:pt x="1983884" y="65643"/>
                  <a:pt x="1981357" y="69008"/>
                  <a:pt x="1979991" y="73198"/>
                </a:cubicBezTo>
                <a:cubicBezTo>
                  <a:pt x="1978625" y="77387"/>
                  <a:pt x="1977941" y="85131"/>
                  <a:pt x="1977941" y="96432"/>
                </a:cubicBezTo>
                <a:lnTo>
                  <a:pt x="1977941" y="142232"/>
                </a:lnTo>
                <a:lnTo>
                  <a:pt x="1951154" y="142232"/>
                </a:lnTo>
                <a:lnTo>
                  <a:pt x="1951154" y="40992"/>
                </a:lnTo>
                <a:lnTo>
                  <a:pt x="1976035" y="40992"/>
                </a:lnTo>
                <a:lnTo>
                  <a:pt x="1976035" y="55863"/>
                </a:lnTo>
                <a:cubicBezTo>
                  <a:pt x="1984869" y="44424"/>
                  <a:pt x="1995990" y="38704"/>
                  <a:pt x="2009400" y="38704"/>
                </a:cubicBezTo>
                <a:cubicBezTo>
                  <a:pt x="2015311" y="38704"/>
                  <a:pt x="2020713" y="39768"/>
                  <a:pt x="2025606" y="41897"/>
                </a:cubicBezTo>
                <a:cubicBezTo>
                  <a:pt x="2030500" y="44026"/>
                  <a:pt x="2034202" y="46743"/>
                  <a:pt x="2036712" y="50048"/>
                </a:cubicBezTo>
                <a:cubicBezTo>
                  <a:pt x="2039223" y="53353"/>
                  <a:pt x="2040970" y="57102"/>
                  <a:pt x="2041955" y="61297"/>
                </a:cubicBezTo>
                <a:cubicBezTo>
                  <a:pt x="2042940" y="65491"/>
                  <a:pt x="2043433" y="71497"/>
                  <a:pt x="2043433" y="79314"/>
                </a:cubicBezTo>
                <a:lnTo>
                  <a:pt x="2043433" y="142232"/>
                </a:lnTo>
                <a:close/>
                <a:moveTo>
                  <a:pt x="2061352" y="113442"/>
                </a:moveTo>
                <a:lnTo>
                  <a:pt x="2088235" y="109248"/>
                </a:lnTo>
                <a:cubicBezTo>
                  <a:pt x="2089379" y="114427"/>
                  <a:pt x="2091698" y="118360"/>
                  <a:pt x="2095194" y="121045"/>
                </a:cubicBezTo>
                <a:cubicBezTo>
                  <a:pt x="2098689" y="123730"/>
                  <a:pt x="2103583" y="125073"/>
                  <a:pt x="2109875" y="125073"/>
                </a:cubicBezTo>
                <a:cubicBezTo>
                  <a:pt x="2116802" y="125073"/>
                  <a:pt x="2122013" y="123803"/>
                  <a:pt x="2125509" y="121265"/>
                </a:cubicBezTo>
                <a:cubicBezTo>
                  <a:pt x="2127860" y="119488"/>
                  <a:pt x="2129036" y="117108"/>
                  <a:pt x="2129036" y="114125"/>
                </a:cubicBezTo>
                <a:cubicBezTo>
                  <a:pt x="2129036" y="112093"/>
                  <a:pt x="2128400" y="110411"/>
                  <a:pt x="2127129" y="109078"/>
                </a:cubicBezTo>
                <a:cubicBezTo>
                  <a:pt x="2125795" y="107809"/>
                  <a:pt x="2122808" y="106635"/>
                  <a:pt x="2118168" y="105557"/>
                </a:cubicBezTo>
                <a:cubicBezTo>
                  <a:pt x="2096560" y="100798"/>
                  <a:pt x="2082864" y="96451"/>
                  <a:pt x="2077081" y="92514"/>
                </a:cubicBezTo>
                <a:cubicBezTo>
                  <a:pt x="2069073" y="87053"/>
                  <a:pt x="2065070" y="79465"/>
                  <a:pt x="2065070" y="69752"/>
                </a:cubicBezTo>
                <a:cubicBezTo>
                  <a:pt x="2065070" y="60989"/>
                  <a:pt x="2068533" y="53624"/>
                  <a:pt x="2075461" y="47656"/>
                </a:cubicBezTo>
                <a:cubicBezTo>
                  <a:pt x="2082388" y="41688"/>
                  <a:pt x="2093128" y="38704"/>
                  <a:pt x="2107682" y="38704"/>
                </a:cubicBezTo>
                <a:cubicBezTo>
                  <a:pt x="2121537" y="38704"/>
                  <a:pt x="2131832" y="40952"/>
                  <a:pt x="2138569" y="45448"/>
                </a:cubicBezTo>
                <a:cubicBezTo>
                  <a:pt x="2145305" y="49945"/>
                  <a:pt x="2149945" y="56594"/>
                  <a:pt x="2152487" y="65396"/>
                </a:cubicBezTo>
                <a:lnTo>
                  <a:pt x="2127225" y="70163"/>
                </a:lnTo>
                <a:cubicBezTo>
                  <a:pt x="2126144" y="66222"/>
                  <a:pt x="2124095" y="63204"/>
                  <a:pt x="2121076" y="61106"/>
                </a:cubicBezTo>
                <a:cubicBezTo>
                  <a:pt x="2118057" y="59009"/>
                  <a:pt x="2113751" y="57960"/>
                  <a:pt x="2108159" y="57960"/>
                </a:cubicBezTo>
                <a:cubicBezTo>
                  <a:pt x="2101104" y="57960"/>
                  <a:pt x="2096052" y="58945"/>
                  <a:pt x="2093001" y="60913"/>
                </a:cubicBezTo>
                <a:cubicBezTo>
                  <a:pt x="2090967" y="62307"/>
                  <a:pt x="2089951" y="64115"/>
                  <a:pt x="2089951" y="66338"/>
                </a:cubicBezTo>
                <a:cubicBezTo>
                  <a:pt x="2089951" y="68240"/>
                  <a:pt x="2090840" y="69858"/>
                  <a:pt x="2092620" y="71190"/>
                </a:cubicBezTo>
                <a:cubicBezTo>
                  <a:pt x="2095035" y="72968"/>
                  <a:pt x="2103376" y="75475"/>
                  <a:pt x="2117644" y="78713"/>
                </a:cubicBezTo>
                <a:cubicBezTo>
                  <a:pt x="2131912" y="81950"/>
                  <a:pt x="2141874" y="85921"/>
                  <a:pt x="2147530" y="90626"/>
                </a:cubicBezTo>
                <a:cubicBezTo>
                  <a:pt x="2153122" y="95396"/>
                  <a:pt x="2155919" y="102041"/>
                  <a:pt x="2155919" y="110562"/>
                </a:cubicBezTo>
                <a:cubicBezTo>
                  <a:pt x="2155919" y="119846"/>
                  <a:pt x="2152042" y="127827"/>
                  <a:pt x="2144289" y="134504"/>
                </a:cubicBezTo>
                <a:cubicBezTo>
                  <a:pt x="2136535" y="141181"/>
                  <a:pt x="2125064" y="144520"/>
                  <a:pt x="2109875" y="144520"/>
                </a:cubicBezTo>
                <a:cubicBezTo>
                  <a:pt x="2096083" y="144520"/>
                  <a:pt x="2085168" y="141732"/>
                  <a:pt x="2077129" y="136158"/>
                </a:cubicBezTo>
                <a:cubicBezTo>
                  <a:pt x="2069089" y="130581"/>
                  <a:pt x="2063830" y="123009"/>
                  <a:pt x="2061352" y="113442"/>
                </a:cubicBezTo>
                <a:close/>
                <a:moveTo>
                  <a:pt x="2178646" y="40992"/>
                </a:moveTo>
                <a:lnTo>
                  <a:pt x="2203623" y="40992"/>
                </a:lnTo>
                <a:lnTo>
                  <a:pt x="2203623" y="55863"/>
                </a:lnTo>
                <a:cubicBezTo>
                  <a:pt x="2206864" y="50779"/>
                  <a:pt x="2211249" y="46648"/>
                  <a:pt x="2216778" y="43470"/>
                </a:cubicBezTo>
                <a:cubicBezTo>
                  <a:pt x="2222307" y="40293"/>
                  <a:pt x="2228440" y="38704"/>
                  <a:pt x="2235177" y="38704"/>
                </a:cubicBezTo>
                <a:cubicBezTo>
                  <a:pt x="2246934" y="38704"/>
                  <a:pt x="2256912" y="43311"/>
                  <a:pt x="2265110" y="52527"/>
                </a:cubicBezTo>
                <a:cubicBezTo>
                  <a:pt x="2273309" y="61742"/>
                  <a:pt x="2277408" y="74580"/>
                  <a:pt x="2277408" y="91040"/>
                </a:cubicBezTo>
                <a:cubicBezTo>
                  <a:pt x="2277408" y="107945"/>
                  <a:pt x="2273277" y="121085"/>
                  <a:pt x="2265015" y="130459"/>
                </a:cubicBezTo>
                <a:cubicBezTo>
                  <a:pt x="2256753" y="139833"/>
                  <a:pt x="2246743" y="144520"/>
                  <a:pt x="2234986" y="144520"/>
                </a:cubicBezTo>
                <a:cubicBezTo>
                  <a:pt x="2229393" y="144520"/>
                  <a:pt x="2224325" y="143408"/>
                  <a:pt x="2219781" y="141183"/>
                </a:cubicBezTo>
                <a:cubicBezTo>
                  <a:pt x="2215237" y="138959"/>
                  <a:pt x="2210455" y="135146"/>
                  <a:pt x="2205434" y="129744"/>
                </a:cubicBezTo>
                <a:lnTo>
                  <a:pt x="2205434" y="180745"/>
                </a:lnTo>
                <a:lnTo>
                  <a:pt x="2178646" y="180745"/>
                </a:lnTo>
                <a:lnTo>
                  <a:pt x="2178646" y="40992"/>
                </a:lnTo>
                <a:moveTo>
                  <a:pt x="2205148" y="89851"/>
                </a:moveTo>
                <a:cubicBezTo>
                  <a:pt x="2205148" y="101209"/>
                  <a:pt x="2207404" y="109601"/>
                  <a:pt x="2211916" y="115027"/>
                </a:cubicBezTo>
                <a:cubicBezTo>
                  <a:pt x="2216429" y="120453"/>
                  <a:pt x="2221926" y="123166"/>
                  <a:pt x="2228408" y="123166"/>
                </a:cubicBezTo>
                <a:cubicBezTo>
                  <a:pt x="2234637" y="123166"/>
                  <a:pt x="2239816" y="120675"/>
                  <a:pt x="2243947" y="115694"/>
                </a:cubicBezTo>
                <a:cubicBezTo>
                  <a:pt x="2248078" y="110714"/>
                  <a:pt x="2250144" y="102543"/>
                  <a:pt x="2250144" y="91183"/>
                </a:cubicBezTo>
                <a:cubicBezTo>
                  <a:pt x="2250144" y="80585"/>
                  <a:pt x="2248015" y="72717"/>
                  <a:pt x="2243756" y="67577"/>
                </a:cubicBezTo>
                <a:cubicBezTo>
                  <a:pt x="2239498" y="62437"/>
                  <a:pt x="2234223" y="59867"/>
                  <a:pt x="2227932" y="59867"/>
                </a:cubicBezTo>
                <a:cubicBezTo>
                  <a:pt x="2221386" y="59867"/>
                  <a:pt x="2215952" y="62389"/>
                  <a:pt x="2211630" y="67434"/>
                </a:cubicBezTo>
                <a:cubicBezTo>
                  <a:pt x="2207309" y="72478"/>
                  <a:pt x="2205148" y="79951"/>
                  <a:pt x="2205148" y="89851"/>
                </a:cubicBezTo>
                <a:close/>
                <a:moveTo>
                  <a:pt x="2298856" y="27264"/>
                </a:moveTo>
                <a:lnTo>
                  <a:pt x="2298856" y="2479"/>
                </a:lnTo>
                <a:lnTo>
                  <a:pt x="2325644" y="2479"/>
                </a:lnTo>
                <a:lnTo>
                  <a:pt x="2325644" y="27264"/>
                </a:lnTo>
                <a:lnTo>
                  <a:pt x="2298856" y="27264"/>
                </a:lnTo>
                <a:moveTo>
                  <a:pt x="2298856" y="142232"/>
                </a:moveTo>
                <a:lnTo>
                  <a:pt x="2298856" y="40992"/>
                </a:lnTo>
                <a:lnTo>
                  <a:pt x="2325644" y="40992"/>
                </a:lnTo>
                <a:lnTo>
                  <a:pt x="2325644" y="142232"/>
                </a:lnTo>
                <a:lnTo>
                  <a:pt x="2298856" y="142232"/>
                </a:lnTo>
                <a:close/>
                <a:moveTo>
                  <a:pt x="2378983" y="142232"/>
                </a:moveTo>
                <a:lnTo>
                  <a:pt x="2352196" y="142232"/>
                </a:lnTo>
                <a:lnTo>
                  <a:pt x="2352196" y="40992"/>
                </a:lnTo>
                <a:lnTo>
                  <a:pt x="2377077" y="40992"/>
                </a:lnTo>
                <a:lnTo>
                  <a:pt x="2377077" y="55387"/>
                </a:lnTo>
                <a:cubicBezTo>
                  <a:pt x="2381335" y="48586"/>
                  <a:pt x="2385164" y="44106"/>
                  <a:pt x="2388564" y="41945"/>
                </a:cubicBezTo>
                <a:cubicBezTo>
                  <a:pt x="2391964" y="39784"/>
                  <a:pt x="2395825" y="38704"/>
                  <a:pt x="2400147" y="38704"/>
                </a:cubicBezTo>
                <a:cubicBezTo>
                  <a:pt x="2406248" y="38704"/>
                  <a:pt x="2412126" y="40388"/>
                  <a:pt x="2417783" y="43756"/>
                </a:cubicBezTo>
                <a:lnTo>
                  <a:pt x="2409489" y="67112"/>
                </a:lnTo>
                <a:cubicBezTo>
                  <a:pt x="2404977" y="64189"/>
                  <a:pt x="2400782" y="62727"/>
                  <a:pt x="2396905" y="62727"/>
                </a:cubicBezTo>
                <a:cubicBezTo>
                  <a:pt x="2393156" y="62727"/>
                  <a:pt x="2389978" y="63760"/>
                  <a:pt x="2387373" y="65825"/>
                </a:cubicBezTo>
                <a:cubicBezTo>
                  <a:pt x="2384767" y="67891"/>
                  <a:pt x="2382717" y="71624"/>
                  <a:pt x="2381224" y="77026"/>
                </a:cubicBezTo>
                <a:cubicBezTo>
                  <a:pt x="2379730" y="82428"/>
                  <a:pt x="2378983" y="93741"/>
                  <a:pt x="2378983" y="110964"/>
                </a:cubicBezTo>
                <a:lnTo>
                  <a:pt x="2378983" y="142232"/>
                </a:lnTo>
                <a:close/>
                <a:moveTo>
                  <a:pt x="2488105" y="110010"/>
                </a:moveTo>
                <a:lnTo>
                  <a:pt x="2514798" y="114586"/>
                </a:lnTo>
                <a:cubicBezTo>
                  <a:pt x="2511366" y="124342"/>
                  <a:pt x="2505948" y="131769"/>
                  <a:pt x="2498544" y="136870"/>
                </a:cubicBezTo>
                <a:cubicBezTo>
                  <a:pt x="2491140" y="141970"/>
                  <a:pt x="2481877" y="144520"/>
                  <a:pt x="2470755" y="144520"/>
                </a:cubicBezTo>
                <a:cubicBezTo>
                  <a:pt x="2453151" y="144520"/>
                  <a:pt x="2440123" y="138768"/>
                  <a:pt x="2431670" y="127265"/>
                </a:cubicBezTo>
                <a:cubicBezTo>
                  <a:pt x="2424997" y="118050"/>
                  <a:pt x="2421661" y="106420"/>
                  <a:pt x="2421661" y="92374"/>
                </a:cubicBezTo>
                <a:cubicBezTo>
                  <a:pt x="2421661" y="75596"/>
                  <a:pt x="2426046" y="62457"/>
                  <a:pt x="2434816" y="52956"/>
                </a:cubicBezTo>
                <a:cubicBezTo>
                  <a:pt x="2443586" y="43454"/>
                  <a:pt x="2454676" y="38704"/>
                  <a:pt x="2468086" y="38704"/>
                </a:cubicBezTo>
                <a:cubicBezTo>
                  <a:pt x="2483148" y="38704"/>
                  <a:pt x="2495033" y="43677"/>
                  <a:pt x="2503739" y="53623"/>
                </a:cubicBezTo>
                <a:cubicBezTo>
                  <a:pt x="2512446" y="63569"/>
                  <a:pt x="2516609" y="78806"/>
                  <a:pt x="2516228" y="99334"/>
                </a:cubicBezTo>
                <a:lnTo>
                  <a:pt x="2449116" y="99334"/>
                </a:lnTo>
                <a:cubicBezTo>
                  <a:pt x="2449306" y="107278"/>
                  <a:pt x="2451467" y="113458"/>
                  <a:pt x="2455598" y="117875"/>
                </a:cubicBezTo>
                <a:cubicBezTo>
                  <a:pt x="2459729" y="122292"/>
                  <a:pt x="2464877" y="124501"/>
                  <a:pt x="2471041" y="124501"/>
                </a:cubicBezTo>
                <a:cubicBezTo>
                  <a:pt x="2475236" y="124501"/>
                  <a:pt x="2478763" y="123357"/>
                  <a:pt x="2481623" y="121069"/>
                </a:cubicBezTo>
                <a:cubicBezTo>
                  <a:pt x="2484483" y="118781"/>
                  <a:pt x="2486644" y="115095"/>
                  <a:pt x="2488105" y="110010"/>
                </a:cubicBezTo>
                <a:moveTo>
                  <a:pt x="2489631" y="82937"/>
                </a:moveTo>
                <a:cubicBezTo>
                  <a:pt x="2489440" y="75215"/>
                  <a:pt x="2487438" y="69344"/>
                  <a:pt x="2483625" y="65325"/>
                </a:cubicBezTo>
                <a:cubicBezTo>
                  <a:pt x="2479812" y="61305"/>
                  <a:pt x="2475172" y="59295"/>
                  <a:pt x="2469707" y="59295"/>
                </a:cubicBezTo>
                <a:cubicBezTo>
                  <a:pt x="2463860" y="59295"/>
                  <a:pt x="2459030" y="61415"/>
                  <a:pt x="2455217" y="65655"/>
                </a:cubicBezTo>
                <a:cubicBezTo>
                  <a:pt x="2451403" y="69898"/>
                  <a:pt x="2449529" y="75658"/>
                  <a:pt x="2449592" y="82937"/>
                </a:cubicBezTo>
                <a:lnTo>
                  <a:pt x="2489631" y="82937"/>
                </a:lnTo>
                <a:close/>
                <a:moveTo>
                  <a:pt x="2630948" y="142232"/>
                </a:moveTo>
                <a:lnTo>
                  <a:pt x="2606067" y="142232"/>
                </a:lnTo>
                <a:lnTo>
                  <a:pt x="2606067" y="127360"/>
                </a:lnTo>
                <a:cubicBezTo>
                  <a:pt x="2601936" y="133144"/>
                  <a:pt x="2597059" y="137450"/>
                  <a:pt x="2591434" y="140278"/>
                </a:cubicBezTo>
                <a:cubicBezTo>
                  <a:pt x="2585810" y="143106"/>
                  <a:pt x="2580138" y="144520"/>
                  <a:pt x="2574418" y="144520"/>
                </a:cubicBezTo>
                <a:cubicBezTo>
                  <a:pt x="2562788" y="144520"/>
                  <a:pt x="2552826" y="139833"/>
                  <a:pt x="2544532" y="130459"/>
                </a:cubicBezTo>
                <a:cubicBezTo>
                  <a:pt x="2536238" y="121085"/>
                  <a:pt x="2532091" y="108009"/>
                  <a:pt x="2532091" y="91231"/>
                </a:cubicBezTo>
                <a:cubicBezTo>
                  <a:pt x="2532091" y="74071"/>
                  <a:pt x="2536127" y="61027"/>
                  <a:pt x="2544198" y="52098"/>
                </a:cubicBezTo>
                <a:cubicBezTo>
                  <a:pt x="2552270" y="43168"/>
                  <a:pt x="2562470" y="38704"/>
                  <a:pt x="2574799" y="38704"/>
                </a:cubicBezTo>
                <a:cubicBezTo>
                  <a:pt x="2586112" y="38704"/>
                  <a:pt x="2595899" y="43407"/>
                  <a:pt x="2604161" y="52813"/>
                </a:cubicBezTo>
                <a:lnTo>
                  <a:pt x="2604161" y="2479"/>
                </a:lnTo>
                <a:lnTo>
                  <a:pt x="2630948" y="2479"/>
                </a:lnTo>
                <a:lnTo>
                  <a:pt x="2630948" y="142232"/>
                </a:lnTo>
                <a:moveTo>
                  <a:pt x="2559451" y="89470"/>
                </a:moveTo>
                <a:cubicBezTo>
                  <a:pt x="2559451" y="100258"/>
                  <a:pt x="2560945" y="108063"/>
                  <a:pt x="2563932" y="112885"/>
                </a:cubicBezTo>
                <a:cubicBezTo>
                  <a:pt x="2568253" y="119866"/>
                  <a:pt x="2574291" y="123357"/>
                  <a:pt x="2582044" y="123357"/>
                </a:cubicBezTo>
                <a:cubicBezTo>
                  <a:pt x="2588209" y="123357"/>
                  <a:pt x="2593452" y="120739"/>
                  <a:pt x="2597774" y="115504"/>
                </a:cubicBezTo>
                <a:cubicBezTo>
                  <a:pt x="2602095" y="110269"/>
                  <a:pt x="2604256" y="102448"/>
                  <a:pt x="2604256" y="92041"/>
                </a:cubicBezTo>
                <a:cubicBezTo>
                  <a:pt x="2604256" y="80426"/>
                  <a:pt x="2602159" y="72065"/>
                  <a:pt x="2597964" y="66957"/>
                </a:cubicBezTo>
                <a:cubicBezTo>
                  <a:pt x="2593770" y="61849"/>
                  <a:pt x="2588399" y="59295"/>
                  <a:pt x="2581854" y="59295"/>
                </a:cubicBezTo>
                <a:cubicBezTo>
                  <a:pt x="2575498" y="59295"/>
                  <a:pt x="2570176" y="61817"/>
                  <a:pt x="2565886" y="66862"/>
                </a:cubicBezTo>
                <a:cubicBezTo>
                  <a:pt x="2561596" y="71906"/>
                  <a:pt x="2559451" y="79442"/>
                  <a:pt x="2559451" y="8947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3" name="Text Chain-of-thoughtPrompting">
            <a:extLst xmlns:a="http://schemas.openxmlformats.org/drawingml/2006/main">
              <a:ext uri="{FF2B5EF4-FFF2-40B4-BE49-F238E27FC236}">
                <a16:creationId xmlns:a16="http://schemas.microsoft.com/office/drawing/2014/main" id="{4404CFC3-9029-4917-9B7F-690AB73C7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11973" y="3558356"/>
            <a:ext cx="2594365" cy="183414"/>
          </a:xfrm>
          <a:custGeom xmlns:a="http://schemas.openxmlformats.org/drawingml/2006/main">
            <a:pathLst>
              <a:path w="2594365" h="183414">
                <a:moveTo>
                  <a:pt x="94376" y="90754"/>
                </a:moveTo>
                <a:lnTo>
                  <a:pt x="121736" y="99334"/>
                </a:lnTo>
                <a:cubicBezTo>
                  <a:pt x="117542" y="114684"/>
                  <a:pt x="110567" y="126084"/>
                  <a:pt x="100811" y="133536"/>
                </a:cubicBezTo>
                <a:cubicBezTo>
                  <a:pt x="91056" y="140986"/>
                  <a:pt x="78679" y="144710"/>
                  <a:pt x="63680" y="144710"/>
                </a:cubicBezTo>
                <a:cubicBezTo>
                  <a:pt x="45123" y="144710"/>
                  <a:pt x="29870" y="138363"/>
                  <a:pt x="17922" y="125668"/>
                </a:cubicBezTo>
                <a:cubicBezTo>
                  <a:pt x="5974" y="112972"/>
                  <a:pt x="0" y="95615"/>
                  <a:pt x="0" y="73597"/>
                </a:cubicBezTo>
                <a:cubicBezTo>
                  <a:pt x="0" y="50305"/>
                  <a:pt x="6006" y="32216"/>
                  <a:pt x="18017" y="19331"/>
                </a:cubicBezTo>
                <a:cubicBezTo>
                  <a:pt x="30029" y="6444"/>
                  <a:pt x="45822" y="0"/>
                  <a:pt x="65396" y="0"/>
                </a:cubicBezTo>
                <a:cubicBezTo>
                  <a:pt x="82492" y="0"/>
                  <a:pt x="96378" y="5064"/>
                  <a:pt x="107055" y="15193"/>
                </a:cubicBezTo>
                <a:cubicBezTo>
                  <a:pt x="113411" y="21181"/>
                  <a:pt x="118177" y="29781"/>
                  <a:pt x="121355" y="40992"/>
                </a:cubicBezTo>
                <a:lnTo>
                  <a:pt x="93423" y="47665"/>
                </a:lnTo>
                <a:cubicBezTo>
                  <a:pt x="91771" y="40420"/>
                  <a:pt x="88323" y="34700"/>
                  <a:pt x="83080" y="30506"/>
                </a:cubicBezTo>
                <a:cubicBezTo>
                  <a:pt x="77837" y="26311"/>
                  <a:pt x="71465" y="24214"/>
                  <a:pt x="63966" y="24214"/>
                </a:cubicBezTo>
                <a:cubicBezTo>
                  <a:pt x="53607" y="24214"/>
                  <a:pt x="45202" y="27932"/>
                  <a:pt x="38752" y="35367"/>
                </a:cubicBezTo>
                <a:cubicBezTo>
                  <a:pt x="32301" y="42803"/>
                  <a:pt x="29076" y="54846"/>
                  <a:pt x="29076" y="71497"/>
                </a:cubicBezTo>
                <a:cubicBezTo>
                  <a:pt x="29076" y="89165"/>
                  <a:pt x="32253" y="101749"/>
                  <a:pt x="38609" y="109248"/>
                </a:cubicBezTo>
                <a:cubicBezTo>
                  <a:pt x="44964" y="116747"/>
                  <a:pt x="53226" y="120497"/>
                  <a:pt x="63394" y="120497"/>
                </a:cubicBezTo>
                <a:cubicBezTo>
                  <a:pt x="70894" y="120497"/>
                  <a:pt x="77344" y="118107"/>
                  <a:pt x="82746" y="113326"/>
                </a:cubicBezTo>
                <a:cubicBezTo>
                  <a:pt x="88148" y="108544"/>
                  <a:pt x="92025" y="101020"/>
                  <a:pt x="94376" y="90754"/>
                </a:cubicBezTo>
                <a:close/>
                <a:moveTo>
                  <a:pt x="172559" y="2479"/>
                </a:moveTo>
                <a:lnTo>
                  <a:pt x="172559" y="53933"/>
                </a:lnTo>
                <a:cubicBezTo>
                  <a:pt x="181202" y="43780"/>
                  <a:pt x="191529" y="38704"/>
                  <a:pt x="203541" y="38704"/>
                </a:cubicBezTo>
                <a:cubicBezTo>
                  <a:pt x="209706" y="38704"/>
                  <a:pt x="215266" y="39848"/>
                  <a:pt x="220224" y="42136"/>
                </a:cubicBezTo>
                <a:cubicBezTo>
                  <a:pt x="225181" y="44424"/>
                  <a:pt x="228914" y="47347"/>
                  <a:pt x="231425" y="50906"/>
                </a:cubicBezTo>
                <a:cubicBezTo>
                  <a:pt x="233935" y="54465"/>
                  <a:pt x="235651" y="58405"/>
                  <a:pt x="236573" y="62727"/>
                </a:cubicBezTo>
                <a:cubicBezTo>
                  <a:pt x="237494" y="67049"/>
                  <a:pt x="237955" y="73753"/>
                  <a:pt x="237955" y="82841"/>
                </a:cubicBezTo>
                <a:lnTo>
                  <a:pt x="237955" y="142232"/>
                </a:lnTo>
                <a:lnTo>
                  <a:pt x="211167" y="142232"/>
                </a:lnTo>
                <a:lnTo>
                  <a:pt x="211167" y="88814"/>
                </a:lnTo>
                <a:cubicBezTo>
                  <a:pt x="211167" y="78213"/>
                  <a:pt x="210659" y="71484"/>
                  <a:pt x="209642" y="68628"/>
                </a:cubicBezTo>
                <a:cubicBezTo>
                  <a:pt x="208625" y="65771"/>
                  <a:pt x="206830" y="63500"/>
                  <a:pt x="204256" y="61818"/>
                </a:cubicBezTo>
                <a:cubicBezTo>
                  <a:pt x="201682" y="60136"/>
                  <a:pt x="198457" y="59295"/>
                  <a:pt x="194580" y="59295"/>
                </a:cubicBezTo>
                <a:cubicBezTo>
                  <a:pt x="190131" y="59295"/>
                  <a:pt x="186159" y="60374"/>
                  <a:pt x="182664" y="62533"/>
                </a:cubicBezTo>
                <a:cubicBezTo>
                  <a:pt x="179168" y="64692"/>
                  <a:pt x="176610" y="67945"/>
                  <a:pt x="174990" y="72293"/>
                </a:cubicBezTo>
                <a:cubicBezTo>
                  <a:pt x="173369" y="76640"/>
                  <a:pt x="172559" y="83068"/>
                  <a:pt x="172559" y="91576"/>
                </a:cubicBezTo>
                <a:lnTo>
                  <a:pt x="172559" y="142232"/>
                </a:lnTo>
                <a:lnTo>
                  <a:pt x="145771" y="142232"/>
                </a:lnTo>
                <a:lnTo>
                  <a:pt x="145771" y="2479"/>
                </a:lnTo>
                <a:lnTo>
                  <a:pt x="172559" y="2479"/>
                </a:lnTo>
                <a:close/>
                <a:moveTo>
                  <a:pt x="285333" y="72260"/>
                </a:moveTo>
                <a:lnTo>
                  <a:pt x="261023" y="67875"/>
                </a:lnTo>
                <a:cubicBezTo>
                  <a:pt x="263756" y="57958"/>
                  <a:pt x="268459" y="50618"/>
                  <a:pt x="275132" y="45854"/>
                </a:cubicBezTo>
                <a:cubicBezTo>
                  <a:pt x="281805" y="41087"/>
                  <a:pt x="291720" y="38704"/>
                  <a:pt x="304875" y="38704"/>
                </a:cubicBezTo>
                <a:cubicBezTo>
                  <a:pt x="316823" y="38704"/>
                  <a:pt x="325721" y="40118"/>
                  <a:pt x="331567" y="42946"/>
                </a:cubicBezTo>
                <a:cubicBezTo>
                  <a:pt x="337414" y="45774"/>
                  <a:pt x="341529" y="49365"/>
                  <a:pt x="343913" y="53718"/>
                </a:cubicBezTo>
                <a:cubicBezTo>
                  <a:pt x="346296" y="58072"/>
                  <a:pt x="347488" y="66063"/>
                  <a:pt x="347488" y="77694"/>
                </a:cubicBezTo>
                <a:lnTo>
                  <a:pt x="347202" y="108962"/>
                </a:lnTo>
                <a:cubicBezTo>
                  <a:pt x="347202" y="117859"/>
                  <a:pt x="347631" y="124421"/>
                  <a:pt x="348488" y="128647"/>
                </a:cubicBezTo>
                <a:cubicBezTo>
                  <a:pt x="349346" y="132874"/>
                  <a:pt x="350951" y="137402"/>
                  <a:pt x="353303" y="142232"/>
                </a:cubicBezTo>
                <a:lnTo>
                  <a:pt x="326801" y="142232"/>
                </a:lnTo>
                <a:cubicBezTo>
                  <a:pt x="326102" y="140452"/>
                  <a:pt x="325244" y="137815"/>
                  <a:pt x="324227" y="134320"/>
                </a:cubicBezTo>
                <a:cubicBezTo>
                  <a:pt x="323782" y="132731"/>
                  <a:pt x="323464" y="131682"/>
                  <a:pt x="323274" y="131174"/>
                </a:cubicBezTo>
                <a:cubicBezTo>
                  <a:pt x="318698" y="135622"/>
                  <a:pt x="313804" y="138959"/>
                  <a:pt x="308593" y="141183"/>
                </a:cubicBezTo>
                <a:cubicBezTo>
                  <a:pt x="303382" y="143408"/>
                  <a:pt x="297821" y="144520"/>
                  <a:pt x="291910" y="144520"/>
                </a:cubicBezTo>
                <a:cubicBezTo>
                  <a:pt x="281488" y="144520"/>
                  <a:pt x="273273" y="141704"/>
                  <a:pt x="267268" y="136071"/>
                </a:cubicBezTo>
                <a:cubicBezTo>
                  <a:pt x="261262" y="130439"/>
                  <a:pt x="258259" y="123319"/>
                  <a:pt x="258259" y="114711"/>
                </a:cubicBezTo>
                <a:cubicBezTo>
                  <a:pt x="258259" y="109015"/>
                  <a:pt x="259625" y="103937"/>
                  <a:pt x="262358" y="99477"/>
                </a:cubicBezTo>
                <a:cubicBezTo>
                  <a:pt x="265091" y="95014"/>
                  <a:pt x="268920" y="91596"/>
                  <a:pt x="273845" y="89223"/>
                </a:cubicBezTo>
                <a:cubicBezTo>
                  <a:pt x="278771" y="86849"/>
                  <a:pt x="285873" y="84777"/>
                  <a:pt x="295152" y="83005"/>
                </a:cubicBezTo>
                <a:cubicBezTo>
                  <a:pt x="307671" y="80664"/>
                  <a:pt x="316346" y="78480"/>
                  <a:pt x="321177" y="76454"/>
                </a:cubicBezTo>
                <a:lnTo>
                  <a:pt x="321177" y="73755"/>
                </a:lnTo>
                <a:cubicBezTo>
                  <a:pt x="321177" y="68550"/>
                  <a:pt x="319905" y="64839"/>
                  <a:pt x="317363" y="62623"/>
                </a:cubicBezTo>
                <a:cubicBezTo>
                  <a:pt x="314821" y="60404"/>
                  <a:pt x="310023" y="59295"/>
                  <a:pt x="302969" y="59295"/>
                </a:cubicBezTo>
                <a:cubicBezTo>
                  <a:pt x="298202" y="59295"/>
                  <a:pt x="294484" y="60254"/>
                  <a:pt x="291815" y="62173"/>
                </a:cubicBezTo>
                <a:cubicBezTo>
                  <a:pt x="289146" y="64089"/>
                  <a:pt x="286985" y="67452"/>
                  <a:pt x="285333" y="72260"/>
                </a:cubicBezTo>
                <a:moveTo>
                  <a:pt x="321177" y="93995"/>
                </a:moveTo>
                <a:cubicBezTo>
                  <a:pt x="317745" y="95125"/>
                  <a:pt x="312311" y="96476"/>
                  <a:pt x="304875" y="98047"/>
                </a:cubicBezTo>
                <a:cubicBezTo>
                  <a:pt x="297439" y="99616"/>
                  <a:pt x="292578" y="101154"/>
                  <a:pt x="290290" y="102661"/>
                </a:cubicBezTo>
                <a:cubicBezTo>
                  <a:pt x="286794" y="105110"/>
                  <a:pt x="285047" y="108218"/>
                  <a:pt x="285047" y="111986"/>
                </a:cubicBezTo>
                <a:cubicBezTo>
                  <a:pt x="285047" y="115692"/>
                  <a:pt x="286445" y="118895"/>
                  <a:pt x="289241" y="121596"/>
                </a:cubicBezTo>
                <a:cubicBezTo>
                  <a:pt x="292037" y="124295"/>
                  <a:pt x="295596" y="125645"/>
                  <a:pt x="299918" y="125645"/>
                </a:cubicBezTo>
                <a:cubicBezTo>
                  <a:pt x="304748" y="125645"/>
                  <a:pt x="309356" y="124075"/>
                  <a:pt x="313741" y="120935"/>
                </a:cubicBezTo>
                <a:cubicBezTo>
                  <a:pt x="316982" y="118549"/>
                  <a:pt x="319111" y="115629"/>
                  <a:pt x="320128" y="112173"/>
                </a:cubicBezTo>
                <a:cubicBezTo>
                  <a:pt x="320827" y="109913"/>
                  <a:pt x="321177" y="105612"/>
                  <a:pt x="321177" y="99271"/>
                </a:cubicBezTo>
                <a:lnTo>
                  <a:pt x="321177" y="93995"/>
                </a:lnTo>
                <a:close/>
                <a:moveTo>
                  <a:pt x="373932" y="27264"/>
                </a:moveTo>
                <a:lnTo>
                  <a:pt x="373932" y="2479"/>
                </a:lnTo>
                <a:lnTo>
                  <a:pt x="400720" y="2479"/>
                </a:lnTo>
                <a:lnTo>
                  <a:pt x="400720" y="27264"/>
                </a:lnTo>
                <a:lnTo>
                  <a:pt x="373932" y="27264"/>
                </a:lnTo>
                <a:moveTo>
                  <a:pt x="373932" y="142232"/>
                </a:moveTo>
                <a:lnTo>
                  <a:pt x="373932" y="40992"/>
                </a:lnTo>
                <a:lnTo>
                  <a:pt x="400720" y="40992"/>
                </a:lnTo>
                <a:lnTo>
                  <a:pt x="400720" y="142232"/>
                </a:lnTo>
                <a:lnTo>
                  <a:pt x="373932" y="142232"/>
                </a:lnTo>
                <a:close/>
                <a:moveTo>
                  <a:pt x="520504" y="142232"/>
                </a:moveTo>
                <a:lnTo>
                  <a:pt x="493717" y="142232"/>
                </a:lnTo>
                <a:lnTo>
                  <a:pt x="493717" y="90623"/>
                </a:lnTo>
                <a:cubicBezTo>
                  <a:pt x="493717" y="79704"/>
                  <a:pt x="493145" y="72641"/>
                  <a:pt x="492001" y="69436"/>
                </a:cubicBezTo>
                <a:cubicBezTo>
                  <a:pt x="490857" y="66230"/>
                  <a:pt x="488998" y="63739"/>
                  <a:pt x="486424" y="61961"/>
                </a:cubicBezTo>
                <a:cubicBezTo>
                  <a:pt x="483850" y="60184"/>
                  <a:pt x="480752" y="59295"/>
                  <a:pt x="477129" y="59295"/>
                </a:cubicBezTo>
                <a:cubicBezTo>
                  <a:pt x="472490" y="59295"/>
                  <a:pt x="468327" y="60565"/>
                  <a:pt x="464641" y="63105"/>
                </a:cubicBezTo>
                <a:cubicBezTo>
                  <a:pt x="460955" y="65643"/>
                  <a:pt x="458429" y="69008"/>
                  <a:pt x="457063" y="73198"/>
                </a:cubicBezTo>
                <a:cubicBezTo>
                  <a:pt x="455696" y="77387"/>
                  <a:pt x="455013" y="85131"/>
                  <a:pt x="455013" y="96432"/>
                </a:cubicBezTo>
                <a:lnTo>
                  <a:pt x="455013" y="142232"/>
                </a:lnTo>
                <a:lnTo>
                  <a:pt x="428225" y="142232"/>
                </a:lnTo>
                <a:lnTo>
                  <a:pt x="428225" y="40992"/>
                </a:lnTo>
                <a:lnTo>
                  <a:pt x="453106" y="40992"/>
                </a:lnTo>
                <a:lnTo>
                  <a:pt x="453106" y="55863"/>
                </a:lnTo>
                <a:cubicBezTo>
                  <a:pt x="461940" y="44424"/>
                  <a:pt x="473062" y="38704"/>
                  <a:pt x="486472" y="38704"/>
                </a:cubicBezTo>
                <a:cubicBezTo>
                  <a:pt x="492382" y="38704"/>
                  <a:pt x="497784" y="39768"/>
                  <a:pt x="502678" y="41897"/>
                </a:cubicBezTo>
                <a:cubicBezTo>
                  <a:pt x="507571" y="44026"/>
                  <a:pt x="511273" y="46743"/>
                  <a:pt x="513784" y="50048"/>
                </a:cubicBezTo>
                <a:cubicBezTo>
                  <a:pt x="516294" y="53353"/>
                  <a:pt x="518042" y="57102"/>
                  <a:pt x="519027" y="61297"/>
                </a:cubicBezTo>
                <a:cubicBezTo>
                  <a:pt x="520012" y="65491"/>
                  <a:pt x="520504" y="71497"/>
                  <a:pt x="520504" y="79314"/>
                </a:cubicBezTo>
                <a:lnTo>
                  <a:pt x="520504" y="142232"/>
                </a:lnTo>
                <a:close/>
                <a:moveTo>
                  <a:pt x="544812" y="104863"/>
                </a:moveTo>
                <a:lnTo>
                  <a:pt x="544812" y="77980"/>
                </a:lnTo>
                <a:lnTo>
                  <a:pt x="597434" y="77980"/>
                </a:lnTo>
                <a:lnTo>
                  <a:pt x="597434" y="104863"/>
                </a:lnTo>
                <a:lnTo>
                  <a:pt x="544812" y="104863"/>
                </a:lnTo>
                <a:close/>
                <a:moveTo>
                  <a:pt x="606629" y="90182"/>
                </a:moveTo>
                <a:cubicBezTo>
                  <a:pt x="606629" y="81284"/>
                  <a:pt x="608821" y="72673"/>
                  <a:pt x="613207" y="64348"/>
                </a:cubicBezTo>
                <a:cubicBezTo>
                  <a:pt x="617592" y="56022"/>
                  <a:pt x="623804" y="49667"/>
                  <a:pt x="631844" y="45282"/>
                </a:cubicBezTo>
                <a:cubicBezTo>
                  <a:pt x="639883" y="40896"/>
                  <a:pt x="648860" y="38704"/>
                  <a:pt x="658774" y="38704"/>
                </a:cubicBezTo>
                <a:cubicBezTo>
                  <a:pt x="674091" y="38704"/>
                  <a:pt x="686642" y="43677"/>
                  <a:pt x="696429" y="53623"/>
                </a:cubicBezTo>
                <a:cubicBezTo>
                  <a:pt x="706217" y="63569"/>
                  <a:pt x="711110" y="76137"/>
                  <a:pt x="711110" y="91326"/>
                </a:cubicBezTo>
                <a:cubicBezTo>
                  <a:pt x="711110" y="106642"/>
                  <a:pt x="706169" y="119337"/>
                  <a:pt x="696286" y="129410"/>
                </a:cubicBezTo>
                <a:cubicBezTo>
                  <a:pt x="686404" y="139483"/>
                  <a:pt x="673963" y="144520"/>
                  <a:pt x="658965" y="144520"/>
                </a:cubicBezTo>
                <a:cubicBezTo>
                  <a:pt x="649686" y="144520"/>
                  <a:pt x="640836" y="142423"/>
                  <a:pt x="632416" y="138228"/>
                </a:cubicBezTo>
                <a:cubicBezTo>
                  <a:pt x="623995" y="134034"/>
                  <a:pt x="617592" y="127885"/>
                  <a:pt x="613207" y="119782"/>
                </a:cubicBezTo>
                <a:cubicBezTo>
                  <a:pt x="608821" y="111679"/>
                  <a:pt x="606629" y="101812"/>
                  <a:pt x="606629" y="90182"/>
                </a:cubicBezTo>
                <a:moveTo>
                  <a:pt x="634084" y="91612"/>
                </a:moveTo>
                <a:cubicBezTo>
                  <a:pt x="634084" y="101621"/>
                  <a:pt x="636467" y="109288"/>
                  <a:pt x="641234" y="114610"/>
                </a:cubicBezTo>
                <a:cubicBezTo>
                  <a:pt x="646000" y="119933"/>
                  <a:pt x="651879" y="122594"/>
                  <a:pt x="658870" y="122594"/>
                </a:cubicBezTo>
                <a:cubicBezTo>
                  <a:pt x="665860" y="122594"/>
                  <a:pt x="671723" y="119933"/>
                  <a:pt x="676458" y="114610"/>
                </a:cubicBezTo>
                <a:cubicBezTo>
                  <a:pt x="681193" y="109288"/>
                  <a:pt x="683560" y="101558"/>
                  <a:pt x="683560" y="91421"/>
                </a:cubicBezTo>
                <a:cubicBezTo>
                  <a:pt x="683560" y="81539"/>
                  <a:pt x="681193" y="73936"/>
                  <a:pt x="676458" y="68614"/>
                </a:cubicBezTo>
                <a:cubicBezTo>
                  <a:pt x="671723" y="63291"/>
                  <a:pt x="665860" y="60630"/>
                  <a:pt x="658870" y="60630"/>
                </a:cubicBezTo>
                <a:cubicBezTo>
                  <a:pt x="651879" y="60630"/>
                  <a:pt x="646000" y="63291"/>
                  <a:pt x="641234" y="68614"/>
                </a:cubicBezTo>
                <a:cubicBezTo>
                  <a:pt x="636467" y="73936"/>
                  <a:pt x="634084" y="81602"/>
                  <a:pt x="634084" y="91612"/>
                </a:cubicBezTo>
                <a:close/>
                <a:moveTo>
                  <a:pt x="720546" y="40992"/>
                </a:moveTo>
                <a:lnTo>
                  <a:pt x="735418" y="40992"/>
                </a:lnTo>
                <a:lnTo>
                  <a:pt x="735418" y="33348"/>
                </a:lnTo>
                <a:cubicBezTo>
                  <a:pt x="735418" y="24812"/>
                  <a:pt x="736323" y="18441"/>
                  <a:pt x="738134" y="14237"/>
                </a:cubicBezTo>
                <a:cubicBezTo>
                  <a:pt x="739946" y="10032"/>
                  <a:pt x="743282" y="6609"/>
                  <a:pt x="748144" y="3965"/>
                </a:cubicBezTo>
                <a:cubicBezTo>
                  <a:pt x="753006" y="1322"/>
                  <a:pt x="759155" y="0"/>
                  <a:pt x="766590" y="0"/>
                </a:cubicBezTo>
                <a:cubicBezTo>
                  <a:pt x="774217" y="0"/>
                  <a:pt x="781684" y="1144"/>
                  <a:pt x="788993" y="3432"/>
                </a:cubicBezTo>
                <a:lnTo>
                  <a:pt x="785370" y="22116"/>
                </a:lnTo>
                <a:cubicBezTo>
                  <a:pt x="781112" y="21100"/>
                  <a:pt x="777013" y="20591"/>
                  <a:pt x="773073" y="20591"/>
                </a:cubicBezTo>
                <a:cubicBezTo>
                  <a:pt x="769196" y="20591"/>
                  <a:pt x="766416" y="21502"/>
                  <a:pt x="764731" y="23323"/>
                </a:cubicBezTo>
                <a:cubicBezTo>
                  <a:pt x="763047" y="25142"/>
                  <a:pt x="762205" y="28638"/>
                  <a:pt x="762205" y="33809"/>
                </a:cubicBezTo>
                <a:lnTo>
                  <a:pt x="762205" y="40992"/>
                </a:lnTo>
                <a:lnTo>
                  <a:pt x="782224" y="40992"/>
                </a:lnTo>
                <a:lnTo>
                  <a:pt x="782224" y="62155"/>
                </a:lnTo>
                <a:lnTo>
                  <a:pt x="762205" y="62155"/>
                </a:lnTo>
                <a:lnTo>
                  <a:pt x="762205" y="142232"/>
                </a:lnTo>
                <a:lnTo>
                  <a:pt x="735418" y="142232"/>
                </a:lnTo>
                <a:lnTo>
                  <a:pt x="735418" y="62155"/>
                </a:lnTo>
                <a:lnTo>
                  <a:pt x="720546" y="62155"/>
                </a:lnTo>
                <a:lnTo>
                  <a:pt x="720546" y="40992"/>
                </a:lnTo>
                <a:close/>
                <a:moveTo>
                  <a:pt x="794184" y="104863"/>
                </a:moveTo>
                <a:lnTo>
                  <a:pt x="794184" y="77980"/>
                </a:lnTo>
                <a:lnTo>
                  <a:pt x="846806" y="77980"/>
                </a:lnTo>
                <a:lnTo>
                  <a:pt x="846806" y="104863"/>
                </a:lnTo>
                <a:lnTo>
                  <a:pt x="794184" y="104863"/>
                </a:lnTo>
                <a:close/>
                <a:moveTo>
                  <a:pt x="908622" y="40992"/>
                </a:moveTo>
                <a:lnTo>
                  <a:pt x="908622" y="62346"/>
                </a:lnTo>
                <a:lnTo>
                  <a:pt x="890319" y="62346"/>
                </a:lnTo>
                <a:lnTo>
                  <a:pt x="890319" y="103081"/>
                </a:lnTo>
                <a:cubicBezTo>
                  <a:pt x="890319" y="111331"/>
                  <a:pt x="890494" y="116138"/>
                  <a:pt x="890843" y="117503"/>
                </a:cubicBezTo>
                <a:cubicBezTo>
                  <a:pt x="891193" y="118865"/>
                  <a:pt x="891987" y="119991"/>
                  <a:pt x="893226" y="120881"/>
                </a:cubicBezTo>
                <a:cubicBezTo>
                  <a:pt x="894466" y="121769"/>
                  <a:pt x="895975" y="122213"/>
                  <a:pt x="897754" y="122213"/>
                </a:cubicBezTo>
                <a:cubicBezTo>
                  <a:pt x="900233" y="122213"/>
                  <a:pt x="903824" y="121355"/>
                  <a:pt x="908527" y="119639"/>
                </a:cubicBezTo>
                <a:lnTo>
                  <a:pt x="910815" y="140498"/>
                </a:lnTo>
                <a:cubicBezTo>
                  <a:pt x="904586" y="143179"/>
                  <a:pt x="897532" y="144520"/>
                  <a:pt x="889651" y="144520"/>
                </a:cubicBezTo>
                <a:cubicBezTo>
                  <a:pt x="884821" y="144520"/>
                  <a:pt x="880468" y="143710"/>
                  <a:pt x="876591" y="142089"/>
                </a:cubicBezTo>
                <a:cubicBezTo>
                  <a:pt x="872715" y="140468"/>
                  <a:pt x="869871" y="138371"/>
                  <a:pt x="868059" y="135797"/>
                </a:cubicBezTo>
                <a:cubicBezTo>
                  <a:pt x="866248" y="133223"/>
                  <a:pt x="864993" y="129744"/>
                  <a:pt x="864294" y="125359"/>
                </a:cubicBezTo>
                <a:cubicBezTo>
                  <a:pt x="863722" y="122244"/>
                  <a:pt x="863436" y="115953"/>
                  <a:pt x="863436" y="106483"/>
                </a:cubicBezTo>
                <a:lnTo>
                  <a:pt x="863436" y="62346"/>
                </a:lnTo>
                <a:lnTo>
                  <a:pt x="851138" y="62346"/>
                </a:lnTo>
                <a:lnTo>
                  <a:pt x="851138" y="40992"/>
                </a:lnTo>
                <a:lnTo>
                  <a:pt x="863436" y="40992"/>
                </a:lnTo>
                <a:lnTo>
                  <a:pt x="863436" y="20782"/>
                </a:lnTo>
                <a:lnTo>
                  <a:pt x="890319" y="4957"/>
                </a:lnTo>
                <a:lnTo>
                  <a:pt x="890319" y="40992"/>
                </a:lnTo>
                <a:lnTo>
                  <a:pt x="908622" y="40992"/>
                </a:lnTo>
                <a:close/>
                <a:moveTo>
                  <a:pt x="953851" y="2479"/>
                </a:moveTo>
                <a:lnTo>
                  <a:pt x="953851" y="53933"/>
                </a:lnTo>
                <a:cubicBezTo>
                  <a:pt x="962494" y="43780"/>
                  <a:pt x="972821" y="38704"/>
                  <a:pt x="984833" y="38704"/>
                </a:cubicBezTo>
                <a:cubicBezTo>
                  <a:pt x="990997" y="38704"/>
                  <a:pt x="996558" y="39848"/>
                  <a:pt x="1001515" y="42136"/>
                </a:cubicBezTo>
                <a:cubicBezTo>
                  <a:pt x="1006473" y="44424"/>
                  <a:pt x="1010206" y="47347"/>
                  <a:pt x="1012717" y="50906"/>
                </a:cubicBezTo>
                <a:cubicBezTo>
                  <a:pt x="1015227" y="54465"/>
                  <a:pt x="1016943" y="58405"/>
                  <a:pt x="1017865" y="62727"/>
                </a:cubicBezTo>
                <a:cubicBezTo>
                  <a:pt x="1018786" y="67049"/>
                  <a:pt x="1019247" y="73753"/>
                  <a:pt x="1019247" y="82841"/>
                </a:cubicBezTo>
                <a:lnTo>
                  <a:pt x="1019247" y="142232"/>
                </a:lnTo>
                <a:lnTo>
                  <a:pt x="992459" y="142232"/>
                </a:lnTo>
                <a:lnTo>
                  <a:pt x="992459" y="88814"/>
                </a:lnTo>
                <a:cubicBezTo>
                  <a:pt x="992459" y="78213"/>
                  <a:pt x="991951" y="71484"/>
                  <a:pt x="990934" y="68628"/>
                </a:cubicBezTo>
                <a:cubicBezTo>
                  <a:pt x="989917" y="65771"/>
                  <a:pt x="988122" y="63500"/>
                  <a:pt x="985548" y="61818"/>
                </a:cubicBezTo>
                <a:cubicBezTo>
                  <a:pt x="982974" y="60136"/>
                  <a:pt x="979749" y="59295"/>
                  <a:pt x="975872" y="59295"/>
                </a:cubicBezTo>
                <a:cubicBezTo>
                  <a:pt x="971423" y="59295"/>
                  <a:pt x="967451" y="60374"/>
                  <a:pt x="963956" y="62533"/>
                </a:cubicBezTo>
                <a:cubicBezTo>
                  <a:pt x="960460" y="64692"/>
                  <a:pt x="957902" y="67945"/>
                  <a:pt x="956282" y="72293"/>
                </a:cubicBezTo>
                <a:cubicBezTo>
                  <a:pt x="954661" y="76640"/>
                  <a:pt x="953851" y="83068"/>
                  <a:pt x="953851" y="91576"/>
                </a:cubicBezTo>
                <a:lnTo>
                  <a:pt x="953851" y="142232"/>
                </a:lnTo>
                <a:lnTo>
                  <a:pt x="927063" y="142232"/>
                </a:lnTo>
                <a:lnTo>
                  <a:pt x="927063" y="2479"/>
                </a:lnTo>
                <a:lnTo>
                  <a:pt x="953851" y="2479"/>
                </a:lnTo>
                <a:close/>
                <a:moveTo>
                  <a:pt x="1040409" y="90182"/>
                </a:moveTo>
                <a:cubicBezTo>
                  <a:pt x="1040409" y="81284"/>
                  <a:pt x="1042601" y="72673"/>
                  <a:pt x="1046987" y="64348"/>
                </a:cubicBezTo>
                <a:cubicBezTo>
                  <a:pt x="1051372" y="56022"/>
                  <a:pt x="1057584" y="49667"/>
                  <a:pt x="1065624" y="45282"/>
                </a:cubicBezTo>
                <a:cubicBezTo>
                  <a:pt x="1073663" y="40896"/>
                  <a:pt x="1082640" y="38704"/>
                  <a:pt x="1092554" y="38704"/>
                </a:cubicBezTo>
                <a:cubicBezTo>
                  <a:pt x="1107870" y="38704"/>
                  <a:pt x="1120422" y="43677"/>
                  <a:pt x="1130209" y="53623"/>
                </a:cubicBezTo>
                <a:cubicBezTo>
                  <a:pt x="1139997" y="63569"/>
                  <a:pt x="1144890" y="76137"/>
                  <a:pt x="1144890" y="91326"/>
                </a:cubicBezTo>
                <a:cubicBezTo>
                  <a:pt x="1144890" y="106642"/>
                  <a:pt x="1139949" y="119337"/>
                  <a:pt x="1130066" y="129410"/>
                </a:cubicBezTo>
                <a:cubicBezTo>
                  <a:pt x="1120184" y="139483"/>
                  <a:pt x="1107743" y="144520"/>
                  <a:pt x="1092745" y="144520"/>
                </a:cubicBezTo>
                <a:cubicBezTo>
                  <a:pt x="1083466" y="144520"/>
                  <a:pt x="1074616" y="142423"/>
                  <a:pt x="1066196" y="138228"/>
                </a:cubicBezTo>
                <a:cubicBezTo>
                  <a:pt x="1057775" y="134034"/>
                  <a:pt x="1051372" y="127885"/>
                  <a:pt x="1046987" y="119782"/>
                </a:cubicBezTo>
                <a:cubicBezTo>
                  <a:pt x="1042601" y="111679"/>
                  <a:pt x="1040409" y="101812"/>
                  <a:pt x="1040409" y="90182"/>
                </a:cubicBezTo>
                <a:moveTo>
                  <a:pt x="1067864" y="91612"/>
                </a:moveTo>
                <a:cubicBezTo>
                  <a:pt x="1067864" y="101621"/>
                  <a:pt x="1070247" y="109288"/>
                  <a:pt x="1075014" y="114610"/>
                </a:cubicBezTo>
                <a:cubicBezTo>
                  <a:pt x="1079780" y="119933"/>
                  <a:pt x="1085659" y="122594"/>
                  <a:pt x="1092650" y="122594"/>
                </a:cubicBezTo>
                <a:cubicBezTo>
                  <a:pt x="1099640" y="122594"/>
                  <a:pt x="1105503" y="119933"/>
                  <a:pt x="1110238" y="114610"/>
                </a:cubicBezTo>
                <a:cubicBezTo>
                  <a:pt x="1114973" y="109288"/>
                  <a:pt x="1117340" y="101558"/>
                  <a:pt x="1117340" y="91421"/>
                </a:cubicBezTo>
                <a:cubicBezTo>
                  <a:pt x="1117340" y="81539"/>
                  <a:pt x="1114973" y="73936"/>
                  <a:pt x="1110238" y="68614"/>
                </a:cubicBezTo>
                <a:cubicBezTo>
                  <a:pt x="1105503" y="63291"/>
                  <a:pt x="1099640" y="60630"/>
                  <a:pt x="1092650" y="60630"/>
                </a:cubicBezTo>
                <a:cubicBezTo>
                  <a:pt x="1085659" y="60630"/>
                  <a:pt x="1079780" y="63291"/>
                  <a:pt x="1075014" y="68614"/>
                </a:cubicBezTo>
                <a:cubicBezTo>
                  <a:pt x="1070247" y="73936"/>
                  <a:pt x="1067864" y="81602"/>
                  <a:pt x="1067864" y="91612"/>
                </a:cubicBezTo>
                <a:close/>
                <a:moveTo>
                  <a:pt x="1232687" y="142232"/>
                </a:moveTo>
                <a:lnTo>
                  <a:pt x="1232687" y="127074"/>
                </a:lnTo>
                <a:cubicBezTo>
                  <a:pt x="1229001" y="132476"/>
                  <a:pt x="1224155" y="136735"/>
                  <a:pt x="1218149" y="139849"/>
                </a:cubicBezTo>
                <a:cubicBezTo>
                  <a:pt x="1212144" y="142963"/>
                  <a:pt x="1205804" y="144520"/>
                  <a:pt x="1199131" y="144520"/>
                </a:cubicBezTo>
                <a:cubicBezTo>
                  <a:pt x="1192331" y="144520"/>
                  <a:pt x="1186230" y="143026"/>
                  <a:pt x="1180828" y="140039"/>
                </a:cubicBezTo>
                <a:cubicBezTo>
                  <a:pt x="1175426" y="137052"/>
                  <a:pt x="1171517" y="132858"/>
                  <a:pt x="1169102" y="127456"/>
                </a:cubicBezTo>
                <a:cubicBezTo>
                  <a:pt x="1166687" y="122054"/>
                  <a:pt x="1165480" y="114586"/>
                  <a:pt x="1165480" y="105053"/>
                </a:cubicBezTo>
                <a:lnTo>
                  <a:pt x="1165480" y="40992"/>
                </a:lnTo>
                <a:lnTo>
                  <a:pt x="1192267" y="40992"/>
                </a:lnTo>
                <a:lnTo>
                  <a:pt x="1192267" y="87405"/>
                </a:lnTo>
                <a:cubicBezTo>
                  <a:pt x="1192267" y="101610"/>
                  <a:pt x="1192760" y="110312"/>
                  <a:pt x="1193745" y="113514"/>
                </a:cubicBezTo>
                <a:cubicBezTo>
                  <a:pt x="1194730" y="116715"/>
                  <a:pt x="1196525" y="119251"/>
                  <a:pt x="1199131" y="121122"/>
                </a:cubicBezTo>
                <a:cubicBezTo>
                  <a:pt x="1201737" y="122993"/>
                  <a:pt x="1205041" y="123929"/>
                  <a:pt x="1209045" y="123929"/>
                </a:cubicBezTo>
                <a:cubicBezTo>
                  <a:pt x="1213621" y="123929"/>
                  <a:pt x="1217720" y="122676"/>
                  <a:pt x="1221343" y="120172"/>
                </a:cubicBezTo>
                <a:cubicBezTo>
                  <a:pt x="1224965" y="117668"/>
                  <a:pt x="1227444" y="114560"/>
                  <a:pt x="1228779" y="110851"/>
                </a:cubicBezTo>
                <a:cubicBezTo>
                  <a:pt x="1230113" y="107141"/>
                  <a:pt x="1230780" y="98058"/>
                  <a:pt x="1230780" y="83601"/>
                </a:cubicBezTo>
                <a:lnTo>
                  <a:pt x="1230780" y="40992"/>
                </a:lnTo>
                <a:lnTo>
                  <a:pt x="1257568" y="40992"/>
                </a:lnTo>
                <a:lnTo>
                  <a:pt x="1257568" y="142232"/>
                </a:lnTo>
                <a:lnTo>
                  <a:pt x="1232687" y="142232"/>
                </a:lnTo>
                <a:close/>
                <a:moveTo>
                  <a:pt x="1283021" y="148714"/>
                </a:moveTo>
                <a:lnTo>
                  <a:pt x="1313622" y="152527"/>
                </a:lnTo>
                <a:cubicBezTo>
                  <a:pt x="1314130" y="156120"/>
                  <a:pt x="1315306" y="158590"/>
                  <a:pt x="1317149" y="159936"/>
                </a:cubicBezTo>
                <a:cubicBezTo>
                  <a:pt x="1319691" y="161861"/>
                  <a:pt x="1323695" y="162823"/>
                  <a:pt x="1329161" y="162823"/>
                </a:cubicBezTo>
                <a:cubicBezTo>
                  <a:pt x="1336152" y="162823"/>
                  <a:pt x="1341395" y="161767"/>
                  <a:pt x="1344890" y="159653"/>
                </a:cubicBezTo>
                <a:cubicBezTo>
                  <a:pt x="1347242" y="158245"/>
                  <a:pt x="1349021" y="155973"/>
                  <a:pt x="1350229" y="152837"/>
                </a:cubicBezTo>
                <a:cubicBezTo>
                  <a:pt x="1351055" y="150597"/>
                  <a:pt x="1351468" y="146469"/>
                  <a:pt x="1351468" y="140453"/>
                </a:cubicBezTo>
                <a:lnTo>
                  <a:pt x="1351468" y="125570"/>
                </a:lnTo>
                <a:cubicBezTo>
                  <a:pt x="1343460" y="136678"/>
                  <a:pt x="1333355" y="142232"/>
                  <a:pt x="1321153" y="142232"/>
                </a:cubicBezTo>
                <a:cubicBezTo>
                  <a:pt x="1307553" y="142232"/>
                  <a:pt x="1296780" y="136480"/>
                  <a:pt x="1288836" y="124977"/>
                </a:cubicBezTo>
                <a:cubicBezTo>
                  <a:pt x="1282608" y="115889"/>
                  <a:pt x="1279494" y="104577"/>
                  <a:pt x="1279494" y="91040"/>
                </a:cubicBezTo>
                <a:cubicBezTo>
                  <a:pt x="1279494" y="74071"/>
                  <a:pt x="1283577" y="61106"/>
                  <a:pt x="1291744" y="52145"/>
                </a:cubicBezTo>
                <a:cubicBezTo>
                  <a:pt x="1299910" y="43184"/>
                  <a:pt x="1310063" y="38704"/>
                  <a:pt x="1322202" y="38704"/>
                </a:cubicBezTo>
                <a:cubicBezTo>
                  <a:pt x="1334722" y="38704"/>
                  <a:pt x="1345049" y="44227"/>
                  <a:pt x="1353184" y="55273"/>
                </a:cubicBezTo>
                <a:lnTo>
                  <a:pt x="1353184" y="40992"/>
                </a:lnTo>
                <a:lnTo>
                  <a:pt x="1378255" y="40992"/>
                </a:lnTo>
                <a:lnTo>
                  <a:pt x="1378255" y="131901"/>
                </a:lnTo>
                <a:cubicBezTo>
                  <a:pt x="1378255" y="143856"/>
                  <a:pt x="1377270" y="152792"/>
                  <a:pt x="1375300" y="158706"/>
                </a:cubicBezTo>
                <a:cubicBezTo>
                  <a:pt x="1373330" y="164620"/>
                  <a:pt x="1370566" y="169263"/>
                  <a:pt x="1367007" y="172633"/>
                </a:cubicBezTo>
                <a:cubicBezTo>
                  <a:pt x="1363448" y="176005"/>
                  <a:pt x="1358697" y="178645"/>
                  <a:pt x="1352755" y="180551"/>
                </a:cubicBezTo>
                <a:cubicBezTo>
                  <a:pt x="1346813" y="182460"/>
                  <a:pt x="1339297" y="183414"/>
                  <a:pt x="1330209" y="183414"/>
                </a:cubicBezTo>
                <a:cubicBezTo>
                  <a:pt x="1313050" y="183414"/>
                  <a:pt x="1300880" y="180450"/>
                  <a:pt x="1293698" y="174522"/>
                </a:cubicBezTo>
                <a:cubicBezTo>
                  <a:pt x="1286517" y="168596"/>
                  <a:pt x="1282926" y="161082"/>
                  <a:pt x="1282926" y="151982"/>
                </a:cubicBezTo>
                <a:cubicBezTo>
                  <a:pt x="1282926" y="151085"/>
                  <a:pt x="1282958" y="149995"/>
                  <a:pt x="1283021" y="148714"/>
                </a:cubicBezTo>
                <a:moveTo>
                  <a:pt x="1306949" y="89515"/>
                </a:moveTo>
                <a:cubicBezTo>
                  <a:pt x="1306949" y="100223"/>
                  <a:pt x="1309030" y="108064"/>
                  <a:pt x="1313193" y="113037"/>
                </a:cubicBezTo>
                <a:cubicBezTo>
                  <a:pt x="1317356" y="118010"/>
                  <a:pt x="1322488" y="120497"/>
                  <a:pt x="1328589" y="120497"/>
                </a:cubicBezTo>
                <a:cubicBezTo>
                  <a:pt x="1335135" y="120497"/>
                  <a:pt x="1340664" y="117947"/>
                  <a:pt x="1345176" y="112847"/>
                </a:cubicBezTo>
                <a:cubicBezTo>
                  <a:pt x="1349688" y="107746"/>
                  <a:pt x="1351944" y="100191"/>
                  <a:pt x="1351944" y="90182"/>
                </a:cubicBezTo>
                <a:cubicBezTo>
                  <a:pt x="1351944" y="79727"/>
                  <a:pt x="1349784" y="71966"/>
                  <a:pt x="1345462" y="66898"/>
                </a:cubicBezTo>
                <a:cubicBezTo>
                  <a:pt x="1341140" y="61829"/>
                  <a:pt x="1335675" y="59295"/>
                  <a:pt x="1329065" y="59295"/>
                </a:cubicBezTo>
                <a:cubicBezTo>
                  <a:pt x="1322647" y="59295"/>
                  <a:pt x="1317356" y="61782"/>
                  <a:pt x="1313193" y="66755"/>
                </a:cubicBezTo>
                <a:cubicBezTo>
                  <a:pt x="1309030" y="71728"/>
                  <a:pt x="1306949" y="79314"/>
                  <a:pt x="1306949" y="89515"/>
                </a:cubicBezTo>
                <a:close/>
                <a:moveTo>
                  <a:pt x="1431639" y="2479"/>
                </a:moveTo>
                <a:lnTo>
                  <a:pt x="1431639" y="53933"/>
                </a:lnTo>
                <a:cubicBezTo>
                  <a:pt x="1440282" y="43780"/>
                  <a:pt x="1450609" y="38704"/>
                  <a:pt x="1462621" y="38704"/>
                </a:cubicBezTo>
                <a:cubicBezTo>
                  <a:pt x="1468785" y="38704"/>
                  <a:pt x="1474346" y="39848"/>
                  <a:pt x="1479304" y="42136"/>
                </a:cubicBezTo>
                <a:cubicBezTo>
                  <a:pt x="1484261" y="44424"/>
                  <a:pt x="1487994" y="47347"/>
                  <a:pt x="1490505" y="50906"/>
                </a:cubicBezTo>
                <a:cubicBezTo>
                  <a:pt x="1493015" y="54465"/>
                  <a:pt x="1494731" y="58405"/>
                  <a:pt x="1495653" y="62727"/>
                </a:cubicBezTo>
                <a:cubicBezTo>
                  <a:pt x="1496574" y="67049"/>
                  <a:pt x="1497035" y="73753"/>
                  <a:pt x="1497035" y="82841"/>
                </a:cubicBezTo>
                <a:lnTo>
                  <a:pt x="1497035" y="142232"/>
                </a:lnTo>
                <a:lnTo>
                  <a:pt x="1470247" y="142232"/>
                </a:lnTo>
                <a:lnTo>
                  <a:pt x="1470247" y="88814"/>
                </a:lnTo>
                <a:cubicBezTo>
                  <a:pt x="1470247" y="78213"/>
                  <a:pt x="1469739" y="71484"/>
                  <a:pt x="1468722" y="68628"/>
                </a:cubicBezTo>
                <a:cubicBezTo>
                  <a:pt x="1467705" y="65771"/>
                  <a:pt x="1465910" y="63500"/>
                  <a:pt x="1463336" y="61818"/>
                </a:cubicBezTo>
                <a:cubicBezTo>
                  <a:pt x="1460762" y="60136"/>
                  <a:pt x="1457537" y="59295"/>
                  <a:pt x="1453660" y="59295"/>
                </a:cubicBezTo>
                <a:cubicBezTo>
                  <a:pt x="1449211" y="59295"/>
                  <a:pt x="1445239" y="60374"/>
                  <a:pt x="1441744" y="62533"/>
                </a:cubicBezTo>
                <a:cubicBezTo>
                  <a:pt x="1438248" y="64692"/>
                  <a:pt x="1435690" y="67945"/>
                  <a:pt x="1434070" y="72293"/>
                </a:cubicBezTo>
                <a:cubicBezTo>
                  <a:pt x="1432449" y="76640"/>
                  <a:pt x="1431639" y="83068"/>
                  <a:pt x="1431639" y="91576"/>
                </a:cubicBezTo>
                <a:lnTo>
                  <a:pt x="1431639" y="142232"/>
                </a:lnTo>
                <a:lnTo>
                  <a:pt x="1404851" y="142232"/>
                </a:lnTo>
                <a:lnTo>
                  <a:pt x="1404851" y="2479"/>
                </a:lnTo>
                <a:lnTo>
                  <a:pt x="1431639" y="2479"/>
                </a:lnTo>
                <a:close/>
                <a:moveTo>
                  <a:pt x="1570819" y="40992"/>
                </a:moveTo>
                <a:lnTo>
                  <a:pt x="1570819" y="62346"/>
                </a:lnTo>
                <a:lnTo>
                  <a:pt x="1552516" y="62346"/>
                </a:lnTo>
                <a:lnTo>
                  <a:pt x="1552516" y="103081"/>
                </a:lnTo>
                <a:cubicBezTo>
                  <a:pt x="1552516" y="111331"/>
                  <a:pt x="1552690" y="116138"/>
                  <a:pt x="1553040" y="117503"/>
                </a:cubicBezTo>
                <a:cubicBezTo>
                  <a:pt x="1553389" y="118865"/>
                  <a:pt x="1554184" y="119991"/>
                  <a:pt x="1555423" y="120881"/>
                </a:cubicBezTo>
                <a:cubicBezTo>
                  <a:pt x="1556662" y="121769"/>
                  <a:pt x="1558172" y="122213"/>
                  <a:pt x="1559951" y="122213"/>
                </a:cubicBezTo>
                <a:cubicBezTo>
                  <a:pt x="1562430" y="122213"/>
                  <a:pt x="1566021" y="121355"/>
                  <a:pt x="1570724" y="119639"/>
                </a:cubicBezTo>
                <a:lnTo>
                  <a:pt x="1573011" y="140498"/>
                </a:lnTo>
                <a:cubicBezTo>
                  <a:pt x="1566783" y="143179"/>
                  <a:pt x="1559729" y="144520"/>
                  <a:pt x="1551848" y="144520"/>
                </a:cubicBezTo>
                <a:cubicBezTo>
                  <a:pt x="1547018" y="144520"/>
                  <a:pt x="1542665" y="143710"/>
                  <a:pt x="1538788" y="142089"/>
                </a:cubicBezTo>
                <a:cubicBezTo>
                  <a:pt x="1534911" y="140468"/>
                  <a:pt x="1532067" y="138371"/>
                  <a:pt x="1530256" y="135797"/>
                </a:cubicBezTo>
                <a:cubicBezTo>
                  <a:pt x="1528445" y="133223"/>
                  <a:pt x="1527190" y="129744"/>
                  <a:pt x="1526491" y="125359"/>
                </a:cubicBezTo>
                <a:cubicBezTo>
                  <a:pt x="1525919" y="122244"/>
                  <a:pt x="1525633" y="115953"/>
                  <a:pt x="1525633" y="106483"/>
                </a:cubicBezTo>
                <a:lnTo>
                  <a:pt x="1525633" y="62346"/>
                </a:lnTo>
                <a:lnTo>
                  <a:pt x="1513335" y="62346"/>
                </a:lnTo>
                <a:lnTo>
                  <a:pt x="1513335" y="40992"/>
                </a:lnTo>
                <a:lnTo>
                  <a:pt x="1525633" y="40992"/>
                </a:lnTo>
                <a:lnTo>
                  <a:pt x="1525633" y="20782"/>
                </a:lnTo>
                <a:lnTo>
                  <a:pt x="1552516" y="4957"/>
                </a:lnTo>
                <a:lnTo>
                  <a:pt x="1552516" y="40992"/>
                </a:lnTo>
                <a:lnTo>
                  <a:pt x="1570819" y="40992"/>
                </a:lnTo>
                <a:close/>
                <a:moveTo>
                  <a:pt x="1644031" y="142232"/>
                </a:moveTo>
                <a:lnTo>
                  <a:pt x="1644031" y="2479"/>
                </a:lnTo>
                <a:lnTo>
                  <a:pt x="1689312" y="2479"/>
                </a:lnTo>
                <a:cubicBezTo>
                  <a:pt x="1706472" y="2479"/>
                  <a:pt x="1717657" y="3177"/>
                  <a:pt x="1722868" y="4573"/>
                </a:cubicBezTo>
                <a:cubicBezTo>
                  <a:pt x="1730876" y="6668"/>
                  <a:pt x="1737581" y="11223"/>
                  <a:pt x="1742983" y="18238"/>
                </a:cubicBezTo>
                <a:cubicBezTo>
                  <a:pt x="1748385" y="25252"/>
                  <a:pt x="1751086" y="34315"/>
                  <a:pt x="1751086" y="45425"/>
                </a:cubicBezTo>
                <a:cubicBezTo>
                  <a:pt x="1751086" y="53994"/>
                  <a:pt x="1749529" y="61200"/>
                  <a:pt x="1746415" y="67041"/>
                </a:cubicBezTo>
                <a:cubicBezTo>
                  <a:pt x="1743301" y="72882"/>
                  <a:pt x="1739344" y="77468"/>
                  <a:pt x="1734546" y="80801"/>
                </a:cubicBezTo>
                <a:cubicBezTo>
                  <a:pt x="1729748" y="84133"/>
                  <a:pt x="1724870" y="86340"/>
                  <a:pt x="1719913" y="87420"/>
                </a:cubicBezTo>
                <a:cubicBezTo>
                  <a:pt x="1713176" y="88753"/>
                  <a:pt x="1703421" y="89419"/>
                  <a:pt x="1690647" y="89419"/>
                </a:cubicBezTo>
                <a:lnTo>
                  <a:pt x="1672248" y="89419"/>
                </a:lnTo>
                <a:lnTo>
                  <a:pt x="1672248" y="142232"/>
                </a:lnTo>
                <a:lnTo>
                  <a:pt x="1644031" y="142232"/>
                </a:lnTo>
                <a:moveTo>
                  <a:pt x="1672248" y="26120"/>
                </a:moveTo>
                <a:lnTo>
                  <a:pt x="1672248" y="65777"/>
                </a:lnTo>
                <a:lnTo>
                  <a:pt x="1687692" y="65777"/>
                </a:lnTo>
                <a:cubicBezTo>
                  <a:pt x="1698813" y="65777"/>
                  <a:pt x="1706249" y="65047"/>
                  <a:pt x="1709999" y="63585"/>
                </a:cubicBezTo>
                <a:cubicBezTo>
                  <a:pt x="1713748" y="62123"/>
                  <a:pt x="1716688" y="59835"/>
                  <a:pt x="1718817" y="56721"/>
                </a:cubicBezTo>
                <a:cubicBezTo>
                  <a:pt x="1720946" y="53607"/>
                  <a:pt x="1722010" y="49985"/>
                  <a:pt x="1722010" y="45854"/>
                </a:cubicBezTo>
                <a:cubicBezTo>
                  <a:pt x="1722010" y="40769"/>
                  <a:pt x="1720517" y="36575"/>
                  <a:pt x="1717530" y="33270"/>
                </a:cubicBezTo>
                <a:cubicBezTo>
                  <a:pt x="1714543" y="29965"/>
                  <a:pt x="1710761" y="27900"/>
                  <a:pt x="1706186" y="27074"/>
                </a:cubicBezTo>
                <a:cubicBezTo>
                  <a:pt x="1702817" y="26438"/>
                  <a:pt x="1696049" y="26120"/>
                  <a:pt x="1685880" y="26120"/>
                </a:cubicBezTo>
                <a:lnTo>
                  <a:pt x="1672248" y="26120"/>
                </a:lnTo>
                <a:close/>
                <a:moveTo>
                  <a:pt x="1800105" y="142232"/>
                </a:moveTo>
                <a:lnTo>
                  <a:pt x="1773317" y="142232"/>
                </a:lnTo>
                <a:lnTo>
                  <a:pt x="1773317" y="40992"/>
                </a:lnTo>
                <a:lnTo>
                  <a:pt x="1798198" y="40992"/>
                </a:lnTo>
                <a:lnTo>
                  <a:pt x="1798198" y="55387"/>
                </a:lnTo>
                <a:cubicBezTo>
                  <a:pt x="1802456" y="48586"/>
                  <a:pt x="1806285" y="44106"/>
                  <a:pt x="1809685" y="41945"/>
                </a:cubicBezTo>
                <a:cubicBezTo>
                  <a:pt x="1813086" y="39784"/>
                  <a:pt x="1816946" y="38704"/>
                  <a:pt x="1821268" y="38704"/>
                </a:cubicBezTo>
                <a:cubicBezTo>
                  <a:pt x="1827369" y="38704"/>
                  <a:pt x="1833248" y="40388"/>
                  <a:pt x="1838904" y="43756"/>
                </a:cubicBezTo>
                <a:lnTo>
                  <a:pt x="1830610" y="67112"/>
                </a:lnTo>
                <a:cubicBezTo>
                  <a:pt x="1826098" y="64189"/>
                  <a:pt x="1821904" y="62727"/>
                  <a:pt x="1818027" y="62727"/>
                </a:cubicBezTo>
                <a:cubicBezTo>
                  <a:pt x="1814277" y="62727"/>
                  <a:pt x="1811099" y="63760"/>
                  <a:pt x="1808494" y="65825"/>
                </a:cubicBezTo>
                <a:cubicBezTo>
                  <a:pt x="1805888" y="67891"/>
                  <a:pt x="1803839" y="71624"/>
                  <a:pt x="1802345" y="77026"/>
                </a:cubicBezTo>
                <a:cubicBezTo>
                  <a:pt x="1800852" y="82428"/>
                  <a:pt x="1800105" y="93741"/>
                  <a:pt x="1800105" y="110964"/>
                </a:cubicBezTo>
                <a:lnTo>
                  <a:pt x="1800105" y="142232"/>
                </a:lnTo>
                <a:close/>
                <a:moveTo>
                  <a:pt x="1844404" y="90182"/>
                </a:moveTo>
                <a:cubicBezTo>
                  <a:pt x="1844404" y="81284"/>
                  <a:pt x="1846596" y="72673"/>
                  <a:pt x="1850981" y="64348"/>
                </a:cubicBezTo>
                <a:cubicBezTo>
                  <a:pt x="1855367" y="56022"/>
                  <a:pt x="1861579" y="49667"/>
                  <a:pt x="1869618" y="45282"/>
                </a:cubicBezTo>
                <a:cubicBezTo>
                  <a:pt x="1877658" y="40896"/>
                  <a:pt x="1886635" y="38704"/>
                  <a:pt x="1896549" y="38704"/>
                </a:cubicBezTo>
                <a:cubicBezTo>
                  <a:pt x="1911865" y="38704"/>
                  <a:pt x="1924417" y="43677"/>
                  <a:pt x="1934204" y="53623"/>
                </a:cubicBezTo>
                <a:cubicBezTo>
                  <a:pt x="1943991" y="63569"/>
                  <a:pt x="1948885" y="76137"/>
                  <a:pt x="1948885" y="91326"/>
                </a:cubicBezTo>
                <a:cubicBezTo>
                  <a:pt x="1948885" y="106642"/>
                  <a:pt x="1943944" y="119337"/>
                  <a:pt x="1934061" y="129410"/>
                </a:cubicBezTo>
                <a:cubicBezTo>
                  <a:pt x="1924179" y="139483"/>
                  <a:pt x="1911738" y="144520"/>
                  <a:pt x="1896740" y="144520"/>
                </a:cubicBezTo>
                <a:cubicBezTo>
                  <a:pt x="1887461" y="144520"/>
                  <a:pt x="1878611" y="142423"/>
                  <a:pt x="1870190" y="138228"/>
                </a:cubicBezTo>
                <a:cubicBezTo>
                  <a:pt x="1861770" y="134034"/>
                  <a:pt x="1855367" y="127885"/>
                  <a:pt x="1850981" y="119782"/>
                </a:cubicBezTo>
                <a:cubicBezTo>
                  <a:pt x="1846596" y="111679"/>
                  <a:pt x="1844404" y="101812"/>
                  <a:pt x="1844404" y="90182"/>
                </a:cubicBezTo>
                <a:moveTo>
                  <a:pt x="1871859" y="91612"/>
                </a:moveTo>
                <a:cubicBezTo>
                  <a:pt x="1871859" y="101621"/>
                  <a:pt x="1874242" y="109288"/>
                  <a:pt x="1879008" y="114610"/>
                </a:cubicBezTo>
                <a:cubicBezTo>
                  <a:pt x="1883775" y="119933"/>
                  <a:pt x="1889653" y="122594"/>
                  <a:pt x="1896644" y="122594"/>
                </a:cubicBezTo>
                <a:cubicBezTo>
                  <a:pt x="1903635" y="122594"/>
                  <a:pt x="1909498" y="119933"/>
                  <a:pt x="1914233" y="114610"/>
                </a:cubicBezTo>
                <a:cubicBezTo>
                  <a:pt x="1918967" y="109288"/>
                  <a:pt x="1921335" y="101558"/>
                  <a:pt x="1921335" y="91421"/>
                </a:cubicBezTo>
                <a:cubicBezTo>
                  <a:pt x="1921335" y="81539"/>
                  <a:pt x="1918967" y="73936"/>
                  <a:pt x="1914233" y="68614"/>
                </a:cubicBezTo>
                <a:cubicBezTo>
                  <a:pt x="1909498" y="63291"/>
                  <a:pt x="1903635" y="60630"/>
                  <a:pt x="1896644" y="60630"/>
                </a:cubicBezTo>
                <a:cubicBezTo>
                  <a:pt x="1889653" y="60630"/>
                  <a:pt x="1883775" y="63291"/>
                  <a:pt x="1879008" y="68614"/>
                </a:cubicBezTo>
                <a:cubicBezTo>
                  <a:pt x="1874242" y="73936"/>
                  <a:pt x="1871859" y="81602"/>
                  <a:pt x="1871859" y="91612"/>
                </a:cubicBezTo>
                <a:close/>
                <a:moveTo>
                  <a:pt x="1968044" y="40992"/>
                </a:moveTo>
                <a:lnTo>
                  <a:pt x="1992734" y="40992"/>
                </a:lnTo>
                <a:lnTo>
                  <a:pt x="1992734" y="54815"/>
                </a:lnTo>
                <a:cubicBezTo>
                  <a:pt x="2001568" y="44074"/>
                  <a:pt x="2012086" y="38704"/>
                  <a:pt x="2024288" y="38704"/>
                </a:cubicBezTo>
                <a:cubicBezTo>
                  <a:pt x="2030771" y="38704"/>
                  <a:pt x="2036395" y="40044"/>
                  <a:pt x="2041161" y="42726"/>
                </a:cubicBezTo>
                <a:cubicBezTo>
                  <a:pt x="2045928" y="45407"/>
                  <a:pt x="2049836" y="49461"/>
                  <a:pt x="2052887" y="54889"/>
                </a:cubicBezTo>
                <a:cubicBezTo>
                  <a:pt x="2057336" y="49461"/>
                  <a:pt x="2062134" y="45407"/>
                  <a:pt x="2067282" y="42726"/>
                </a:cubicBezTo>
                <a:cubicBezTo>
                  <a:pt x="2072430" y="40044"/>
                  <a:pt x="2077927" y="38704"/>
                  <a:pt x="2083774" y="38704"/>
                </a:cubicBezTo>
                <a:cubicBezTo>
                  <a:pt x="2091210" y="38704"/>
                  <a:pt x="2097501" y="40213"/>
                  <a:pt x="2102649" y="43232"/>
                </a:cubicBezTo>
                <a:cubicBezTo>
                  <a:pt x="2107797" y="46251"/>
                  <a:pt x="2111642" y="50684"/>
                  <a:pt x="2114184" y="56530"/>
                </a:cubicBezTo>
                <a:cubicBezTo>
                  <a:pt x="2116027" y="60852"/>
                  <a:pt x="2116949" y="67843"/>
                  <a:pt x="2116949" y="77503"/>
                </a:cubicBezTo>
                <a:lnTo>
                  <a:pt x="2116949" y="142232"/>
                </a:lnTo>
                <a:lnTo>
                  <a:pt x="2090161" y="142232"/>
                </a:lnTo>
                <a:lnTo>
                  <a:pt x="2090161" y="84432"/>
                </a:lnTo>
                <a:cubicBezTo>
                  <a:pt x="2090161" y="74403"/>
                  <a:pt x="2089239" y="67928"/>
                  <a:pt x="2087396" y="65009"/>
                </a:cubicBezTo>
                <a:cubicBezTo>
                  <a:pt x="2084918" y="61200"/>
                  <a:pt x="2081105" y="59295"/>
                  <a:pt x="2075957" y="59295"/>
                </a:cubicBezTo>
                <a:cubicBezTo>
                  <a:pt x="2072207" y="59295"/>
                  <a:pt x="2068680" y="60438"/>
                  <a:pt x="2065375" y="62724"/>
                </a:cubicBezTo>
                <a:cubicBezTo>
                  <a:pt x="2062070" y="65008"/>
                  <a:pt x="2059687" y="68356"/>
                  <a:pt x="2058226" y="72769"/>
                </a:cubicBezTo>
                <a:cubicBezTo>
                  <a:pt x="2056764" y="77180"/>
                  <a:pt x="2056033" y="84147"/>
                  <a:pt x="2056033" y="93670"/>
                </a:cubicBezTo>
                <a:lnTo>
                  <a:pt x="2056033" y="142232"/>
                </a:lnTo>
                <a:lnTo>
                  <a:pt x="2029245" y="142232"/>
                </a:lnTo>
                <a:lnTo>
                  <a:pt x="2029245" y="86813"/>
                </a:lnTo>
                <a:cubicBezTo>
                  <a:pt x="2029245" y="76974"/>
                  <a:pt x="2028769" y="70626"/>
                  <a:pt x="2027815" y="67770"/>
                </a:cubicBezTo>
                <a:cubicBezTo>
                  <a:pt x="2026862" y="64913"/>
                  <a:pt x="2025384" y="62786"/>
                  <a:pt x="2023383" y="61389"/>
                </a:cubicBezTo>
                <a:cubicBezTo>
                  <a:pt x="2021381" y="59993"/>
                  <a:pt x="2018664" y="59295"/>
                  <a:pt x="2015232" y="59295"/>
                </a:cubicBezTo>
                <a:cubicBezTo>
                  <a:pt x="2011101" y="59295"/>
                  <a:pt x="2007383" y="60406"/>
                  <a:pt x="2004078" y="62629"/>
                </a:cubicBezTo>
                <a:cubicBezTo>
                  <a:pt x="2000773" y="64849"/>
                  <a:pt x="1998406" y="68054"/>
                  <a:pt x="1996976" y="72245"/>
                </a:cubicBezTo>
                <a:cubicBezTo>
                  <a:pt x="1995546" y="76436"/>
                  <a:pt x="1994831" y="83387"/>
                  <a:pt x="1994831" y="93098"/>
                </a:cubicBezTo>
                <a:lnTo>
                  <a:pt x="1994831" y="142232"/>
                </a:lnTo>
                <a:lnTo>
                  <a:pt x="1968044" y="142232"/>
                </a:lnTo>
                <a:lnTo>
                  <a:pt x="1968044" y="40992"/>
                </a:lnTo>
                <a:close/>
                <a:moveTo>
                  <a:pt x="2143214" y="40992"/>
                </a:moveTo>
                <a:lnTo>
                  <a:pt x="2168190" y="40992"/>
                </a:lnTo>
                <a:lnTo>
                  <a:pt x="2168190" y="55863"/>
                </a:lnTo>
                <a:cubicBezTo>
                  <a:pt x="2171432" y="50779"/>
                  <a:pt x="2175817" y="46648"/>
                  <a:pt x="2181346" y="43470"/>
                </a:cubicBezTo>
                <a:cubicBezTo>
                  <a:pt x="2186875" y="40293"/>
                  <a:pt x="2193008" y="38704"/>
                  <a:pt x="2199745" y="38704"/>
                </a:cubicBezTo>
                <a:cubicBezTo>
                  <a:pt x="2211502" y="38704"/>
                  <a:pt x="2221480" y="43311"/>
                  <a:pt x="2229678" y="52527"/>
                </a:cubicBezTo>
                <a:cubicBezTo>
                  <a:pt x="2237876" y="61742"/>
                  <a:pt x="2241976" y="74580"/>
                  <a:pt x="2241976" y="91040"/>
                </a:cubicBezTo>
                <a:cubicBezTo>
                  <a:pt x="2241976" y="107945"/>
                  <a:pt x="2237845" y="121085"/>
                  <a:pt x="2229583" y="130459"/>
                </a:cubicBezTo>
                <a:cubicBezTo>
                  <a:pt x="2221321" y="139833"/>
                  <a:pt x="2211311" y="144520"/>
                  <a:pt x="2199554" y="144520"/>
                </a:cubicBezTo>
                <a:cubicBezTo>
                  <a:pt x="2193961" y="144520"/>
                  <a:pt x="2188893" y="143408"/>
                  <a:pt x="2184349" y="141183"/>
                </a:cubicBezTo>
                <a:cubicBezTo>
                  <a:pt x="2179805" y="138959"/>
                  <a:pt x="2175022" y="135146"/>
                  <a:pt x="2170002" y="129744"/>
                </a:cubicBezTo>
                <a:lnTo>
                  <a:pt x="2170002" y="180745"/>
                </a:lnTo>
                <a:lnTo>
                  <a:pt x="2143214" y="180745"/>
                </a:lnTo>
                <a:lnTo>
                  <a:pt x="2143214" y="40992"/>
                </a:lnTo>
                <a:moveTo>
                  <a:pt x="2169716" y="89851"/>
                </a:moveTo>
                <a:cubicBezTo>
                  <a:pt x="2169716" y="101209"/>
                  <a:pt x="2171972" y="109601"/>
                  <a:pt x="2176484" y="115027"/>
                </a:cubicBezTo>
                <a:cubicBezTo>
                  <a:pt x="2180996" y="120453"/>
                  <a:pt x="2186494" y="123166"/>
                  <a:pt x="2192976" y="123166"/>
                </a:cubicBezTo>
                <a:cubicBezTo>
                  <a:pt x="2199204" y="123166"/>
                  <a:pt x="2204384" y="120675"/>
                  <a:pt x="2208515" y="115694"/>
                </a:cubicBezTo>
                <a:cubicBezTo>
                  <a:pt x="2212646" y="110714"/>
                  <a:pt x="2214711" y="102543"/>
                  <a:pt x="2214711" y="91183"/>
                </a:cubicBezTo>
                <a:cubicBezTo>
                  <a:pt x="2214711" y="80585"/>
                  <a:pt x="2212582" y="72717"/>
                  <a:pt x="2208324" y="67577"/>
                </a:cubicBezTo>
                <a:cubicBezTo>
                  <a:pt x="2204066" y="62437"/>
                  <a:pt x="2198791" y="59867"/>
                  <a:pt x="2192500" y="59867"/>
                </a:cubicBezTo>
                <a:cubicBezTo>
                  <a:pt x="2185954" y="59867"/>
                  <a:pt x="2180520" y="62389"/>
                  <a:pt x="2176198" y="67434"/>
                </a:cubicBezTo>
                <a:cubicBezTo>
                  <a:pt x="2171877" y="72478"/>
                  <a:pt x="2169716" y="79951"/>
                  <a:pt x="2169716" y="89851"/>
                </a:cubicBezTo>
                <a:close/>
                <a:moveTo>
                  <a:pt x="2309848" y="40992"/>
                </a:moveTo>
                <a:lnTo>
                  <a:pt x="2309848" y="62346"/>
                </a:lnTo>
                <a:lnTo>
                  <a:pt x="2291545" y="62346"/>
                </a:lnTo>
                <a:lnTo>
                  <a:pt x="2291545" y="103081"/>
                </a:lnTo>
                <a:cubicBezTo>
                  <a:pt x="2291545" y="111331"/>
                  <a:pt x="2291720" y="116138"/>
                  <a:pt x="2292069" y="117503"/>
                </a:cubicBezTo>
                <a:cubicBezTo>
                  <a:pt x="2292419" y="118865"/>
                  <a:pt x="2293213" y="119991"/>
                  <a:pt x="2294452" y="120881"/>
                </a:cubicBezTo>
                <a:cubicBezTo>
                  <a:pt x="2295692" y="121769"/>
                  <a:pt x="2297201" y="122213"/>
                  <a:pt x="2298980" y="122213"/>
                </a:cubicBezTo>
                <a:cubicBezTo>
                  <a:pt x="2301459" y="122213"/>
                  <a:pt x="2305050" y="121355"/>
                  <a:pt x="2309753" y="119639"/>
                </a:cubicBezTo>
                <a:lnTo>
                  <a:pt x="2312041" y="140498"/>
                </a:lnTo>
                <a:cubicBezTo>
                  <a:pt x="2305812" y="143179"/>
                  <a:pt x="2298758" y="144520"/>
                  <a:pt x="2290877" y="144520"/>
                </a:cubicBezTo>
                <a:cubicBezTo>
                  <a:pt x="2286047" y="144520"/>
                  <a:pt x="2281694" y="143710"/>
                  <a:pt x="2277817" y="142089"/>
                </a:cubicBezTo>
                <a:cubicBezTo>
                  <a:pt x="2273941" y="140468"/>
                  <a:pt x="2271097" y="138371"/>
                  <a:pt x="2269285" y="135797"/>
                </a:cubicBezTo>
                <a:cubicBezTo>
                  <a:pt x="2267474" y="133223"/>
                  <a:pt x="2266219" y="129744"/>
                  <a:pt x="2265520" y="125359"/>
                </a:cubicBezTo>
                <a:cubicBezTo>
                  <a:pt x="2264948" y="122244"/>
                  <a:pt x="2264662" y="115953"/>
                  <a:pt x="2264662" y="106483"/>
                </a:cubicBezTo>
                <a:lnTo>
                  <a:pt x="2264662" y="62346"/>
                </a:lnTo>
                <a:lnTo>
                  <a:pt x="2252364" y="62346"/>
                </a:lnTo>
                <a:lnTo>
                  <a:pt x="2252364" y="40992"/>
                </a:lnTo>
                <a:lnTo>
                  <a:pt x="2264662" y="40992"/>
                </a:lnTo>
                <a:lnTo>
                  <a:pt x="2264662" y="20782"/>
                </a:lnTo>
                <a:lnTo>
                  <a:pt x="2291545" y="4957"/>
                </a:lnTo>
                <a:lnTo>
                  <a:pt x="2291545" y="40992"/>
                </a:lnTo>
                <a:lnTo>
                  <a:pt x="2309848" y="40992"/>
                </a:lnTo>
                <a:close/>
                <a:moveTo>
                  <a:pt x="2328437" y="27264"/>
                </a:moveTo>
                <a:lnTo>
                  <a:pt x="2328437" y="2479"/>
                </a:lnTo>
                <a:lnTo>
                  <a:pt x="2355224" y="2479"/>
                </a:lnTo>
                <a:lnTo>
                  <a:pt x="2355224" y="27264"/>
                </a:lnTo>
                <a:lnTo>
                  <a:pt x="2328437" y="27264"/>
                </a:lnTo>
                <a:moveTo>
                  <a:pt x="2328437" y="142232"/>
                </a:moveTo>
                <a:lnTo>
                  <a:pt x="2328437" y="40992"/>
                </a:lnTo>
                <a:lnTo>
                  <a:pt x="2355224" y="40992"/>
                </a:lnTo>
                <a:lnTo>
                  <a:pt x="2355224" y="142232"/>
                </a:lnTo>
                <a:lnTo>
                  <a:pt x="2328437" y="142232"/>
                </a:lnTo>
                <a:close/>
                <a:moveTo>
                  <a:pt x="2474605" y="142232"/>
                </a:moveTo>
                <a:lnTo>
                  <a:pt x="2447818" y="142232"/>
                </a:lnTo>
                <a:lnTo>
                  <a:pt x="2447818" y="90623"/>
                </a:lnTo>
                <a:cubicBezTo>
                  <a:pt x="2447818" y="79704"/>
                  <a:pt x="2447246" y="72641"/>
                  <a:pt x="2446102" y="69436"/>
                </a:cubicBezTo>
                <a:cubicBezTo>
                  <a:pt x="2444958" y="66230"/>
                  <a:pt x="2443099" y="63739"/>
                  <a:pt x="2440525" y="61961"/>
                </a:cubicBezTo>
                <a:cubicBezTo>
                  <a:pt x="2437951" y="60184"/>
                  <a:pt x="2434853" y="59295"/>
                  <a:pt x="2431230" y="59295"/>
                </a:cubicBezTo>
                <a:cubicBezTo>
                  <a:pt x="2426591" y="59295"/>
                  <a:pt x="2422428" y="60565"/>
                  <a:pt x="2418742" y="63105"/>
                </a:cubicBezTo>
                <a:cubicBezTo>
                  <a:pt x="2415056" y="65643"/>
                  <a:pt x="2412530" y="69008"/>
                  <a:pt x="2411163" y="73198"/>
                </a:cubicBezTo>
                <a:cubicBezTo>
                  <a:pt x="2409797" y="77387"/>
                  <a:pt x="2409114" y="85131"/>
                  <a:pt x="2409114" y="96432"/>
                </a:cubicBezTo>
                <a:lnTo>
                  <a:pt x="2409114" y="142232"/>
                </a:lnTo>
                <a:lnTo>
                  <a:pt x="2382326" y="142232"/>
                </a:lnTo>
                <a:lnTo>
                  <a:pt x="2382326" y="40992"/>
                </a:lnTo>
                <a:lnTo>
                  <a:pt x="2407207" y="40992"/>
                </a:lnTo>
                <a:lnTo>
                  <a:pt x="2407207" y="55863"/>
                </a:lnTo>
                <a:cubicBezTo>
                  <a:pt x="2416041" y="44424"/>
                  <a:pt x="2427163" y="38704"/>
                  <a:pt x="2440573" y="38704"/>
                </a:cubicBezTo>
                <a:cubicBezTo>
                  <a:pt x="2446483" y="38704"/>
                  <a:pt x="2451885" y="39768"/>
                  <a:pt x="2456779" y="41897"/>
                </a:cubicBezTo>
                <a:cubicBezTo>
                  <a:pt x="2461672" y="44026"/>
                  <a:pt x="2465374" y="46743"/>
                  <a:pt x="2467885" y="50048"/>
                </a:cubicBezTo>
                <a:cubicBezTo>
                  <a:pt x="2470395" y="53353"/>
                  <a:pt x="2472143" y="57102"/>
                  <a:pt x="2473128" y="61297"/>
                </a:cubicBezTo>
                <a:cubicBezTo>
                  <a:pt x="2474113" y="65491"/>
                  <a:pt x="2474605" y="71497"/>
                  <a:pt x="2474605" y="79314"/>
                </a:cubicBezTo>
                <a:lnTo>
                  <a:pt x="2474605" y="142232"/>
                </a:lnTo>
                <a:close/>
                <a:moveTo>
                  <a:pt x="2499131" y="148714"/>
                </a:moveTo>
                <a:lnTo>
                  <a:pt x="2529732" y="152527"/>
                </a:lnTo>
                <a:cubicBezTo>
                  <a:pt x="2530240" y="156120"/>
                  <a:pt x="2531416" y="158590"/>
                  <a:pt x="2533259" y="159936"/>
                </a:cubicBezTo>
                <a:cubicBezTo>
                  <a:pt x="2535801" y="161861"/>
                  <a:pt x="2539805" y="162823"/>
                  <a:pt x="2545271" y="162823"/>
                </a:cubicBezTo>
                <a:cubicBezTo>
                  <a:pt x="2552262" y="162823"/>
                  <a:pt x="2557505" y="161767"/>
                  <a:pt x="2561000" y="159653"/>
                </a:cubicBezTo>
                <a:cubicBezTo>
                  <a:pt x="2563352" y="158245"/>
                  <a:pt x="2565131" y="155973"/>
                  <a:pt x="2566339" y="152837"/>
                </a:cubicBezTo>
                <a:cubicBezTo>
                  <a:pt x="2567165" y="150597"/>
                  <a:pt x="2567578" y="146469"/>
                  <a:pt x="2567578" y="140453"/>
                </a:cubicBezTo>
                <a:lnTo>
                  <a:pt x="2567578" y="125570"/>
                </a:lnTo>
                <a:cubicBezTo>
                  <a:pt x="2559570" y="136678"/>
                  <a:pt x="2549465" y="142232"/>
                  <a:pt x="2537263" y="142232"/>
                </a:cubicBezTo>
                <a:cubicBezTo>
                  <a:pt x="2523663" y="142232"/>
                  <a:pt x="2512890" y="136480"/>
                  <a:pt x="2504946" y="124977"/>
                </a:cubicBezTo>
                <a:cubicBezTo>
                  <a:pt x="2498718" y="115889"/>
                  <a:pt x="2495604" y="104577"/>
                  <a:pt x="2495604" y="91040"/>
                </a:cubicBezTo>
                <a:cubicBezTo>
                  <a:pt x="2495604" y="74071"/>
                  <a:pt x="2499687" y="61106"/>
                  <a:pt x="2507854" y="52145"/>
                </a:cubicBezTo>
                <a:cubicBezTo>
                  <a:pt x="2516020" y="43184"/>
                  <a:pt x="2526173" y="38704"/>
                  <a:pt x="2538312" y="38704"/>
                </a:cubicBezTo>
                <a:cubicBezTo>
                  <a:pt x="2550832" y="38704"/>
                  <a:pt x="2561159" y="44227"/>
                  <a:pt x="2569294" y="55273"/>
                </a:cubicBezTo>
                <a:lnTo>
                  <a:pt x="2569294" y="40992"/>
                </a:lnTo>
                <a:lnTo>
                  <a:pt x="2594365" y="40992"/>
                </a:lnTo>
                <a:lnTo>
                  <a:pt x="2594365" y="131901"/>
                </a:lnTo>
                <a:cubicBezTo>
                  <a:pt x="2594365" y="143856"/>
                  <a:pt x="2593380" y="152792"/>
                  <a:pt x="2591410" y="158706"/>
                </a:cubicBezTo>
                <a:cubicBezTo>
                  <a:pt x="2589440" y="164620"/>
                  <a:pt x="2586676" y="169263"/>
                  <a:pt x="2583117" y="172633"/>
                </a:cubicBezTo>
                <a:cubicBezTo>
                  <a:pt x="2579558" y="176005"/>
                  <a:pt x="2574807" y="178645"/>
                  <a:pt x="2568865" y="180551"/>
                </a:cubicBezTo>
                <a:cubicBezTo>
                  <a:pt x="2562923" y="182460"/>
                  <a:pt x="2555407" y="183414"/>
                  <a:pt x="2546319" y="183414"/>
                </a:cubicBezTo>
                <a:cubicBezTo>
                  <a:pt x="2529160" y="183414"/>
                  <a:pt x="2516990" y="180450"/>
                  <a:pt x="2509808" y="174522"/>
                </a:cubicBezTo>
                <a:cubicBezTo>
                  <a:pt x="2502627" y="168596"/>
                  <a:pt x="2499036" y="161082"/>
                  <a:pt x="2499036" y="151982"/>
                </a:cubicBezTo>
                <a:cubicBezTo>
                  <a:pt x="2499036" y="151085"/>
                  <a:pt x="2499068" y="149995"/>
                  <a:pt x="2499131" y="148714"/>
                </a:cubicBezTo>
                <a:moveTo>
                  <a:pt x="2523059" y="89515"/>
                </a:moveTo>
                <a:cubicBezTo>
                  <a:pt x="2523059" y="100223"/>
                  <a:pt x="2525140" y="108064"/>
                  <a:pt x="2529303" y="113037"/>
                </a:cubicBezTo>
                <a:cubicBezTo>
                  <a:pt x="2533466" y="118010"/>
                  <a:pt x="2538598" y="120497"/>
                  <a:pt x="2544699" y="120497"/>
                </a:cubicBezTo>
                <a:cubicBezTo>
                  <a:pt x="2551245" y="120497"/>
                  <a:pt x="2556774" y="117947"/>
                  <a:pt x="2561286" y="112847"/>
                </a:cubicBezTo>
                <a:cubicBezTo>
                  <a:pt x="2565798" y="107746"/>
                  <a:pt x="2568054" y="100191"/>
                  <a:pt x="2568054" y="90182"/>
                </a:cubicBezTo>
                <a:cubicBezTo>
                  <a:pt x="2568054" y="79727"/>
                  <a:pt x="2565894" y="71966"/>
                  <a:pt x="2561572" y="66898"/>
                </a:cubicBezTo>
                <a:cubicBezTo>
                  <a:pt x="2557250" y="61829"/>
                  <a:pt x="2551785" y="59295"/>
                  <a:pt x="2545175" y="59295"/>
                </a:cubicBezTo>
                <a:cubicBezTo>
                  <a:pt x="2538756" y="59295"/>
                  <a:pt x="2533466" y="61782"/>
                  <a:pt x="2529303" y="66755"/>
                </a:cubicBezTo>
                <a:cubicBezTo>
                  <a:pt x="2525140" y="71728"/>
                  <a:pt x="2523059" y="79314"/>
                  <a:pt x="2523059" y="8951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4" name="Text t">
            <a:extLst xmlns:a="http://schemas.openxmlformats.org/drawingml/2006/main">
              <a:ext uri="{FF2B5EF4-FFF2-40B4-BE49-F238E27FC236}">
                <a16:creationId xmlns:a16="http://schemas.microsoft.com/office/drawing/2014/main" id="{EFBFDABC-8CB3-4293-B183-32F8E20E4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98651" y="2840942"/>
            <a:ext cx="22879" cy="63956"/>
          </a:xfrm>
          <a:custGeom xmlns:a="http://schemas.openxmlformats.org/drawingml/2006/main">
            <a:pathLst>
              <a:path w="22879" h="63956">
                <a:moveTo>
                  <a:pt x="21731" y="56315"/>
                </a:moveTo>
                <a:lnTo>
                  <a:pt x="22879" y="63338"/>
                </a:lnTo>
                <a:cubicBezTo>
                  <a:pt x="20642" y="63750"/>
                  <a:pt x="18639" y="63956"/>
                  <a:pt x="16873" y="63956"/>
                </a:cubicBezTo>
                <a:cubicBezTo>
                  <a:pt x="13987" y="63956"/>
                  <a:pt x="11749" y="63500"/>
                  <a:pt x="10159" y="62587"/>
                </a:cubicBezTo>
                <a:cubicBezTo>
                  <a:pt x="8569" y="61674"/>
                  <a:pt x="7450" y="60475"/>
                  <a:pt x="6802" y="58987"/>
                </a:cubicBezTo>
                <a:cubicBezTo>
                  <a:pt x="6154" y="57500"/>
                  <a:pt x="5830" y="54372"/>
                  <a:pt x="5830" y="49602"/>
                </a:cubicBezTo>
                <a:lnTo>
                  <a:pt x="5830" y="22614"/>
                </a:lnTo>
                <a:lnTo>
                  <a:pt x="0" y="22614"/>
                </a:lnTo>
                <a:lnTo>
                  <a:pt x="0" y="16431"/>
                </a:lnTo>
                <a:lnTo>
                  <a:pt x="5830" y="16431"/>
                </a:lnTo>
                <a:lnTo>
                  <a:pt x="5830" y="4783"/>
                </a:lnTo>
                <a:lnTo>
                  <a:pt x="13737" y="0"/>
                </a:lnTo>
                <a:lnTo>
                  <a:pt x="13737" y="16431"/>
                </a:lnTo>
                <a:lnTo>
                  <a:pt x="21731" y="16431"/>
                </a:lnTo>
                <a:lnTo>
                  <a:pt x="21731" y="22614"/>
                </a:lnTo>
                <a:lnTo>
                  <a:pt x="13737" y="22614"/>
                </a:lnTo>
                <a:lnTo>
                  <a:pt x="13737" y="50043"/>
                </a:lnTo>
                <a:cubicBezTo>
                  <a:pt x="13737" y="52311"/>
                  <a:pt x="13876" y="53768"/>
                  <a:pt x="14156" y="54416"/>
                </a:cubicBezTo>
                <a:cubicBezTo>
                  <a:pt x="14436" y="55064"/>
                  <a:pt x="14892" y="55579"/>
                  <a:pt x="15525" y="55962"/>
                </a:cubicBezTo>
                <a:cubicBezTo>
                  <a:pt x="16158" y="56345"/>
                  <a:pt x="17064" y="56536"/>
                  <a:pt x="18242" y="56536"/>
                </a:cubicBezTo>
                <a:cubicBezTo>
                  <a:pt x="19125" y="56536"/>
                  <a:pt x="20288" y="56463"/>
                  <a:pt x="21731" y="5631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47C30C6-8F45-40A8-98F7-1073972C1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8600" y="2265906"/>
            <a:ext cx="1589263" cy="329420"/>
          </a:xfrm>
          <a:custGeom xmlns:a="http://schemas.openxmlformats.org/drawingml/2006/main">
            <a:pathLst>
              <a:path w="1589263" h="329420">
                <a:moveTo>
                  <a:pt x="0" y="0"/>
                </a:moveTo>
                <a:lnTo>
                  <a:pt x="1589263" y="0"/>
                </a:lnTo>
                <a:lnTo>
                  <a:pt x="1589263" y="329420"/>
                </a:lnTo>
                <a:lnTo>
                  <a:pt x="0" y="32942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AE3F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7A9BB81-5E9C-4941-B71F-96AF5D651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8600" y="1819973"/>
            <a:ext cx="1589263" cy="366302"/>
          </a:xfrm>
          <a:custGeom xmlns:a="http://schemas.openxmlformats.org/drawingml/2006/main">
            <a:pathLst>
              <a:path w="1589263" h="366302">
                <a:moveTo>
                  <a:pt x="0" y="0"/>
                </a:moveTo>
                <a:lnTo>
                  <a:pt x="1589263" y="0"/>
                </a:lnTo>
                <a:lnTo>
                  <a:pt x="1589263" y="366302"/>
                </a:lnTo>
                <a:lnTo>
                  <a:pt x="0" y="366302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E3F2D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DC1B46A-E5BB-4136-BF8F-683F9AE17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8600" y="1240764"/>
            <a:ext cx="1589263" cy="465212"/>
          </a:xfrm>
          <a:custGeom xmlns:a="http://schemas.openxmlformats.org/drawingml/2006/main">
            <a:pathLst>
              <a:path w="1589263" h="465212">
                <a:moveTo>
                  <a:pt x="0" y="0"/>
                </a:moveTo>
                <a:lnTo>
                  <a:pt x="1589263" y="0"/>
                </a:lnTo>
                <a:lnTo>
                  <a:pt x="1589263" y="465212"/>
                </a:lnTo>
                <a:lnTo>
                  <a:pt x="0" y="465212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ADBD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DFABE17-0DC5-4174-945C-7B3BB009E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7173" y="17802"/>
            <a:ext cx="9332731" cy="1153389"/>
          </a:xfrm>
          <a:custGeom xmlns:a="http://schemas.openxmlformats.org/drawingml/2006/main">
            <a:pathLst>
              <a:path w="9332731" h="1153389">
                <a:moveTo>
                  <a:pt x="9327072" y="539721"/>
                </a:moveTo>
                <a:lnTo>
                  <a:pt x="9331314" y="581712"/>
                </a:lnTo>
                <a:lnTo>
                  <a:pt x="9332731" y="624473"/>
                </a:lnTo>
                <a:lnTo>
                  <a:pt x="9332731" y="1153389"/>
                </a:lnTo>
                <a:lnTo>
                  <a:pt x="9225439" y="1153389"/>
                </a:lnTo>
                <a:lnTo>
                  <a:pt x="9225439" y="624473"/>
                </a:lnTo>
                <a:lnTo>
                  <a:pt x="9224278" y="589052"/>
                </a:lnTo>
                <a:lnTo>
                  <a:pt x="9220775" y="554270"/>
                </a:lnTo>
                <a:lnTo>
                  <a:pt x="9215009" y="520203"/>
                </a:lnTo>
                <a:lnTo>
                  <a:pt x="9207056" y="486930"/>
                </a:lnTo>
                <a:lnTo>
                  <a:pt x="9196992" y="454527"/>
                </a:lnTo>
                <a:lnTo>
                  <a:pt x="9184896" y="423072"/>
                </a:lnTo>
                <a:lnTo>
                  <a:pt x="9170844" y="392643"/>
                </a:lnTo>
                <a:lnTo>
                  <a:pt x="9154914" y="363317"/>
                </a:lnTo>
                <a:lnTo>
                  <a:pt x="9137182" y="335171"/>
                </a:lnTo>
                <a:lnTo>
                  <a:pt x="9117725" y="308283"/>
                </a:lnTo>
                <a:lnTo>
                  <a:pt x="9096621" y="282730"/>
                </a:lnTo>
                <a:lnTo>
                  <a:pt x="9073946" y="258591"/>
                </a:lnTo>
                <a:lnTo>
                  <a:pt x="9049779" y="235941"/>
                </a:lnTo>
                <a:lnTo>
                  <a:pt x="9024195" y="214859"/>
                </a:lnTo>
                <a:lnTo>
                  <a:pt x="8997272" y="195422"/>
                </a:lnTo>
                <a:lnTo>
                  <a:pt x="8969086" y="177707"/>
                </a:lnTo>
                <a:lnTo>
                  <a:pt x="8939716" y="161792"/>
                </a:lnTo>
                <a:lnTo>
                  <a:pt x="8909238" y="147755"/>
                </a:lnTo>
                <a:lnTo>
                  <a:pt x="8877729" y="135673"/>
                </a:lnTo>
                <a:lnTo>
                  <a:pt x="8845266" y="125622"/>
                </a:lnTo>
                <a:lnTo>
                  <a:pt x="8811927" y="117682"/>
                </a:lnTo>
                <a:lnTo>
                  <a:pt x="8777788" y="111928"/>
                </a:lnTo>
                <a:lnTo>
                  <a:pt x="8742926" y="108439"/>
                </a:lnTo>
                <a:lnTo>
                  <a:pt x="8707419" y="107292"/>
                </a:lnTo>
                <a:lnTo>
                  <a:pt x="0" y="107292"/>
                </a:lnTo>
                <a:lnTo>
                  <a:pt x="0" y="53646"/>
                </a:lnTo>
                <a:lnTo>
                  <a:pt x="0" y="0"/>
                </a:lnTo>
                <a:lnTo>
                  <a:pt x="8707419" y="0"/>
                </a:lnTo>
                <a:lnTo>
                  <a:pt x="8750267" y="1404"/>
                </a:lnTo>
                <a:lnTo>
                  <a:pt x="8792337" y="5632"/>
                </a:lnTo>
                <a:lnTo>
                  <a:pt x="8833535" y="12593"/>
                </a:lnTo>
                <a:lnTo>
                  <a:pt x="8873770" y="22192"/>
                </a:lnTo>
                <a:lnTo>
                  <a:pt x="8912947" y="34337"/>
                </a:lnTo>
                <a:lnTo>
                  <a:pt x="8950974" y="48933"/>
                </a:lnTo>
                <a:lnTo>
                  <a:pt x="8987757" y="65888"/>
                </a:lnTo>
                <a:lnTo>
                  <a:pt x="9023205" y="85107"/>
                </a:lnTo>
                <a:lnTo>
                  <a:pt x="9057223" y="106498"/>
                </a:lnTo>
                <a:lnTo>
                  <a:pt x="9089719" y="129968"/>
                </a:lnTo>
                <a:lnTo>
                  <a:pt x="9120599" y="155422"/>
                </a:lnTo>
                <a:lnTo>
                  <a:pt x="9149771" y="182768"/>
                </a:lnTo>
                <a:lnTo>
                  <a:pt x="9177142" y="211913"/>
                </a:lnTo>
                <a:lnTo>
                  <a:pt x="9202619" y="242762"/>
                </a:lnTo>
                <a:lnTo>
                  <a:pt x="9226108" y="275222"/>
                </a:lnTo>
                <a:lnTo>
                  <a:pt x="9247517" y="309200"/>
                </a:lnTo>
                <a:lnTo>
                  <a:pt x="9266752" y="344604"/>
                </a:lnTo>
                <a:lnTo>
                  <a:pt x="9283721" y="381338"/>
                </a:lnTo>
                <a:lnTo>
                  <a:pt x="9298330" y="419310"/>
                </a:lnTo>
                <a:lnTo>
                  <a:pt x="9310488" y="458427"/>
                </a:lnTo>
                <a:lnTo>
                  <a:pt x="9320099" y="498595"/>
                </a:lnTo>
                <a:lnTo>
                  <a:pt x="9327072" y="539721"/>
                </a:lnTo>
                <a:close/>
              </a:path>
            </a:pathLst>
          </a:custGeom>
          <a:solidFill xmlns:a="http://schemas.openxmlformats.org/drawingml/2006/main">
            <a:srgbClr val="BFBFB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87314D4-612A-4C0F-ACC7-AAD41465F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6713" y="22727"/>
            <a:ext cx="2196134" cy="642181"/>
          </a:xfrm>
          <a:custGeom xmlns:a="http://schemas.openxmlformats.org/drawingml/2006/main">
            <a:pathLst>
              <a:path w="2196134" h="642181">
                <a:moveTo>
                  <a:pt x="2196134" y="105"/>
                </a:moveTo>
                <a:lnTo>
                  <a:pt x="2196134" y="102368"/>
                </a:lnTo>
                <a:lnTo>
                  <a:pt x="409889" y="102368"/>
                </a:lnTo>
                <a:cubicBezTo>
                  <a:pt x="310854" y="102158"/>
                  <a:pt x="230783" y="182229"/>
                  <a:pt x="230510" y="280908"/>
                </a:cubicBezTo>
                <a:lnTo>
                  <a:pt x="230510" y="539918"/>
                </a:lnTo>
                <a:lnTo>
                  <a:pt x="359596" y="539918"/>
                </a:lnTo>
                <a:lnTo>
                  <a:pt x="179379" y="642181"/>
                </a:lnTo>
                <a:lnTo>
                  <a:pt x="0" y="539918"/>
                </a:lnTo>
                <a:lnTo>
                  <a:pt x="128248" y="539918"/>
                </a:lnTo>
                <a:lnTo>
                  <a:pt x="128248" y="280908"/>
                </a:lnTo>
                <a:cubicBezTo>
                  <a:pt x="128625" y="125810"/>
                  <a:pt x="254434" y="0"/>
                  <a:pt x="409889" y="105"/>
                </a:cubicBezTo>
                <a:lnTo>
                  <a:pt x="2196134" y="105"/>
                </a:lnTo>
                <a:close/>
              </a:path>
            </a:pathLst>
          </a:custGeom>
          <a:solidFill xmlns:a="http://schemas.openxmlformats.org/drawingml/2006/main">
            <a:srgbClr val="BFBFB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E8CBDC3-9D91-453B-A51E-2B5B3B133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2978" y="2104968"/>
            <a:ext cx="356243" cy="192790"/>
          </a:xfrm>
          <a:custGeom xmlns:a="http://schemas.openxmlformats.org/drawingml/2006/main">
            <a:pathLst>
              <a:path w="356243" h="192790">
                <a:moveTo>
                  <a:pt x="0" y="47778"/>
                </a:moveTo>
                <a:lnTo>
                  <a:pt x="194467" y="47778"/>
                </a:lnTo>
                <a:lnTo>
                  <a:pt x="194467" y="0"/>
                </a:lnTo>
                <a:lnTo>
                  <a:pt x="356243" y="96395"/>
                </a:lnTo>
                <a:lnTo>
                  <a:pt x="194467" y="192790"/>
                </a:lnTo>
                <a:lnTo>
                  <a:pt x="194467" y="144174"/>
                </a:lnTo>
                <a:lnTo>
                  <a:pt x="0" y="144174"/>
                </a:lnTo>
                <a:lnTo>
                  <a:pt x="0" y="47778"/>
                </a:lnTo>
              </a:path>
            </a:pathLst>
          </a:custGeom>
          <a:solidFill xmlns:a="http://schemas.openxmlformats.org/drawingml/2006/main">
            <a:srgbClr val="BFBFB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1" name="Text Existing">
            <a:extLst xmlns:a="http://schemas.openxmlformats.org/drawingml/2006/main">
              <a:ext uri="{FF2B5EF4-FFF2-40B4-BE49-F238E27FC236}">
                <a16:creationId xmlns:a16="http://schemas.microsoft.com/office/drawing/2014/main" id="{8D291C31-22F2-406A-B889-786A30505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0105" y="1152428"/>
            <a:ext cx="468869" cy="129795"/>
          </a:xfrm>
          <a:custGeom xmlns:a="http://schemas.openxmlformats.org/drawingml/2006/main">
            <a:pathLst>
              <a:path w="468869" h="129795">
                <a:moveTo>
                  <a:pt x="0" y="100252"/>
                </a:moveTo>
                <a:lnTo>
                  <a:pt x="0" y="0"/>
                </a:lnTo>
                <a:lnTo>
                  <a:pt x="72488" y="0"/>
                </a:lnTo>
                <a:lnTo>
                  <a:pt x="72488" y="11831"/>
                </a:lnTo>
                <a:lnTo>
                  <a:pt x="13267" y="11831"/>
                </a:lnTo>
                <a:lnTo>
                  <a:pt x="13267" y="42535"/>
                </a:lnTo>
                <a:lnTo>
                  <a:pt x="68727" y="42535"/>
                </a:lnTo>
                <a:lnTo>
                  <a:pt x="68727" y="54161"/>
                </a:lnTo>
                <a:lnTo>
                  <a:pt x="13267" y="54161"/>
                </a:lnTo>
                <a:lnTo>
                  <a:pt x="13267" y="88422"/>
                </a:lnTo>
                <a:lnTo>
                  <a:pt x="74813" y="88422"/>
                </a:lnTo>
                <a:lnTo>
                  <a:pt x="74813" y="100252"/>
                </a:lnTo>
                <a:lnTo>
                  <a:pt x="0" y="100252"/>
                </a:lnTo>
                <a:close/>
                <a:moveTo>
                  <a:pt x="83199" y="100252"/>
                </a:moveTo>
                <a:lnTo>
                  <a:pt x="109732" y="62504"/>
                </a:lnTo>
                <a:lnTo>
                  <a:pt x="85182" y="27628"/>
                </a:lnTo>
                <a:lnTo>
                  <a:pt x="100569" y="27628"/>
                </a:lnTo>
                <a:lnTo>
                  <a:pt x="111715" y="44655"/>
                </a:lnTo>
                <a:cubicBezTo>
                  <a:pt x="113813" y="47892"/>
                  <a:pt x="115499" y="50605"/>
                  <a:pt x="116776" y="52793"/>
                </a:cubicBezTo>
                <a:cubicBezTo>
                  <a:pt x="118782" y="49784"/>
                  <a:pt x="120628" y="47117"/>
                  <a:pt x="122315" y="44792"/>
                </a:cubicBezTo>
                <a:lnTo>
                  <a:pt x="134556" y="27628"/>
                </a:lnTo>
                <a:lnTo>
                  <a:pt x="149259" y="27628"/>
                </a:lnTo>
                <a:lnTo>
                  <a:pt x="124162" y="61820"/>
                </a:lnTo>
                <a:lnTo>
                  <a:pt x="151174" y="100252"/>
                </a:lnTo>
                <a:lnTo>
                  <a:pt x="136061" y="100252"/>
                </a:lnTo>
                <a:lnTo>
                  <a:pt x="121153" y="77685"/>
                </a:lnTo>
                <a:lnTo>
                  <a:pt x="117186" y="71599"/>
                </a:lnTo>
                <a:lnTo>
                  <a:pt x="98107" y="100252"/>
                </a:lnTo>
                <a:lnTo>
                  <a:pt x="83199" y="100252"/>
                </a:lnTo>
                <a:close/>
                <a:moveTo>
                  <a:pt x="161325" y="14224"/>
                </a:moveTo>
                <a:lnTo>
                  <a:pt x="161325" y="0"/>
                </a:lnTo>
                <a:lnTo>
                  <a:pt x="173635" y="0"/>
                </a:lnTo>
                <a:lnTo>
                  <a:pt x="173635" y="14224"/>
                </a:lnTo>
                <a:lnTo>
                  <a:pt x="161325" y="14224"/>
                </a:lnTo>
                <a:moveTo>
                  <a:pt x="161325" y="100252"/>
                </a:moveTo>
                <a:lnTo>
                  <a:pt x="161325" y="27628"/>
                </a:lnTo>
                <a:lnTo>
                  <a:pt x="173635" y="27628"/>
                </a:lnTo>
                <a:lnTo>
                  <a:pt x="173635" y="100252"/>
                </a:lnTo>
                <a:lnTo>
                  <a:pt x="161325" y="100252"/>
                </a:lnTo>
                <a:close/>
                <a:moveTo>
                  <a:pt x="187417" y="78506"/>
                </a:moveTo>
                <a:lnTo>
                  <a:pt x="199589" y="76591"/>
                </a:lnTo>
                <a:cubicBezTo>
                  <a:pt x="200273" y="81448"/>
                  <a:pt x="202177" y="85170"/>
                  <a:pt x="205299" y="87757"/>
                </a:cubicBezTo>
                <a:cubicBezTo>
                  <a:pt x="208422" y="90343"/>
                  <a:pt x="212788" y="91636"/>
                  <a:pt x="218395" y="91636"/>
                </a:cubicBezTo>
                <a:cubicBezTo>
                  <a:pt x="224048" y="91636"/>
                  <a:pt x="228243" y="90494"/>
                  <a:pt x="230978" y="88210"/>
                </a:cubicBezTo>
                <a:cubicBezTo>
                  <a:pt x="233713" y="85925"/>
                  <a:pt x="235081" y="83245"/>
                  <a:pt x="235081" y="80171"/>
                </a:cubicBezTo>
                <a:cubicBezTo>
                  <a:pt x="235081" y="77411"/>
                  <a:pt x="233873" y="75240"/>
                  <a:pt x="231457" y="73657"/>
                </a:cubicBezTo>
                <a:cubicBezTo>
                  <a:pt x="229770" y="72571"/>
                  <a:pt x="225576" y="71192"/>
                  <a:pt x="218874" y="69518"/>
                </a:cubicBezTo>
                <a:cubicBezTo>
                  <a:pt x="209847" y="67237"/>
                  <a:pt x="203590" y="65263"/>
                  <a:pt x="200102" y="63598"/>
                </a:cubicBezTo>
                <a:cubicBezTo>
                  <a:pt x="196615" y="61933"/>
                  <a:pt x="193970" y="59628"/>
                  <a:pt x="192170" y="56685"/>
                </a:cubicBezTo>
                <a:cubicBezTo>
                  <a:pt x="190369" y="53741"/>
                  <a:pt x="189468" y="50490"/>
                  <a:pt x="189468" y="46931"/>
                </a:cubicBezTo>
                <a:cubicBezTo>
                  <a:pt x="189468" y="43692"/>
                  <a:pt x="190209" y="40691"/>
                  <a:pt x="191691" y="37930"/>
                </a:cubicBezTo>
                <a:cubicBezTo>
                  <a:pt x="193173" y="35169"/>
                  <a:pt x="195190" y="32876"/>
                  <a:pt x="197743" y="31051"/>
                </a:cubicBezTo>
                <a:cubicBezTo>
                  <a:pt x="199658" y="29636"/>
                  <a:pt x="202268" y="28439"/>
                  <a:pt x="205573" y="27459"/>
                </a:cubicBezTo>
                <a:cubicBezTo>
                  <a:pt x="208878" y="26477"/>
                  <a:pt x="212423" y="25986"/>
                  <a:pt x="216207" y="25986"/>
                </a:cubicBezTo>
                <a:cubicBezTo>
                  <a:pt x="221906" y="25986"/>
                  <a:pt x="226909" y="26813"/>
                  <a:pt x="231217" y="28465"/>
                </a:cubicBezTo>
                <a:cubicBezTo>
                  <a:pt x="235526" y="30116"/>
                  <a:pt x="238706" y="32354"/>
                  <a:pt x="240757" y="35178"/>
                </a:cubicBezTo>
                <a:cubicBezTo>
                  <a:pt x="242809" y="38000"/>
                  <a:pt x="244222" y="41775"/>
                  <a:pt x="244997" y="46502"/>
                </a:cubicBezTo>
                <a:lnTo>
                  <a:pt x="232961" y="48143"/>
                </a:lnTo>
                <a:cubicBezTo>
                  <a:pt x="232414" y="44405"/>
                  <a:pt x="230830" y="41487"/>
                  <a:pt x="228208" y="39390"/>
                </a:cubicBezTo>
                <a:cubicBezTo>
                  <a:pt x="225587" y="37293"/>
                  <a:pt x="221883" y="36244"/>
                  <a:pt x="217096" y="36244"/>
                </a:cubicBezTo>
                <a:cubicBezTo>
                  <a:pt x="211443" y="36244"/>
                  <a:pt x="207408" y="37174"/>
                  <a:pt x="204992" y="39035"/>
                </a:cubicBezTo>
                <a:cubicBezTo>
                  <a:pt x="202575" y="40894"/>
                  <a:pt x="201367" y="43072"/>
                  <a:pt x="201367" y="45568"/>
                </a:cubicBezTo>
                <a:cubicBezTo>
                  <a:pt x="201367" y="47155"/>
                  <a:pt x="201869" y="48584"/>
                  <a:pt x="202872" y="49855"/>
                </a:cubicBezTo>
                <a:cubicBezTo>
                  <a:pt x="203875" y="51170"/>
                  <a:pt x="205448" y="52258"/>
                  <a:pt x="207590" y="53120"/>
                </a:cubicBezTo>
                <a:cubicBezTo>
                  <a:pt x="208821" y="53575"/>
                  <a:pt x="212446" y="54618"/>
                  <a:pt x="218464" y="56251"/>
                </a:cubicBezTo>
                <a:cubicBezTo>
                  <a:pt x="227171" y="58575"/>
                  <a:pt x="233246" y="60477"/>
                  <a:pt x="236688" y="61957"/>
                </a:cubicBezTo>
                <a:cubicBezTo>
                  <a:pt x="240130" y="63437"/>
                  <a:pt x="242831" y="65590"/>
                  <a:pt x="244792" y="68415"/>
                </a:cubicBezTo>
                <a:cubicBezTo>
                  <a:pt x="246752" y="71239"/>
                  <a:pt x="247732" y="74745"/>
                  <a:pt x="247732" y="78936"/>
                </a:cubicBezTo>
                <a:cubicBezTo>
                  <a:pt x="247732" y="83036"/>
                  <a:pt x="246536" y="86897"/>
                  <a:pt x="244142" y="90518"/>
                </a:cubicBezTo>
                <a:cubicBezTo>
                  <a:pt x="241749" y="94138"/>
                  <a:pt x="238295" y="96939"/>
                  <a:pt x="233782" y="98921"/>
                </a:cubicBezTo>
                <a:cubicBezTo>
                  <a:pt x="229268" y="100903"/>
                  <a:pt x="224162" y="101894"/>
                  <a:pt x="218464" y="101894"/>
                </a:cubicBezTo>
                <a:cubicBezTo>
                  <a:pt x="209026" y="101894"/>
                  <a:pt x="201835" y="99928"/>
                  <a:pt x="196888" y="95995"/>
                </a:cubicBezTo>
                <a:cubicBezTo>
                  <a:pt x="191942" y="92063"/>
                  <a:pt x="188784" y="86233"/>
                  <a:pt x="187417" y="78506"/>
                </a:cubicBezTo>
                <a:close/>
                <a:moveTo>
                  <a:pt x="289068" y="89379"/>
                </a:moveTo>
                <a:lnTo>
                  <a:pt x="290846" y="100252"/>
                </a:lnTo>
                <a:cubicBezTo>
                  <a:pt x="287381" y="100891"/>
                  <a:pt x="284281" y="101210"/>
                  <a:pt x="281545" y="101210"/>
                </a:cubicBezTo>
                <a:cubicBezTo>
                  <a:pt x="277077" y="101210"/>
                  <a:pt x="273612" y="100503"/>
                  <a:pt x="271151" y="99090"/>
                </a:cubicBezTo>
                <a:cubicBezTo>
                  <a:pt x="268689" y="97677"/>
                  <a:pt x="266956" y="95819"/>
                  <a:pt x="265953" y="93516"/>
                </a:cubicBezTo>
                <a:cubicBezTo>
                  <a:pt x="264950" y="91214"/>
                  <a:pt x="264449" y="86370"/>
                  <a:pt x="264449" y="78985"/>
                </a:cubicBezTo>
                <a:lnTo>
                  <a:pt x="264449" y="37201"/>
                </a:lnTo>
                <a:lnTo>
                  <a:pt x="255422" y="37201"/>
                </a:lnTo>
                <a:lnTo>
                  <a:pt x="255422" y="27628"/>
                </a:lnTo>
                <a:lnTo>
                  <a:pt x="264449" y="27628"/>
                </a:lnTo>
                <a:lnTo>
                  <a:pt x="264449" y="9593"/>
                </a:lnTo>
                <a:lnTo>
                  <a:pt x="276690" y="2188"/>
                </a:lnTo>
                <a:lnTo>
                  <a:pt x="276690" y="27628"/>
                </a:lnTo>
                <a:lnTo>
                  <a:pt x="289068" y="27628"/>
                </a:lnTo>
                <a:lnTo>
                  <a:pt x="289068" y="37201"/>
                </a:lnTo>
                <a:lnTo>
                  <a:pt x="276690" y="37201"/>
                </a:lnTo>
                <a:lnTo>
                  <a:pt x="276690" y="79669"/>
                </a:lnTo>
                <a:cubicBezTo>
                  <a:pt x="276690" y="83179"/>
                  <a:pt x="276906" y="85436"/>
                  <a:pt x="277339" y="86439"/>
                </a:cubicBezTo>
                <a:cubicBezTo>
                  <a:pt x="277773" y="87442"/>
                  <a:pt x="278479" y="88239"/>
                  <a:pt x="279459" y="88832"/>
                </a:cubicBezTo>
                <a:cubicBezTo>
                  <a:pt x="280440" y="89425"/>
                  <a:pt x="281841" y="89721"/>
                  <a:pt x="283665" y="89721"/>
                </a:cubicBezTo>
                <a:cubicBezTo>
                  <a:pt x="285033" y="89721"/>
                  <a:pt x="286834" y="89607"/>
                  <a:pt x="289068" y="89379"/>
                </a:cubicBezTo>
                <a:close/>
                <a:moveTo>
                  <a:pt x="301028" y="14224"/>
                </a:moveTo>
                <a:lnTo>
                  <a:pt x="301028" y="0"/>
                </a:lnTo>
                <a:lnTo>
                  <a:pt x="313338" y="0"/>
                </a:lnTo>
                <a:lnTo>
                  <a:pt x="313338" y="14224"/>
                </a:lnTo>
                <a:lnTo>
                  <a:pt x="301028" y="14224"/>
                </a:lnTo>
                <a:moveTo>
                  <a:pt x="301028" y="100252"/>
                </a:moveTo>
                <a:lnTo>
                  <a:pt x="301028" y="27628"/>
                </a:lnTo>
                <a:lnTo>
                  <a:pt x="313338" y="27628"/>
                </a:lnTo>
                <a:lnTo>
                  <a:pt x="313338" y="100252"/>
                </a:lnTo>
                <a:lnTo>
                  <a:pt x="301028" y="100252"/>
                </a:lnTo>
                <a:close/>
                <a:moveTo>
                  <a:pt x="332044" y="100252"/>
                </a:moveTo>
                <a:lnTo>
                  <a:pt x="332044" y="27628"/>
                </a:lnTo>
                <a:lnTo>
                  <a:pt x="343122" y="27628"/>
                </a:lnTo>
                <a:lnTo>
                  <a:pt x="343122" y="37885"/>
                </a:lnTo>
                <a:cubicBezTo>
                  <a:pt x="348456" y="29953"/>
                  <a:pt x="356161" y="25986"/>
                  <a:pt x="366236" y="25986"/>
                </a:cubicBezTo>
                <a:cubicBezTo>
                  <a:pt x="370613" y="25986"/>
                  <a:pt x="374636" y="26773"/>
                  <a:pt x="378306" y="28346"/>
                </a:cubicBezTo>
                <a:cubicBezTo>
                  <a:pt x="381976" y="29918"/>
                  <a:pt x="384723" y="31981"/>
                  <a:pt x="386547" y="34534"/>
                </a:cubicBezTo>
                <a:cubicBezTo>
                  <a:pt x="388370" y="37087"/>
                  <a:pt x="389647" y="40119"/>
                  <a:pt x="390376" y="43630"/>
                </a:cubicBezTo>
                <a:cubicBezTo>
                  <a:pt x="390832" y="45909"/>
                  <a:pt x="391060" y="49898"/>
                  <a:pt x="391060" y="55597"/>
                </a:cubicBezTo>
                <a:lnTo>
                  <a:pt x="391060" y="100252"/>
                </a:lnTo>
                <a:lnTo>
                  <a:pt x="378751" y="100252"/>
                </a:lnTo>
                <a:lnTo>
                  <a:pt x="378751" y="56029"/>
                </a:lnTo>
                <a:cubicBezTo>
                  <a:pt x="378751" y="51008"/>
                  <a:pt x="378272" y="47254"/>
                  <a:pt x="377315" y="44767"/>
                </a:cubicBezTo>
                <a:cubicBezTo>
                  <a:pt x="376357" y="42279"/>
                  <a:pt x="374659" y="40294"/>
                  <a:pt x="372220" y="38811"/>
                </a:cubicBezTo>
                <a:cubicBezTo>
                  <a:pt x="369781" y="37328"/>
                  <a:pt x="366920" y="36586"/>
                  <a:pt x="363638" y="36586"/>
                </a:cubicBezTo>
                <a:cubicBezTo>
                  <a:pt x="358395" y="36586"/>
                  <a:pt x="353870" y="38252"/>
                  <a:pt x="350063" y="41584"/>
                </a:cubicBezTo>
                <a:cubicBezTo>
                  <a:pt x="346256" y="44915"/>
                  <a:pt x="344353" y="51236"/>
                  <a:pt x="344353" y="60546"/>
                </a:cubicBezTo>
                <a:lnTo>
                  <a:pt x="344353" y="100252"/>
                </a:lnTo>
                <a:lnTo>
                  <a:pt x="332044" y="100252"/>
                </a:lnTo>
                <a:close/>
                <a:moveTo>
                  <a:pt x="407322" y="106270"/>
                </a:moveTo>
                <a:lnTo>
                  <a:pt x="419290" y="108048"/>
                </a:lnTo>
                <a:cubicBezTo>
                  <a:pt x="419791" y="111741"/>
                  <a:pt x="421182" y="114431"/>
                  <a:pt x="423461" y="116118"/>
                </a:cubicBezTo>
                <a:cubicBezTo>
                  <a:pt x="426516" y="118397"/>
                  <a:pt x="430687" y="119537"/>
                  <a:pt x="435976" y="119537"/>
                </a:cubicBezTo>
                <a:cubicBezTo>
                  <a:pt x="441674" y="119537"/>
                  <a:pt x="446074" y="118394"/>
                  <a:pt x="449174" y="116109"/>
                </a:cubicBezTo>
                <a:cubicBezTo>
                  <a:pt x="452274" y="113825"/>
                  <a:pt x="454371" y="110627"/>
                  <a:pt x="455465" y="106514"/>
                </a:cubicBezTo>
                <a:cubicBezTo>
                  <a:pt x="456104" y="104002"/>
                  <a:pt x="456400" y="98725"/>
                  <a:pt x="456354" y="90683"/>
                </a:cubicBezTo>
                <a:cubicBezTo>
                  <a:pt x="450975" y="97063"/>
                  <a:pt x="444273" y="100252"/>
                  <a:pt x="436249" y="100252"/>
                </a:cubicBezTo>
                <a:cubicBezTo>
                  <a:pt x="426265" y="100252"/>
                  <a:pt x="418538" y="96651"/>
                  <a:pt x="413067" y="89448"/>
                </a:cubicBezTo>
                <a:cubicBezTo>
                  <a:pt x="407596" y="82244"/>
                  <a:pt x="404861" y="73605"/>
                  <a:pt x="404861" y="63530"/>
                </a:cubicBezTo>
                <a:cubicBezTo>
                  <a:pt x="404861" y="56600"/>
                  <a:pt x="406114" y="50206"/>
                  <a:pt x="408622" y="44348"/>
                </a:cubicBezTo>
                <a:cubicBezTo>
                  <a:pt x="411129" y="38489"/>
                  <a:pt x="414765" y="33965"/>
                  <a:pt x="419529" y="30773"/>
                </a:cubicBezTo>
                <a:cubicBezTo>
                  <a:pt x="424293" y="27582"/>
                  <a:pt x="429889" y="25986"/>
                  <a:pt x="436318" y="25986"/>
                </a:cubicBezTo>
                <a:cubicBezTo>
                  <a:pt x="444889" y="25986"/>
                  <a:pt x="451955" y="29474"/>
                  <a:pt x="457517" y="36449"/>
                </a:cubicBezTo>
                <a:lnTo>
                  <a:pt x="457517" y="27628"/>
                </a:lnTo>
                <a:lnTo>
                  <a:pt x="468869" y="27628"/>
                </a:lnTo>
                <a:lnTo>
                  <a:pt x="468869" y="90448"/>
                </a:lnTo>
                <a:cubicBezTo>
                  <a:pt x="468869" y="101761"/>
                  <a:pt x="467718" y="109779"/>
                  <a:pt x="465415" y="114500"/>
                </a:cubicBezTo>
                <a:cubicBezTo>
                  <a:pt x="463113" y="119221"/>
                  <a:pt x="459466" y="122950"/>
                  <a:pt x="454474" y="125687"/>
                </a:cubicBezTo>
                <a:cubicBezTo>
                  <a:pt x="449482" y="128426"/>
                  <a:pt x="443339" y="129795"/>
                  <a:pt x="436044" y="129795"/>
                </a:cubicBezTo>
                <a:cubicBezTo>
                  <a:pt x="427382" y="129795"/>
                  <a:pt x="420384" y="127840"/>
                  <a:pt x="415050" y="123931"/>
                </a:cubicBezTo>
                <a:cubicBezTo>
                  <a:pt x="409716" y="120021"/>
                  <a:pt x="407140" y="114135"/>
                  <a:pt x="407322" y="106270"/>
                </a:cubicBezTo>
                <a:moveTo>
                  <a:pt x="417512" y="62643"/>
                </a:moveTo>
                <a:cubicBezTo>
                  <a:pt x="417512" y="72147"/>
                  <a:pt x="419404" y="79082"/>
                  <a:pt x="423188" y="83447"/>
                </a:cubicBezTo>
                <a:cubicBezTo>
                  <a:pt x="426972" y="87812"/>
                  <a:pt x="431713" y="89995"/>
                  <a:pt x="437412" y="89995"/>
                </a:cubicBezTo>
                <a:cubicBezTo>
                  <a:pt x="443065" y="89995"/>
                  <a:pt x="447806" y="87823"/>
                  <a:pt x="451636" y="83481"/>
                </a:cubicBezTo>
                <a:cubicBezTo>
                  <a:pt x="455465" y="79139"/>
                  <a:pt x="457380" y="72329"/>
                  <a:pt x="457380" y="63051"/>
                </a:cubicBezTo>
                <a:cubicBezTo>
                  <a:pt x="457380" y="54184"/>
                  <a:pt x="455408" y="47499"/>
                  <a:pt x="451465" y="42997"/>
                </a:cubicBezTo>
                <a:cubicBezTo>
                  <a:pt x="447521" y="38495"/>
                  <a:pt x="442769" y="36244"/>
                  <a:pt x="437207" y="36244"/>
                </a:cubicBezTo>
                <a:cubicBezTo>
                  <a:pt x="431736" y="36244"/>
                  <a:pt x="427086" y="38461"/>
                  <a:pt x="423256" y="42894"/>
                </a:cubicBezTo>
                <a:cubicBezTo>
                  <a:pt x="419427" y="47328"/>
                  <a:pt x="417512" y="53911"/>
                  <a:pt x="417512" y="62643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2" name="Text Optimization">
            <a:extLst xmlns:a="http://schemas.openxmlformats.org/drawingml/2006/main">
              <a:ext uri="{FF2B5EF4-FFF2-40B4-BE49-F238E27FC236}">
                <a16:creationId xmlns:a16="http://schemas.microsoft.com/office/drawing/2014/main" id="{72493D3B-4F8F-4BFA-AF85-2738D0736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252" y="1318295"/>
            <a:ext cx="759645" cy="129931"/>
          </a:xfrm>
          <a:custGeom xmlns:a="http://schemas.openxmlformats.org/drawingml/2006/main">
            <a:pathLst>
              <a:path w="759645" h="129931">
                <a:moveTo>
                  <a:pt x="0" y="53169"/>
                </a:moveTo>
                <a:cubicBezTo>
                  <a:pt x="0" y="36539"/>
                  <a:pt x="4468" y="23520"/>
                  <a:pt x="13403" y="14113"/>
                </a:cubicBezTo>
                <a:cubicBezTo>
                  <a:pt x="22339" y="4704"/>
                  <a:pt x="33873" y="0"/>
                  <a:pt x="48006" y="0"/>
                </a:cubicBezTo>
                <a:cubicBezTo>
                  <a:pt x="57261" y="0"/>
                  <a:pt x="65604" y="2210"/>
                  <a:pt x="73035" y="6629"/>
                </a:cubicBezTo>
                <a:cubicBezTo>
                  <a:pt x="80466" y="11048"/>
                  <a:pt x="86131" y="17211"/>
                  <a:pt x="90029" y="25117"/>
                </a:cubicBezTo>
                <a:cubicBezTo>
                  <a:pt x="93927" y="33021"/>
                  <a:pt x="95876" y="41984"/>
                  <a:pt x="95876" y="52007"/>
                </a:cubicBezTo>
                <a:cubicBezTo>
                  <a:pt x="95876" y="62166"/>
                  <a:pt x="93824" y="71256"/>
                  <a:pt x="89721" y="79275"/>
                </a:cubicBezTo>
                <a:cubicBezTo>
                  <a:pt x="85618" y="87293"/>
                  <a:pt x="79805" y="93364"/>
                  <a:pt x="72283" y="97487"/>
                </a:cubicBezTo>
                <a:cubicBezTo>
                  <a:pt x="64761" y="101610"/>
                  <a:pt x="56646" y="103672"/>
                  <a:pt x="47938" y="103672"/>
                </a:cubicBezTo>
                <a:cubicBezTo>
                  <a:pt x="38501" y="103672"/>
                  <a:pt x="30067" y="101394"/>
                  <a:pt x="22635" y="96837"/>
                </a:cubicBezTo>
                <a:cubicBezTo>
                  <a:pt x="15204" y="92281"/>
                  <a:pt x="9574" y="86062"/>
                  <a:pt x="5744" y="78181"/>
                </a:cubicBezTo>
                <a:cubicBezTo>
                  <a:pt x="1915" y="70300"/>
                  <a:pt x="0" y="61962"/>
                  <a:pt x="0" y="53169"/>
                </a:cubicBezTo>
                <a:moveTo>
                  <a:pt x="13677" y="53342"/>
                </a:moveTo>
                <a:cubicBezTo>
                  <a:pt x="13677" y="65445"/>
                  <a:pt x="16925" y="74978"/>
                  <a:pt x="23422" y="81942"/>
                </a:cubicBezTo>
                <a:cubicBezTo>
                  <a:pt x="29918" y="88906"/>
                  <a:pt x="38068" y="92388"/>
                  <a:pt x="47869" y="92388"/>
                </a:cubicBezTo>
                <a:cubicBezTo>
                  <a:pt x="57854" y="92388"/>
                  <a:pt x="66071" y="88872"/>
                  <a:pt x="72522" y="81840"/>
                </a:cubicBezTo>
                <a:cubicBezTo>
                  <a:pt x="78973" y="74806"/>
                  <a:pt x="82199" y="64828"/>
                  <a:pt x="82199" y="51904"/>
                </a:cubicBezTo>
                <a:cubicBezTo>
                  <a:pt x="82199" y="43729"/>
                  <a:pt x="80820" y="36594"/>
                  <a:pt x="78061" y="30498"/>
                </a:cubicBezTo>
                <a:cubicBezTo>
                  <a:pt x="75303" y="24401"/>
                  <a:pt x="71269" y="19675"/>
                  <a:pt x="65957" y="16318"/>
                </a:cubicBezTo>
                <a:cubicBezTo>
                  <a:pt x="60646" y="12962"/>
                  <a:pt x="54685" y="11284"/>
                  <a:pt x="48075" y="11284"/>
                </a:cubicBezTo>
                <a:cubicBezTo>
                  <a:pt x="38683" y="11284"/>
                  <a:pt x="30602" y="14515"/>
                  <a:pt x="23832" y="20977"/>
                </a:cubicBezTo>
                <a:cubicBezTo>
                  <a:pt x="17062" y="27438"/>
                  <a:pt x="13677" y="38226"/>
                  <a:pt x="13677" y="53342"/>
                </a:cubicBezTo>
                <a:close/>
                <a:moveTo>
                  <a:pt x="111081" y="129931"/>
                </a:moveTo>
                <a:lnTo>
                  <a:pt x="111081" y="29406"/>
                </a:lnTo>
                <a:lnTo>
                  <a:pt x="122296" y="29406"/>
                </a:lnTo>
                <a:lnTo>
                  <a:pt x="122296" y="38774"/>
                </a:lnTo>
                <a:cubicBezTo>
                  <a:pt x="124941" y="35104"/>
                  <a:pt x="127927" y="32352"/>
                  <a:pt x="131255" y="30517"/>
                </a:cubicBezTo>
                <a:cubicBezTo>
                  <a:pt x="134583" y="28682"/>
                  <a:pt x="138618" y="27764"/>
                  <a:pt x="143359" y="27764"/>
                </a:cubicBezTo>
                <a:cubicBezTo>
                  <a:pt x="149559" y="27764"/>
                  <a:pt x="155030" y="29360"/>
                  <a:pt x="159771" y="32551"/>
                </a:cubicBezTo>
                <a:cubicBezTo>
                  <a:pt x="164513" y="35743"/>
                  <a:pt x="168091" y="40245"/>
                  <a:pt x="170508" y="46057"/>
                </a:cubicBezTo>
                <a:cubicBezTo>
                  <a:pt x="172924" y="51870"/>
                  <a:pt x="174132" y="58241"/>
                  <a:pt x="174132" y="65171"/>
                </a:cubicBezTo>
                <a:cubicBezTo>
                  <a:pt x="174132" y="72602"/>
                  <a:pt x="172799" y="79292"/>
                  <a:pt x="170132" y="85242"/>
                </a:cubicBezTo>
                <a:cubicBezTo>
                  <a:pt x="167465" y="91191"/>
                  <a:pt x="163589" y="95750"/>
                  <a:pt x="158506" y="98919"/>
                </a:cubicBezTo>
                <a:cubicBezTo>
                  <a:pt x="153423" y="102087"/>
                  <a:pt x="148077" y="103672"/>
                  <a:pt x="142470" y="103672"/>
                </a:cubicBezTo>
                <a:cubicBezTo>
                  <a:pt x="138367" y="103672"/>
                  <a:pt x="134685" y="102794"/>
                  <a:pt x="131426" y="101039"/>
                </a:cubicBezTo>
                <a:cubicBezTo>
                  <a:pt x="128166" y="99282"/>
                  <a:pt x="125488" y="97064"/>
                  <a:pt x="123390" y="94384"/>
                </a:cubicBezTo>
                <a:lnTo>
                  <a:pt x="123390" y="129931"/>
                </a:lnTo>
                <a:lnTo>
                  <a:pt x="111081" y="129931"/>
                </a:lnTo>
                <a:moveTo>
                  <a:pt x="122228" y="66026"/>
                </a:moveTo>
                <a:cubicBezTo>
                  <a:pt x="122228" y="75360"/>
                  <a:pt x="124120" y="82259"/>
                  <a:pt x="127904" y="86721"/>
                </a:cubicBezTo>
                <a:cubicBezTo>
                  <a:pt x="131688" y="91183"/>
                  <a:pt x="136270" y="93414"/>
                  <a:pt x="141649" y="93414"/>
                </a:cubicBezTo>
                <a:cubicBezTo>
                  <a:pt x="147120" y="93414"/>
                  <a:pt x="151804" y="91103"/>
                  <a:pt x="155702" y="86481"/>
                </a:cubicBezTo>
                <a:cubicBezTo>
                  <a:pt x="159600" y="81860"/>
                  <a:pt x="161549" y="74699"/>
                  <a:pt x="161549" y="65000"/>
                </a:cubicBezTo>
                <a:cubicBezTo>
                  <a:pt x="161549" y="55757"/>
                  <a:pt x="159646" y="48835"/>
                  <a:pt x="155839" y="44237"/>
                </a:cubicBezTo>
                <a:cubicBezTo>
                  <a:pt x="152032" y="39638"/>
                  <a:pt x="147485" y="37338"/>
                  <a:pt x="142196" y="37338"/>
                </a:cubicBezTo>
                <a:cubicBezTo>
                  <a:pt x="136953" y="37338"/>
                  <a:pt x="132315" y="39786"/>
                  <a:pt x="128280" y="44681"/>
                </a:cubicBezTo>
                <a:cubicBezTo>
                  <a:pt x="124245" y="49576"/>
                  <a:pt x="122228" y="56691"/>
                  <a:pt x="122228" y="66026"/>
                </a:cubicBezTo>
                <a:close/>
                <a:moveTo>
                  <a:pt x="215492" y="91157"/>
                </a:moveTo>
                <a:lnTo>
                  <a:pt x="217270" y="102030"/>
                </a:lnTo>
                <a:cubicBezTo>
                  <a:pt x="213805" y="102669"/>
                  <a:pt x="210705" y="102988"/>
                  <a:pt x="207969" y="102988"/>
                </a:cubicBezTo>
                <a:cubicBezTo>
                  <a:pt x="203502" y="102988"/>
                  <a:pt x="200037" y="102281"/>
                  <a:pt x="197575" y="100868"/>
                </a:cubicBezTo>
                <a:cubicBezTo>
                  <a:pt x="195113" y="99455"/>
                  <a:pt x="193381" y="97597"/>
                  <a:pt x="192378" y="95294"/>
                </a:cubicBezTo>
                <a:cubicBezTo>
                  <a:pt x="191375" y="92992"/>
                  <a:pt x="190873" y="88148"/>
                  <a:pt x="190873" y="80763"/>
                </a:cubicBezTo>
                <a:lnTo>
                  <a:pt x="190873" y="38979"/>
                </a:lnTo>
                <a:lnTo>
                  <a:pt x="181846" y="38979"/>
                </a:lnTo>
                <a:lnTo>
                  <a:pt x="181846" y="29406"/>
                </a:lnTo>
                <a:lnTo>
                  <a:pt x="190873" y="29406"/>
                </a:lnTo>
                <a:lnTo>
                  <a:pt x="190873" y="11371"/>
                </a:lnTo>
                <a:lnTo>
                  <a:pt x="203114" y="3966"/>
                </a:lnTo>
                <a:lnTo>
                  <a:pt x="203114" y="29406"/>
                </a:lnTo>
                <a:lnTo>
                  <a:pt x="215492" y="29406"/>
                </a:lnTo>
                <a:lnTo>
                  <a:pt x="215492" y="38979"/>
                </a:lnTo>
                <a:lnTo>
                  <a:pt x="203114" y="38979"/>
                </a:lnTo>
                <a:lnTo>
                  <a:pt x="203114" y="81447"/>
                </a:lnTo>
                <a:cubicBezTo>
                  <a:pt x="203114" y="84957"/>
                  <a:pt x="203331" y="87214"/>
                  <a:pt x="203764" y="88217"/>
                </a:cubicBezTo>
                <a:cubicBezTo>
                  <a:pt x="204197" y="89220"/>
                  <a:pt x="204903" y="90017"/>
                  <a:pt x="205884" y="90610"/>
                </a:cubicBezTo>
                <a:cubicBezTo>
                  <a:pt x="206864" y="91203"/>
                  <a:pt x="208266" y="91499"/>
                  <a:pt x="210089" y="91499"/>
                </a:cubicBezTo>
                <a:cubicBezTo>
                  <a:pt x="211457" y="91499"/>
                  <a:pt x="213258" y="91385"/>
                  <a:pt x="215492" y="91157"/>
                </a:cubicBezTo>
                <a:close/>
                <a:moveTo>
                  <a:pt x="227452" y="16002"/>
                </a:moveTo>
                <a:lnTo>
                  <a:pt x="227452" y="1778"/>
                </a:lnTo>
                <a:lnTo>
                  <a:pt x="239762" y="1778"/>
                </a:lnTo>
                <a:lnTo>
                  <a:pt x="239762" y="16002"/>
                </a:lnTo>
                <a:lnTo>
                  <a:pt x="227452" y="16002"/>
                </a:lnTo>
                <a:moveTo>
                  <a:pt x="227452" y="102030"/>
                </a:moveTo>
                <a:lnTo>
                  <a:pt x="227452" y="29406"/>
                </a:lnTo>
                <a:lnTo>
                  <a:pt x="239762" y="29406"/>
                </a:lnTo>
                <a:lnTo>
                  <a:pt x="239762" y="102030"/>
                </a:lnTo>
                <a:lnTo>
                  <a:pt x="227452" y="102030"/>
                </a:lnTo>
                <a:close/>
                <a:moveTo>
                  <a:pt x="258468" y="102030"/>
                </a:moveTo>
                <a:lnTo>
                  <a:pt x="258468" y="29406"/>
                </a:lnTo>
                <a:lnTo>
                  <a:pt x="269478" y="29406"/>
                </a:lnTo>
                <a:lnTo>
                  <a:pt x="269478" y="39527"/>
                </a:lnTo>
                <a:cubicBezTo>
                  <a:pt x="271757" y="35990"/>
                  <a:pt x="274789" y="33146"/>
                  <a:pt x="278573" y="30993"/>
                </a:cubicBezTo>
                <a:cubicBezTo>
                  <a:pt x="282357" y="28841"/>
                  <a:pt x="286665" y="27764"/>
                  <a:pt x="291498" y="27764"/>
                </a:cubicBezTo>
                <a:cubicBezTo>
                  <a:pt x="296877" y="27764"/>
                  <a:pt x="301288" y="28876"/>
                  <a:pt x="304730" y="31098"/>
                </a:cubicBezTo>
                <a:cubicBezTo>
                  <a:pt x="308172" y="33319"/>
                  <a:pt x="310600" y="36425"/>
                  <a:pt x="312013" y="40416"/>
                </a:cubicBezTo>
                <a:cubicBezTo>
                  <a:pt x="317758" y="31981"/>
                  <a:pt x="325234" y="27764"/>
                  <a:pt x="334444" y="27764"/>
                </a:cubicBezTo>
                <a:cubicBezTo>
                  <a:pt x="341647" y="27764"/>
                  <a:pt x="347186" y="29759"/>
                  <a:pt x="351061" y="33748"/>
                </a:cubicBezTo>
                <a:cubicBezTo>
                  <a:pt x="354936" y="37737"/>
                  <a:pt x="356874" y="43880"/>
                  <a:pt x="356874" y="52178"/>
                </a:cubicBezTo>
                <a:lnTo>
                  <a:pt x="356874" y="102030"/>
                </a:lnTo>
                <a:lnTo>
                  <a:pt x="344633" y="102030"/>
                </a:lnTo>
                <a:lnTo>
                  <a:pt x="344633" y="56232"/>
                </a:lnTo>
                <a:cubicBezTo>
                  <a:pt x="344633" y="51302"/>
                  <a:pt x="344234" y="47754"/>
                  <a:pt x="343436" y="45587"/>
                </a:cubicBezTo>
                <a:cubicBezTo>
                  <a:pt x="342638" y="43419"/>
                  <a:pt x="341191" y="41673"/>
                  <a:pt x="339094" y="40349"/>
                </a:cubicBezTo>
                <a:cubicBezTo>
                  <a:pt x="336997" y="39026"/>
                  <a:pt x="334535" y="38364"/>
                  <a:pt x="331708" y="38364"/>
                </a:cubicBezTo>
                <a:cubicBezTo>
                  <a:pt x="326602" y="38364"/>
                  <a:pt x="322362" y="40064"/>
                  <a:pt x="318989" y="43465"/>
                </a:cubicBezTo>
                <a:cubicBezTo>
                  <a:pt x="315615" y="46864"/>
                  <a:pt x="313928" y="52307"/>
                  <a:pt x="313928" y="59792"/>
                </a:cubicBezTo>
                <a:lnTo>
                  <a:pt x="313928" y="102030"/>
                </a:lnTo>
                <a:lnTo>
                  <a:pt x="301619" y="102030"/>
                </a:lnTo>
                <a:lnTo>
                  <a:pt x="301619" y="54793"/>
                </a:lnTo>
                <a:cubicBezTo>
                  <a:pt x="301619" y="49317"/>
                  <a:pt x="300616" y="45210"/>
                  <a:pt x="298610" y="42471"/>
                </a:cubicBezTo>
                <a:cubicBezTo>
                  <a:pt x="296604" y="39733"/>
                  <a:pt x="293321" y="38364"/>
                  <a:pt x="288762" y="38364"/>
                </a:cubicBezTo>
                <a:cubicBezTo>
                  <a:pt x="285298" y="38364"/>
                  <a:pt x="282095" y="39277"/>
                  <a:pt x="279154" y="41104"/>
                </a:cubicBezTo>
                <a:cubicBezTo>
                  <a:pt x="276214" y="42929"/>
                  <a:pt x="274082" y="45599"/>
                  <a:pt x="272760" y="49113"/>
                </a:cubicBezTo>
                <a:cubicBezTo>
                  <a:pt x="271438" y="52627"/>
                  <a:pt x="270777" y="57692"/>
                  <a:pt x="270777" y="64310"/>
                </a:cubicBezTo>
                <a:lnTo>
                  <a:pt x="270777" y="102030"/>
                </a:lnTo>
                <a:lnTo>
                  <a:pt x="258468" y="102030"/>
                </a:lnTo>
                <a:close/>
                <a:moveTo>
                  <a:pt x="374839" y="16002"/>
                </a:moveTo>
                <a:lnTo>
                  <a:pt x="374839" y="1778"/>
                </a:lnTo>
                <a:lnTo>
                  <a:pt x="387149" y="1778"/>
                </a:lnTo>
                <a:lnTo>
                  <a:pt x="387149" y="16002"/>
                </a:lnTo>
                <a:lnTo>
                  <a:pt x="374839" y="16002"/>
                </a:lnTo>
                <a:moveTo>
                  <a:pt x="374839" y="102030"/>
                </a:moveTo>
                <a:lnTo>
                  <a:pt x="374839" y="29406"/>
                </a:lnTo>
                <a:lnTo>
                  <a:pt x="387149" y="29406"/>
                </a:lnTo>
                <a:lnTo>
                  <a:pt x="387149" y="102030"/>
                </a:lnTo>
                <a:lnTo>
                  <a:pt x="374839" y="102030"/>
                </a:lnTo>
                <a:close/>
                <a:moveTo>
                  <a:pt x="399358" y="102030"/>
                </a:moveTo>
                <a:lnTo>
                  <a:pt x="399358" y="92046"/>
                </a:lnTo>
                <a:lnTo>
                  <a:pt x="445586" y="38979"/>
                </a:lnTo>
                <a:cubicBezTo>
                  <a:pt x="440343" y="39253"/>
                  <a:pt x="435716" y="39390"/>
                  <a:pt x="431704" y="39390"/>
                </a:cubicBezTo>
                <a:lnTo>
                  <a:pt x="402093" y="39390"/>
                </a:lnTo>
                <a:lnTo>
                  <a:pt x="402093" y="29406"/>
                </a:lnTo>
                <a:lnTo>
                  <a:pt x="461452" y="29406"/>
                </a:lnTo>
                <a:lnTo>
                  <a:pt x="461452" y="37543"/>
                </a:lnTo>
                <a:lnTo>
                  <a:pt x="422130" y="83635"/>
                </a:lnTo>
                <a:lnTo>
                  <a:pt x="414539" y="92046"/>
                </a:lnTo>
                <a:cubicBezTo>
                  <a:pt x="420056" y="91636"/>
                  <a:pt x="425230" y="91431"/>
                  <a:pt x="430063" y="91431"/>
                </a:cubicBezTo>
                <a:lnTo>
                  <a:pt x="463640" y="91431"/>
                </a:lnTo>
                <a:lnTo>
                  <a:pt x="463640" y="102030"/>
                </a:lnTo>
                <a:lnTo>
                  <a:pt x="399358" y="102030"/>
                </a:lnTo>
                <a:close/>
                <a:moveTo>
                  <a:pt x="523097" y="93063"/>
                </a:moveTo>
                <a:cubicBezTo>
                  <a:pt x="518538" y="96941"/>
                  <a:pt x="514150" y="99679"/>
                  <a:pt x="509933" y="101276"/>
                </a:cubicBezTo>
                <a:cubicBezTo>
                  <a:pt x="505716" y="102873"/>
                  <a:pt x="501191" y="103672"/>
                  <a:pt x="496359" y="103672"/>
                </a:cubicBezTo>
                <a:cubicBezTo>
                  <a:pt x="488380" y="103672"/>
                  <a:pt x="482248" y="101721"/>
                  <a:pt x="477963" y="97820"/>
                </a:cubicBezTo>
                <a:cubicBezTo>
                  <a:pt x="473678" y="93920"/>
                  <a:pt x="471535" y="88935"/>
                  <a:pt x="471535" y="82868"/>
                </a:cubicBezTo>
                <a:cubicBezTo>
                  <a:pt x="471535" y="79310"/>
                  <a:pt x="472344" y="76060"/>
                  <a:pt x="473963" y="73119"/>
                </a:cubicBezTo>
                <a:cubicBezTo>
                  <a:pt x="475581" y="70175"/>
                  <a:pt x="477701" y="67814"/>
                  <a:pt x="480322" y="66034"/>
                </a:cubicBezTo>
                <a:cubicBezTo>
                  <a:pt x="482944" y="64255"/>
                  <a:pt x="485896" y="62909"/>
                  <a:pt x="489178" y="61997"/>
                </a:cubicBezTo>
                <a:cubicBezTo>
                  <a:pt x="491594" y="61358"/>
                  <a:pt x="495242" y="60742"/>
                  <a:pt x="500120" y="60149"/>
                </a:cubicBezTo>
                <a:cubicBezTo>
                  <a:pt x="510058" y="58972"/>
                  <a:pt x="517376" y="57569"/>
                  <a:pt x="522071" y="55939"/>
                </a:cubicBezTo>
                <a:cubicBezTo>
                  <a:pt x="522117" y="54259"/>
                  <a:pt x="522140" y="53192"/>
                  <a:pt x="522140" y="52738"/>
                </a:cubicBezTo>
                <a:cubicBezTo>
                  <a:pt x="522140" y="47741"/>
                  <a:pt x="520977" y="44222"/>
                  <a:pt x="518652" y="42179"/>
                </a:cubicBezTo>
                <a:cubicBezTo>
                  <a:pt x="515506" y="39408"/>
                  <a:pt x="510833" y="38022"/>
                  <a:pt x="504633" y="38022"/>
                </a:cubicBezTo>
                <a:cubicBezTo>
                  <a:pt x="498843" y="38022"/>
                  <a:pt x="494569" y="39036"/>
                  <a:pt x="491811" y="41065"/>
                </a:cubicBezTo>
                <a:cubicBezTo>
                  <a:pt x="489053" y="43094"/>
                  <a:pt x="487013" y="46684"/>
                  <a:pt x="485691" y="51836"/>
                </a:cubicBezTo>
                <a:lnTo>
                  <a:pt x="473655" y="50195"/>
                </a:lnTo>
                <a:cubicBezTo>
                  <a:pt x="474749" y="45027"/>
                  <a:pt x="476550" y="40854"/>
                  <a:pt x="479057" y="37676"/>
                </a:cubicBezTo>
                <a:cubicBezTo>
                  <a:pt x="481565" y="34497"/>
                  <a:pt x="485189" y="32051"/>
                  <a:pt x="489930" y="30337"/>
                </a:cubicBezTo>
                <a:cubicBezTo>
                  <a:pt x="494672" y="28622"/>
                  <a:pt x="500165" y="27764"/>
                  <a:pt x="506411" y="27764"/>
                </a:cubicBezTo>
                <a:cubicBezTo>
                  <a:pt x="512611" y="27764"/>
                  <a:pt x="517649" y="28494"/>
                  <a:pt x="521524" y="29953"/>
                </a:cubicBezTo>
                <a:cubicBezTo>
                  <a:pt x="525399" y="31411"/>
                  <a:pt x="528249" y="33246"/>
                  <a:pt x="530072" y="35458"/>
                </a:cubicBezTo>
                <a:cubicBezTo>
                  <a:pt x="531896" y="37669"/>
                  <a:pt x="533173" y="40461"/>
                  <a:pt x="533902" y="43835"/>
                </a:cubicBezTo>
                <a:cubicBezTo>
                  <a:pt x="534312" y="45932"/>
                  <a:pt x="534517" y="49716"/>
                  <a:pt x="534517" y="55187"/>
                </a:cubicBezTo>
                <a:lnTo>
                  <a:pt x="534517" y="71599"/>
                </a:lnTo>
                <a:cubicBezTo>
                  <a:pt x="534517" y="83042"/>
                  <a:pt x="534780" y="90280"/>
                  <a:pt x="535304" y="93311"/>
                </a:cubicBezTo>
                <a:cubicBezTo>
                  <a:pt x="535828" y="96343"/>
                  <a:pt x="536865" y="99249"/>
                  <a:pt x="538415" y="102030"/>
                </a:cubicBezTo>
                <a:lnTo>
                  <a:pt x="525559" y="102030"/>
                </a:lnTo>
                <a:cubicBezTo>
                  <a:pt x="524282" y="99475"/>
                  <a:pt x="523462" y="96486"/>
                  <a:pt x="523097" y="93063"/>
                </a:cubicBezTo>
                <a:moveTo>
                  <a:pt x="522071" y="65513"/>
                </a:moveTo>
                <a:cubicBezTo>
                  <a:pt x="517604" y="67352"/>
                  <a:pt x="510902" y="68915"/>
                  <a:pt x="501966" y="70201"/>
                </a:cubicBezTo>
                <a:cubicBezTo>
                  <a:pt x="496906" y="70934"/>
                  <a:pt x="493327" y="71758"/>
                  <a:pt x="491230" y="72674"/>
                </a:cubicBezTo>
                <a:cubicBezTo>
                  <a:pt x="489133" y="73589"/>
                  <a:pt x="487514" y="74928"/>
                  <a:pt x="486374" y="76692"/>
                </a:cubicBezTo>
                <a:cubicBezTo>
                  <a:pt x="485235" y="78454"/>
                  <a:pt x="484665" y="80411"/>
                  <a:pt x="484665" y="82562"/>
                </a:cubicBezTo>
                <a:cubicBezTo>
                  <a:pt x="484665" y="85857"/>
                  <a:pt x="485907" y="88604"/>
                  <a:pt x="488392" y="90802"/>
                </a:cubicBezTo>
                <a:cubicBezTo>
                  <a:pt x="490876" y="92999"/>
                  <a:pt x="494512" y="94098"/>
                  <a:pt x="499299" y="94098"/>
                </a:cubicBezTo>
                <a:cubicBezTo>
                  <a:pt x="504040" y="94098"/>
                  <a:pt x="508258" y="93056"/>
                  <a:pt x="511950" y="90971"/>
                </a:cubicBezTo>
                <a:cubicBezTo>
                  <a:pt x="515643" y="88887"/>
                  <a:pt x="518356" y="86035"/>
                  <a:pt x="520088" y="82417"/>
                </a:cubicBezTo>
                <a:cubicBezTo>
                  <a:pt x="521410" y="79621"/>
                  <a:pt x="522071" y="75498"/>
                  <a:pt x="522071" y="70048"/>
                </a:cubicBezTo>
                <a:lnTo>
                  <a:pt x="522071" y="65513"/>
                </a:lnTo>
                <a:close/>
                <a:moveTo>
                  <a:pt x="580117" y="91157"/>
                </a:moveTo>
                <a:lnTo>
                  <a:pt x="581895" y="102030"/>
                </a:lnTo>
                <a:cubicBezTo>
                  <a:pt x="578430" y="102669"/>
                  <a:pt x="575330" y="102988"/>
                  <a:pt x="572594" y="102988"/>
                </a:cubicBezTo>
                <a:cubicBezTo>
                  <a:pt x="568126" y="102988"/>
                  <a:pt x="564662" y="102281"/>
                  <a:pt x="562200" y="100868"/>
                </a:cubicBezTo>
                <a:cubicBezTo>
                  <a:pt x="559738" y="99455"/>
                  <a:pt x="558005" y="97597"/>
                  <a:pt x="557002" y="95294"/>
                </a:cubicBezTo>
                <a:cubicBezTo>
                  <a:pt x="555999" y="92992"/>
                  <a:pt x="555498" y="88148"/>
                  <a:pt x="555498" y="80763"/>
                </a:cubicBezTo>
                <a:lnTo>
                  <a:pt x="555498" y="38979"/>
                </a:lnTo>
                <a:lnTo>
                  <a:pt x="546471" y="38979"/>
                </a:lnTo>
                <a:lnTo>
                  <a:pt x="546471" y="29406"/>
                </a:lnTo>
                <a:lnTo>
                  <a:pt x="555498" y="29406"/>
                </a:lnTo>
                <a:lnTo>
                  <a:pt x="555498" y="11371"/>
                </a:lnTo>
                <a:lnTo>
                  <a:pt x="567739" y="3966"/>
                </a:lnTo>
                <a:lnTo>
                  <a:pt x="567739" y="29406"/>
                </a:lnTo>
                <a:lnTo>
                  <a:pt x="580117" y="29406"/>
                </a:lnTo>
                <a:lnTo>
                  <a:pt x="580117" y="38979"/>
                </a:lnTo>
                <a:lnTo>
                  <a:pt x="567739" y="38979"/>
                </a:lnTo>
                <a:lnTo>
                  <a:pt x="567739" y="81447"/>
                </a:lnTo>
                <a:cubicBezTo>
                  <a:pt x="567739" y="84957"/>
                  <a:pt x="567955" y="87214"/>
                  <a:pt x="568389" y="88217"/>
                </a:cubicBezTo>
                <a:cubicBezTo>
                  <a:pt x="568822" y="89220"/>
                  <a:pt x="569528" y="90017"/>
                  <a:pt x="570508" y="90610"/>
                </a:cubicBezTo>
                <a:cubicBezTo>
                  <a:pt x="571489" y="91203"/>
                  <a:pt x="572891" y="91499"/>
                  <a:pt x="574714" y="91499"/>
                </a:cubicBezTo>
                <a:cubicBezTo>
                  <a:pt x="576082" y="91499"/>
                  <a:pt x="577883" y="91385"/>
                  <a:pt x="580117" y="91157"/>
                </a:cubicBezTo>
                <a:close/>
                <a:moveTo>
                  <a:pt x="592078" y="16002"/>
                </a:moveTo>
                <a:lnTo>
                  <a:pt x="592078" y="1778"/>
                </a:lnTo>
                <a:lnTo>
                  <a:pt x="604387" y="1778"/>
                </a:lnTo>
                <a:lnTo>
                  <a:pt x="604387" y="16002"/>
                </a:lnTo>
                <a:lnTo>
                  <a:pt x="592078" y="16002"/>
                </a:lnTo>
                <a:moveTo>
                  <a:pt x="592078" y="102030"/>
                </a:moveTo>
                <a:lnTo>
                  <a:pt x="592078" y="29406"/>
                </a:lnTo>
                <a:lnTo>
                  <a:pt x="604387" y="29406"/>
                </a:lnTo>
                <a:lnTo>
                  <a:pt x="604387" y="102030"/>
                </a:lnTo>
                <a:lnTo>
                  <a:pt x="592078" y="102030"/>
                </a:lnTo>
                <a:close/>
                <a:moveTo>
                  <a:pt x="618511" y="65718"/>
                </a:moveTo>
                <a:cubicBezTo>
                  <a:pt x="618511" y="52269"/>
                  <a:pt x="622250" y="42308"/>
                  <a:pt x="629726" y="35834"/>
                </a:cubicBezTo>
                <a:cubicBezTo>
                  <a:pt x="635972" y="30454"/>
                  <a:pt x="643586" y="27764"/>
                  <a:pt x="652567" y="27764"/>
                </a:cubicBezTo>
                <a:cubicBezTo>
                  <a:pt x="662551" y="27764"/>
                  <a:pt x="670712" y="31035"/>
                  <a:pt x="677049" y="37578"/>
                </a:cubicBezTo>
                <a:cubicBezTo>
                  <a:pt x="683386" y="44120"/>
                  <a:pt x="686554" y="53158"/>
                  <a:pt x="686554" y="64692"/>
                </a:cubicBezTo>
                <a:cubicBezTo>
                  <a:pt x="686554" y="74038"/>
                  <a:pt x="685152" y="81390"/>
                  <a:pt x="682349" y="86746"/>
                </a:cubicBezTo>
                <a:cubicBezTo>
                  <a:pt x="679545" y="92103"/>
                  <a:pt x="675465" y="96263"/>
                  <a:pt x="670108" y="99227"/>
                </a:cubicBezTo>
                <a:cubicBezTo>
                  <a:pt x="664751" y="102190"/>
                  <a:pt x="658904" y="103672"/>
                  <a:pt x="652567" y="103672"/>
                </a:cubicBezTo>
                <a:cubicBezTo>
                  <a:pt x="642400" y="103672"/>
                  <a:pt x="634183" y="100412"/>
                  <a:pt x="627914" y="93893"/>
                </a:cubicBezTo>
                <a:cubicBezTo>
                  <a:pt x="621646" y="87373"/>
                  <a:pt x="618511" y="77982"/>
                  <a:pt x="618511" y="65718"/>
                </a:cubicBezTo>
                <a:moveTo>
                  <a:pt x="631162" y="65684"/>
                </a:moveTo>
                <a:cubicBezTo>
                  <a:pt x="631162" y="74950"/>
                  <a:pt x="633191" y="81888"/>
                  <a:pt x="637249" y="86498"/>
                </a:cubicBezTo>
                <a:cubicBezTo>
                  <a:pt x="641306" y="91109"/>
                  <a:pt x="646412" y="93414"/>
                  <a:pt x="652567" y="93414"/>
                </a:cubicBezTo>
                <a:cubicBezTo>
                  <a:pt x="658676" y="93414"/>
                  <a:pt x="663759" y="91097"/>
                  <a:pt x="667817" y="86464"/>
                </a:cubicBezTo>
                <a:cubicBezTo>
                  <a:pt x="671874" y="81831"/>
                  <a:pt x="673903" y="74768"/>
                  <a:pt x="673903" y="65276"/>
                </a:cubicBezTo>
                <a:cubicBezTo>
                  <a:pt x="673903" y="56327"/>
                  <a:pt x="671863" y="49548"/>
                  <a:pt x="667783" y="44937"/>
                </a:cubicBezTo>
                <a:cubicBezTo>
                  <a:pt x="663702" y="40327"/>
                  <a:pt x="658630" y="38022"/>
                  <a:pt x="652567" y="38022"/>
                </a:cubicBezTo>
                <a:cubicBezTo>
                  <a:pt x="646412" y="38022"/>
                  <a:pt x="641306" y="40316"/>
                  <a:pt x="637249" y="44903"/>
                </a:cubicBezTo>
                <a:cubicBezTo>
                  <a:pt x="633191" y="49491"/>
                  <a:pt x="631162" y="56418"/>
                  <a:pt x="631162" y="65684"/>
                </a:cubicBezTo>
                <a:close/>
                <a:moveTo>
                  <a:pt x="700628" y="102030"/>
                </a:moveTo>
                <a:lnTo>
                  <a:pt x="700628" y="29406"/>
                </a:lnTo>
                <a:lnTo>
                  <a:pt x="711707" y="29406"/>
                </a:lnTo>
                <a:lnTo>
                  <a:pt x="711707" y="39663"/>
                </a:lnTo>
                <a:cubicBezTo>
                  <a:pt x="717041" y="31731"/>
                  <a:pt x="724745" y="27764"/>
                  <a:pt x="734821" y="27764"/>
                </a:cubicBezTo>
                <a:cubicBezTo>
                  <a:pt x="739197" y="27764"/>
                  <a:pt x="743221" y="28551"/>
                  <a:pt x="746891" y="30124"/>
                </a:cubicBezTo>
                <a:cubicBezTo>
                  <a:pt x="750561" y="31696"/>
                  <a:pt x="753307" y="33759"/>
                  <a:pt x="755131" y="36312"/>
                </a:cubicBezTo>
                <a:cubicBezTo>
                  <a:pt x="756955" y="38865"/>
                  <a:pt x="758231" y="41897"/>
                  <a:pt x="758961" y="45408"/>
                </a:cubicBezTo>
                <a:cubicBezTo>
                  <a:pt x="759417" y="47687"/>
                  <a:pt x="759645" y="51676"/>
                  <a:pt x="759645" y="57375"/>
                </a:cubicBezTo>
                <a:lnTo>
                  <a:pt x="759645" y="102030"/>
                </a:lnTo>
                <a:lnTo>
                  <a:pt x="747335" y="102030"/>
                </a:lnTo>
                <a:lnTo>
                  <a:pt x="747335" y="57807"/>
                </a:lnTo>
                <a:cubicBezTo>
                  <a:pt x="747335" y="52786"/>
                  <a:pt x="746857" y="49032"/>
                  <a:pt x="745899" y="46545"/>
                </a:cubicBezTo>
                <a:cubicBezTo>
                  <a:pt x="744942" y="44057"/>
                  <a:pt x="743244" y="42072"/>
                  <a:pt x="740804" y="40589"/>
                </a:cubicBezTo>
                <a:cubicBezTo>
                  <a:pt x="738365" y="39106"/>
                  <a:pt x="735505" y="38364"/>
                  <a:pt x="732222" y="38364"/>
                </a:cubicBezTo>
                <a:cubicBezTo>
                  <a:pt x="726979" y="38364"/>
                  <a:pt x="722454" y="40030"/>
                  <a:pt x="718648" y="43362"/>
                </a:cubicBezTo>
                <a:cubicBezTo>
                  <a:pt x="714841" y="46693"/>
                  <a:pt x="712938" y="53014"/>
                  <a:pt x="712938" y="62324"/>
                </a:cubicBezTo>
                <a:lnTo>
                  <a:pt x="712938" y="102030"/>
                </a:lnTo>
                <a:lnTo>
                  <a:pt x="700628" y="10203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3" name="Text T">
            <a:extLst xmlns:a="http://schemas.openxmlformats.org/drawingml/2006/main">
              <a:ext uri="{FF2B5EF4-FFF2-40B4-BE49-F238E27FC236}">
                <a16:creationId xmlns:a16="http://schemas.microsoft.com/office/drawing/2014/main" id="{FB1748A7-9D4F-4062-8200-E8243226D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4040" y="1487716"/>
            <a:ext cx="79463" cy="100252"/>
          </a:xfrm>
          <a:custGeom xmlns:a="http://schemas.openxmlformats.org/drawingml/2006/main">
            <a:pathLst>
              <a:path w="79463" h="100252">
                <a:moveTo>
                  <a:pt x="33030" y="100252"/>
                </a:moveTo>
                <a:lnTo>
                  <a:pt x="33030" y="11831"/>
                </a:lnTo>
                <a:lnTo>
                  <a:pt x="0" y="11831"/>
                </a:lnTo>
                <a:lnTo>
                  <a:pt x="0" y="0"/>
                </a:lnTo>
                <a:lnTo>
                  <a:pt x="79463" y="0"/>
                </a:lnTo>
                <a:lnTo>
                  <a:pt x="79463" y="11831"/>
                </a:lnTo>
                <a:lnTo>
                  <a:pt x="46297" y="11831"/>
                </a:lnTo>
                <a:lnTo>
                  <a:pt x="46297" y="100252"/>
                </a:lnTo>
                <a:lnTo>
                  <a:pt x="33030" y="10025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4" name="Text echniques">
            <a:extLst xmlns:a="http://schemas.openxmlformats.org/drawingml/2006/main">
              <a:ext uri="{FF2B5EF4-FFF2-40B4-BE49-F238E27FC236}">
                <a16:creationId xmlns:a16="http://schemas.microsoft.com/office/drawing/2014/main" id="{7E4A3994-6234-413E-A591-92C447BAF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5388" y="1487716"/>
            <a:ext cx="625642" cy="128153"/>
          </a:xfrm>
          <a:custGeom xmlns:a="http://schemas.openxmlformats.org/drawingml/2006/main">
            <a:pathLst>
              <a:path w="625642" h="128153">
                <a:moveTo>
                  <a:pt x="53819" y="76865"/>
                </a:moveTo>
                <a:lnTo>
                  <a:pt x="66539" y="78438"/>
                </a:lnTo>
                <a:cubicBezTo>
                  <a:pt x="64533" y="85869"/>
                  <a:pt x="60817" y="91636"/>
                  <a:pt x="55392" y="95739"/>
                </a:cubicBezTo>
                <a:cubicBezTo>
                  <a:pt x="49967" y="99842"/>
                  <a:pt x="43037" y="101894"/>
                  <a:pt x="34603" y="101894"/>
                </a:cubicBezTo>
                <a:cubicBezTo>
                  <a:pt x="23980" y="101894"/>
                  <a:pt x="15558" y="98623"/>
                  <a:pt x="9335" y="92080"/>
                </a:cubicBezTo>
                <a:cubicBezTo>
                  <a:pt x="3112" y="85538"/>
                  <a:pt x="0" y="76363"/>
                  <a:pt x="0" y="64555"/>
                </a:cubicBezTo>
                <a:cubicBezTo>
                  <a:pt x="0" y="52337"/>
                  <a:pt x="3146" y="42855"/>
                  <a:pt x="9437" y="36107"/>
                </a:cubicBezTo>
                <a:cubicBezTo>
                  <a:pt x="15729" y="29360"/>
                  <a:pt x="23889" y="25986"/>
                  <a:pt x="33919" y="25986"/>
                </a:cubicBezTo>
                <a:cubicBezTo>
                  <a:pt x="43630" y="25986"/>
                  <a:pt x="51562" y="29287"/>
                  <a:pt x="57717" y="35887"/>
                </a:cubicBezTo>
                <a:cubicBezTo>
                  <a:pt x="63872" y="42486"/>
                  <a:pt x="66949" y="51771"/>
                  <a:pt x="66949" y="63741"/>
                </a:cubicBezTo>
                <a:cubicBezTo>
                  <a:pt x="66949" y="64469"/>
                  <a:pt x="66926" y="65561"/>
                  <a:pt x="66881" y="67017"/>
                </a:cubicBezTo>
                <a:lnTo>
                  <a:pt x="12720" y="67017"/>
                </a:lnTo>
                <a:cubicBezTo>
                  <a:pt x="13176" y="74973"/>
                  <a:pt x="15432" y="81065"/>
                  <a:pt x="19490" y="85293"/>
                </a:cubicBezTo>
                <a:cubicBezTo>
                  <a:pt x="23547" y="89522"/>
                  <a:pt x="28608" y="91636"/>
                  <a:pt x="34671" y="91636"/>
                </a:cubicBezTo>
                <a:cubicBezTo>
                  <a:pt x="39185" y="91636"/>
                  <a:pt x="43037" y="90462"/>
                  <a:pt x="46228" y="88114"/>
                </a:cubicBezTo>
                <a:cubicBezTo>
                  <a:pt x="49420" y="85765"/>
                  <a:pt x="51950" y="82015"/>
                  <a:pt x="53819" y="76865"/>
                </a:cubicBezTo>
                <a:moveTo>
                  <a:pt x="13403" y="56760"/>
                </a:moveTo>
                <a:lnTo>
                  <a:pt x="53956" y="56760"/>
                </a:lnTo>
                <a:cubicBezTo>
                  <a:pt x="53409" y="50750"/>
                  <a:pt x="51859" y="46243"/>
                  <a:pt x="49306" y="43239"/>
                </a:cubicBezTo>
                <a:cubicBezTo>
                  <a:pt x="45385" y="38576"/>
                  <a:pt x="40302" y="36244"/>
                  <a:pt x="34056" y="36244"/>
                </a:cubicBezTo>
                <a:cubicBezTo>
                  <a:pt x="28403" y="36244"/>
                  <a:pt x="23650" y="38105"/>
                  <a:pt x="19797" y="41828"/>
                </a:cubicBezTo>
                <a:cubicBezTo>
                  <a:pt x="15945" y="45549"/>
                  <a:pt x="13814" y="50527"/>
                  <a:pt x="13403" y="56760"/>
                </a:cubicBezTo>
                <a:close/>
                <a:moveTo>
                  <a:pt x="129029" y="73582"/>
                </a:moveTo>
                <a:lnTo>
                  <a:pt x="141133" y="75155"/>
                </a:lnTo>
                <a:cubicBezTo>
                  <a:pt x="139811" y="83519"/>
                  <a:pt x="136426" y="90067"/>
                  <a:pt x="130978" y="94799"/>
                </a:cubicBezTo>
                <a:cubicBezTo>
                  <a:pt x="125530" y="99529"/>
                  <a:pt x="118840" y="101894"/>
                  <a:pt x="110907" y="101894"/>
                </a:cubicBezTo>
                <a:cubicBezTo>
                  <a:pt x="100969" y="101894"/>
                  <a:pt x="92979" y="98645"/>
                  <a:pt x="86938" y="92149"/>
                </a:cubicBezTo>
                <a:cubicBezTo>
                  <a:pt x="80898" y="85652"/>
                  <a:pt x="77877" y="76340"/>
                  <a:pt x="77877" y="64213"/>
                </a:cubicBezTo>
                <a:cubicBezTo>
                  <a:pt x="77877" y="56372"/>
                  <a:pt x="79177" y="49511"/>
                  <a:pt x="81775" y="43630"/>
                </a:cubicBezTo>
                <a:cubicBezTo>
                  <a:pt x="84374" y="37749"/>
                  <a:pt x="88329" y="33338"/>
                  <a:pt x="93640" y="30397"/>
                </a:cubicBezTo>
                <a:cubicBezTo>
                  <a:pt x="98951" y="27457"/>
                  <a:pt x="104730" y="25986"/>
                  <a:pt x="110976" y="25986"/>
                </a:cubicBezTo>
                <a:cubicBezTo>
                  <a:pt x="118863" y="25986"/>
                  <a:pt x="125314" y="27987"/>
                  <a:pt x="130329" y="31989"/>
                </a:cubicBezTo>
                <a:cubicBezTo>
                  <a:pt x="135344" y="35990"/>
                  <a:pt x="138558" y="41671"/>
                  <a:pt x="139971" y="49032"/>
                </a:cubicBezTo>
                <a:lnTo>
                  <a:pt x="128004" y="50878"/>
                </a:lnTo>
                <a:cubicBezTo>
                  <a:pt x="126864" y="46023"/>
                  <a:pt x="124846" y="42370"/>
                  <a:pt x="121951" y="39920"/>
                </a:cubicBezTo>
                <a:cubicBezTo>
                  <a:pt x="119056" y="37469"/>
                  <a:pt x="115557" y="36244"/>
                  <a:pt x="111454" y="36244"/>
                </a:cubicBezTo>
                <a:cubicBezTo>
                  <a:pt x="105254" y="36244"/>
                  <a:pt x="100216" y="38456"/>
                  <a:pt x="96341" y="42880"/>
                </a:cubicBezTo>
                <a:cubicBezTo>
                  <a:pt x="92466" y="47302"/>
                  <a:pt x="90529" y="54299"/>
                  <a:pt x="90529" y="63872"/>
                </a:cubicBezTo>
                <a:cubicBezTo>
                  <a:pt x="90529" y="73581"/>
                  <a:pt x="92398" y="80636"/>
                  <a:pt x="96136" y="85037"/>
                </a:cubicBezTo>
                <a:cubicBezTo>
                  <a:pt x="99874" y="89436"/>
                  <a:pt x="104753" y="91636"/>
                  <a:pt x="110771" y="91636"/>
                </a:cubicBezTo>
                <a:cubicBezTo>
                  <a:pt x="115603" y="91636"/>
                  <a:pt x="119638" y="90160"/>
                  <a:pt x="122875" y="87208"/>
                </a:cubicBezTo>
                <a:cubicBezTo>
                  <a:pt x="126112" y="84256"/>
                  <a:pt x="128163" y="79714"/>
                  <a:pt x="129029" y="73582"/>
                </a:cubicBezTo>
                <a:close/>
                <a:moveTo>
                  <a:pt x="151490" y="100252"/>
                </a:moveTo>
                <a:lnTo>
                  <a:pt x="151490" y="0"/>
                </a:lnTo>
                <a:lnTo>
                  <a:pt x="163799" y="0"/>
                </a:lnTo>
                <a:lnTo>
                  <a:pt x="163799" y="35970"/>
                </a:lnTo>
                <a:cubicBezTo>
                  <a:pt x="169543" y="29314"/>
                  <a:pt x="176792" y="25986"/>
                  <a:pt x="185546" y="25986"/>
                </a:cubicBezTo>
                <a:cubicBezTo>
                  <a:pt x="190925" y="25986"/>
                  <a:pt x="195598" y="27046"/>
                  <a:pt x="199564" y="29166"/>
                </a:cubicBezTo>
                <a:cubicBezTo>
                  <a:pt x="203531" y="31286"/>
                  <a:pt x="206369" y="34215"/>
                  <a:pt x="208078" y="37954"/>
                </a:cubicBezTo>
                <a:cubicBezTo>
                  <a:pt x="209788" y="41692"/>
                  <a:pt x="210643" y="47117"/>
                  <a:pt x="210643" y="54229"/>
                </a:cubicBezTo>
                <a:lnTo>
                  <a:pt x="210643" y="100252"/>
                </a:lnTo>
                <a:lnTo>
                  <a:pt x="198334" y="100252"/>
                </a:lnTo>
                <a:lnTo>
                  <a:pt x="198334" y="54229"/>
                </a:lnTo>
                <a:cubicBezTo>
                  <a:pt x="198334" y="48075"/>
                  <a:pt x="197000" y="43595"/>
                  <a:pt x="194333" y="40792"/>
                </a:cubicBezTo>
                <a:cubicBezTo>
                  <a:pt x="191666" y="37988"/>
                  <a:pt x="187893" y="36586"/>
                  <a:pt x="183015" y="36586"/>
                </a:cubicBezTo>
                <a:cubicBezTo>
                  <a:pt x="179368" y="36586"/>
                  <a:pt x="175937" y="37532"/>
                  <a:pt x="172723" y="39424"/>
                </a:cubicBezTo>
                <a:cubicBezTo>
                  <a:pt x="169509" y="41316"/>
                  <a:pt x="167218" y="43880"/>
                  <a:pt x="165851" y="47117"/>
                </a:cubicBezTo>
                <a:cubicBezTo>
                  <a:pt x="164483" y="50354"/>
                  <a:pt x="163799" y="54822"/>
                  <a:pt x="163799" y="60521"/>
                </a:cubicBezTo>
                <a:lnTo>
                  <a:pt x="163799" y="100252"/>
                </a:lnTo>
                <a:lnTo>
                  <a:pt x="151490" y="100252"/>
                </a:lnTo>
                <a:close/>
                <a:moveTo>
                  <a:pt x="229025" y="100252"/>
                </a:moveTo>
                <a:lnTo>
                  <a:pt x="229025" y="27628"/>
                </a:lnTo>
                <a:lnTo>
                  <a:pt x="240104" y="27628"/>
                </a:lnTo>
                <a:lnTo>
                  <a:pt x="240104" y="37885"/>
                </a:lnTo>
                <a:cubicBezTo>
                  <a:pt x="245438" y="29953"/>
                  <a:pt x="253142" y="25986"/>
                  <a:pt x="263218" y="25986"/>
                </a:cubicBezTo>
                <a:cubicBezTo>
                  <a:pt x="267594" y="25986"/>
                  <a:pt x="271618" y="26773"/>
                  <a:pt x="275288" y="28346"/>
                </a:cubicBezTo>
                <a:cubicBezTo>
                  <a:pt x="278958" y="29918"/>
                  <a:pt x="281704" y="31981"/>
                  <a:pt x="283528" y="34534"/>
                </a:cubicBezTo>
                <a:cubicBezTo>
                  <a:pt x="285352" y="37087"/>
                  <a:pt x="286628" y="40119"/>
                  <a:pt x="287358" y="43630"/>
                </a:cubicBezTo>
                <a:cubicBezTo>
                  <a:pt x="287814" y="45909"/>
                  <a:pt x="288041" y="49898"/>
                  <a:pt x="288041" y="55597"/>
                </a:cubicBezTo>
                <a:lnTo>
                  <a:pt x="288041" y="100252"/>
                </a:lnTo>
                <a:lnTo>
                  <a:pt x="275732" y="100252"/>
                </a:lnTo>
                <a:lnTo>
                  <a:pt x="275732" y="56029"/>
                </a:lnTo>
                <a:cubicBezTo>
                  <a:pt x="275732" y="51008"/>
                  <a:pt x="275253" y="47254"/>
                  <a:pt x="274296" y="44767"/>
                </a:cubicBezTo>
                <a:cubicBezTo>
                  <a:pt x="273339" y="42279"/>
                  <a:pt x="271640" y="40294"/>
                  <a:pt x="269201" y="38811"/>
                </a:cubicBezTo>
                <a:cubicBezTo>
                  <a:pt x="266762" y="37328"/>
                  <a:pt x="263902" y="36586"/>
                  <a:pt x="260619" y="36586"/>
                </a:cubicBezTo>
                <a:cubicBezTo>
                  <a:pt x="255376" y="36586"/>
                  <a:pt x="250851" y="38252"/>
                  <a:pt x="247045" y="41584"/>
                </a:cubicBezTo>
                <a:cubicBezTo>
                  <a:pt x="243238" y="44915"/>
                  <a:pt x="241335" y="51236"/>
                  <a:pt x="241335" y="60546"/>
                </a:cubicBezTo>
                <a:lnTo>
                  <a:pt x="241335" y="100252"/>
                </a:lnTo>
                <a:lnTo>
                  <a:pt x="229025" y="100252"/>
                </a:lnTo>
                <a:close/>
                <a:moveTo>
                  <a:pt x="306629" y="14224"/>
                </a:moveTo>
                <a:lnTo>
                  <a:pt x="306629" y="0"/>
                </a:lnTo>
                <a:lnTo>
                  <a:pt x="318938" y="0"/>
                </a:lnTo>
                <a:lnTo>
                  <a:pt x="318938" y="14224"/>
                </a:lnTo>
                <a:lnTo>
                  <a:pt x="306629" y="14224"/>
                </a:lnTo>
                <a:moveTo>
                  <a:pt x="306629" y="100252"/>
                </a:moveTo>
                <a:lnTo>
                  <a:pt x="306629" y="27628"/>
                </a:lnTo>
                <a:lnTo>
                  <a:pt x="318938" y="27628"/>
                </a:lnTo>
                <a:lnTo>
                  <a:pt x="318938" y="100252"/>
                </a:lnTo>
                <a:lnTo>
                  <a:pt x="306629" y="100252"/>
                </a:lnTo>
                <a:close/>
                <a:moveTo>
                  <a:pt x="383941" y="128153"/>
                </a:moveTo>
                <a:lnTo>
                  <a:pt x="383941" y="92399"/>
                </a:lnTo>
                <a:cubicBezTo>
                  <a:pt x="382026" y="95124"/>
                  <a:pt x="379348" y="97388"/>
                  <a:pt x="375906" y="99190"/>
                </a:cubicBezTo>
                <a:cubicBezTo>
                  <a:pt x="372464" y="100993"/>
                  <a:pt x="368805" y="101894"/>
                  <a:pt x="364930" y="101894"/>
                </a:cubicBezTo>
                <a:cubicBezTo>
                  <a:pt x="356313" y="101894"/>
                  <a:pt x="348894" y="98452"/>
                  <a:pt x="342671" y="91567"/>
                </a:cubicBezTo>
                <a:cubicBezTo>
                  <a:pt x="336448" y="84683"/>
                  <a:pt x="333336" y="75246"/>
                  <a:pt x="333336" y="63256"/>
                </a:cubicBezTo>
                <a:cubicBezTo>
                  <a:pt x="333336" y="55962"/>
                  <a:pt x="334601" y="49420"/>
                  <a:pt x="337131" y="43630"/>
                </a:cubicBezTo>
                <a:cubicBezTo>
                  <a:pt x="339662" y="37840"/>
                  <a:pt x="343332" y="33452"/>
                  <a:pt x="348141" y="30466"/>
                </a:cubicBezTo>
                <a:cubicBezTo>
                  <a:pt x="352951" y="27479"/>
                  <a:pt x="358228" y="25986"/>
                  <a:pt x="363973" y="25986"/>
                </a:cubicBezTo>
                <a:cubicBezTo>
                  <a:pt x="372954" y="25986"/>
                  <a:pt x="380020" y="29725"/>
                  <a:pt x="385172" y="37201"/>
                </a:cubicBezTo>
                <a:lnTo>
                  <a:pt x="385172" y="27628"/>
                </a:lnTo>
                <a:lnTo>
                  <a:pt x="396250" y="27628"/>
                </a:lnTo>
                <a:lnTo>
                  <a:pt x="396250" y="128153"/>
                </a:lnTo>
                <a:lnTo>
                  <a:pt x="383941" y="128153"/>
                </a:lnTo>
                <a:moveTo>
                  <a:pt x="345987" y="63598"/>
                </a:moveTo>
                <a:cubicBezTo>
                  <a:pt x="345987" y="72944"/>
                  <a:pt x="347948" y="79953"/>
                  <a:pt x="351868" y="84626"/>
                </a:cubicBezTo>
                <a:cubicBezTo>
                  <a:pt x="355789" y="89299"/>
                  <a:pt x="360485" y="91636"/>
                  <a:pt x="365956" y="91636"/>
                </a:cubicBezTo>
                <a:cubicBezTo>
                  <a:pt x="371199" y="91636"/>
                  <a:pt x="375712" y="89413"/>
                  <a:pt x="379496" y="84968"/>
                </a:cubicBezTo>
                <a:cubicBezTo>
                  <a:pt x="383280" y="80523"/>
                  <a:pt x="385172" y="73765"/>
                  <a:pt x="385172" y="64692"/>
                </a:cubicBezTo>
                <a:cubicBezTo>
                  <a:pt x="385172" y="55027"/>
                  <a:pt x="383177" y="47756"/>
                  <a:pt x="379188" y="42877"/>
                </a:cubicBezTo>
                <a:cubicBezTo>
                  <a:pt x="375199" y="37999"/>
                  <a:pt x="370515" y="35560"/>
                  <a:pt x="365135" y="35560"/>
                </a:cubicBezTo>
                <a:cubicBezTo>
                  <a:pt x="359801" y="35560"/>
                  <a:pt x="355276" y="37828"/>
                  <a:pt x="351561" y="42364"/>
                </a:cubicBezTo>
                <a:cubicBezTo>
                  <a:pt x="347845" y="46901"/>
                  <a:pt x="345987" y="53979"/>
                  <a:pt x="345987" y="63598"/>
                </a:cubicBezTo>
                <a:close/>
                <a:moveTo>
                  <a:pt x="462775" y="100252"/>
                </a:moveTo>
                <a:lnTo>
                  <a:pt x="462775" y="89584"/>
                </a:lnTo>
                <a:cubicBezTo>
                  <a:pt x="457122" y="97791"/>
                  <a:pt x="449440" y="101894"/>
                  <a:pt x="439730" y="101894"/>
                </a:cubicBezTo>
                <a:cubicBezTo>
                  <a:pt x="435444" y="101894"/>
                  <a:pt x="431444" y="101073"/>
                  <a:pt x="427728" y="99432"/>
                </a:cubicBezTo>
                <a:cubicBezTo>
                  <a:pt x="424012" y="97791"/>
                  <a:pt x="421254" y="95728"/>
                  <a:pt x="419453" y="93243"/>
                </a:cubicBezTo>
                <a:cubicBezTo>
                  <a:pt x="417653" y="90758"/>
                  <a:pt x="416387" y="87715"/>
                  <a:pt x="415658" y="84114"/>
                </a:cubicBezTo>
                <a:cubicBezTo>
                  <a:pt x="415157" y="81697"/>
                  <a:pt x="414906" y="77868"/>
                  <a:pt x="414906" y="72625"/>
                </a:cubicBezTo>
                <a:lnTo>
                  <a:pt x="414906" y="27628"/>
                </a:lnTo>
                <a:lnTo>
                  <a:pt x="427215" y="27628"/>
                </a:lnTo>
                <a:lnTo>
                  <a:pt x="427215" y="67906"/>
                </a:lnTo>
                <a:cubicBezTo>
                  <a:pt x="427215" y="74334"/>
                  <a:pt x="427466" y="78666"/>
                  <a:pt x="427967" y="80899"/>
                </a:cubicBezTo>
                <a:cubicBezTo>
                  <a:pt x="428742" y="84136"/>
                  <a:pt x="430384" y="86678"/>
                  <a:pt x="432891" y="88524"/>
                </a:cubicBezTo>
                <a:cubicBezTo>
                  <a:pt x="435398" y="90371"/>
                  <a:pt x="438499" y="91294"/>
                  <a:pt x="442191" y="91294"/>
                </a:cubicBezTo>
                <a:cubicBezTo>
                  <a:pt x="445884" y="91294"/>
                  <a:pt x="449349" y="90348"/>
                  <a:pt x="452586" y="88456"/>
                </a:cubicBezTo>
                <a:cubicBezTo>
                  <a:pt x="455823" y="86564"/>
                  <a:pt x="458114" y="83988"/>
                  <a:pt x="459459" y="80728"/>
                </a:cubicBezTo>
                <a:cubicBezTo>
                  <a:pt x="460804" y="77469"/>
                  <a:pt x="461476" y="72739"/>
                  <a:pt x="461476" y="66539"/>
                </a:cubicBezTo>
                <a:lnTo>
                  <a:pt x="461476" y="27628"/>
                </a:lnTo>
                <a:lnTo>
                  <a:pt x="473785" y="27628"/>
                </a:lnTo>
                <a:lnTo>
                  <a:pt x="473785" y="100252"/>
                </a:lnTo>
                <a:lnTo>
                  <a:pt x="462775" y="100252"/>
                </a:lnTo>
                <a:close/>
                <a:moveTo>
                  <a:pt x="542431" y="76865"/>
                </a:moveTo>
                <a:lnTo>
                  <a:pt x="555150" y="78438"/>
                </a:lnTo>
                <a:cubicBezTo>
                  <a:pt x="553144" y="85869"/>
                  <a:pt x="549429" y="91636"/>
                  <a:pt x="544003" y="95739"/>
                </a:cubicBezTo>
                <a:cubicBezTo>
                  <a:pt x="538578" y="99842"/>
                  <a:pt x="531649" y="101894"/>
                  <a:pt x="523214" y="101894"/>
                </a:cubicBezTo>
                <a:cubicBezTo>
                  <a:pt x="512592" y="101894"/>
                  <a:pt x="504169" y="98623"/>
                  <a:pt x="497946" y="92080"/>
                </a:cubicBezTo>
                <a:cubicBezTo>
                  <a:pt x="491723" y="85538"/>
                  <a:pt x="488612" y="76363"/>
                  <a:pt x="488612" y="64555"/>
                </a:cubicBezTo>
                <a:cubicBezTo>
                  <a:pt x="488612" y="52337"/>
                  <a:pt x="491757" y="42855"/>
                  <a:pt x="498049" y="36107"/>
                </a:cubicBezTo>
                <a:cubicBezTo>
                  <a:pt x="504340" y="29360"/>
                  <a:pt x="512501" y="25986"/>
                  <a:pt x="522531" y="25986"/>
                </a:cubicBezTo>
                <a:cubicBezTo>
                  <a:pt x="532241" y="25986"/>
                  <a:pt x="540174" y="29287"/>
                  <a:pt x="546329" y="35887"/>
                </a:cubicBezTo>
                <a:cubicBezTo>
                  <a:pt x="552483" y="42486"/>
                  <a:pt x="555561" y="51771"/>
                  <a:pt x="555561" y="63741"/>
                </a:cubicBezTo>
                <a:cubicBezTo>
                  <a:pt x="555561" y="64469"/>
                  <a:pt x="555538" y="65561"/>
                  <a:pt x="555492" y="67017"/>
                </a:cubicBezTo>
                <a:lnTo>
                  <a:pt x="501331" y="67017"/>
                </a:lnTo>
                <a:cubicBezTo>
                  <a:pt x="501787" y="74973"/>
                  <a:pt x="504044" y="81065"/>
                  <a:pt x="508101" y="85293"/>
                </a:cubicBezTo>
                <a:cubicBezTo>
                  <a:pt x="512159" y="89522"/>
                  <a:pt x="517219" y="91636"/>
                  <a:pt x="523283" y="91636"/>
                </a:cubicBezTo>
                <a:cubicBezTo>
                  <a:pt x="527796" y="91636"/>
                  <a:pt x="531649" y="90462"/>
                  <a:pt x="534840" y="88114"/>
                </a:cubicBezTo>
                <a:cubicBezTo>
                  <a:pt x="538031" y="85765"/>
                  <a:pt x="540561" y="82015"/>
                  <a:pt x="542431" y="76865"/>
                </a:cubicBezTo>
                <a:moveTo>
                  <a:pt x="502015" y="56760"/>
                </a:moveTo>
                <a:lnTo>
                  <a:pt x="542567" y="56760"/>
                </a:lnTo>
                <a:cubicBezTo>
                  <a:pt x="542020" y="50750"/>
                  <a:pt x="540470" y="46243"/>
                  <a:pt x="537917" y="43239"/>
                </a:cubicBezTo>
                <a:cubicBezTo>
                  <a:pt x="533996" y="38576"/>
                  <a:pt x="528913" y="36244"/>
                  <a:pt x="522667" y="36244"/>
                </a:cubicBezTo>
                <a:cubicBezTo>
                  <a:pt x="517014" y="36244"/>
                  <a:pt x="512261" y="38105"/>
                  <a:pt x="508409" y="41828"/>
                </a:cubicBezTo>
                <a:cubicBezTo>
                  <a:pt x="504557" y="45549"/>
                  <a:pt x="502425" y="50527"/>
                  <a:pt x="502015" y="56760"/>
                </a:cubicBezTo>
                <a:close/>
                <a:moveTo>
                  <a:pt x="565326" y="78506"/>
                </a:moveTo>
                <a:lnTo>
                  <a:pt x="577499" y="76591"/>
                </a:lnTo>
                <a:cubicBezTo>
                  <a:pt x="578183" y="81448"/>
                  <a:pt x="580086" y="85170"/>
                  <a:pt x="583209" y="87757"/>
                </a:cubicBezTo>
                <a:cubicBezTo>
                  <a:pt x="586332" y="90343"/>
                  <a:pt x="590697" y="91636"/>
                  <a:pt x="596305" y="91636"/>
                </a:cubicBezTo>
                <a:cubicBezTo>
                  <a:pt x="601958" y="91636"/>
                  <a:pt x="606152" y="90494"/>
                  <a:pt x="608888" y="88210"/>
                </a:cubicBezTo>
                <a:cubicBezTo>
                  <a:pt x="611623" y="85925"/>
                  <a:pt x="612991" y="83245"/>
                  <a:pt x="612991" y="80171"/>
                </a:cubicBezTo>
                <a:cubicBezTo>
                  <a:pt x="612991" y="77411"/>
                  <a:pt x="611783" y="75240"/>
                  <a:pt x="609366" y="73657"/>
                </a:cubicBezTo>
                <a:cubicBezTo>
                  <a:pt x="607679" y="72571"/>
                  <a:pt x="603485" y="71192"/>
                  <a:pt x="596783" y="69518"/>
                </a:cubicBezTo>
                <a:cubicBezTo>
                  <a:pt x="587757" y="67237"/>
                  <a:pt x="581499" y="65263"/>
                  <a:pt x="578012" y="63598"/>
                </a:cubicBezTo>
                <a:cubicBezTo>
                  <a:pt x="574524" y="61933"/>
                  <a:pt x="571880" y="59628"/>
                  <a:pt x="570079" y="56685"/>
                </a:cubicBezTo>
                <a:cubicBezTo>
                  <a:pt x="568278" y="53741"/>
                  <a:pt x="567378" y="50490"/>
                  <a:pt x="567378" y="46931"/>
                </a:cubicBezTo>
                <a:cubicBezTo>
                  <a:pt x="567378" y="43692"/>
                  <a:pt x="568119" y="40691"/>
                  <a:pt x="569600" y="37930"/>
                </a:cubicBezTo>
                <a:cubicBezTo>
                  <a:pt x="571082" y="35169"/>
                  <a:pt x="573099" y="32876"/>
                  <a:pt x="575652" y="31051"/>
                </a:cubicBezTo>
                <a:cubicBezTo>
                  <a:pt x="577567" y="29636"/>
                  <a:pt x="580177" y="28439"/>
                  <a:pt x="583483" y="27459"/>
                </a:cubicBezTo>
                <a:cubicBezTo>
                  <a:pt x="586788" y="26477"/>
                  <a:pt x="590332" y="25986"/>
                  <a:pt x="594116" y="25986"/>
                </a:cubicBezTo>
                <a:cubicBezTo>
                  <a:pt x="599815" y="25986"/>
                  <a:pt x="604819" y="26813"/>
                  <a:pt x="609127" y="28465"/>
                </a:cubicBezTo>
                <a:cubicBezTo>
                  <a:pt x="613435" y="30116"/>
                  <a:pt x="616615" y="32354"/>
                  <a:pt x="618667" y="35178"/>
                </a:cubicBezTo>
                <a:cubicBezTo>
                  <a:pt x="620718" y="38000"/>
                  <a:pt x="622131" y="41775"/>
                  <a:pt x="622906" y="46502"/>
                </a:cubicBezTo>
                <a:lnTo>
                  <a:pt x="610871" y="48143"/>
                </a:lnTo>
                <a:cubicBezTo>
                  <a:pt x="610324" y="44405"/>
                  <a:pt x="608739" y="41487"/>
                  <a:pt x="606118" y="39390"/>
                </a:cubicBezTo>
                <a:cubicBezTo>
                  <a:pt x="603497" y="37293"/>
                  <a:pt x="599792" y="36244"/>
                  <a:pt x="595005" y="36244"/>
                </a:cubicBezTo>
                <a:cubicBezTo>
                  <a:pt x="589352" y="36244"/>
                  <a:pt x="585318" y="37174"/>
                  <a:pt x="582901" y="39035"/>
                </a:cubicBezTo>
                <a:cubicBezTo>
                  <a:pt x="580485" y="40894"/>
                  <a:pt x="579277" y="43072"/>
                  <a:pt x="579277" y="45568"/>
                </a:cubicBezTo>
                <a:cubicBezTo>
                  <a:pt x="579277" y="47155"/>
                  <a:pt x="579778" y="48584"/>
                  <a:pt x="580781" y="49855"/>
                </a:cubicBezTo>
                <a:cubicBezTo>
                  <a:pt x="581784" y="51170"/>
                  <a:pt x="583357" y="52258"/>
                  <a:pt x="585500" y="53120"/>
                </a:cubicBezTo>
                <a:cubicBezTo>
                  <a:pt x="586731" y="53575"/>
                  <a:pt x="590355" y="54618"/>
                  <a:pt x="596373" y="56251"/>
                </a:cubicBezTo>
                <a:cubicBezTo>
                  <a:pt x="605081" y="58575"/>
                  <a:pt x="611156" y="60477"/>
                  <a:pt x="614598" y="61957"/>
                </a:cubicBezTo>
                <a:cubicBezTo>
                  <a:pt x="618040" y="63437"/>
                  <a:pt x="620741" y="65590"/>
                  <a:pt x="622701" y="68415"/>
                </a:cubicBezTo>
                <a:cubicBezTo>
                  <a:pt x="624662" y="71239"/>
                  <a:pt x="625642" y="74745"/>
                  <a:pt x="625642" y="78936"/>
                </a:cubicBezTo>
                <a:cubicBezTo>
                  <a:pt x="625642" y="83036"/>
                  <a:pt x="624445" y="86897"/>
                  <a:pt x="622052" y="90518"/>
                </a:cubicBezTo>
                <a:cubicBezTo>
                  <a:pt x="619658" y="94138"/>
                  <a:pt x="616205" y="96939"/>
                  <a:pt x="611691" y="98921"/>
                </a:cubicBezTo>
                <a:cubicBezTo>
                  <a:pt x="607178" y="100903"/>
                  <a:pt x="602072" y="101894"/>
                  <a:pt x="596373" y="101894"/>
                </a:cubicBezTo>
                <a:cubicBezTo>
                  <a:pt x="586936" y="101894"/>
                  <a:pt x="579744" y="99928"/>
                  <a:pt x="574798" y="95995"/>
                </a:cubicBezTo>
                <a:cubicBezTo>
                  <a:pt x="569851" y="92063"/>
                  <a:pt x="566694" y="86233"/>
                  <a:pt x="565326" y="78506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F7CDE44-DCB0-433A-B608-D27499CAD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83" y="78084"/>
            <a:ext cx="1933841" cy="902832"/>
          </a:xfrm>
          <a:custGeom xmlns:a="http://schemas.openxmlformats.org/drawingml/2006/main">
            <a:pathLst>
              <a:path w="1933841" h="902832">
                <a:moveTo>
                  <a:pt x="0" y="902832"/>
                </a:moveTo>
                <a:lnTo>
                  <a:pt x="1933841" y="902832"/>
                </a:lnTo>
                <a:lnTo>
                  <a:pt x="1933841" y="0"/>
                </a:lnTo>
                <a:lnTo>
                  <a:pt x="0" y="0"/>
                </a:lnTo>
                <a:lnTo>
                  <a:pt x="0" y="902832"/>
                </a:lnTo>
                <a:close/>
                <a:moveTo>
                  <a:pt x="1923363" y="892354"/>
                </a:moveTo>
                <a:lnTo>
                  <a:pt x="10478" y="892354"/>
                </a:lnTo>
                <a:lnTo>
                  <a:pt x="10478" y="10478"/>
                </a:lnTo>
                <a:lnTo>
                  <a:pt x="1923363" y="10478"/>
                </a:lnTo>
                <a:lnTo>
                  <a:pt x="1923363" y="89235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6" name="Text SlowCodeS">
            <a:extLst xmlns:a="http://schemas.openxmlformats.org/drawingml/2006/main">
              <a:ext uri="{FF2B5EF4-FFF2-40B4-BE49-F238E27FC236}">
                <a16:creationId xmlns:a16="http://schemas.microsoft.com/office/drawing/2014/main" id="{77FF1409-E40A-4BE7-9609-87EA03796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405" y="810432"/>
            <a:ext cx="793688" cy="103672"/>
          </a:xfrm>
          <a:custGeom xmlns:a="http://schemas.openxmlformats.org/drawingml/2006/main">
            <a:pathLst>
              <a:path w="793688" h="103672">
                <a:moveTo>
                  <a:pt x="0" y="69753"/>
                </a:moveTo>
                <a:lnTo>
                  <a:pt x="12514" y="68659"/>
                </a:lnTo>
                <a:cubicBezTo>
                  <a:pt x="13107" y="73673"/>
                  <a:pt x="14486" y="77788"/>
                  <a:pt x="16652" y="81002"/>
                </a:cubicBezTo>
                <a:cubicBezTo>
                  <a:pt x="18817" y="84216"/>
                  <a:pt x="22180" y="86815"/>
                  <a:pt x="26739" y="88798"/>
                </a:cubicBezTo>
                <a:cubicBezTo>
                  <a:pt x="31298" y="90781"/>
                  <a:pt x="36426" y="91773"/>
                  <a:pt x="42125" y="91773"/>
                </a:cubicBezTo>
                <a:cubicBezTo>
                  <a:pt x="47186" y="91773"/>
                  <a:pt x="51653" y="91020"/>
                  <a:pt x="55529" y="89516"/>
                </a:cubicBezTo>
                <a:cubicBezTo>
                  <a:pt x="59404" y="88011"/>
                  <a:pt x="62287" y="85949"/>
                  <a:pt x="64179" y="83327"/>
                </a:cubicBezTo>
                <a:cubicBezTo>
                  <a:pt x="66071" y="80706"/>
                  <a:pt x="67017" y="77845"/>
                  <a:pt x="67017" y="74745"/>
                </a:cubicBezTo>
                <a:cubicBezTo>
                  <a:pt x="67017" y="71599"/>
                  <a:pt x="66105" y="68852"/>
                  <a:pt x="64282" y="66504"/>
                </a:cubicBezTo>
                <a:cubicBezTo>
                  <a:pt x="62458" y="64157"/>
                  <a:pt x="59449" y="62185"/>
                  <a:pt x="55255" y="60589"/>
                </a:cubicBezTo>
                <a:cubicBezTo>
                  <a:pt x="52565" y="59541"/>
                  <a:pt x="46616" y="57911"/>
                  <a:pt x="37407" y="55700"/>
                </a:cubicBezTo>
                <a:cubicBezTo>
                  <a:pt x="28197" y="53488"/>
                  <a:pt x="21746" y="51403"/>
                  <a:pt x="18054" y="49442"/>
                </a:cubicBezTo>
                <a:cubicBezTo>
                  <a:pt x="13267" y="46935"/>
                  <a:pt x="9699" y="43823"/>
                  <a:pt x="7351" y="40108"/>
                </a:cubicBezTo>
                <a:cubicBezTo>
                  <a:pt x="5004" y="36392"/>
                  <a:pt x="3830" y="32232"/>
                  <a:pt x="3830" y="27628"/>
                </a:cubicBezTo>
                <a:cubicBezTo>
                  <a:pt x="3830" y="22567"/>
                  <a:pt x="5266" y="17837"/>
                  <a:pt x="8138" y="13438"/>
                </a:cubicBezTo>
                <a:cubicBezTo>
                  <a:pt x="11010" y="9038"/>
                  <a:pt x="15204" y="5699"/>
                  <a:pt x="20721" y="3419"/>
                </a:cubicBezTo>
                <a:cubicBezTo>
                  <a:pt x="26237" y="1140"/>
                  <a:pt x="32369" y="0"/>
                  <a:pt x="39116" y="0"/>
                </a:cubicBezTo>
                <a:cubicBezTo>
                  <a:pt x="46547" y="0"/>
                  <a:pt x="53101" y="1197"/>
                  <a:pt x="58777" y="3590"/>
                </a:cubicBezTo>
                <a:cubicBezTo>
                  <a:pt x="64453" y="5984"/>
                  <a:pt x="68818" y="9506"/>
                  <a:pt x="71873" y="14156"/>
                </a:cubicBezTo>
                <a:cubicBezTo>
                  <a:pt x="74927" y="18806"/>
                  <a:pt x="76568" y="24072"/>
                  <a:pt x="76796" y="29953"/>
                </a:cubicBezTo>
                <a:lnTo>
                  <a:pt x="64077" y="30910"/>
                </a:lnTo>
                <a:cubicBezTo>
                  <a:pt x="63393" y="24550"/>
                  <a:pt x="61079" y="19746"/>
                  <a:pt x="57136" y="16498"/>
                </a:cubicBezTo>
                <a:cubicBezTo>
                  <a:pt x="53192" y="13250"/>
                  <a:pt x="47368" y="11625"/>
                  <a:pt x="39663" y="11625"/>
                </a:cubicBezTo>
                <a:cubicBezTo>
                  <a:pt x="31639" y="11625"/>
                  <a:pt x="25793" y="13097"/>
                  <a:pt x="22123" y="16041"/>
                </a:cubicBezTo>
                <a:cubicBezTo>
                  <a:pt x="18453" y="18983"/>
                  <a:pt x="16618" y="22529"/>
                  <a:pt x="16618" y="26681"/>
                </a:cubicBezTo>
                <a:cubicBezTo>
                  <a:pt x="16618" y="30285"/>
                  <a:pt x="17917" y="33251"/>
                  <a:pt x="20515" y="35577"/>
                </a:cubicBezTo>
                <a:cubicBezTo>
                  <a:pt x="23069" y="37905"/>
                  <a:pt x="29736" y="40289"/>
                  <a:pt x="40518" y="42730"/>
                </a:cubicBezTo>
                <a:cubicBezTo>
                  <a:pt x="51300" y="45170"/>
                  <a:pt x="58697" y="47303"/>
                  <a:pt x="62709" y="49128"/>
                </a:cubicBezTo>
                <a:cubicBezTo>
                  <a:pt x="68545" y="51819"/>
                  <a:pt x="72853" y="55230"/>
                  <a:pt x="75634" y="59360"/>
                </a:cubicBezTo>
                <a:cubicBezTo>
                  <a:pt x="78415" y="63489"/>
                  <a:pt x="79805" y="68245"/>
                  <a:pt x="79805" y="73629"/>
                </a:cubicBezTo>
                <a:cubicBezTo>
                  <a:pt x="79805" y="78966"/>
                  <a:pt x="78278" y="83996"/>
                  <a:pt x="75223" y="88719"/>
                </a:cubicBezTo>
                <a:cubicBezTo>
                  <a:pt x="72169" y="93440"/>
                  <a:pt x="67781" y="97113"/>
                  <a:pt x="62059" y="99737"/>
                </a:cubicBezTo>
                <a:cubicBezTo>
                  <a:pt x="56338" y="102360"/>
                  <a:pt x="49898" y="103672"/>
                  <a:pt x="42741" y="103672"/>
                </a:cubicBezTo>
                <a:cubicBezTo>
                  <a:pt x="33668" y="103672"/>
                  <a:pt x="26066" y="102350"/>
                  <a:pt x="19934" y="99705"/>
                </a:cubicBezTo>
                <a:cubicBezTo>
                  <a:pt x="13802" y="97061"/>
                  <a:pt x="8993" y="93083"/>
                  <a:pt x="5505" y="87772"/>
                </a:cubicBezTo>
                <a:cubicBezTo>
                  <a:pt x="2017" y="82461"/>
                  <a:pt x="182" y="76454"/>
                  <a:pt x="0" y="69753"/>
                </a:cubicBezTo>
                <a:close/>
                <a:moveTo>
                  <a:pt x="95919" y="102030"/>
                </a:moveTo>
                <a:lnTo>
                  <a:pt x="95919" y="1778"/>
                </a:lnTo>
                <a:lnTo>
                  <a:pt x="108228" y="1778"/>
                </a:lnTo>
                <a:lnTo>
                  <a:pt x="108228" y="102030"/>
                </a:lnTo>
                <a:lnTo>
                  <a:pt x="95919" y="102030"/>
                </a:lnTo>
                <a:close/>
                <a:moveTo>
                  <a:pt x="122695" y="65718"/>
                </a:moveTo>
                <a:cubicBezTo>
                  <a:pt x="122695" y="52269"/>
                  <a:pt x="126433" y="42308"/>
                  <a:pt x="133910" y="35834"/>
                </a:cubicBezTo>
                <a:cubicBezTo>
                  <a:pt x="140156" y="30454"/>
                  <a:pt x="147769" y="27764"/>
                  <a:pt x="156750" y="27764"/>
                </a:cubicBezTo>
                <a:cubicBezTo>
                  <a:pt x="166735" y="27764"/>
                  <a:pt x="174895" y="31035"/>
                  <a:pt x="181232" y="37578"/>
                </a:cubicBezTo>
                <a:cubicBezTo>
                  <a:pt x="187569" y="44120"/>
                  <a:pt x="190738" y="53158"/>
                  <a:pt x="190738" y="64692"/>
                </a:cubicBezTo>
                <a:cubicBezTo>
                  <a:pt x="190738" y="74038"/>
                  <a:pt x="189336" y="81390"/>
                  <a:pt x="186532" y="86746"/>
                </a:cubicBezTo>
                <a:cubicBezTo>
                  <a:pt x="183728" y="92103"/>
                  <a:pt x="179648" y="96263"/>
                  <a:pt x="174291" y="99227"/>
                </a:cubicBezTo>
                <a:cubicBezTo>
                  <a:pt x="168934" y="102190"/>
                  <a:pt x="163087" y="103672"/>
                  <a:pt x="156750" y="103672"/>
                </a:cubicBezTo>
                <a:cubicBezTo>
                  <a:pt x="146584" y="103672"/>
                  <a:pt x="138366" y="100412"/>
                  <a:pt x="132098" y="93893"/>
                </a:cubicBezTo>
                <a:cubicBezTo>
                  <a:pt x="125829" y="87373"/>
                  <a:pt x="122695" y="77982"/>
                  <a:pt x="122695" y="65718"/>
                </a:cubicBezTo>
                <a:moveTo>
                  <a:pt x="135346" y="65684"/>
                </a:moveTo>
                <a:cubicBezTo>
                  <a:pt x="135346" y="74950"/>
                  <a:pt x="137375" y="81888"/>
                  <a:pt x="141432" y="86498"/>
                </a:cubicBezTo>
                <a:cubicBezTo>
                  <a:pt x="145490" y="91109"/>
                  <a:pt x="150596" y="93414"/>
                  <a:pt x="156750" y="93414"/>
                </a:cubicBezTo>
                <a:cubicBezTo>
                  <a:pt x="162859" y="93414"/>
                  <a:pt x="167943" y="91097"/>
                  <a:pt x="172000" y="86464"/>
                </a:cubicBezTo>
                <a:cubicBezTo>
                  <a:pt x="176058" y="81831"/>
                  <a:pt x="178086" y="74768"/>
                  <a:pt x="178086" y="65276"/>
                </a:cubicBezTo>
                <a:cubicBezTo>
                  <a:pt x="178086" y="56327"/>
                  <a:pt x="176046" y="49548"/>
                  <a:pt x="171966" y="44937"/>
                </a:cubicBezTo>
                <a:cubicBezTo>
                  <a:pt x="167886" y="40327"/>
                  <a:pt x="162814" y="38022"/>
                  <a:pt x="156750" y="38022"/>
                </a:cubicBezTo>
                <a:cubicBezTo>
                  <a:pt x="150596" y="38022"/>
                  <a:pt x="145490" y="40316"/>
                  <a:pt x="141432" y="44903"/>
                </a:cubicBezTo>
                <a:cubicBezTo>
                  <a:pt x="137375" y="49491"/>
                  <a:pt x="135346" y="56418"/>
                  <a:pt x="135346" y="65684"/>
                </a:cubicBezTo>
                <a:close/>
                <a:moveTo>
                  <a:pt x="218215" y="102030"/>
                </a:moveTo>
                <a:lnTo>
                  <a:pt x="195990" y="29406"/>
                </a:lnTo>
                <a:lnTo>
                  <a:pt x="208709" y="29406"/>
                </a:lnTo>
                <a:lnTo>
                  <a:pt x="220267" y="71319"/>
                </a:lnTo>
                <a:lnTo>
                  <a:pt x="224575" y="86917"/>
                </a:lnTo>
                <a:cubicBezTo>
                  <a:pt x="224757" y="86144"/>
                  <a:pt x="226011" y="81157"/>
                  <a:pt x="228336" y="71956"/>
                </a:cubicBezTo>
                <a:lnTo>
                  <a:pt x="239893" y="29406"/>
                </a:lnTo>
                <a:lnTo>
                  <a:pt x="252544" y="29406"/>
                </a:lnTo>
                <a:lnTo>
                  <a:pt x="263417" y="71522"/>
                </a:lnTo>
                <a:lnTo>
                  <a:pt x="267042" y="85413"/>
                </a:lnTo>
                <a:lnTo>
                  <a:pt x="271213" y="71392"/>
                </a:lnTo>
                <a:lnTo>
                  <a:pt x="283659" y="29406"/>
                </a:lnTo>
                <a:lnTo>
                  <a:pt x="295627" y="29406"/>
                </a:lnTo>
                <a:lnTo>
                  <a:pt x="272923" y="102030"/>
                </a:lnTo>
                <a:lnTo>
                  <a:pt x="260135" y="102030"/>
                </a:lnTo>
                <a:lnTo>
                  <a:pt x="248578" y="58514"/>
                </a:lnTo>
                <a:lnTo>
                  <a:pt x="245774" y="46160"/>
                </a:lnTo>
                <a:lnTo>
                  <a:pt x="231071" y="102030"/>
                </a:lnTo>
                <a:lnTo>
                  <a:pt x="218215" y="102030"/>
                </a:lnTo>
                <a:close/>
                <a:moveTo>
                  <a:pt x="417618" y="66744"/>
                </a:moveTo>
                <a:lnTo>
                  <a:pt x="430885" y="70095"/>
                </a:lnTo>
                <a:cubicBezTo>
                  <a:pt x="428104" y="81013"/>
                  <a:pt x="423101" y="89339"/>
                  <a:pt x="415875" y="95072"/>
                </a:cubicBezTo>
                <a:cubicBezTo>
                  <a:pt x="408649" y="100805"/>
                  <a:pt x="399816" y="103672"/>
                  <a:pt x="389375" y="103672"/>
                </a:cubicBezTo>
                <a:cubicBezTo>
                  <a:pt x="378571" y="103672"/>
                  <a:pt x="369783" y="101472"/>
                  <a:pt x="363013" y="97072"/>
                </a:cubicBezTo>
                <a:cubicBezTo>
                  <a:pt x="356243" y="92673"/>
                  <a:pt x="351091" y="86302"/>
                  <a:pt x="347558" y="77959"/>
                </a:cubicBezTo>
                <a:cubicBezTo>
                  <a:pt x="344025" y="69616"/>
                  <a:pt x="342258" y="60657"/>
                  <a:pt x="342258" y="51084"/>
                </a:cubicBezTo>
                <a:cubicBezTo>
                  <a:pt x="342258" y="40643"/>
                  <a:pt x="344253" y="31537"/>
                  <a:pt x="348242" y="23764"/>
                </a:cubicBezTo>
                <a:cubicBezTo>
                  <a:pt x="352231" y="15991"/>
                  <a:pt x="357907" y="10087"/>
                  <a:pt x="365270" y="6052"/>
                </a:cubicBezTo>
                <a:cubicBezTo>
                  <a:pt x="372632" y="2017"/>
                  <a:pt x="380736" y="0"/>
                  <a:pt x="389581" y="0"/>
                </a:cubicBezTo>
                <a:cubicBezTo>
                  <a:pt x="399610" y="0"/>
                  <a:pt x="408044" y="2553"/>
                  <a:pt x="414883" y="7659"/>
                </a:cubicBezTo>
                <a:cubicBezTo>
                  <a:pt x="421721" y="12765"/>
                  <a:pt x="426486" y="19946"/>
                  <a:pt x="429175" y="29200"/>
                </a:cubicBezTo>
                <a:lnTo>
                  <a:pt x="416114" y="32278"/>
                </a:lnTo>
                <a:cubicBezTo>
                  <a:pt x="413789" y="24959"/>
                  <a:pt x="410415" y="19631"/>
                  <a:pt x="405993" y="16293"/>
                </a:cubicBezTo>
                <a:cubicBezTo>
                  <a:pt x="401571" y="12953"/>
                  <a:pt x="396009" y="11284"/>
                  <a:pt x="389307" y="11284"/>
                </a:cubicBezTo>
                <a:cubicBezTo>
                  <a:pt x="381602" y="11284"/>
                  <a:pt x="375163" y="13133"/>
                  <a:pt x="369988" y="16833"/>
                </a:cubicBezTo>
                <a:cubicBezTo>
                  <a:pt x="364814" y="20532"/>
                  <a:pt x="361178" y="25498"/>
                  <a:pt x="359081" y="31733"/>
                </a:cubicBezTo>
                <a:cubicBezTo>
                  <a:pt x="356984" y="37966"/>
                  <a:pt x="355935" y="44393"/>
                  <a:pt x="355935" y="51013"/>
                </a:cubicBezTo>
                <a:cubicBezTo>
                  <a:pt x="355935" y="59553"/>
                  <a:pt x="357177" y="67008"/>
                  <a:pt x="359662" y="73379"/>
                </a:cubicBezTo>
                <a:cubicBezTo>
                  <a:pt x="362147" y="79750"/>
                  <a:pt x="366011" y="84512"/>
                  <a:pt x="371253" y="87663"/>
                </a:cubicBezTo>
                <a:cubicBezTo>
                  <a:pt x="376496" y="90813"/>
                  <a:pt x="382172" y="92388"/>
                  <a:pt x="388281" y="92388"/>
                </a:cubicBezTo>
                <a:cubicBezTo>
                  <a:pt x="395712" y="92388"/>
                  <a:pt x="402004" y="90234"/>
                  <a:pt x="407155" y="85926"/>
                </a:cubicBezTo>
                <a:cubicBezTo>
                  <a:pt x="412307" y="81617"/>
                  <a:pt x="415795" y="75223"/>
                  <a:pt x="417618" y="66744"/>
                </a:cubicBezTo>
                <a:close/>
                <a:moveTo>
                  <a:pt x="440868" y="65718"/>
                </a:moveTo>
                <a:cubicBezTo>
                  <a:pt x="440868" y="52269"/>
                  <a:pt x="444607" y="42308"/>
                  <a:pt x="452084" y="35834"/>
                </a:cubicBezTo>
                <a:cubicBezTo>
                  <a:pt x="458329" y="30454"/>
                  <a:pt x="465943" y="27764"/>
                  <a:pt x="474924" y="27764"/>
                </a:cubicBezTo>
                <a:cubicBezTo>
                  <a:pt x="484908" y="27764"/>
                  <a:pt x="493069" y="31035"/>
                  <a:pt x="499406" y="37578"/>
                </a:cubicBezTo>
                <a:cubicBezTo>
                  <a:pt x="505743" y="44120"/>
                  <a:pt x="508912" y="53158"/>
                  <a:pt x="508912" y="64692"/>
                </a:cubicBezTo>
                <a:cubicBezTo>
                  <a:pt x="508912" y="74038"/>
                  <a:pt x="507510" y="81390"/>
                  <a:pt x="504706" y="86746"/>
                </a:cubicBezTo>
                <a:cubicBezTo>
                  <a:pt x="501902" y="92103"/>
                  <a:pt x="497822" y="96263"/>
                  <a:pt x="492465" y="99227"/>
                </a:cubicBezTo>
                <a:cubicBezTo>
                  <a:pt x="487108" y="102190"/>
                  <a:pt x="481261" y="103672"/>
                  <a:pt x="474924" y="103672"/>
                </a:cubicBezTo>
                <a:cubicBezTo>
                  <a:pt x="464758" y="103672"/>
                  <a:pt x="456540" y="100412"/>
                  <a:pt x="450271" y="93893"/>
                </a:cubicBezTo>
                <a:cubicBezTo>
                  <a:pt x="444003" y="87373"/>
                  <a:pt x="440868" y="77982"/>
                  <a:pt x="440868" y="65718"/>
                </a:cubicBezTo>
                <a:moveTo>
                  <a:pt x="453520" y="65684"/>
                </a:moveTo>
                <a:cubicBezTo>
                  <a:pt x="453520" y="74950"/>
                  <a:pt x="455548" y="81888"/>
                  <a:pt x="459606" y="86498"/>
                </a:cubicBezTo>
                <a:cubicBezTo>
                  <a:pt x="463663" y="91109"/>
                  <a:pt x="468770" y="93414"/>
                  <a:pt x="474924" y="93414"/>
                </a:cubicBezTo>
                <a:cubicBezTo>
                  <a:pt x="481033" y="93414"/>
                  <a:pt x="486117" y="91097"/>
                  <a:pt x="490174" y="86464"/>
                </a:cubicBezTo>
                <a:cubicBezTo>
                  <a:pt x="494232" y="81831"/>
                  <a:pt x="496260" y="74768"/>
                  <a:pt x="496260" y="65276"/>
                </a:cubicBezTo>
                <a:cubicBezTo>
                  <a:pt x="496260" y="56327"/>
                  <a:pt x="494220" y="49548"/>
                  <a:pt x="490140" y="44937"/>
                </a:cubicBezTo>
                <a:cubicBezTo>
                  <a:pt x="486060" y="40327"/>
                  <a:pt x="480988" y="38022"/>
                  <a:pt x="474924" y="38022"/>
                </a:cubicBezTo>
                <a:cubicBezTo>
                  <a:pt x="468770" y="38022"/>
                  <a:pt x="463663" y="40316"/>
                  <a:pt x="459606" y="44903"/>
                </a:cubicBezTo>
                <a:cubicBezTo>
                  <a:pt x="455548" y="49491"/>
                  <a:pt x="453520" y="56418"/>
                  <a:pt x="453520" y="65684"/>
                </a:cubicBezTo>
                <a:close/>
                <a:moveTo>
                  <a:pt x="570103" y="102030"/>
                </a:moveTo>
                <a:lnTo>
                  <a:pt x="570103" y="92867"/>
                </a:lnTo>
                <a:cubicBezTo>
                  <a:pt x="565498" y="100070"/>
                  <a:pt x="558728" y="103672"/>
                  <a:pt x="549792" y="103672"/>
                </a:cubicBezTo>
                <a:cubicBezTo>
                  <a:pt x="544003" y="103672"/>
                  <a:pt x="538680" y="102076"/>
                  <a:pt x="533825" y="98885"/>
                </a:cubicBezTo>
                <a:cubicBezTo>
                  <a:pt x="528969" y="95693"/>
                  <a:pt x="525208" y="91237"/>
                  <a:pt x="522541" y="85515"/>
                </a:cubicBezTo>
                <a:cubicBezTo>
                  <a:pt x="519874" y="79794"/>
                  <a:pt x="518541" y="73218"/>
                  <a:pt x="518541" y="65786"/>
                </a:cubicBezTo>
                <a:cubicBezTo>
                  <a:pt x="518541" y="58538"/>
                  <a:pt x="519749" y="51961"/>
                  <a:pt x="522165" y="46057"/>
                </a:cubicBezTo>
                <a:cubicBezTo>
                  <a:pt x="524581" y="40153"/>
                  <a:pt x="528206" y="35629"/>
                  <a:pt x="533038" y="32483"/>
                </a:cubicBezTo>
                <a:cubicBezTo>
                  <a:pt x="537871" y="29337"/>
                  <a:pt x="543273" y="27764"/>
                  <a:pt x="549245" y="27764"/>
                </a:cubicBezTo>
                <a:cubicBezTo>
                  <a:pt x="553622" y="27764"/>
                  <a:pt x="557520" y="28687"/>
                  <a:pt x="560939" y="30534"/>
                </a:cubicBezTo>
                <a:cubicBezTo>
                  <a:pt x="564358" y="32380"/>
                  <a:pt x="567139" y="34785"/>
                  <a:pt x="569282" y="37749"/>
                </a:cubicBezTo>
                <a:lnTo>
                  <a:pt x="569282" y="1778"/>
                </a:lnTo>
                <a:lnTo>
                  <a:pt x="581523" y="1778"/>
                </a:lnTo>
                <a:lnTo>
                  <a:pt x="581523" y="102030"/>
                </a:lnTo>
                <a:lnTo>
                  <a:pt x="570103" y="102030"/>
                </a:lnTo>
                <a:moveTo>
                  <a:pt x="531192" y="65752"/>
                </a:moveTo>
                <a:cubicBezTo>
                  <a:pt x="531192" y="75018"/>
                  <a:pt x="533152" y="81945"/>
                  <a:pt x="537073" y="86533"/>
                </a:cubicBezTo>
                <a:cubicBezTo>
                  <a:pt x="540994" y="91120"/>
                  <a:pt x="545621" y="93414"/>
                  <a:pt x="550955" y="93414"/>
                </a:cubicBezTo>
                <a:cubicBezTo>
                  <a:pt x="556335" y="93414"/>
                  <a:pt x="560905" y="91223"/>
                  <a:pt x="564666" y="86840"/>
                </a:cubicBezTo>
                <a:cubicBezTo>
                  <a:pt x="568427" y="82457"/>
                  <a:pt x="570308" y="75768"/>
                  <a:pt x="570308" y="66774"/>
                </a:cubicBezTo>
                <a:cubicBezTo>
                  <a:pt x="570308" y="56872"/>
                  <a:pt x="568393" y="49605"/>
                  <a:pt x="564564" y="44972"/>
                </a:cubicBezTo>
                <a:cubicBezTo>
                  <a:pt x="560734" y="40339"/>
                  <a:pt x="556016" y="38022"/>
                  <a:pt x="550408" y="38022"/>
                </a:cubicBezTo>
                <a:cubicBezTo>
                  <a:pt x="544937" y="38022"/>
                  <a:pt x="540367" y="40248"/>
                  <a:pt x="536697" y="44700"/>
                </a:cubicBezTo>
                <a:cubicBezTo>
                  <a:pt x="533027" y="49151"/>
                  <a:pt x="531192" y="56168"/>
                  <a:pt x="531192" y="65752"/>
                </a:cubicBezTo>
                <a:close/>
                <a:moveTo>
                  <a:pt x="650237" y="78643"/>
                </a:moveTo>
                <a:lnTo>
                  <a:pt x="662956" y="80216"/>
                </a:lnTo>
                <a:cubicBezTo>
                  <a:pt x="660950" y="87647"/>
                  <a:pt x="657235" y="93414"/>
                  <a:pt x="651810" y="97517"/>
                </a:cubicBezTo>
                <a:cubicBezTo>
                  <a:pt x="646384" y="101620"/>
                  <a:pt x="639455" y="103672"/>
                  <a:pt x="631021" y="103672"/>
                </a:cubicBezTo>
                <a:cubicBezTo>
                  <a:pt x="620398" y="103672"/>
                  <a:pt x="611975" y="100401"/>
                  <a:pt x="605752" y="93858"/>
                </a:cubicBezTo>
                <a:cubicBezTo>
                  <a:pt x="599529" y="87316"/>
                  <a:pt x="596418" y="78141"/>
                  <a:pt x="596418" y="66333"/>
                </a:cubicBezTo>
                <a:cubicBezTo>
                  <a:pt x="596418" y="54115"/>
                  <a:pt x="599563" y="44633"/>
                  <a:pt x="605855" y="37885"/>
                </a:cubicBezTo>
                <a:cubicBezTo>
                  <a:pt x="612146" y="31138"/>
                  <a:pt x="620307" y="27764"/>
                  <a:pt x="630337" y="27764"/>
                </a:cubicBezTo>
                <a:cubicBezTo>
                  <a:pt x="640047" y="27764"/>
                  <a:pt x="647980" y="31065"/>
                  <a:pt x="654135" y="37665"/>
                </a:cubicBezTo>
                <a:cubicBezTo>
                  <a:pt x="660289" y="44264"/>
                  <a:pt x="663367" y="53549"/>
                  <a:pt x="663367" y="65519"/>
                </a:cubicBezTo>
                <a:cubicBezTo>
                  <a:pt x="663367" y="66247"/>
                  <a:pt x="663344" y="67339"/>
                  <a:pt x="663298" y="68795"/>
                </a:cubicBezTo>
                <a:lnTo>
                  <a:pt x="609137" y="68795"/>
                </a:lnTo>
                <a:cubicBezTo>
                  <a:pt x="609593" y="76751"/>
                  <a:pt x="611850" y="82843"/>
                  <a:pt x="615907" y="87071"/>
                </a:cubicBezTo>
                <a:cubicBezTo>
                  <a:pt x="619965" y="91300"/>
                  <a:pt x="625025" y="93414"/>
                  <a:pt x="631089" y="93414"/>
                </a:cubicBezTo>
                <a:cubicBezTo>
                  <a:pt x="635602" y="93414"/>
                  <a:pt x="639455" y="92240"/>
                  <a:pt x="642646" y="89892"/>
                </a:cubicBezTo>
                <a:cubicBezTo>
                  <a:pt x="645837" y="87543"/>
                  <a:pt x="648368" y="83793"/>
                  <a:pt x="650237" y="78643"/>
                </a:cubicBezTo>
                <a:moveTo>
                  <a:pt x="609821" y="58538"/>
                </a:moveTo>
                <a:lnTo>
                  <a:pt x="650374" y="58538"/>
                </a:lnTo>
                <a:cubicBezTo>
                  <a:pt x="649826" y="52528"/>
                  <a:pt x="648276" y="48021"/>
                  <a:pt x="645723" y="45017"/>
                </a:cubicBezTo>
                <a:cubicBezTo>
                  <a:pt x="641803" y="40354"/>
                  <a:pt x="636719" y="38022"/>
                  <a:pt x="630473" y="38022"/>
                </a:cubicBezTo>
                <a:cubicBezTo>
                  <a:pt x="624820" y="38022"/>
                  <a:pt x="620068" y="39883"/>
                  <a:pt x="616215" y="43606"/>
                </a:cubicBezTo>
                <a:cubicBezTo>
                  <a:pt x="612363" y="47327"/>
                  <a:pt x="610232" y="52305"/>
                  <a:pt x="609821" y="58538"/>
                </a:cubicBezTo>
                <a:close/>
                <a:moveTo>
                  <a:pt x="713883" y="69753"/>
                </a:moveTo>
                <a:lnTo>
                  <a:pt x="726398" y="68659"/>
                </a:lnTo>
                <a:cubicBezTo>
                  <a:pt x="726990" y="73673"/>
                  <a:pt x="728369" y="77788"/>
                  <a:pt x="730535" y="81002"/>
                </a:cubicBezTo>
                <a:cubicBezTo>
                  <a:pt x="732700" y="84216"/>
                  <a:pt x="736063" y="86815"/>
                  <a:pt x="740622" y="88798"/>
                </a:cubicBezTo>
                <a:cubicBezTo>
                  <a:pt x="745181" y="90781"/>
                  <a:pt x="750309" y="91773"/>
                  <a:pt x="756008" y="91773"/>
                </a:cubicBezTo>
                <a:cubicBezTo>
                  <a:pt x="761069" y="91773"/>
                  <a:pt x="765537" y="91020"/>
                  <a:pt x="769412" y="89516"/>
                </a:cubicBezTo>
                <a:cubicBezTo>
                  <a:pt x="773287" y="88011"/>
                  <a:pt x="776170" y="85949"/>
                  <a:pt x="778062" y="83327"/>
                </a:cubicBezTo>
                <a:cubicBezTo>
                  <a:pt x="779954" y="80706"/>
                  <a:pt x="780900" y="77845"/>
                  <a:pt x="780900" y="74745"/>
                </a:cubicBezTo>
                <a:cubicBezTo>
                  <a:pt x="780900" y="71599"/>
                  <a:pt x="779989" y="68852"/>
                  <a:pt x="778165" y="66504"/>
                </a:cubicBezTo>
                <a:cubicBezTo>
                  <a:pt x="776341" y="64157"/>
                  <a:pt x="773332" y="62185"/>
                  <a:pt x="769138" y="60589"/>
                </a:cubicBezTo>
                <a:cubicBezTo>
                  <a:pt x="766448" y="59541"/>
                  <a:pt x="760499" y="57911"/>
                  <a:pt x="751290" y="55700"/>
                </a:cubicBezTo>
                <a:cubicBezTo>
                  <a:pt x="742080" y="53488"/>
                  <a:pt x="735630" y="51403"/>
                  <a:pt x="731937" y="49442"/>
                </a:cubicBezTo>
                <a:cubicBezTo>
                  <a:pt x="727150" y="46935"/>
                  <a:pt x="723582" y="43823"/>
                  <a:pt x="721234" y="40108"/>
                </a:cubicBezTo>
                <a:cubicBezTo>
                  <a:pt x="718887" y="36392"/>
                  <a:pt x="717713" y="32232"/>
                  <a:pt x="717713" y="27628"/>
                </a:cubicBezTo>
                <a:cubicBezTo>
                  <a:pt x="717713" y="22567"/>
                  <a:pt x="719149" y="17837"/>
                  <a:pt x="722021" y="13438"/>
                </a:cubicBezTo>
                <a:cubicBezTo>
                  <a:pt x="724893" y="9038"/>
                  <a:pt x="729087" y="5699"/>
                  <a:pt x="734604" y="3419"/>
                </a:cubicBezTo>
                <a:cubicBezTo>
                  <a:pt x="740120" y="1140"/>
                  <a:pt x="746252" y="0"/>
                  <a:pt x="752999" y="0"/>
                </a:cubicBezTo>
                <a:cubicBezTo>
                  <a:pt x="760430" y="0"/>
                  <a:pt x="766984" y="1197"/>
                  <a:pt x="772660" y="3590"/>
                </a:cubicBezTo>
                <a:cubicBezTo>
                  <a:pt x="778336" y="5984"/>
                  <a:pt x="782701" y="9506"/>
                  <a:pt x="785756" y="14156"/>
                </a:cubicBezTo>
                <a:cubicBezTo>
                  <a:pt x="788810" y="18806"/>
                  <a:pt x="790451" y="24072"/>
                  <a:pt x="790679" y="29953"/>
                </a:cubicBezTo>
                <a:lnTo>
                  <a:pt x="777960" y="30910"/>
                </a:lnTo>
                <a:cubicBezTo>
                  <a:pt x="777276" y="24550"/>
                  <a:pt x="774962" y="19746"/>
                  <a:pt x="771019" y="16498"/>
                </a:cubicBezTo>
                <a:cubicBezTo>
                  <a:pt x="767075" y="13250"/>
                  <a:pt x="761251" y="11625"/>
                  <a:pt x="753546" y="11625"/>
                </a:cubicBezTo>
                <a:cubicBezTo>
                  <a:pt x="745523" y="11625"/>
                  <a:pt x="739676" y="13097"/>
                  <a:pt x="736006" y="16041"/>
                </a:cubicBezTo>
                <a:cubicBezTo>
                  <a:pt x="732336" y="18983"/>
                  <a:pt x="730501" y="22529"/>
                  <a:pt x="730501" y="26681"/>
                </a:cubicBezTo>
                <a:cubicBezTo>
                  <a:pt x="730501" y="30285"/>
                  <a:pt x="731800" y="33251"/>
                  <a:pt x="734399" y="35577"/>
                </a:cubicBezTo>
                <a:cubicBezTo>
                  <a:pt x="736952" y="37905"/>
                  <a:pt x="743619" y="40289"/>
                  <a:pt x="754401" y="42730"/>
                </a:cubicBezTo>
                <a:cubicBezTo>
                  <a:pt x="765183" y="45170"/>
                  <a:pt x="772580" y="47303"/>
                  <a:pt x="776592" y="49128"/>
                </a:cubicBezTo>
                <a:cubicBezTo>
                  <a:pt x="782428" y="51819"/>
                  <a:pt x="786736" y="55230"/>
                  <a:pt x="789517" y="59360"/>
                </a:cubicBezTo>
                <a:cubicBezTo>
                  <a:pt x="792298" y="63489"/>
                  <a:pt x="793688" y="68245"/>
                  <a:pt x="793688" y="73629"/>
                </a:cubicBezTo>
                <a:cubicBezTo>
                  <a:pt x="793688" y="78966"/>
                  <a:pt x="792161" y="83996"/>
                  <a:pt x="789107" y="88719"/>
                </a:cubicBezTo>
                <a:cubicBezTo>
                  <a:pt x="786052" y="93440"/>
                  <a:pt x="781664" y="97113"/>
                  <a:pt x="775942" y="99737"/>
                </a:cubicBezTo>
                <a:cubicBezTo>
                  <a:pt x="770221" y="102360"/>
                  <a:pt x="763781" y="103672"/>
                  <a:pt x="756624" y="103672"/>
                </a:cubicBezTo>
                <a:cubicBezTo>
                  <a:pt x="747551" y="103672"/>
                  <a:pt x="739949" y="102350"/>
                  <a:pt x="733817" y="99705"/>
                </a:cubicBezTo>
                <a:cubicBezTo>
                  <a:pt x="727685" y="97061"/>
                  <a:pt x="722876" y="93083"/>
                  <a:pt x="719388" y="87772"/>
                </a:cubicBezTo>
                <a:cubicBezTo>
                  <a:pt x="715900" y="82461"/>
                  <a:pt x="714065" y="76454"/>
                  <a:pt x="713883" y="69753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7" name="Text t">
            <a:extLst xmlns:a="http://schemas.openxmlformats.org/drawingml/2006/main">
              <a:ext uri="{FF2B5EF4-FFF2-40B4-BE49-F238E27FC236}">
                <a16:creationId xmlns:a16="http://schemas.microsoft.com/office/drawing/2014/main" id="{B0359F65-7AF6-4AC5-8FF9-8316B25E9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9838" y="877064"/>
            <a:ext cx="22879" cy="63956"/>
          </a:xfrm>
          <a:custGeom xmlns:a="http://schemas.openxmlformats.org/drawingml/2006/main">
            <a:pathLst>
              <a:path w="22879" h="63956">
                <a:moveTo>
                  <a:pt x="21731" y="56315"/>
                </a:moveTo>
                <a:lnTo>
                  <a:pt x="22879" y="63338"/>
                </a:lnTo>
                <a:cubicBezTo>
                  <a:pt x="20642" y="63750"/>
                  <a:pt x="18639" y="63956"/>
                  <a:pt x="16873" y="63956"/>
                </a:cubicBezTo>
                <a:cubicBezTo>
                  <a:pt x="13987" y="63956"/>
                  <a:pt x="11749" y="63500"/>
                  <a:pt x="10159" y="62587"/>
                </a:cubicBezTo>
                <a:cubicBezTo>
                  <a:pt x="8569" y="61674"/>
                  <a:pt x="7450" y="60475"/>
                  <a:pt x="6802" y="58987"/>
                </a:cubicBezTo>
                <a:cubicBezTo>
                  <a:pt x="6154" y="57500"/>
                  <a:pt x="5830" y="54372"/>
                  <a:pt x="5830" y="49602"/>
                </a:cubicBezTo>
                <a:lnTo>
                  <a:pt x="5830" y="22614"/>
                </a:lnTo>
                <a:lnTo>
                  <a:pt x="0" y="22614"/>
                </a:lnTo>
                <a:lnTo>
                  <a:pt x="0" y="16431"/>
                </a:lnTo>
                <a:lnTo>
                  <a:pt x="5830" y="16431"/>
                </a:lnTo>
                <a:lnTo>
                  <a:pt x="5830" y="4783"/>
                </a:lnTo>
                <a:lnTo>
                  <a:pt x="13737" y="0"/>
                </a:lnTo>
                <a:lnTo>
                  <a:pt x="13737" y="16431"/>
                </a:lnTo>
                <a:lnTo>
                  <a:pt x="21731" y="16431"/>
                </a:lnTo>
                <a:lnTo>
                  <a:pt x="21731" y="22614"/>
                </a:lnTo>
                <a:lnTo>
                  <a:pt x="13737" y="22614"/>
                </a:lnTo>
                <a:lnTo>
                  <a:pt x="13737" y="50043"/>
                </a:lnTo>
                <a:cubicBezTo>
                  <a:pt x="13737" y="52311"/>
                  <a:pt x="13876" y="53768"/>
                  <a:pt x="14156" y="54416"/>
                </a:cubicBezTo>
                <a:cubicBezTo>
                  <a:pt x="14436" y="55064"/>
                  <a:pt x="14892" y="55579"/>
                  <a:pt x="15525" y="55962"/>
                </a:cubicBezTo>
                <a:cubicBezTo>
                  <a:pt x="16158" y="56345"/>
                  <a:pt x="17064" y="56536"/>
                  <a:pt x="18242" y="56536"/>
                </a:cubicBezTo>
                <a:cubicBezTo>
                  <a:pt x="19125" y="56536"/>
                  <a:pt x="20288" y="56463"/>
                  <a:pt x="21731" y="5631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8" name="Text OptimizedCodeofS">
            <a:extLst xmlns:a="http://schemas.openxmlformats.org/drawingml/2006/main">
              <a:ext uri="{FF2B5EF4-FFF2-40B4-BE49-F238E27FC236}">
                <a16:creationId xmlns:a16="http://schemas.microsoft.com/office/drawing/2014/main" id="{67AE6843-CFB6-42A3-BD9C-B1377B02C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943" y="3051619"/>
            <a:ext cx="1273789" cy="129931"/>
          </a:xfrm>
          <a:custGeom xmlns:a="http://schemas.openxmlformats.org/drawingml/2006/main">
            <a:pathLst>
              <a:path w="1273789" h="129931">
                <a:moveTo>
                  <a:pt x="0" y="53169"/>
                </a:moveTo>
                <a:cubicBezTo>
                  <a:pt x="0" y="36539"/>
                  <a:pt x="4468" y="23520"/>
                  <a:pt x="13403" y="14113"/>
                </a:cubicBezTo>
                <a:cubicBezTo>
                  <a:pt x="22339" y="4704"/>
                  <a:pt x="33873" y="0"/>
                  <a:pt x="48006" y="0"/>
                </a:cubicBezTo>
                <a:cubicBezTo>
                  <a:pt x="57261" y="0"/>
                  <a:pt x="65604" y="2210"/>
                  <a:pt x="73035" y="6629"/>
                </a:cubicBezTo>
                <a:cubicBezTo>
                  <a:pt x="80466" y="11048"/>
                  <a:pt x="86131" y="17211"/>
                  <a:pt x="90029" y="25117"/>
                </a:cubicBezTo>
                <a:cubicBezTo>
                  <a:pt x="93927" y="33021"/>
                  <a:pt x="95876" y="41984"/>
                  <a:pt x="95876" y="52007"/>
                </a:cubicBezTo>
                <a:cubicBezTo>
                  <a:pt x="95876" y="62166"/>
                  <a:pt x="93824" y="71256"/>
                  <a:pt x="89721" y="79275"/>
                </a:cubicBezTo>
                <a:cubicBezTo>
                  <a:pt x="85618" y="87293"/>
                  <a:pt x="79805" y="93364"/>
                  <a:pt x="72283" y="97487"/>
                </a:cubicBezTo>
                <a:cubicBezTo>
                  <a:pt x="64761" y="101610"/>
                  <a:pt x="56646" y="103672"/>
                  <a:pt x="47938" y="103672"/>
                </a:cubicBezTo>
                <a:cubicBezTo>
                  <a:pt x="38501" y="103672"/>
                  <a:pt x="30067" y="101394"/>
                  <a:pt x="22635" y="96837"/>
                </a:cubicBezTo>
                <a:cubicBezTo>
                  <a:pt x="15204" y="92281"/>
                  <a:pt x="9574" y="86062"/>
                  <a:pt x="5744" y="78181"/>
                </a:cubicBezTo>
                <a:cubicBezTo>
                  <a:pt x="1915" y="70300"/>
                  <a:pt x="0" y="61962"/>
                  <a:pt x="0" y="53169"/>
                </a:cubicBezTo>
                <a:moveTo>
                  <a:pt x="13677" y="53342"/>
                </a:moveTo>
                <a:cubicBezTo>
                  <a:pt x="13677" y="65445"/>
                  <a:pt x="16925" y="74978"/>
                  <a:pt x="23422" y="81942"/>
                </a:cubicBezTo>
                <a:cubicBezTo>
                  <a:pt x="29918" y="88906"/>
                  <a:pt x="38068" y="92388"/>
                  <a:pt x="47869" y="92388"/>
                </a:cubicBezTo>
                <a:cubicBezTo>
                  <a:pt x="57854" y="92388"/>
                  <a:pt x="66071" y="88872"/>
                  <a:pt x="72522" y="81840"/>
                </a:cubicBezTo>
                <a:cubicBezTo>
                  <a:pt x="78973" y="74806"/>
                  <a:pt x="82199" y="64828"/>
                  <a:pt x="82199" y="51904"/>
                </a:cubicBezTo>
                <a:cubicBezTo>
                  <a:pt x="82199" y="43729"/>
                  <a:pt x="80820" y="36594"/>
                  <a:pt x="78061" y="30498"/>
                </a:cubicBezTo>
                <a:cubicBezTo>
                  <a:pt x="75303" y="24401"/>
                  <a:pt x="71269" y="19675"/>
                  <a:pt x="65957" y="16318"/>
                </a:cubicBezTo>
                <a:cubicBezTo>
                  <a:pt x="60646" y="12962"/>
                  <a:pt x="54685" y="11284"/>
                  <a:pt x="48075" y="11284"/>
                </a:cubicBezTo>
                <a:cubicBezTo>
                  <a:pt x="38683" y="11284"/>
                  <a:pt x="30602" y="14515"/>
                  <a:pt x="23832" y="20977"/>
                </a:cubicBezTo>
                <a:cubicBezTo>
                  <a:pt x="17062" y="27438"/>
                  <a:pt x="13677" y="38226"/>
                  <a:pt x="13677" y="53342"/>
                </a:cubicBezTo>
                <a:close/>
                <a:moveTo>
                  <a:pt x="111081" y="129931"/>
                </a:moveTo>
                <a:lnTo>
                  <a:pt x="111081" y="29406"/>
                </a:lnTo>
                <a:lnTo>
                  <a:pt x="122296" y="29406"/>
                </a:lnTo>
                <a:lnTo>
                  <a:pt x="122296" y="38774"/>
                </a:lnTo>
                <a:cubicBezTo>
                  <a:pt x="124940" y="35104"/>
                  <a:pt x="127927" y="32352"/>
                  <a:pt x="131255" y="30517"/>
                </a:cubicBezTo>
                <a:cubicBezTo>
                  <a:pt x="134583" y="28682"/>
                  <a:pt x="138617" y="27764"/>
                  <a:pt x="143359" y="27764"/>
                </a:cubicBezTo>
                <a:cubicBezTo>
                  <a:pt x="149559" y="27764"/>
                  <a:pt x="155030" y="29360"/>
                  <a:pt x="159771" y="32551"/>
                </a:cubicBezTo>
                <a:cubicBezTo>
                  <a:pt x="164513" y="35743"/>
                  <a:pt x="168091" y="40245"/>
                  <a:pt x="170508" y="46057"/>
                </a:cubicBezTo>
                <a:cubicBezTo>
                  <a:pt x="172924" y="51870"/>
                  <a:pt x="174132" y="58241"/>
                  <a:pt x="174132" y="65171"/>
                </a:cubicBezTo>
                <a:cubicBezTo>
                  <a:pt x="174132" y="72602"/>
                  <a:pt x="172799" y="79292"/>
                  <a:pt x="170131" y="85242"/>
                </a:cubicBezTo>
                <a:cubicBezTo>
                  <a:pt x="167464" y="91191"/>
                  <a:pt x="163589" y="95750"/>
                  <a:pt x="158506" y="98919"/>
                </a:cubicBezTo>
                <a:cubicBezTo>
                  <a:pt x="153423" y="102087"/>
                  <a:pt x="148077" y="103672"/>
                  <a:pt x="142470" y="103672"/>
                </a:cubicBezTo>
                <a:cubicBezTo>
                  <a:pt x="138367" y="103672"/>
                  <a:pt x="134685" y="102794"/>
                  <a:pt x="131426" y="101039"/>
                </a:cubicBezTo>
                <a:cubicBezTo>
                  <a:pt x="128166" y="99282"/>
                  <a:pt x="125487" y="97064"/>
                  <a:pt x="123390" y="94384"/>
                </a:cubicBezTo>
                <a:lnTo>
                  <a:pt x="123390" y="129931"/>
                </a:lnTo>
                <a:lnTo>
                  <a:pt x="111081" y="129931"/>
                </a:lnTo>
                <a:moveTo>
                  <a:pt x="122228" y="66026"/>
                </a:moveTo>
                <a:cubicBezTo>
                  <a:pt x="122228" y="75360"/>
                  <a:pt x="124120" y="82259"/>
                  <a:pt x="127904" y="86721"/>
                </a:cubicBezTo>
                <a:cubicBezTo>
                  <a:pt x="131688" y="91183"/>
                  <a:pt x="136270" y="93414"/>
                  <a:pt x="141649" y="93414"/>
                </a:cubicBezTo>
                <a:cubicBezTo>
                  <a:pt x="147120" y="93414"/>
                  <a:pt x="151804" y="91103"/>
                  <a:pt x="155702" y="86481"/>
                </a:cubicBezTo>
                <a:cubicBezTo>
                  <a:pt x="159600" y="81860"/>
                  <a:pt x="161549" y="74699"/>
                  <a:pt x="161549" y="65000"/>
                </a:cubicBezTo>
                <a:cubicBezTo>
                  <a:pt x="161549" y="55757"/>
                  <a:pt x="159646" y="48835"/>
                  <a:pt x="155839" y="44237"/>
                </a:cubicBezTo>
                <a:cubicBezTo>
                  <a:pt x="152032" y="39638"/>
                  <a:pt x="147485" y="37338"/>
                  <a:pt x="142196" y="37338"/>
                </a:cubicBezTo>
                <a:cubicBezTo>
                  <a:pt x="136953" y="37338"/>
                  <a:pt x="132315" y="39786"/>
                  <a:pt x="128280" y="44681"/>
                </a:cubicBezTo>
                <a:cubicBezTo>
                  <a:pt x="124245" y="49576"/>
                  <a:pt x="122228" y="56691"/>
                  <a:pt x="122228" y="66026"/>
                </a:cubicBezTo>
                <a:close/>
                <a:moveTo>
                  <a:pt x="215492" y="91157"/>
                </a:moveTo>
                <a:lnTo>
                  <a:pt x="217270" y="102030"/>
                </a:lnTo>
                <a:cubicBezTo>
                  <a:pt x="213805" y="102669"/>
                  <a:pt x="210705" y="102988"/>
                  <a:pt x="207969" y="102988"/>
                </a:cubicBezTo>
                <a:cubicBezTo>
                  <a:pt x="203501" y="102988"/>
                  <a:pt x="200037" y="102281"/>
                  <a:pt x="197575" y="100868"/>
                </a:cubicBezTo>
                <a:cubicBezTo>
                  <a:pt x="195113" y="99455"/>
                  <a:pt x="193380" y="97597"/>
                  <a:pt x="192377" y="95294"/>
                </a:cubicBezTo>
                <a:cubicBezTo>
                  <a:pt x="191375" y="92992"/>
                  <a:pt x="190873" y="88148"/>
                  <a:pt x="190873" y="80763"/>
                </a:cubicBezTo>
                <a:lnTo>
                  <a:pt x="190873" y="38979"/>
                </a:lnTo>
                <a:lnTo>
                  <a:pt x="181846" y="38979"/>
                </a:lnTo>
                <a:lnTo>
                  <a:pt x="181846" y="29406"/>
                </a:lnTo>
                <a:lnTo>
                  <a:pt x="190873" y="29406"/>
                </a:lnTo>
                <a:lnTo>
                  <a:pt x="190873" y="11371"/>
                </a:lnTo>
                <a:lnTo>
                  <a:pt x="203114" y="3966"/>
                </a:lnTo>
                <a:lnTo>
                  <a:pt x="203114" y="29406"/>
                </a:lnTo>
                <a:lnTo>
                  <a:pt x="215492" y="29406"/>
                </a:lnTo>
                <a:lnTo>
                  <a:pt x="215492" y="38979"/>
                </a:lnTo>
                <a:lnTo>
                  <a:pt x="203114" y="38979"/>
                </a:lnTo>
                <a:lnTo>
                  <a:pt x="203114" y="81447"/>
                </a:lnTo>
                <a:cubicBezTo>
                  <a:pt x="203114" y="84957"/>
                  <a:pt x="203330" y="87214"/>
                  <a:pt x="203764" y="88217"/>
                </a:cubicBezTo>
                <a:cubicBezTo>
                  <a:pt x="204197" y="89220"/>
                  <a:pt x="204903" y="90017"/>
                  <a:pt x="205884" y="90610"/>
                </a:cubicBezTo>
                <a:cubicBezTo>
                  <a:pt x="206864" y="91203"/>
                  <a:pt x="208266" y="91499"/>
                  <a:pt x="210089" y="91499"/>
                </a:cubicBezTo>
                <a:cubicBezTo>
                  <a:pt x="211457" y="91499"/>
                  <a:pt x="213258" y="91385"/>
                  <a:pt x="215492" y="91157"/>
                </a:cubicBezTo>
                <a:close/>
                <a:moveTo>
                  <a:pt x="227452" y="16002"/>
                </a:moveTo>
                <a:lnTo>
                  <a:pt x="227452" y="1778"/>
                </a:lnTo>
                <a:lnTo>
                  <a:pt x="239762" y="1778"/>
                </a:lnTo>
                <a:lnTo>
                  <a:pt x="239762" y="16002"/>
                </a:lnTo>
                <a:lnTo>
                  <a:pt x="227452" y="16002"/>
                </a:lnTo>
                <a:moveTo>
                  <a:pt x="227452" y="102030"/>
                </a:moveTo>
                <a:lnTo>
                  <a:pt x="227452" y="29406"/>
                </a:lnTo>
                <a:lnTo>
                  <a:pt x="239762" y="29406"/>
                </a:lnTo>
                <a:lnTo>
                  <a:pt x="239762" y="102030"/>
                </a:lnTo>
                <a:lnTo>
                  <a:pt x="227452" y="102030"/>
                </a:lnTo>
                <a:close/>
                <a:moveTo>
                  <a:pt x="258468" y="102030"/>
                </a:moveTo>
                <a:lnTo>
                  <a:pt x="258468" y="29406"/>
                </a:lnTo>
                <a:lnTo>
                  <a:pt x="269478" y="29406"/>
                </a:lnTo>
                <a:lnTo>
                  <a:pt x="269478" y="39527"/>
                </a:lnTo>
                <a:cubicBezTo>
                  <a:pt x="271757" y="35990"/>
                  <a:pt x="274789" y="33146"/>
                  <a:pt x="278573" y="30993"/>
                </a:cubicBezTo>
                <a:cubicBezTo>
                  <a:pt x="282357" y="28841"/>
                  <a:pt x="286665" y="27764"/>
                  <a:pt x="291498" y="27764"/>
                </a:cubicBezTo>
                <a:cubicBezTo>
                  <a:pt x="296877" y="27764"/>
                  <a:pt x="301288" y="28876"/>
                  <a:pt x="304730" y="31098"/>
                </a:cubicBezTo>
                <a:cubicBezTo>
                  <a:pt x="308172" y="33319"/>
                  <a:pt x="310600" y="36425"/>
                  <a:pt x="312013" y="40416"/>
                </a:cubicBezTo>
                <a:cubicBezTo>
                  <a:pt x="317758" y="31981"/>
                  <a:pt x="325234" y="27764"/>
                  <a:pt x="334444" y="27764"/>
                </a:cubicBezTo>
                <a:cubicBezTo>
                  <a:pt x="341647" y="27764"/>
                  <a:pt x="347186" y="29759"/>
                  <a:pt x="351061" y="33748"/>
                </a:cubicBezTo>
                <a:cubicBezTo>
                  <a:pt x="354936" y="37737"/>
                  <a:pt x="356874" y="43880"/>
                  <a:pt x="356874" y="52178"/>
                </a:cubicBezTo>
                <a:lnTo>
                  <a:pt x="356874" y="102030"/>
                </a:lnTo>
                <a:lnTo>
                  <a:pt x="344633" y="102030"/>
                </a:lnTo>
                <a:lnTo>
                  <a:pt x="344633" y="56232"/>
                </a:lnTo>
                <a:cubicBezTo>
                  <a:pt x="344633" y="51302"/>
                  <a:pt x="344234" y="47754"/>
                  <a:pt x="343436" y="45587"/>
                </a:cubicBezTo>
                <a:cubicBezTo>
                  <a:pt x="342638" y="43419"/>
                  <a:pt x="341191" y="41673"/>
                  <a:pt x="339094" y="40349"/>
                </a:cubicBezTo>
                <a:cubicBezTo>
                  <a:pt x="336997" y="39026"/>
                  <a:pt x="334535" y="38364"/>
                  <a:pt x="331708" y="38364"/>
                </a:cubicBezTo>
                <a:cubicBezTo>
                  <a:pt x="326602" y="38364"/>
                  <a:pt x="322362" y="40064"/>
                  <a:pt x="318989" y="43465"/>
                </a:cubicBezTo>
                <a:cubicBezTo>
                  <a:pt x="315615" y="46864"/>
                  <a:pt x="313928" y="52307"/>
                  <a:pt x="313928" y="59792"/>
                </a:cubicBezTo>
                <a:lnTo>
                  <a:pt x="313928" y="102030"/>
                </a:lnTo>
                <a:lnTo>
                  <a:pt x="301619" y="102030"/>
                </a:lnTo>
                <a:lnTo>
                  <a:pt x="301619" y="54793"/>
                </a:lnTo>
                <a:cubicBezTo>
                  <a:pt x="301619" y="49317"/>
                  <a:pt x="300616" y="45210"/>
                  <a:pt x="298610" y="42471"/>
                </a:cubicBezTo>
                <a:cubicBezTo>
                  <a:pt x="296604" y="39733"/>
                  <a:pt x="293321" y="38364"/>
                  <a:pt x="288762" y="38364"/>
                </a:cubicBezTo>
                <a:cubicBezTo>
                  <a:pt x="285298" y="38364"/>
                  <a:pt x="282095" y="39277"/>
                  <a:pt x="279154" y="41104"/>
                </a:cubicBezTo>
                <a:cubicBezTo>
                  <a:pt x="276214" y="42929"/>
                  <a:pt x="274082" y="45599"/>
                  <a:pt x="272760" y="49113"/>
                </a:cubicBezTo>
                <a:cubicBezTo>
                  <a:pt x="271438" y="52627"/>
                  <a:pt x="270777" y="57692"/>
                  <a:pt x="270777" y="64310"/>
                </a:cubicBezTo>
                <a:lnTo>
                  <a:pt x="270777" y="102030"/>
                </a:lnTo>
                <a:lnTo>
                  <a:pt x="258468" y="102030"/>
                </a:lnTo>
                <a:close/>
                <a:moveTo>
                  <a:pt x="374839" y="16002"/>
                </a:moveTo>
                <a:lnTo>
                  <a:pt x="374839" y="1778"/>
                </a:lnTo>
                <a:lnTo>
                  <a:pt x="387148" y="1778"/>
                </a:lnTo>
                <a:lnTo>
                  <a:pt x="387148" y="16002"/>
                </a:lnTo>
                <a:lnTo>
                  <a:pt x="374839" y="16002"/>
                </a:lnTo>
                <a:moveTo>
                  <a:pt x="374839" y="102030"/>
                </a:moveTo>
                <a:lnTo>
                  <a:pt x="374839" y="29406"/>
                </a:lnTo>
                <a:lnTo>
                  <a:pt x="387148" y="29406"/>
                </a:lnTo>
                <a:lnTo>
                  <a:pt x="387148" y="102030"/>
                </a:lnTo>
                <a:lnTo>
                  <a:pt x="374839" y="102030"/>
                </a:lnTo>
                <a:close/>
                <a:moveTo>
                  <a:pt x="399358" y="102030"/>
                </a:moveTo>
                <a:lnTo>
                  <a:pt x="399358" y="92046"/>
                </a:lnTo>
                <a:lnTo>
                  <a:pt x="445586" y="38979"/>
                </a:lnTo>
                <a:cubicBezTo>
                  <a:pt x="440343" y="39253"/>
                  <a:pt x="435716" y="39390"/>
                  <a:pt x="431704" y="39390"/>
                </a:cubicBezTo>
                <a:lnTo>
                  <a:pt x="402093" y="39390"/>
                </a:lnTo>
                <a:lnTo>
                  <a:pt x="402093" y="29406"/>
                </a:lnTo>
                <a:lnTo>
                  <a:pt x="461452" y="29406"/>
                </a:lnTo>
                <a:lnTo>
                  <a:pt x="461452" y="37543"/>
                </a:lnTo>
                <a:lnTo>
                  <a:pt x="422130" y="83635"/>
                </a:lnTo>
                <a:lnTo>
                  <a:pt x="414540" y="92046"/>
                </a:lnTo>
                <a:cubicBezTo>
                  <a:pt x="420056" y="91636"/>
                  <a:pt x="425230" y="91431"/>
                  <a:pt x="430063" y="91431"/>
                </a:cubicBezTo>
                <a:lnTo>
                  <a:pt x="463640" y="91431"/>
                </a:lnTo>
                <a:lnTo>
                  <a:pt x="463640" y="102030"/>
                </a:lnTo>
                <a:lnTo>
                  <a:pt x="399358" y="102030"/>
                </a:lnTo>
                <a:close/>
                <a:moveTo>
                  <a:pt x="525422" y="78643"/>
                </a:moveTo>
                <a:lnTo>
                  <a:pt x="538142" y="80216"/>
                </a:lnTo>
                <a:cubicBezTo>
                  <a:pt x="536136" y="87647"/>
                  <a:pt x="532420" y="93414"/>
                  <a:pt x="526995" y="97517"/>
                </a:cubicBezTo>
                <a:cubicBezTo>
                  <a:pt x="521570" y="101620"/>
                  <a:pt x="514640" y="103672"/>
                  <a:pt x="506206" y="103672"/>
                </a:cubicBezTo>
                <a:cubicBezTo>
                  <a:pt x="495583" y="103672"/>
                  <a:pt x="487161" y="100401"/>
                  <a:pt x="480938" y="93858"/>
                </a:cubicBezTo>
                <a:cubicBezTo>
                  <a:pt x="474715" y="87316"/>
                  <a:pt x="471603" y="78141"/>
                  <a:pt x="471603" y="66333"/>
                </a:cubicBezTo>
                <a:cubicBezTo>
                  <a:pt x="471603" y="54115"/>
                  <a:pt x="474749" y="44633"/>
                  <a:pt x="481040" y="37885"/>
                </a:cubicBezTo>
                <a:cubicBezTo>
                  <a:pt x="487332" y="31138"/>
                  <a:pt x="495492" y="27764"/>
                  <a:pt x="505522" y="27764"/>
                </a:cubicBezTo>
                <a:cubicBezTo>
                  <a:pt x="515233" y="27764"/>
                  <a:pt x="523165" y="31065"/>
                  <a:pt x="529320" y="37665"/>
                </a:cubicBezTo>
                <a:cubicBezTo>
                  <a:pt x="535475" y="44264"/>
                  <a:pt x="538552" y="53549"/>
                  <a:pt x="538552" y="65519"/>
                </a:cubicBezTo>
                <a:cubicBezTo>
                  <a:pt x="538552" y="66247"/>
                  <a:pt x="538529" y="67339"/>
                  <a:pt x="538484" y="68795"/>
                </a:cubicBezTo>
                <a:lnTo>
                  <a:pt x="484323" y="68795"/>
                </a:lnTo>
                <a:cubicBezTo>
                  <a:pt x="484779" y="76751"/>
                  <a:pt x="487035" y="82843"/>
                  <a:pt x="491093" y="87071"/>
                </a:cubicBezTo>
                <a:cubicBezTo>
                  <a:pt x="495150" y="91300"/>
                  <a:pt x="500211" y="93414"/>
                  <a:pt x="506274" y="93414"/>
                </a:cubicBezTo>
                <a:cubicBezTo>
                  <a:pt x="510788" y="93414"/>
                  <a:pt x="514640" y="92240"/>
                  <a:pt x="517831" y="89892"/>
                </a:cubicBezTo>
                <a:cubicBezTo>
                  <a:pt x="521023" y="87543"/>
                  <a:pt x="523553" y="83793"/>
                  <a:pt x="525422" y="78643"/>
                </a:cubicBezTo>
                <a:moveTo>
                  <a:pt x="485007" y="58538"/>
                </a:moveTo>
                <a:lnTo>
                  <a:pt x="525559" y="58538"/>
                </a:lnTo>
                <a:cubicBezTo>
                  <a:pt x="525012" y="52528"/>
                  <a:pt x="523462" y="48021"/>
                  <a:pt x="520909" y="45017"/>
                </a:cubicBezTo>
                <a:cubicBezTo>
                  <a:pt x="516988" y="40354"/>
                  <a:pt x="511905" y="38022"/>
                  <a:pt x="505659" y="38022"/>
                </a:cubicBezTo>
                <a:cubicBezTo>
                  <a:pt x="500006" y="38022"/>
                  <a:pt x="495253" y="39883"/>
                  <a:pt x="491401" y="43606"/>
                </a:cubicBezTo>
                <a:cubicBezTo>
                  <a:pt x="487548" y="47327"/>
                  <a:pt x="485417" y="52305"/>
                  <a:pt x="485007" y="58538"/>
                </a:cubicBezTo>
                <a:close/>
                <a:moveTo>
                  <a:pt x="600359" y="102030"/>
                </a:moveTo>
                <a:lnTo>
                  <a:pt x="600359" y="92867"/>
                </a:lnTo>
                <a:cubicBezTo>
                  <a:pt x="595754" y="100070"/>
                  <a:pt x="588984" y="103672"/>
                  <a:pt x="580048" y="103672"/>
                </a:cubicBezTo>
                <a:cubicBezTo>
                  <a:pt x="574259" y="103672"/>
                  <a:pt x="568936" y="102076"/>
                  <a:pt x="564081" y="98885"/>
                </a:cubicBezTo>
                <a:cubicBezTo>
                  <a:pt x="559225" y="95693"/>
                  <a:pt x="555464" y="91237"/>
                  <a:pt x="552797" y="85515"/>
                </a:cubicBezTo>
                <a:cubicBezTo>
                  <a:pt x="550130" y="79794"/>
                  <a:pt x="548797" y="73218"/>
                  <a:pt x="548797" y="65786"/>
                </a:cubicBezTo>
                <a:cubicBezTo>
                  <a:pt x="548797" y="58538"/>
                  <a:pt x="550005" y="51961"/>
                  <a:pt x="552421" y="46057"/>
                </a:cubicBezTo>
                <a:cubicBezTo>
                  <a:pt x="554837" y="40153"/>
                  <a:pt x="558462" y="35629"/>
                  <a:pt x="563294" y="32483"/>
                </a:cubicBezTo>
                <a:cubicBezTo>
                  <a:pt x="568127" y="29337"/>
                  <a:pt x="573529" y="27764"/>
                  <a:pt x="579501" y="27764"/>
                </a:cubicBezTo>
                <a:cubicBezTo>
                  <a:pt x="583878" y="27764"/>
                  <a:pt x="587776" y="28687"/>
                  <a:pt x="591195" y="30534"/>
                </a:cubicBezTo>
                <a:cubicBezTo>
                  <a:pt x="594614" y="32380"/>
                  <a:pt x="597395" y="34785"/>
                  <a:pt x="599538" y="37749"/>
                </a:cubicBezTo>
                <a:lnTo>
                  <a:pt x="599538" y="1778"/>
                </a:lnTo>
                <a:lnTo>
                  <a:pt x="611779" y="1778"/>
                </a:lnTo>
                <a:lnTo>
                  <a:pt x="611779" y="102030"/>
                </a:lnTo>
                <a:lnTo>
                  <a:pt x="600359" y="102030"/>
                </a:lnTo>
                <a:moveTo>
                  <a:pt x="561448" y="65752"/>
                </a:moveTo>
                <a:cubicBezTo>
                  <a:pt x="561448" y="75018"/>
                  <a:pt x="563408" y="81945"/>
                  <a:pt x="567329" y="86533"/>
                </a:cubicBezTo>
                <a:cubicBezTo>
                  <a:pt x="571250" y="91120"/>
                  <a:pt x="575877" y="93414"/>
                  <a:pt x="581211" y="93414"/>
                </a:cubicBezTo>
                <a:cubicBezTo>
                  <a:pt x="586591" y="93414"/>
                  <a:pt x="591161" y="91223"/>
                  <a:pt x="594922" y="86840"/>
                </a:cubicBezTo>
                <a:cubicBezTo>
                  <a:pt x="598683" y="82457"/>
                  <a:pt x="600564" y="75768"/>
                  <a:pt x="600564" y="66774"/>
                </a:cubicBezTo>
                <a:cubicBezTo>
                  <a:pt x="600564" y="56872"/>
                  <a:pt x="598649" y="49605"/>
                  <a:pt x="594820" y="44972"/>
                </a:cubicBezTo>
                <a:cubicBezTo>
                  <a:pt x="590990" y="40339"/>
                  <a:pt x="586272" y="38022"/>
                  <a:pt x="580664" y="38022"/>
                </a:cubicBezTo>
                <a:cubicBezTo>
                  <a:pt x="575193" y="38022"/>
                  <a:pt x="570623" y="40248"/>
                  <a:pt x="566953" y="44700"/>
                </a:cubicBezTo>
                <a:cubicBezTo>
                  <a:pt x="563283" y="49151"/>
                  <a:pt x="561448" y="56168"/>
                  <a:pt x="561448" y="65752"/>
                </a:cubicBezTo>
                <a:close/>
                <a:moveTo>
                  <a:pt x="742648" y="66744"/>
                </a:moveTo>
                <a:lnTo>
                  <a:pt x="755915" y="70095"/>
                </a:lnTo>
                <a:cubicBezTo>
                  <a:pt x="753134" y="81013"/>
                  <a:pt x="748130" y="89339"/>
                  <a:pt x="740904" y="95072"/>
                </a:cubicBezTo>
                <a:cubicBezTo>
                  <a:pt x="733678" y="100805"/>
                  <a:pt x="724845" y="103672"/>
                  <a:pt x="714405" y="103672"/>
                </a:cubicBezTo>
                <a:cubicBezTo>
                  <a:pt x="703600" y="103672"/>
                  <a:pt x="694813" y="101472"/>
                  <a:pt x="688043" y="97072"/>
                </a:cubicBezTo>
                <a:cubicBezTo>
                  <a:pt x="681272" y="92673"/>
                  <a:pt x="676121" y="86302"/>
                  <a:pt x="672588" y="77959"/>
                </a:cubicBezTo>
                <a:cubicBezTo>
                  <a:pt x="669054" y="69616"/>
                  <a:pt x="667288" y="60657"/>
                  <a:pt x="667288" y="51084"/>
                </a:cubicBezTo>
                <a:cubicBezTo>
                  <a:pt x="667288" y="40643"/>
                  <a:pt x="669282" y="31537"/>
                  <a:pt x="673271" y="23764"/>
                </a:cubicBezTo>
                <a:cubicBezTo>
                  <a:pt x="677261" y="15991"/>
                  <a:pt x="682937" y="10087"/>
                  <a:pt x="690299" y="6052"/>
                </a:cubicBezTo>
                <a:cubicBezTo>
                  <a:pt x="697662" y="2017"/>
                  <a:pt x="705766" y="0"/>
                  <a:pt x="714610" y="0"/>
                </a:cubicBezTo>
                <a:cubicBezTo>
                  <a:pt x="724640" y="0"/>
                  <a:pt x="733074" y="2553"/>
                  <a:pt x="739913" y="7659"/>
                </a:cubicBezTo>
                <a:cubicBezTo>
                  <a:pt x="746751" y="12765"/>
                  <a:pt x="751515" y="19946"/>
                  <a:pt x="754205" y="29200"/>
                </a:cubicBezTo>
                <a:lnTo>
                  <a:pt x="741144" y="32278"/>
                </a:lnTo>
                <a:cubicBezTo>
                  <a:pt x="738818" y="24959"/>
                  <a:pt x="735445" y="19631"/>
                  <a:pt x="731023" y="16293"/>
                </a:cubicBezTo>
                <a:cubicBezTo>
                  <a:pt x="726600" y="12953"/>
                  <a:pt x="721038" y="11284"/>
                  <a:pt x="714337" y="11284"/>
                </a:cubicBezTo>
                <a:cubicBezTo>
                  <a:pt x="706632" y="11284"/>
                  <a:pt x="700192" y="13133"/>
                  <a:pt x="695018" y="16833"/>
                </a:cubicBezTo>
                <a:cubicBezTo>
                  <a:pt x="689843" y="20532"/>
                  <a:pt x="686208" y="25498"/>
                  <a:pt x="684110" y="31733"/>
                </a:cubicBezTo>
                <a:cubicBezTo>
                  <a:pt x="682013" y="37966"/>
                  <a:pt x="680965" y="44393"/>
                  <a:pt x="680965" y="51013"/>
                </a:cubicBezTo>
                <a:cubicBezTo>
                  <a:pt x="680965" y="59553"/>
                  <a:pt x="682207" y="67008"/>
                  <a:pt x="684692" y="73379"/>
                </a:cubicBezTo>
                <a:cubicBezTo>
                  <a:pt x="687176" y="79750"/>
                  <a:pt x="691040" y="84512"/>
                  <a:pt x="696283" y="87663"/>
                </a:cubicBezTo>
                <a:cubicBezTo>
                  <a:pt x="701526" y="90813"/>
                  <a:pt x="707202" y="92388"/>
                  <a:pt x="713311" y="92388"/>
                </a:cubicBezTo>
                <a:cubicBezTo>
                  <a:pt x="720742" y="92388"/>
                  <a:pt x="727033" y="90234"/>
                  <a:pt x="732185" y="85926"/>
                </a:cubicBezTo>
                <a:cubicBezTo>
                  <a:pt x="737337" y="81617"/>
                  <a:pt x="740824" y="75223"/>
                  <a:pt x="742648" y="66744"/>
                </a:cubicBezTo>
                <a:close/>
                <a:moveTo>
                  <a:pt x="765898" y="65718"/>
                </a:moveTo>
                <a:cubicBezTo>
                  <a:pt x="765898" y="52269"/>
                  <a:pt x="769637" y="42308"/>
                  <a:pt x="777113" y="35834"/>
                </a:cubicBezTo>
                <a:cubicBezTo>
                  <a:pt x="783359" y="30454"/>
                  <a:pt x="790973" y="27764"/>
                  <a:pt x="799954" y="27764"/>
                </a:cubicBezTo>
                <a:cubicBezTo>
                  <a:pt x="809938" y="27764"/>
                  <a:pt x="818099" y="31035"/>
                  <a:pt x="824436" y="37578"/>
                </a:cubicBezTo>
                <a:cubicBezTo>
                  <a:pt x="830773" y="44120"/>
                  <a:pt x="833941" y="53158"/>
                  <a:pt x="833941" y="64692"/>
                </a:cubicBezTo>
                <a:cubicBezTo>
                  <a:pt x="833941" y="74038"/>
                  <a:pt x="832539" y="81390"/>
                  <a:pt x="829736" y="86746"/>
                </a:cubicBezTo>
                <a:cubicBezTo>
                  <a:pt x="826932" y="92103"/>
                  <a:pt x="822852" y="96263"/>
                  <a:pt x="817495" y="99227"/>
                </a:cubicBezTo>
                <a:cubicBezTo>
                  <a:pt x="812138" y="102190"/>
                  <a:pt x="806291" y="103672"/>
                  <a:pt x="799954" y="103672"/>
                </a:cubicBezTo>
                <a:cubicBezTo>
                  <a:pt x="789787" y="103672"/>
                  <a:pt x="781570" y="100412"/>
                  <a:pt x="775301" y="93893"/>
                </a:cubicBezTo>
                <a:cubicBezTo>
                  <a:pt x="769033" y="87373"/>
                  <a:pt x="765898" y="77982"/>
                  <a:pt x="765898" y="65718"/>
                </a:cubicBezTo>
                <a:moveTo>
                  <a:pt x="778549" y="65684"/>
                </a:moveTo>
                <a:cubicBezTo>
                  <a:pt x="778549" y="74950"/>
                  <a:pt x="780578" y="81888"/>
                  <a:pt x="784636" y="86498"/>
                </a:cubicBezTo>
                <a:cubicBezTo>
                  <a:pt x="788693" y="91109"/>
                  <a:pt x="793799" y="93414"/>
                  <a:pt x="799954" y="93414"/>
                </a:cubicBezTo>
                <a:cubicBezTo>
                  <a:pt x="806063" y="93414"/>
                  <a:pt x="811146" y="91097"/>
                  <a:pt x="815204" y="86464"/>
                </a:cubicBezTo>
                <a:cubicBezTo>
                  <a:pt x="819261" y="81831"/>
                  <a:pt x="821290" y="74768"/>
                  <a:pt x="821290" y="65276"/>
                </a:cubicBezTo>
                <a:cubicBezTo>
                  <a:pt x="821290" y="56327"/>
                  <a:pt x="819250" y="49548"/>
                  <a:pt x="815170" y="44937"/>
                </a:cubicBezTo>
                <a:cubicBezTo>
                  <a:pt x="811089" y="40327"/>
                  <a:pt x="806017" y="38022"/>
                  <a:pt x="799954" y="38022"/>
                </a:cubicBezTo>
                <a:cubicBezTo>
                  <a:pt x="793799" y="38022"/>
                  <a:pt x="788693" y="40316"/>
                  <a:pt x="784636" y="44903"/>
                </a:cubicBezTo>
                <a:cubicBezTo>
                  <a:pt x="780578" y="49491"/>
                  <a:pt x="778549" y="56418"/>
                  <a:pt x="778549" y="65684"/>
                </a:cubicBezTo>
                <a:close/>
                <a:moveTo>
                  <a:pt x="895132" y="102030"/>
                </a:moveTo>
                <a:lnTo>
                  <a:pt x="895132" y="92867"/>
                </a:lnTo>
                <a:cubicBezTo>
                  <a:pt x="890528" y="100070"/>
                  <a:pt x="883758" y="103672"/>
                  <a:pt x="874822" y="103672"/>
                </a:cubicBezTo>
                <a:cubicBezTo>
                  <a:pt x="869032" y="103672"/>
                  <a:pt x="863709" y="102076"/>
                  <a:pt x="858854" y="98885"/>
                </a:cubicBezTo>
                <a:cubicBezTo>
                  <a:pt x="853999" y="95693"/>
                  <a:pt x="850238" y="91237"/>
                  <a:pt x="847571" y="85515"/>
                </a:cubicBezTo>
                <a:cubicBezTo>
                  <a:pt x="844904" y="79794"/>
                  <a:pt x="843570" y="73218"/>
                  <a:pt x="843570" y="65786"/>
                </a:cubicBezTo>
                <a:cubicBezTo>
                  <a:pt x="843570" y="58538"/>
                  <a:pt x="844778" y="51961"/>
                  <a:pt x="847195" y="46057"/>
                </a:cubicBezTo>
                <a:cubicBezTo>
                  <a:pt x="849611" y="40153"/>
                  <a:pt x="853235" y="35629"/>
                  <a:pt x="858068" y="32483"/>
                </a:cubicBezTo>
                <a:cubicBezTo>
                  <a:pt x="862900" y="29337"/>
                  <a:pt x="868303" y="27764"/>
                  <a:pt x="874275" y="27764"/>
                </a:cubicBezTo>
                <a:cubicBezTo>
                  <a:pt x="878652" y="27764"/>
                  <a:pt x="882550" y="28687"/>
                  <a:pt x="885969" y="30534"/>
                </a:cubicBezTo>
                <a:cubicBezTo>
                  <a:pt x="889388" y="32380"/>
                  <a:pt x="892169" y="34785"/>
                  <a:pt x="894312" y="37749"/>
                </a:cubicBezTo>
                <a:lnTo>
                  <a:pt x="894312" y="1778"/>
                </a:lnTo>
                <a:lnTo>
                  <a:pt x="906553" y="1778"/>
                </a:lnTo>
                <a:lnTo>
                  <a:pt x="906553" y="102030"/>
                </a:lnTo>
                <a:lnTo>
                  <a:pt x="895132" y="102030"/>
                </a:lnTo>
                <a:moveTo>
                  <a:pt x="856221" y="65752"/>
                </a:moveTo>
                <a:cubicBezTo>
                  <a:pt x="856221" y="75018"/>
                  <a:pt x="858182" y="81945"/>
                  <a:pt x="862102" y="86533"/>
                </a:cubicBezTo>
                <a:cubicBezTo>
                  <a:pt x="866023" y="91120"/>
                  <a:pt x="870651" y="93414"/>
                  <a:pt x="875985" y="93414"/>
                </a:cubicBezTo>
                <a:cubicBezTo>
                  <a:pt x="881364" y="93414"/>
                  <a:pt x="885935" y="91223"/>
                  <a:pt x="889696" y="86840"/>
                </a:cubicBezTo>
                <a:cubicBezTo>
                  <a:pt x="893457" y="82457"/>
                  <a:pt x="895338" y="75768"/>
                  <a:pt x="895338" y="66774"/>
                </a:cubicBezTo>
                <a:cubicBezTo>
                  <a:pt x="895338" y="56872"/>
                  <a:pt x="893423" y="49605"/>
                  <a:pt x="889593" y="44972"/>
                </a:cubicBezTo>
                <a:cubicBezTo>
                  <a:pt x="885764" y="40339"/>
                  <a:pt x="881045" y="38022"/>
                  <a:pt x="875438" y="38022"/>
                </a:cubicBezTo>
                <a:cubicBezTo>
                  <a:pt x="869967" y="38022"/>
                  <a:pt x="865396" y="40248"/>
                  <a:pt x="861726" y="44700"/>
                </a:cubicBezTo>
                <a:cubicBezTo>
                  <a:pt x="858056" y="49151"/>
                  <a:pt x="856221" y="56168"/>
                  <a:pt x="856221" y="65752"/>
                </a:cubicBezTo>
                <a:close/>
                <a:moveTo>
                  <a:pt x="975266" y="78643"/>
                </a:moveTo>
                <a:lnTo>
                  <a:pt x="987986" y="80216"/>
                </a:lnTo>
                <a:cubicBezTo>
                  <a:pt x="985980" y="87647"/>
                  <a:pt x="982264" y="93414"/>
                  <a:pt x="976839" y="97517"/>
                </a:cubicBezTo>
                <a:cubicBezTo>
                  <a:pt x="971414" y="101620"/>
                  <a:pt x="964484" y="103672"/>
                  <a:pt x="956050" y="103672"/>
                </a:cubicBezTo>
                <a:cubicBezTo>
                  <a:pt x="945428" y="103672"/>
                  <a:pt x="937005" y="100401"/>
                  <a:pt x="930782" y="93858"/>
                </a:cubicBezTo>
                <a:cubicBezTo>
                  <a:pt x="924559" y="87316"/>
                  <a:pt x="921447" y="78141"/>
                  <a:pt x="921447" y="66333"/>
                </a:cubicBezTo>
                <a:cubicBezTo>
                  <a:pt x="921447" y="54115"/>
                  <a:pt x="924593" y="44633"/>
                  <a:pt x="930885" y="37885"/>
                </a:cubicBezTo>
                <a:cubicBezTo>
                  <a:pt x="937176" y="31138"/>
                  <a:pt x="945337" y="27764"/>
                  <a:pt x="955366" y="27764"/>
                </a:cubicBezTo>
                <a:cubicBezTo>
                  <a:pt x="965077" y="27764"/>
                  <a:pt x="973010" y="31065"/>
                  <a:pt x="979164" y="37665"/>
                </a:cubicBezTo>
                <a:cubicBezTo>
                  <a:pt x="985319" y="44264"/>
                  <a:pt x="988396" y="53549"/>
                  <a:pt x="988396" y="65519"/>
                </a:cubicBezTo>
                <a:cubicBezTo>
                  <a:pt x="988396" y="66247"/>
                  <a:pt x="988373" y="67339"/>
                  <a:pt x="988328" y="68795"/>
                </a:cubicBezTo>
                <a:lnTo>
                  <a:pt x="934167" y="68795"/>
                </a:lnTo>
                <a:cubicBezTo>
                  <a:pt x="934623" y="76751"/>
                  <a:pt x="936880" y="82843"/>
                  <a:pt x="940937" y="87071"/>
                </a:cubicBezTo>
                <a:cubicBezTo>
                  <a:pt x="944995" y="91300"/>
                  <a:pt x="950055" y="93414"/>
                  <a:pt x="956119" y="93414"/>
                </a:cubicBezTo>
                <a:cubicBezTo>
                  <a:pt x="960632" y="93414"/>
                  <a:pt x="964484" y="92240"/>
                  <a:pt x="967676" y="89892"/>
                </a:cubicBezTo>
                <a:cubicBezTo>
                  <a:pt x="970867" y="87543"/>
                  <a:pt x="973397" y="83793"/>
                  <a:pt x="975266" y="78643"/>
                </a:cubicBezTo>
                <a:moveTo>
                  <a:pt x="934851" y="58538"/>
                </a:moveTo>
                <a:lnTo>
                  <a:pt x="975403" y="58538"/>
                </a:lnTo>
                <a:cubicBezTo>
                  <a:pt x="974856" y="52528"/>
                  <a:pt x="973306" y="48021"/>
                  <a:pt x="970753" y="45017"/>
                </a:cubicBezTo>
                <a:cubicBezTo>
                  <a:pt x="966832" y="40354"/>
                  <a:pt x="961749" y="38022"/>
                  <a:pt x="955503" y="38022"/>
                </a:cubicBezTo>
                <a:cubicBezTo>
                  <a:pt x="949850" y="38022"/>
                  <a:pt x="945097" y="39883"/>
                  <a:pt x="941245" y="43606"/>
                </a:cubicBezTo>
                <a:cubicBezTo>
                  <a:pt x="937392" y="47327"/>
                  <a:pt x="935261" y="52305"/>
                  <a:pt x="934851" y="58538"/>
                </a:cubicBezTo>
                <a:close/>
                <a:moveTo>
                  <a:pt x="1037272" y="65718"/>
                </a:moveTo>
                <a:cubicBezTo>
                  <a:pt x="1037272" y="52269"/>
                  <a:pt x="1041010" y="42308"/>
                  <a:pt x="1048487" y="35834"/>
                </a:cubicBezTo>
                <a:cubicBezTo>
                  <a:pt x="1054733" y="30454"/>
                  <a:pt x="1062346" y="27764"/>
                  <a:pt x="1071327" y="27764"/>
                </a:cubicBezTo>
                <a:cubicBezTo>
                  <a:pt x="1081312" y="27764"/>
                  <a:pt x="1089472" y="31035"/>
                  <a:pt x="1095809" y="37578"/>
                </a:cubicBezTo>
                <a:cubicBezTo>
                  <a:pt x="1102146" y="44120"/>
                  <a:pt x="1105315" y="53158"/>
                  <a:pt x="1105315" y="64692"/>
                </a:cubicBezTo>
                <a:cubicBezTo>
                  <a:pt x="1105315" y="74038"/>
                  <a:pt x="1103913" y="81390"/>
                  <a:pt x="1101109" y="86746"/>
                </a:cubicBezTo>
                <a:cubicBezTo>
                  <a:pt x="1098305" y="92103"/>
                  <a:pt x="1094225" y="96263"/>
                  <a:pt x="1088868" y="99227"/>
                </a:cubicBezTo>
                <a:cubicBezTo>
                  <a:pt x="1083511" y="102190"/>
                  <a:pt x="1077665" y="103672"/>
                  <a:pt x="1071327" y="103672"/>
                </a:cubicBezTo>
                <a:cubicBezTo>
                  <a:pt x="1061161" y="103672"/>
                  <a:pt x="1052943" y="100412"/>
                  <a:pt x="1046675" y="93893"/>
                </a:cubicBezTo>
                <a:cubicBezTo>
                  <a:pt x="1040406" y="87373"/>
                  <a:pt x="1037272" y="77982"/>
                  <a:pt x="1037272" y="65718"/>
                </a:cubicBezTo>
                <a:moveTo>
                  <a:pt x="1049923" y="65684"/>
                </a:moveTo>
                <a:cubicBezTo>
                  <a:pt x="1049923" y="74950"/>
                  <a:pt x="1051952" y="81888"/>
                  <a:pt x="1056009" y="86498"/>
                </a:cubicBezTo>
                <a:cubicBezTo>
                  <a:pt x="1060067" y="91109"/>
                  <a:pt x="1065173" y="93414"/>
                  <a:pt x="1071327" y="93414"/>
                </a:cubicBezTo>
                <a:cubicBezTo>
                  <a:pt x="1077437" y="93414"/>
                  <a:pt x="1082520" y="91097"/>
                  <a:pt x="1086577" y="86464"/>
                </a:cubicBezTo>
                <a:cubicBezTo>
                  <a:pt x="1090635" y="81831"/>
                  <a:pt x="1092664" y="74768"/>
                  <a:pt x="1092664" y="65276"/>
                </a:cubicBezTo>
                <a:cubicBezTo>
                  <a:pt x="1092664" y="56327"/>
                  <a:pt x="1090623" y="49548"/>
                  <a:pt x="1086543" y="44937"/>
                </a:cubicBezTo>
                <a:cubicBezTo>
                  <a:pt x="1082463" y="40327"/>
                  <a:pt x="1077391" y="38022"/>
                  <a:pt x="1071327" y="38022"/>
                </a:cubicBezTo>
                <a:cubicBezTo>
                  <a:pt x="1065173" y="38022"/>
                  <a:pt x="1060067" y="40316"/>
                  <a:pt x="1056009" y="44903"/>
                </a:cubicBezTo>
                <a:cubicBezTo>
                  <a:pt x="1051952" y="49491"/>
                  <a:pt x="1049923" y="56418"/>
                  <a:pt x="1049923" y="65684"/>
                </a:cubicBezTo>
                <a:close/>
                <a:moveTo>
                  <a:pt x="1122329" y="102030"/>
                </a:moveTo>
                <a:lnTo>
                  <a:pt x="1122329" y="38979"/>
                </a:lnTo>
                <a:lnTo>
                  <a:pt x="1111456" y="38979"/>
                </a:lnTo>
                <a:lnTo>
                  <a:pt x="1111456" y="29406"/>
                </a:lnTo>
                <a:lnTo>
                  <a:pt x="1122329" y="29406"/>
                </a:lnTo>
                <a:lnTo>
                  <a:pt x="1122329" y="21695"/>
                </a:lnTo>
                <a:cubicBezTo>
                  <a:pt x="1122329" y="16828"/>
                  <a:pt x="1122762" y="13213"/>
                  <a:pt x="1123628" y="10848"/>
                </a:cubicBezTo>
                <a:cubicBezTo>
                  <a:pt x="1124814" y="7665"/>
                  <a:pt x="1126899" y="5084"/>
                  <a:pt x="1129886" y="3105"/>
                </a:cubicBezTo>
                <a:cubicBezTo>
                  <a:pt x="1132872" y="1126"/>
                  <a:pt x="1137055" y="137"/>
                  <a:pt x="1142434" y="137"/>
                </a:cubicBezTo>
                <a:cubicBezTo>
                  <a:pt x="1145899" y="137"/>
                  <a:pt x="1149729" y="547"/>
                  <a:pt x="1153923" y="1368"/>
                </a:cubicBezTo>
                <a:lnTo>
                  <a:pt x="1152077" y="12104"/>
                </a:lnTo>
                <a:cubicBezTo>
                  <a:pt x="1149523" y="11648"/>
                  <a:pt x="1147107" y="11420"/>
                  <a:pt x="1144828" y="11420"/>
                </a:cubicBezTo>
                <a:cubicBezTo>
                  <a:pt x="1141089" y="11420"/>
                  <a:pt x="1138445" y="12215"/>
                  <a:pt x="1136895" y="13805"/>
                </a:cubicBezTo>
                <a:cubicBezTo>
                  <a:pt x="1135345" y="15395"/>
                  <a:pt x="1134570" y="18370"/>
                  <a:pt x="1134570" y="22729"/>
                </a:cubicBezTo>
                <a:lnTo>
                  <a:pt x="1134570" y="29406"/>
                </a:lnTo>
                <a:lnTo>
                  <a:pt x="1148726" y="29406"/>
                </a:lnTo>
                <a:lnTo>
                  <a:pt x="1148726" y="38979"/>
                </a:lnTo>
                <a:lnTo>
                  <a:pt x="1134570" y="38979"/>
                </a:lnTo>
                <a:lnTo>
                  <a:pt x="1134570" y="102030"/>
                </a:lnTo>
                <a:lnTo>
                  <a:pt x="1122329" y="102030"/>
                </a:lnTo>
                <a:close/>
                <a:moveTo>
                  <a:pt x="1193983" y="69753"/>
                </a:moveTo>
                <a:lnTo>
                  <a:pt x="1206498" y="68659"/>
                </a:lnTo>
                <a:cubicBezTo>
                  <a:pt x="1207090" y="73673"/>
                  <a:pt x="1208469" y="77788"/>
                  <a:pt x="1210635" y="81002"/>
                </a:cubicBezTo>
                <a:cubicBezTo>
                  <a:pt x="1212801" y="84216"/>
                  <a:pt x="1216163" y="86815"/>
                  <a:pt x="1220722" y="88798"/>
                </a:cubicBezTo>
                <a:cubicBezTo>
                  <a:pt x="1225281" y="90781"/>
                  <a:pt x="1230410" y="91773"/>
                  <a:pt x="1236108" y="91773"/>
                </a:cubicBezTo>
                <a:cubicBezTo>
                  <a:pt x="1241169" y="91773"/>
                  <a:pt x="1245637" y="91020"/>
                  <a:pt x="1249512" y="89516"/>
                </a:cubicBezTo>
                <a:cubicBezTo>
                  <a:pt x="1253387" y="88011"/>
                  <a:pt x="1256271" y="85949"/>
                  <a:pt x="1258163" y="83327"/>
                </a:cubicBezTo>
                <a:cubicBezTo>
                  <a:pt x="1260055" y="80706"/>
                  <a:pt x="1261001" y="77845"/>
                  <a:pt x="1261001" y="74745"/>
                </a:cubicBezTo>
                <a:cubicBezTo>
                  <a:pt x="1261001" y="71599"/>
                  <a:pt x="1260089" y="68852"/>
                  <a:pt x="1258265" y="66504"/>
                </a:cubicBezTo>
                <a:cubicBezTo>
                  <a:pt x="1256442" y="64157"/>
                  <a:pt x="1253433" y="62185"/>
                  <a:pt x="1249238" y="60589"/>
                </a:cubicBezTo>
                <a:cubicBezTo>
                  <a:pt x="1246549" y="59541"/>
                  <a:pt x="1240599" y="57911"/>
                  <a:pt x="1231390" y="55700"/>
                </a:cubicBezTo>
                <a:cubicBezTo>
                  <a:pt x="1222181" y="53488"/>
                  <a:pt x="1215730" y="51403"/>
                  <a:pt x="1212037" y="49442"/>
                </a:cubicBezTo>
                <a:cubicBezTo>
                  <a:pt x="1207250" y="46935"/>
                  <a:pt x="1203683" y="43823"/>
                  <a:pt x="1201335" y="40108"/>
                </a:cubicBezTo>
                <a:cubicBezTo>
                  <a:pt x="1198987" y="36392"/>
                  <a:pt x="1197813" y="32232"/>
                  <a:pt x="1197813" y="27628"/>
                </a:cubicBezTo>
                <a:cubicBezTo>
                  <a:pt x="1197813" y="22567"/>
                  <a:pt x="1199249" y="17837"/>
                  <a:pt x="1202121" y="13438"/>
                </a:cubicBezTo>
                <a:cubicBezTo>
                  <a:pt x="1204993" y="9038"/>
                  <a:pt x="1209188" y="5699"/>
                  <a:pt x="1214704" y="3419"/>
                </a:cubicBezTo>
                <a:cubicBezTo>
                  <a:pt x="1220220" y="1140"/>
                  <a:pt x="1226352" y="0"/>
                  <a:pt x="1233099" y="0"/>
                </a:cubicBezTo>
                <a:cubicBezTo>
                  <a:pt x="1240531" y="0"/>
                  <a:pt x="1247084" y="1197"/>
                  <a:pt x="1252760" y="3590"/>
                </a:cubicBezTo>
                <a:cubicBezTo>
                  <a:pt x="1258436" y="5984"/>
                  <a:pt x="1262801" y="9506"/>
                  <a:pt x="1265856" y="14156"/>
                </a:cubicBezTo>
                <a:cubicBezTo>
                  <a:pt x="1268910" y="18806"/>
                  <a:pt x="1270552" y="24072"/>
                  <a:pt x="1270780" y="29953"/>
                </a:cubicBezTo>
                <a:lnTo>
                  <a:pt x="1258060" y="30910"/>
                </a:lnTo>
                <a:cubicBezTo>
                  <a:pt x="1257376" y="24550"/>
                  <a:pt x="1255062" y="19746"/>
                  <a:pt x="1251119" y="16498"/>
                </a:cubicBezTo>
                <a:cubicBezTo>
                  <a:pt x="1247175" y="13250"/>
                  <a:pt x="1241351" y="11625"/>
                  <a:pt x="1233647" y="11625"/>
                </a:cubicBezTo>
                <a:cubicBezTo>
                  <a:pt x="1225623" y="11625"/>
                  <a:pt x="1219776" y="13097"/>
                  <a:pt x="1216106" y="16041"/>
                </a:cubicBezTo>
                <a:cubicBezTo>
                  <a:pt x="1212436" y="18983"/>
                  <a:pt x="1210601" y="22529"/>
                  <a:pt x="1210601" y="26681"/>
                </a:cubicBezTo>
                <a:cubicBezTo>
                  <a:pt x="1210601" y="30285"/>
                  <a:pt x="1211900" y="33251"/>
                  <a:pt x="1214499" y="35577"/>
                </a:cubicBezTo>
                <a:cubicBezTo>
                  <a:pt x="1217052" y="37905"/>
                  <a:pt x="1223719" y="40289"/>
                  <a:pt x="1234501" y="42730"/>
                </a:cubicBezTo>
                <a:cubicBezTo>
                  <a:pt x="1245283" y="45170"/>
                  <a:pt x="1252680" y="47303"/>
                  <a:pt x="1256692" y="49128"/>
                </a:cubicBezTo>
                <a:cubicBezTo>
                  <a:pt x="1262528" y="51819"/>
                  <a:pt x="1266836" y="55230"/>
                  <a:pt x="1269617" y="59360"/>
                </a:cubicBezTo>
                <a:cubicBezTo>
                  <a:pt x="1272398" y="63489"/>
                  <a:pt x="1273789" y="68245"/>
                  <a:pt x="1273789" y="73629"/>
                </a:cubicBezTo>
                <a:cubicBezTo>
                  <a:pt x="1273789" y="78966"/>
                  <a:pt x="1272261" y="83996"/>
                  <a:pt x="1269207" y="88719"/>
                </a:cubicBezTo>
                <a:cubicBezTo>
                  <a:pt x="1266152" y="93440"/>
                  <a:pt x="1261764" y="97113"/>
                  <a:pt x="1256043" y="99737"/>
                </a:cubicBezTo>
                <a:cubicBezTo>
                  <a:pt x="1250321" y="102360"/>
                  <a:pt x="1243882" y="103672"/>
                  <a:pt x="1236724" y="103672"/>
                </a:cubicBezTo>
                <a:cubicBezTo>
                  <a:pt x="1227651" y="103672"/>
                  <a:pt x="1220049" y="102350"/>
                  <a:pt x="1213918" y="99705"/>
                </a:cubicBezTo>
                <a:cubicBezTo>
                  <a:pt x="1207786" y="97061"/>
                  <a:pt x="1202976" y="93083"/>
                  <a:pt x="1199488" y="87772"/>
                </a:cubicBezTo>
                <a:cubicBezTo>
                  <a:pt x="1196001" y="82461"/>
                  <a:pt x="1194166" y="76454"/>
                  <a:pt x="1193983" y="69753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9" name="Text t">
            <a:extLst xmlns:a="http://schemas.openxmlformats.org/drawingml/2006/main">
              <a:ext uri="{FF2B5EF4-FFF2-40B4-BE49-F238E27FC236}">
                <a16:creationId xmlns:a16="http://schemas.microsoft.com/office/drawing/2014/main" id="{449FDBD2-4669-49B8-B244-98F2CCC21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0477" y="3118252"/>
            <a:ext cx="22879" cy="63956"/>
          </a:xfrm>
          <a:custGeom xmlns:a="http://schemas.openxmlformats.org/drawingml/2006/main">
            <a:pathLst>
              <a:path w="22879" h="63956">
                <a:moveTo>
                  <a:pt x="21731" y="56315"/>
                </a:moveTo>
                <a:lnTo>
                  <a:pt x="22879" y="63338"/>
                </a:lnTo>
                <a:cubicBezTo>
                  <a:pt x="20642" y="63750"/>
                  <a:pt x="18639" y="63956"/>
                  <a:pt x="16873" y="63956"/>
                </a:cubicBezTo>
                <a:cubicBezTo>
                  <a:pt x="13987" y="63956"/>
                  <a:pt x="11749" y="63500"/>
                  <a:pt x="10159" y="62587"/>
                </a:cubicBezTo>
                <a:cubicBezTo>
                  <a:pt x="8569" y="61674"/>
                  <a:pt x="7450" y="60475"/>
                  <a:pt x="6802" y="58987"/>
                </a:cubicBezTo>
                <a:cubicBezTo>
                  <a:pt x="6154" y="57500"/>
                  <a:pt x="5830" y="54372"/>
                  <a:pt x="5830" y="49602"/>
                </a:cubicBezTo>
                <a:lnTo>
                  <a:pt x="5830" y="22614"/>
                </a:lnTo>
                <a:lnTo>
                  <a:pt x="0" y="22614"/>
                </a:lnTo>
                <a:lnTo>
                  <a:pt x="0" y="16431"/>
                </a:lnTo>
                <a:lnTo>
                  <a:pt x="5830" y="16431"/>
                </a:lnTo>
                <a:lnTo>
                  <a:pt x="5830" y="4783"/>
                </a:lnTo>
                <a:lnTo>
                  <a:pt x="13737" y="0"/>
                </a:lnTo>
                <a:lnTo>
                  <a:pt x="13737" y="16431"/>
                </a:lnTo>
                <a:lnTo>
                  <a:pt x="21731" y="16431"/>
                </a:lnTo>
                <a:lnTo>
                  <a:pt x="21731" y="22614"/>
                </a:lnTo>
                <a:lnTo>
                  <a:pt x="13737" y="22614"/>
                </a:lnTo>
                <a:lnTo>
                  <a:pt x="13737" y="50043"/>
                </a:lnTo>
                <a:cubicBezTo>
                  <a:pt x="13737" y="52311"/>
                  <a:pt x="13876" y="53768"/>
                  <a:pt x="14156" y="54416"/>
                </a:cubicBezTo>
                <a:cubicBezTo>
                  <a:pt x="14436" y="55064"/>
                  <a:pt x="14892" y="55579"/>
                  <a:pt x="15525" y="55962"/>
                </a:cubicBezTo>
                <a:cubicBezTo>
                  <a:pt x="16158" y="56345"/>
                  <a:pt x="17064" y="56536"/>
                  <a:pt x="18242" y="56536"/>
                </a:cubicBezTo>
                <a:cubicBezTo>
                  <a:pt x="19125" y="56536"/>
                  <a:pt x="20288" y="56463"/>
                  <a:pt x="21731" y="5631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ECCC377-3D25-4899-8A17-57F49EC7E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83" y="1777923"/>
            <a:ext cx="1933841" cy="1214719"/>
          </a:xfrm>
          <a:custGeom xmlns:a="http://schemas.openxmlformats.org/drawingml/2006/main">
            <a:pathLst>
              <a:path w="1933841" h="1214719">
                <a:moveTo>
                  <a:pt x="0" y="1214719"/>
                </a:moveTo>
                <a:lnTo>
                  <a:pt x="1933841" y="1214719"/>
                </a:lnTo>
                <a:lnTo>
                  <a:pt x="1933841" y="0"/>
                </a:lnTo>
                <a:lnTo>
                  <a:pt x="0" y="0"/>
                </a:lnTo>
                <a:lnTo>
                  <a:pt x="0" y="1214719"/>
                </a:lnTo>
                <a:close/>
                <a:moveTo>
                  <a:pt x="1923363" y="1204241"/>
                </a:moveTo>
                <a:lnTo>
                  <a:pt x="10478" y="1204241"/>
                </a:lnTo>
                <a:lnTo>
                  <a:pt x="10478" y="10478"/>
                </a:lnTo>
                <a:lnTo>
                  <a:pt x="1923363" y="10478"/>
                </a:lnTo>
                <a:lnTo>
                  <a:pt x="1923363" y="120424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1" name="Text ....">
            <a:extLst xmlns:a="http://schemas.openxmlformats.org/drawingml/2006/main">
              <a:ext uri="{FF2B5EF4-FFF2-40B4-BE49-F238E27FC236}">
                <a16:creationId xmlns:a16="http://schemas.microsoft.com/office/drawing/2014/main" id="{70F95385-561D-47BF-99FD-09FBE0DE0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877" y="2607312"/>
            <a:ext cx="156135" cy="16863"/>
          </a:xfrm>
          <a:custGeom xmlns:a="http://schemas.openxmlformats.org/drawingml/2006/main">
            <a:pathLst>
              <a:path w="156135" h="16863">
                <a:moveTo>
                  <a:pt x="0" y="16863"/>
                </a:moveTo>
                <a:lnTo>
                  <a:pt x="0" y="0"/>
                </a:lnTo>
                <a:lnTo>
                  <a:pt x="16781" y="0"/>
                </a:lnTo>
                <a:lnTo>
                  <a:pt x="16781" y="16863"/>
                </a:lnTo>
                <a:lnTo>
                  <a:pt x="0" y="16863"/>
                </a:lnTo>
                <a:close/>
                <a:moveTo>
                  <a:pt x="46451" y="16863"/>
                </a:moveTo>
                <a:lnTo>
                  <a:pt x="46451" y="0"/>
                </a:lnTo>
                <a:lnTo>
                  <a:pt x="63232" y="0"/>
                </a:lnTo>
                <a:lnTo>
                  <a:pt x="63232" y="16863"/>
                </a:lnTo>
                <a:lnTo>
                  <a:pt x="46451" y="16863"/>
                </a:lnTo>
                <a:close/>
                <a:moveTo>
                  <a:pt x="92903" y="16863"/>
                </a:moveTo>
                <a:lnTo>
                  <a:pt x="92903" y="0"/>
                </a:lnTo>
                <a:lnTo>
                  <a:pt x="109683" y="0"/>
                </a:lnTo>
                <a:lnTo>
                  <a:pt x="109683" y="16863"/>
                </a:lnTo>
                <a:lnTo>
                  <a:pt x="92903" y="16863"/>
                </a:lnTo>
                <a:close/>
                <a:moveTo>
                  <a:pt x="139354" y="16863"/>
                </a:moveTo>
                <a:lnTo>
                  <a:pt x="139354" y="0"/>
                </a:lnTo>
                <a:lnTo>
                  <a:pt x="156135" y="0"/>
                </a:lnTo>
                <a:lnTo>
                  <a:pt x="156135" y="16863"/>
                </a:lnTo>
                <a:lnTo>
                  <a:pt x="139354" y="1686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E12716A-ED33-4E06-ACC5-6A9AEC64B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974" y="1026180"/>
            <a:ext cx="311817" cy="709972"/>
          </a:xfrm>
          <a:custGeom xmlns:a="http://schemas.openxmlformats.org/drawingml/2006/main">
            <a:pathLst>
              <a:path w="311817" h="709972">
                <a:moveTo>
                  <a:pt x="200334" y="0"/>
                </a:moveTo>
                <a:lnTo>
                  <a:pt x="200334" y="563283"/>
                </a:lnTo>
                <a:lnTo>
                  <a:pt x="311817" y="563283"/>
                </a:lnTo>
                <a:lnTo>
                  <a:pt x="155909" y="709972"/>
                </a:lnTo>
                <a:lnTo>
                  <a:pt x="0" y="563283"/>
                </a:lnTo>
                <a:lnTo>
                  <a:pt x="111483" y="563283"/>
                </a:lnTo>
                <a:lnTo>
                  <a:pt x="111483" y="0"/>
                </a:lnTo>
                <a:lnTo>
                  <a:pt x="200334" y="0"/>
                </a:lnTo>
              </a:path>
            </a:pathLst>
          </a:custGeom>
          <a:solidFill xmlns:a="http://schemas.openxmlformats.org/drawingml/2006/main">
            <a:srgbClr val="BFBFB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3" name="Text GO-COT">
            <a:extLst xmlns:a="http://schemas.openxmlformats.org/drawingml/2006/main">
              <a:ext uri="{FF2B5EF4-FFF2-40B4-BE49-F238E27FC236}">
                <a16:creationId xmlns:a16="http://schemas.microsoft.com/office/drawing/2014/main" id="{15DD7293-524B-4B0B-8A70-B3B1FFB20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23631" y="2682215"/>
            <a:ext cx="603918" cy="113646"/>
          </a:xfrm>
          <a:custGeom xmlns:a="http://schemas.openxmlformats.org/drawingml/2006/main">
            <a:pathLst>
              <a:path w="603918" h="113646">
                <a:moveTo>
                  <a:pt x="54876" y="71422"/>
                </a:moveTo>
                <a:lnTo>
                  <a:pt x="54876" y="52855"/>
                </a:lnTo>
                <a:lnTo>
                  <a:pt x="102640" y="52855"/>
                </a:lnTo>
                <a:lnTo>
                  <a:pt x="102640" y="96583"/>
                </a:lnTo>
                <a:cubicBezTo>
                  <a:pt x="97999" y="101092"/>
                  <a:pt x="91273" y="105063"/>
                  <a:pt x="82464" y="108496"/>
                </a:cubicBezTo>
                <a:cubicBezTo>
                  <a:pt x="73655" y="111929"/>
                  <a:pt x="64734" y="113646"/>
                  <a:pt x="55700" y="113646"/>
                </a:cubicBezTo>
                <a:cubicBezTo>
                  <a:pt x="44220" y="113646"/>
                  <a:pt x="34213" y="111234"/>
                  <a:pt x="25679" y="106412"/>
                </a:cubicBezTo>
                <a:cubicBezTo>
                  <a:pt x="17144" y="101589"/>
                  <a:pt x="10731" y="94693"/>
                  <a:pt x="6438" y="85723"/>
                </a:cubicBezTo>
                <a:cubicBezTo>
                  <a:pt x="2146" y="76752"/>
                  <a:pt x="0" y="66994"/>
                  <a:pt x="0" y="56448"/>
                </a:cubicBezTo>
                <a:cubicBezTo>
                  <a:pt x="0" y="45003"/>
                  <a:pt x="2396" y="34833"/>
                  <a:pt x="7187" y="25938"/>
                </a:cubicBezTo>
                <a:cubicBezTo>
                  <a:pt x="11978" y="17042"/>
                  <a:pt x="18991" y="10220"/>
                  <a:pt x="28224" y="5472"/>
                </a:cubicBezTo>
                <a:cubicBezTo>
                  <a:pt x="35262" y="1824"/>
                  <a:pt x="44021" y="0"/>
                  <a:pt x="54502" y="0"/>
                </a:cubicBezTo>
                <a:cubicBezTo>
                  <a:pt x="68127" y="0"/>
                  <a:pt x="78771" y="2864"/>
                  <a:pt x="86432" y="8593"/>
                </a:cubicBezTo>
                <a:cubicBezTo>
                  <a:pt x="94093" y="14320"/>
                  <a:pt x="99022" y="22237"/>
                  <a:pt x="101218" y="32342"/>
                </a:cubicBezTo>
                <a:lnTo>
                  <a:pt x="79208" y="36534"/>
                </a:lnTo>
                <a:cubicBezTo>
                  <a:pt x="77660" y="31121"/>
                  <a:pt x="74753" y="26848"/>
                  <a:pt x="70486" y="23716"/>
                </a:cubicBezTo>
                <a:cubicBezTo>
                  <a:pt x="66218" y="20583"/>
                  <a:pt x="60890" y="19016"/>
                  <a:pt x="54502" y="19016"/>
                </a:cubicBezTo>
                <a:cubicBezTo>
                  <a:pt x="44819" y="19016"/>
                  <a:pt x="37121" y="22085"/>
                  <a:pt x="31406" y="28224"/>
                </a:cubicBezTo>
                <a:cubicBezTo>
                  <a:pt x="25691" y="34363"/>
                  <a:pt x="22834" y="43472"/>
                  <a:pt x="22834" y="55550"/>
                </a:cubicBezTo>
                <a:cubicBezTo>
                  <a:pt x="22834" y="68577"/>
                  <a:pt x="25729" y="78347"/>
                  <a:pt x="31518" y="84860"/>
                </a:cubicBezTo>
                <a:cubicBezTo>
                  <a:pt x="37308" y="91373"/>
                  <a:pt x="44894" y="94630"/>
                  <a:pt x="54277" y="94630"/>
                </a:cubicBezTo>
                <a:cubicBezTo>
                  <a:pt x="58919" y="94630"/>
                  <a:pt x="63573" y="93722"/>
                  <a:pt x="68240" y="91907"/>
                </a:cubicBezTo>
                <a:cubicBezTo>
                  <a:pt x="72906" y="90091"/>
                  <a:pt x="76912" y="87890"/>
                  <a:pt x="80256" y="85302"/>
                </a:cubicBezTo>
                <a:lnTo>
                  <a:pt x="80256" y="71422"/>
                </a:lnTo>
                <a:lnTo>
                  <a:pt x="54876" y="71422"/>
                </a:lnTo>
                <a:close/>
                <a:moveTo>
                  <a:pt x="118771" y="57497"/>
                </a:moveTo>
                <a:cubicBezTo>
                  <a:pt x="118771" y="46303"/>
                  <a:pt x="120443" y="36908"/>
                  <a:pt x="123787" y="29312"/>
                </a:cubicBezTo>
                <a:cubicBezTo>
                  <a:pt x="126282" y="23714"/>
                  <a:pt x="129689" y="18691"/>
                  <a:pt x="134006" y="14243"/>
                </a:cubicBezTo>
                <a:cubicBezTo>
                  <a:pt x="138323" y="9795"/>
                  <a:pt x="143052" y="6496"/>
                  <a:pt x="148193" y="4347"/>
                </a:cubicBezTo>
                <a:cubicBezTo>
                  <a:pt x="155031" y="1449"/>
                  <a:pt x="162916" y="0"/>
                  <a:pt x="171850" y="0"/>
                </a:cubicBezTo>
                <a:cubicBezTo>
                  <a:pt x="188021" y="0"/>
                  <a:pt x="200961" y="5023"/>
                  <a:pt x="210668" y="15069"/>
                </a:cubicBezTo>
                <a:cubicBezTo>
                  <a:pt x="220376" y="25113"/>
                  <a:pt x="225229" y="39081"/>
                  <a:pt x="225229" y="56973"/>
                </a:cubicBezTo>
                <a:cubicBezTo>
                  <a:pt x="225229" y="74714"/>
                  <a:pt x="220413" y="88595"/>
                  <a:pt x="210780" y="98616"/>
                </a:cubicBezTo>
                <a:cubicBezTo>
                  <a:pt x="201148" y="108636"/>
                  <a:pt x="188271" y="113646"/>
                  <a:pt x="172150" y="113646"/>
                </a:cubicBezTo>
                <a:cubicBezTo>
                  <a:pt x="155829" y="113646"/>
                  <a:pt x="142853" y="108661"/>
                  <a:pt x="133220" y="98691"/>
                </a:cubicBezTo>
                <a:cubicBezTo>
                  <a:pt x="123587" y="88720"/>
                  <a:pt x="118771" y="74989"/>
                  <a:pt x="118771" y="57497"/>
                </a:cubicBezTo>
                <a:moveTo>
                  <a:pt x="141605" y="56748"/>
                </a:moveTo>
                <a:cubicBezTo>
                  <a:pt x="141605" y="69176"/>
                  <a:pt x="144475" y="78596"/>
                  <a:pt x="150214" y="85010"/>
                </a:cubicBezTo>
                <a:cubicBezTo>
                  <a:pt x="155954" y="91423"/>
                  <a:pt x="163241" y="94630"/>
                  <a:pt x="172075" y="94630"/>
                </a:cubicBezTo>
                <a:cubicBezTo>
                  <a:pt x="180909" y="94630"/>
                  <a:pt x="188159" y="91448"/>
                  <a:pt x="193823" y="85084"/>
                </a:cubicBezTo>
                <a:cubicBezTo>
                  <a:pt x="199488" y="78721"/>
                  <a:pt x="202321" y="69176"/>
                  <a:pt x="202321" y="56448"/>
                </a:cubicBezTo>
                <a:cubicBezTo>
                  <a:pt x="202321" y="43871"/>
                  <a:pt x="199563" y="34488"/>
                  <a:pt x="194048" y="28299"/>
                </a:cubicBezTo>
                <a:cubicBezTo>
                  <a:pt x="188533" y="22110"/>
                  <a:pt x="181209" y="19016"/>
                  <a:pt x="172075" y="19016"/>
                </a:cubicBezTo>
                <a:cubicBezTo>
                  <a:pt x="162941" y="19016"/>
                  <a:pt x="155580" y="22148"/>
                  <a:pt x="149990" y="28411"/>
                </a:cubicBezTo>
                <a:cubicBezTo>
                  <a:pt x="144400" y="34675"/>
                  <a:pt x="141605" y="44121"/>
                  <a:pt x="141605" y="56748"/>
                </a:cubicBezTo>
                <a:close/>
                <a:moveTo>
                  <a:pt x="240163" y="82352"/>
                </a:moveTo>
                <a:lnTo>
                  <a:pt x="240163" y="61240"/>
                </a:lnTo>
                <a:lnTo>
                  <a:pt x="281489" y="61240"/>
                </a:lnTo>
                <a:lnTo>
                  <a:pt x="281489" y="82352"/>
                </a:lnTo>
                <a:lnTo>
                  <a:pt x="240163" y="82352"/>
                </a:lnTo>
                <a:close/>
                <a:moveTo>
                  <a:pt x="364274" y="71272"/>
                </a:moveTo>
                <a:lnTo>
                  <a:pt x="385760" y="78010"/>
                </a:lnTo>
                <a:cubicBezTo>
                  <a:pt x="382466" y="90065"/>
                  <a:pt x="376988" y="99018"/>
                  <a:pt x="369327" y="104870"/>
                </a:cubicBezTo>
                <a:cubicBezTo>
                  <a:pt x="361666" y="110720"/>
                  <a:pt x="351946" y="113646"/>
                  <a:pt x="340167" y="113646"/>
                </a:cubicBezTo>
                <a:cubicBezTo>
                  <a:pt x="325593" y="113646"/>
                  <a:pt x="313615" y="108661"/>
                  <a:pt x="304232" y="98691"/>
                </a:cubicBezTo>
                <a:cubicBezTo>
                  <a:pt x="294848" y="88720"/>
                  <a:pt x="290157" y="75089"/>
                  <a:pt x="290157" y="57798"/>
                </a:cubicBezTo>
                <a:cubicBezTo>
                  <a:pt x="290157" y="39506"/>
                  <a:pt x="294873" y="25301"/>
                  <a:pt x="304306" y="15181"/>
                </a:cubicBezTo>
                <a:cubicBezTo>
                  <a:pt x="313739" y="5060"/>
                  <a:pt x="326142" y="0"/>
                  <a:pt x="341514" y="0"/>
                </a:cubicBezTo>
                <a:cubicBezTo>
                  <a:pt x="354940" y="0"/>
                  <a:pt x="365846" y="3977"/>
                  <a:pt x="374231" y="11932"/>
                </a:cubicBezTo>
                <a:cubicBezTo>
                  <a:pt x="379222" y="16634"/>
                  <a:pt x="382965" y="23388"/>
                  <a:pt x="385460" y="32192"/>
                </a:cubicBezTo>
                <a:lnTo>
                  <a:pt x="363525" y="37433"/>
                </a:lnTo>
                <a:cubicBezTo>
                  <a:pt x="362227" y="31743"/>
                  <a:pt x="359520" y="27251"/>
                  <a:pt x="355402" y="23957"/>
                </a:cubicBezTo>
                <a:cubicBezTo>
                  <a:pt x="351284" y="20663"/>
                  <a:pt x="346281" y="19016"/>
                  <a:pt x="340391" y="19016"/>
                </a:cubicBezTo>
                <a:cubicBezTo>
                  <a:pt x="332256" y="19016"/>
                  <a:pt x="325655" y="21936"/>
                  <a:pt x="320590" y="27775"/>
                </a:cubicBezTo>
                <a:cubicBezTo>
                  <a:pt x="315524" y="33615"/>
                  <a:pt x="312991" y="43073"/>
                  <a:pt x="312991" y="56149"/>
                </a:cubicBezTo>
                <a:cubicBezTo>
                  <a:pt x="312991" y="70024"/>
                  <a:pt x="315486" y="79906"/>
                  <a:pt x="320477" y="85796"/>
                </a:cubicBezTo>
                <a:cubicBezTo>
                  <a:pt x="325468" y="91685"/>
                  <a:pt x="331957" y="94630"/>
                  <a:pt x="339942" y="94630"/>
                </a:cubicBezTo>
                <a:cubicBezTo>
                  <a:pt x="345832" y="94630"/>
                  <a:pt x="350898" y="92753"/>
                  <a:pt x="355140" y="88999"/>
                </a:cubicBezTo>
                <a:cubicBezTo>
                  <a:pt x="359382" y="85243"/>
                  <a:pt x="362427" y="79334"/>
                  <a:pt x="364274" y="71272"/>
                </a:cubicBezTo>
                <a:close/>
                <a:moveTo>
                  <a:pt x="400622" y="57497"/>
                </a:moveTo>
                <a:cubicBezTo>
                  <a:pt x="400622" y="46303"/>
                  <a:pt x="402294" y="36908"/>
                  <a:pt x="405638" y="29312"/>
                </a:cubicBezTo>
                <a:cubicBezTo>
                  <a:pt x="408134" y="23714"/>
                  <a:pt x="411540" y="18691"/>
                  <a:pt x="415857" y="14243"/>
                </a:cubicBezTo>
                <a:cubicBezTo>
                  <a:pt x="420175" y="9795"/>
                  <a:pt x="424904" y="6496"/>
                  <a:pt x="430044" y="4347"/>
                </a:cubicBezTo>
                <a:cubicBezTo>
                  <a:pt x="436882" y="1449"/>
                  <a:pt x="444768" y="0"/>
                  <a:pt x="453702" y="0"/>
                </a:cubicBezTo>
                <a:cubicBezTo>
                  <a:pt x="469873" y="0"/>
                  <a:pt x="482812" y="5023"/>
                  <a:pt x="492520" y="15069"/>
                </a:cubicBezTo>
                <a:cubicBezTo>
                  <a:pt x="502227" y="25113"/>
                  <a:pt x="507081" y="39081"/>
                  <a:pt x="507081" y="56973"/>
                </a:cubicBezTo>
                <a:cubicBezTo>
                  <a:pt x="507081" y="74714"/>
                  <a:pt x="502265" y="88595"/>
                  <a:pt x="492632" y="98616"/>
                </a:cubicBezTo>
                <a:cubicBezTo>
                  <a:pt x="482999" y="108636"/>
                  <a:pt x="470122" y="113646"/>
                  <a:pt x="454001" y="113646"/>
                </a:cubicBezTo>
                <a:cubicBezTo>
                  <a:pt x="437681" y="113646"/>
                  <a:pt x="424704" y="108661"/>
                  <a:pt x="415071" y="98691"/>
                </a:cubicBezTo>
                <a:cubicBezTo>
                  <a:pt x="405439" y="88720"/>
                  <a:pt x="400622" y="74989"/>
                  <a:pt x="400622" y="57497"/>
                </a:cubicBezTo>
                <a:moveTo>
                  <a:pt x="423456" y="56748"/>
                </a:moveTo>
                <a:cubicBezTo>
                  <a:pt x="423456" y="69176"/>
                  <a:pt x="426326" y="78596"/>
                  <a:pt x="432066" y="85010"/>
                </a:cubicBezTo>
                <a:cubicBezTo>
                  <a:pt x="437805" y="91423"/>
                  <a:pt x="445092" y="94630"/>
                  <a:pt x="453927" y="94630"/>
                </a:cubicBezTo>
                <a:cubicBezTo>
                  <a:pt x="462761" y="94630"/>
                  <a:pt x="470010" y="91448"/>
                  <a:pt x="475675" y="85084"/>
                </a:cubicBezTo>
                <a:cubicBezTo>
                  <a:pt x="481340" y="78721"/>
                  <a:pt x="484172" y="69176"/>
                  <a:pt x="484172" y="56448"/>
                </a:cubicBezTo>
                <a:cubicBezTo>
                  <a:pt x="484172" y="43871"/>
                  <a:pt x="481415" y="34488"/>
                  <a:pt x="475899" y="28299"/>
                </a:cubicBezTo>
                <a:cubicBezTo>
                  <a:pt x="470384" y="22110"/>
                  <a:pt x="463060" y="19016"/>
                  <a:pt x="453927" y="19016"/>
                </a:cubicBezTo>
                <a:cubicBezTo>
                  <a:pt x="444793" y="19016"/>
                  <a:pt x="437431" y="22148"/>
                  <a:pt x="431841" y="28411"/>
                </a:cubicBezTo>
                <a:cubicBezTo>
                  <a:pt x="426251" y="34675"/>
                  <a:pt x="423456" y="44121"/>
                  <a:pt x="423456" y="56748"/>
                </a:cubicBezTo>
                <a:close/>
                <a:moveTo>
                  <a:pt x="549266" y="111699"/>
                </a:moveTo>
                <a:lnTo>
                  <a:pt x="549266" y="20513"/>
                </a:lnTo>
                <a:lnTo>
                  <a:pt x="516700" y="20513"/>
                </a:lnTo>
                <a:lnTo>
                  <a:pt x="516700" y="1946"/>
                </a:lnTo>
                <a:lnTo>
                  <a:pt x="603918" y="1946"/>
                </a:lnTo>
                <a:lnTo>
                  <a:pt x="603918" y="20513"/>
                </a:lnTo>
                <a:lnTo>
                  <a:pt x="571427" y="20513"/>
                </a:lnTo>
                <a:lnTo>
                  <a:pt x="571427" y="111699"/>
                </a:lnTo>
                <a:lnTo>
                  <a:pt x="549266" y="11169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4" name="Text seen=[]">
            <a:extLst xmlns:a="http://schemas.openxmlformats.org/drawingml/2006/main">
              <a:ext uri="{FF2B5EF4-FFF2-40B4-BE49-F238E27FC236}">
                <a16:creationId xmlns:a16="http://schemas.microsoft.com/office/drawing/2014/main" id="{C2F89AFE-D7F1-4386-8113-8A6D1BAFF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0387" y="884681"/>
            <a:ext cx="401402" cy="101077"/>
          </a:xfrm>
          <a:custGeom xmlns:a="http://schemas.openxmlformats.org/drawingml/2006/main">
            <a:pathLst>
              <a:path w="401402" h="101077">
                <a:moveTo>
                  <a:pt x="42052" y="63867"/>
                </a:moveTo>
                <a:cubicBezTo>
                  <a:pt x="42052" y="65789"/>
                  <a:pt x="41726" y="67512"/>
                  <a:pt x="41073" y="69035"/>
                </a:cubicBezTo>
                <a:cubicBezTo>
                  <a:pt x="40420" y="70558"/>
                  <a:pt x="39531" y="71909"/>
                  <a:pt x="38407" y="73088"/>
                </a:cubicBezTo>
                <a:cubicBezTo>
                  <a:pt x="37283" y="74266"/>
                  <a:pt x="35977" y="75273"/>
                  <a:pt x="34490" y="76107"/>
                </a:cubicBezTo>
                <a:cubicBezTo>
                  <a:pt x="33003" y="76941"/>
                  <a:pt x="31417" y="77630"/>
                  <a:pt x="29730" y="78174"/>
                </a:cubicBezTo>
                <a:cubicBezTo>
                  <a:pt x="28044" y="78718"/>
                  <a:pt x="26312" y="79117"/>
                  <a:pt x="24535" y="79371"/>
                </a:cubicBezTo>
                <a:cubicBezTo>
                  <a:pt x="22758" y="79625"/>
                  <a:pt x="21017" y="79752"/>
                  <a:pt x="19312" y="79752"/>
                </a:cubicBezTo>
                <a:cubicBezTo>
                  <a:pt x="15613" y="79752"/>
                  <a:pt x="12213" y="79589"/>
                  <a:pt x="9112" y="79262"/>
                </a:cubicBezTo>
                <a:cubicBezTo>
                  <a:pt x="6011" y="78936"/>
                  <a:pt x="2974" y="78410"/>
                  <a:pt x="0" y="77685"/>
                </a:cubicBezTo>
                <a:lnTo>
                  <a:pt x="0" y="68980"/>
                </a:lnTo>
                <a:cubicBezTo>
                  <a:pt x="3192" y="69887"/>
                  <a:pt x="6365" y="70576"/>
                  <a:pt x="9520" y="71048"/>
                </a:cubicBezTo>
                <a:cubicBezTo>
                  <a:pt x="12675" y="71519"/>
                  <a:pt x="15813" y="71755"/>
                  <a:pt x="18932" y="71755"/>
                </a:cubicBezTo>
                <a:cubicBezTo>
                  <a:pt x="23465" y="71755"/>
                  <a:pt x="26820" y="71138"/>
                  <a:pt x="28996" y="69905"/>
                </a:cubicBezTo>
                <a:cubicBezTo>
                  <a:pt x="31172" y="68672"/>
                  <a:pt x="32260" y="66913"/>
                  <a:pt x="32260" y="64628"/>
                </a:cubicBezTo>
                <a:cubicBezTo>
                  <a:pt x="32260" y="63649"/>
                  <a:pt x="32088" y="62770"/>
                  <a:pt x="31743" y="61990"/>
                </a:cubicBezTo>
                <a:cubicBezTo>
                  <a:pt x="31398" y="61210"/>
                  <a:pt x="30773" y="60467"/>
                  <a:pt x="29866" y="59760"/>
                </a:cubicBezTo>
                <a:cubicBezTo>
                  <a:pt x="28959" y="59052"/>
                  <a:pt x="27554" y="58318"/>
                  <a:pt x="25650" y="57556"/>
                </a:cubicBezTo>
                <a:cubicBezTo>
                  <a:pt x="23746" y="56795"/>
                  <a:pt x="21144" y="55924"/>
                  <a:pt x="17844" y="54945"/>
                </a:cubicBezTo>
                <a:cubicBezTo>
                  <a:pt x="15377" y="54220"/>
                  <a:pt x="13102" y="53395"/>
                  <a:pt x="11016" y="52470"/>
                </a:cubicBezTo>
                <a:cubicBezTo>
                  <a:pt x="8931" y="51545"/>
                  <a:pt x="7127" y="50448"/>
                  <a:pt x="5603" y="49179"/>
                </a:cubicBezTo>
                <a:cubicBezTo>
                  <a:pt x="4080" y="47909"/>
                  <a:pt x="2883" y="46422"/>
                  <a:pt x="2013" y="44718"/>
                </a:cubicBezTo>
                <a:cubicBezTo>
                  <a:pt x="1142" y="43013"/>
                  <a:pt x="707" y="41000"/>
                  <a:pt x="707" y="38679"/>
                </a:cubicBezTo>
                <a:cubicBezTo>
                  <a:pt x="707" y="37156"/>
                  <a:pt x="1061" y="35488"/>
                  <a:pt x="1768" y="33674"/>
                </a:cubicBezTo>
                <a:cubicBezTo>
                  <a:pt x="2475" y="31861"/>
                  <a:pt x="3681" y="30174"/>
                  <a:pt x="5386" y="28615"/>
                </a:cubicBezTo>
                <a:cubicBezTo>
                  <a:pt x="7090" y="27055"/>
                  <a:pt x="9393" y="25759"/>
                  <a:pt x="12295" y="24725"/>
                </a:cubicBezTo>
                <a:cubicBezTo>
                  <a:pt x="15196" y="23692"/>
                  <a:pt x="18823" y="23175"/>
                  <a:pt x="23175" y="23175"/>
                </a:cubicBezTo>
                <a:cubicBezTo>
                  <a:pt x="25315" y="23175"/>
                  <a:pt x="27690" y="23293"/>
                  <a:pt x="30301" y="23528"/>
                </a:cubicBezTo>
                <a:cubicBezTo>
                  <a:pt x="32913" y="23764"/>
                  <a:pt x="35633" y="24172"/>
                  <a:pt x="38462" y="24752"/>
                </a:cubicBezTo>
                <a:lnTo>
                  <a:pt x="38462" y="33185"/>
                </a:lnTo>
                <a:cubicBezTo>
                  <a:pt x="35488" y="32459"/>
                  <a:pt x="32668" y="31924"/>
                  <a:pt x="30002" y="31580"/>
                </a:cubicBezTo>
                <a:cubicBezTo>
                  <a:pt x="27337" y="31235"/>
                  <a:pt x="25024" y="31063"/>
                  <a:pt x="23066" y="31063"/>
                </a:cubicBezTo>
                <a:cubicBezTo>
                  <a:pt x="20709" y="31063"/>
                  <a:pt x="18723" y="31244"/>
                  <a:pt x="17109" y="31607"/>
                </a:cubicBezTo>
                <a:cubicBezTo>
                  <a:pt x="15495" y="31970"/>
                  <a:pt x="14190" y="32468"/>
                  <a:pt x="13192" y="33103"/>
                </a:cubicBezTo>
                <a:cubicBezTo>
                  <a:pt x="12195" y="33738"/>
                  <a:pt x="11479" y="34481"/>
                  <a:pt x="11043" y="35333"/>
                </a:cubicBezTo>
                <a:cubicBezTo>
                  <a:pt x="10608" y="36186"/>
                  <a:pt x="10391" y="37101"/>
                  <a:pt x="10391" y="38081"/>
                </a:cubicBezTo>
                <a:cubicBezTo>
                  <a:pt x="10391" y="39060"/>
                  <a:pt x="10581" y="39948"/>
                  <a:pt x="10962" y="40746"/>
                </a:cubicBezTo>
                <a:cubicBezTo>
                  <a:pt x="11343" y="41544"/>
                  <a:pt x="12050" y="42315"/>
                  <a:pt x="13083" y="43058"/>
                </a:cubicBezTo>
                <a:cubicBezTo>
                  <a:pt x="14117" y="43802"/>
                  <a:pt x="15559" y="44545"/>
                  <a:pt x="17408" y="45289"/>
                </a:cubicBezTo>
                <a:cubicBezTo>
                  <a:pt x="19258" y="46032"/>
                  <a:pt x="21670" y="46839"/>
                  <a:pt x="24644" y="47710"/>
                </a:cubicBezTo>
                <a:cubicBezTo>
                  <a:pt x="27871" y="48653"/>
                  <a:pt x="30592" y="49641"/>
                  <a:pt x="32804" y="50675"/>
                </a:cubicBezTo>
                <a:cubicBezTo>
                  <a:pt x="35016" y="51708"/>
                  <a:pt x="36811" y="52860"/>
                  <a:pt x="38190" y="54129"/>
                </a:cubicBezTo>
                <a:cubicBezTo>
                  <a:pt x="39568" y="55398"/>
                  <a:pt x="40556" y="56831"/>
                  <a:pt x="41154" y="58427"/>
                </a:cubicBezTo>
                <a:cubicBezTo>
                  <a:pt x="41753" y="60022"/>
                  <a:pt x="42052" y="61836"/>
                  <a:pt x="42052" y="63867"/>
                </a:cubicBezTo>
                <a:close/>
                <a:moveTo>
                  <a:pt x="106404" y="48580"/>
                </a:moveTo>
                <a:cubicBezTo>
                  <a:pt x="106404" y="49922"/>
                  <a:pt x="106386" y="51046"/>
                  <a:pt x="106350" y="51953"/>
                </a:cubicBezTo>
                <a:cubicBezTo>
                  <a:pt x="106314" y="52860"/>
                  <a:pt x="106259" y="53712"/>
                  <a:pt x="106187" y="54510"/>
                </a:cubicBezTo>
                <a:lnTo>
                  <a:pt x="67834" y="54510"/>
                </a:lnTo>
                <a:cubicBezTo>
                  <a:pt x="67834" y="60095"/>
                  <a:pt x="69393" y="64384"/>
                  <a:pt x="72512" y="67376"/>
                </a:cubicBezTo>
                <a:cubicBezTo>
                  <a:pt x="75631" y="70368"/>
                  <a:pt x="80129" y="71864"/>
                  <a:pt x="86004" y="71864"/>
                </a:cubicBezTo>
                <a:cubicBezTo>
                  <a:pt x="87600" y="71864"/>
                  <a:pt x="89195" y="71799"/>
                  <a:pt x="90791" y="71670"/>
                </a:cubicBezTo>
                <a:cubicBezTo>
                  <a:pt x="92387" y="71540"/>
                  <a:pt x="93928" y="71363"/>
                  <a:pt x="95415" y="71141"/>
                </a:cubicBezTo>
                <a:cubicBezTo>
                  <a:pt x="96902" y="70918"/>
                  <a:pt x="98326" y="70667"/>
                  <a:pt x="99686" y="70390"/>
                </a:cubicBezTo>
                <a:cubicBezTo>
                  <a:pt x="101046" y="70111"/>
                  <a:pt x="102306" y="69804"/>
                  <a:pt x="103467" y="69470"/>
                </a:cubicBezTo>
                <a:lnTo>
                  <a:pt x="103467" y="77249"/>
                </a:lnTo>
                <a:cubicBezTo>
                  <a:pt x="100892" y="77991"/>
                  <a:pt x="97981" y="78593"/>
                  <a:pt x="94735" y="79057"/>
                </a:cubicBezTo>
                <a:cubicBezTo>
                  <a:pt x="91489" y="79520"/>
                  <a:pt x="88126" y="79752"/>
                  <a:pt x="84644" y="79752"/>
                </a:cubicBezTo>
                <a:cubicBezTo>
                  <a:pt x="79965" y="79752"/>
                  <a:pt x="75940" y="79117"/>
                  <a:pt x="72567" y="77848"/>
                </a:cubicBezTo>
                <a:cubicBezTo>
                  <a:pt x="69194" y="76579"/>
                  <a:pt x="66429" y="74738"/>
                  <a:pt x="64271" y="72326"/>
                </a:cubicBezTo>
                <a:cubicBezTo>
                  <a:pt x="62113" y="69914"/>
                  <a:pt x="60517" y="66959"/>
                  <a:pt x="59483" y="63459"/>
                </a:cubicBezTo>
                <a:cubicBezTo>
                  <a:pt x="58450" y="59959"/>
                  <a:pt x="57933" y="55997"/>
                  <a:pt x="57933" y="51572"/>
                </a:cubicBezTo>
                <a:cubicBezTo>
                  <a:pt x="57933" y="47728"/>
                  <a:pt x="58486" y="44092"/>
                  <a:pt x="59592" y="40665"/>
                </a:cubicBezTo>
                <a:cubicBezTo>
                  <a:pt x="60698" y="37237"/>
                  <a:pt x="62312" y="34227"/>
                  <a:pt x="64434" y="31634"/>
                </a:cubicBezTo>
                <a:cubicBezTo>
                  <a:pt x="66556" y="29041"/>
                  <a:pt x="69158" y="26983"/>
                  <a:pt x="72240" y="25460"/>
                </a:cubicBezTo>
                <a:cubicBezTo>
                  <a:pt x="75323" y="23936"/>
                  <a:pt x="78823" y="23175"/>
                  <a:pt x="82740" y="23175"/>
                </a:cubicBezTo>
                <a:cubicBezTo>
                  <a:pt x="86548" y="23175"/>
                  <a:pt x="89921" y="23773"/>
                  <a:pt x="92858" y="24970"/>
                </a:cubicBezTo>
                <a:cubicBezTo>
                  <a:pt x="95796" y="26167"/>
                  <a:pt x="98271" y="27862"/>
                  <a:pt x="100284" y="30057"/>
                </a:cubicBezTo>
                <a:cubicBezTo>
                  <a:pt x="102297" y="32251"/>
                  <a:pt x="103820" y="34916"/>
                  <a:pt x="104854" y="38054"/>
                </a:cubicBezTo>
                <a:cubicBezTo>
                  <a:pt x="105888" y="41191"/>
                  <a:pt x="106404" y="44700"/>
                  <a:pt x="106404" y="48580"/>
                </a:cubicBezTo>
                <a:moveTo>
                  <a:pt x="96558" y="47220"/>
                </a:moveTo>
                <a:cubicBezTo>
                  <a:pt x="96667" y="44790"/>
                  <a:pt x="96431" y="42569"/>
                  <a:pt x="95851" y="40556"/>
                </a:cubicBezTo>
                <a:cubicBezTo>
                  <a:pt x="95270" y="38543"/>
                  <a:pt x="94373" y="36811"/>
                  <a:pt x="93158" y="35361"/>
                </a:cubicBezTo>
                <a:cubicBezTo>
                  <a:pt x="91943" y="33910"/>
                  <a:pt x="90429" y="32777"/>
                  <a:pt x="88615" y="31961"/>
                </a:cubicBezTo>
                <a:cubicBezTo>
                  <a:pt x="86802" y="31145"/>
                  <a:pt x="84698" y="30737"/>
                  <a:pt x="82305" y="30737"/>
                </a:cubicBezTo>
                <a:cubicBezTo>
                  <a:pt x="80237" y="30737"/>
                  <a:pt x="78352" y="31136"/>
                  <a:pt x="76647" y="31933"/>
                </a:cubicBezTo>
                <a:cubicBezTo>
                  <a:pt x="74942" y="32731"/>
                  <a:pt x="73474" y="33856"/>
                  <a:pt x="72240" y="35306"/>
                </a:cubicBezTo>
                <a:cubicBezTo>
                  <a:pt x="71007" y="36757"/>
                  <a:pt x="70010" y="38498"/>
                  <a:pt x="69248" y="40529"/>
                </a:cubicBezTo>
                <a:cubicBezTo>
                  <a:pt x="68487" y="42560"/>
                  <a:pt x="68015" y="44790"/>
                  <a:pt x="67834" y="47220"/>
                </a:cubicBezTo>
                <a:lnTo>
                  <a:pt x="96558" y="47220"/>
                </a:lnTo>
                <a:close/>
                <a:moveTo>
                  <a:pt x="167874" y="48580"/>
                </a:moveTo>
                <a:cubicBezTo>
                  <a:pt x="167874" y="49922"/>
                  <a:pt x="167856" y="51046"/>
                  <a:pt x="167820" y="51953"/>
                </a:cubicBezTo>
                <a:cubicBezTo>
                  <a:pt x="167783" y="52860"/>
                  <a:pt x="167729" y="53712"/>
                  <a:pt x="167656" y="54510"/>
                </a:cubicBezTo>
                <a:lnTo>
                  <a:pt x="129304" y="54510"/>
                </a:lnTo>
                <a:cubicBezTo>
                  <a:pt x="129304" y="60095"/>
                  <a:pt x="130863" y="64384"/>
                  <a:pt x="133982" y="67376"/>
                </a:cubicBezTo>
                <a:cubicBezTo>
                  <a:pt x="137101" y="70368"/>
                  <a:pt x="141598" y="71864"/>
                  <a:pt x="147474" y="71864"/>
                </a:cubicBezTo>
                <a:cubicBezTo>
                  <a:pt x="149069" y="71864"/>
                  <a:pt x="150665" y="71799"/>
                  <a:pt x="152261" y="71670"/>
                </a:cubicBezTo>
                <a:cubicBezTo>
                  <a:pt x="153857" y="71540"/>
                  <a:pt x="155398" y="71363"/>
                  <a:pt x="156885" y="71141"/>
                </a:cubicBezTo>
                <a:cubicBezTo>
                  <a:pt x="158372" y="70918"/>
                  <a:pt x="159795" y="70667"/>
                  <a:pt x="161156" y="70390"/>
                </a:cubicBezTo>
                <a:cubicBezTo>
                  <a:pt x="162516" y="70111"/>
                  <a:pt x="163776" y="69804"/>
                  <a:pt x="164936" y="69470"/>
                </a:cubicBezTo>
                <a:lnTo>
                  <a:pt x="164936" y="77249"/>
                </a:lnTo>
                <a:cubicBezTo>
                  <a:pt x="162361" y="77991"/>
                  <a:pt x="159451" y="78593"/>
                  <a:pt x="156205" y="79057"/>
                </a:cubicBezTo>
                <a:cubicBezTo>
                  <a:pt x="152959" y="79520"/>
                  <a:pt x="149595" y="79752"/>
                  <a:pt x="146114" y="79752"/>
                </a:cubicBezTo>
                <a:cubicBezTo>
                  <a:pt x="141435" y="79752"/>
                  <a:pt x="137409" y="79117"/>
                  <a:pt x="134037" y="77848"/>
                </a:cubicBezTo>
                <a:cubicBezTo>
                  <a:pt x="130664" y="76579"/>
                  <a:pt x="127898" y="74738"/>
                  <a:pt x="125740" y="72326"/>
                </a:cubicBezTo>
                <a:cubicBezTo>
                  <a:pt x="123583" y="69914"/>
                  <a:pt x="121987" y="66959"/>
                  <a:pt x="120953" y="63459"/>
                </a:cubicBezTo>
                <a:cubicBezTo>
                  <a:pt x="119920" y="59959"/>
                  <a:pt x="119403" y="55997"/>
                  <a:pt x="119403" y="51572"/>
                </a:cubicBezTo>
                <a:cubicBezTo>
                  <a:pt x="119403" y="47728"/>
                  <a:pt x="119956" y="44092"/>
                  <a:pt x="121062" y="40665"/>
                </a:cubicBezTo>
                <a:cubicBezTo>
                  <a:pt x="122168" y="37237"/>
                  <a:pt x="123782" y="34227"/>
                  <a:pt x="125904" y="31634"/>
                </a:cubicBezTo>
                <a:cubicBezTo>
                  <a:pt x="128025" y="29041"/>
                  <a:pt x="130627" y="26983"/>
                  <a:pt x="133710" y="25460"/>
                </a:cubicBezTo>
                <a:cubicBezTo>
                  <a:pt x="136793" y="23936"/>
                  <a:pt x="140293" y="23175"/>
                  <a:pt x="144210" y="23175"/>
                </a:cubicBezTo>
                <a:cubicBezTo>
                  <a:pt x="148018" y="23175"/>
                  <a:pt x="151391" y="23773"/>
                  <a:pt x="154328" y="24970"/>
                </a:cubicBezTo>
                <a:cubicBezTo>
                  <a:pt x="157266" y="26167"/>
                  <a:pt x="159741" y="27862"/>
                  <a:pt x="161754" y="30057"/>
                </a:cubicBezTo>
                <a:cubicBezTo>
                  <a:pt x="163767" y="32251"/>
                  <a:pt x="165290" y="34916"/>
                  <a:pt x="166324" y="38054"/>
                </a:cubicBezTo>
                <a:cubicBezTo>
                  <a:pt x="167357" y="41191"/>
                  <a:pt x="167874" y="44700"/>
                  <a:pt x="167874" y="48580"/>
                </a:cubicBezTo>
                <a:moveTo>
                  <a:pt x="158027" y="47220"/>
                </a:moveTo>
                <a:cubicBezTo>
                  <a:pt x="158136" y="44790"/>
                  <a:pt x="157901" y="42569"/>
                  <a:pt x="157320" y="40556"/>
                </a:cubicBezTo>
                <a:cubicBezTo>
                  <a:pt x="156740" y="38543"/>
                  <a:pt x="155842" y="36811"/>
                  <a:pt x="154627" y="35361"/>
                </a:cubicBezTo>
                <a:cubicBezTo>
                  <a:pt x="153412" y="33910"/>
                  <a:pt x="151898" y="32777"/>
                  <a:pt x="150085" y="31961"/>
                </a:cubicBezTo>
                <a:cubicBezTo>
                  <a:pt x="148272" y="31145"/>
                  <a:pt x="146168" y="30737"/>
                  <a:pt x="143774" y="30737"/>
                </a:cubicBezTo>
                <a:cubicBezTo>
                  <a:pt x="141707" y="30737"/>
                  <a:pt x="139821" y="31136"/>
                  <a:pt x="138117" y="31933"/>
                </a:cubicBezTo>
                <a:cubicBezTo>
                  <a:pt x="136412" y="32731"/>
                  <a:pt x="134943" y="33856"/>
                  <a:pt x="133710" y="35306"/>
                </a:cubicBezTo>
                <a:cubicBezTo>
                  <a:pt x="132477" y="36757"/>
                  <a:pt x="131480" y="38498"/>
                  <a:pt x="130718" y="40529"/>
                </a:cubicBezTo>
                <a:cubicBezTo>
                  <a:pt x="129957" y="42560"/>
                  <a:pt x="129485" y="44790"/>
                  <a:pt x="129304" y="47220"/>
                </a:cubicBezTo>
                <a:lnTo>
                  <a:pt x="158027" y="47220"/>
                </a:lnTo>
                <a:close/>
                <a:moveTo>
                  <a:pt x="183211" y="24154"/>
                </a:moveTo>
                <a:lnTo>
                  <a:pt x="191643" y="24154"/>
                </a:lnTo>
                <a:lnTo>
                  <a:pt x="192024" y="32967"/>
                </a:lnTo>
                <a:cubicBezTo>
                  <a:pt x="193620" y="31081"/>
                  <a:pt x="195161" y="29513"/>
                  <a:pt x="196648" y="28261"/>
                </a:cubicBezTo>
                <a:cubicBezTo>
                  <a:pt x="198135" y="27010"/>
                  <a:pt x="199595" y="26004"/>
                  <a:pt x="201028" y="25242"/>
                </a:cubicBezTo>
                <a:cubicBezTo>
                  <a:pt x="202460" y="24480"/>
                  <a:pt x="203920" y="23946"/>
                  <a:pt x="205407" y="23637"/>
                </a:cubicBezTo>
                <a:cubicBezTo>
                  <a:pt x="206894" y="23329"/>
                  <a:pt x="208435" y="23175"/>
                  <a:pt x="210031" y="23175"/>
                </a:cubicBezTo>
                <a:cubicBezTo>
                  <a:pt x="215652" y="23175"/>
                  <a:pt x="219905" y="24834"/>
                  <a:pt x="222788" y="28153"/>
                </a:cubicBezTo>
                <a:cubicBezTo>
                  <a:pt x="225671" y="31471"/>
                  <a:pt x="227113" y="36467"/>
                  <a:pt x="227113" y="43140"/>
                </a:cubicBezTo>
                <a:lnTo>
                  <a:pt x="227113" y="78773"/>
                </a:lnTo>
                <a:lnTo>
                  <a:pt x="217647" y="78773"/>
                </a:lnTo>
                <a:lnTo>
                  <a:pt x="217647" y="43902"/>
                </a:lnTo>
                <a:cubicBezTo>
                  <a:pt x="217647" y="39622"/>
                  <a:pt x="216849" y="36458"/>
                  <a:pt x="215254" y="34409"/>
                </a:cubicBezTo>
                <a:cubicBezTo>
                  <a:pt x="213658" y="32360"/>
                  <a:pt x="211282" y="31335"/>
                  <a:pt x="208127" y="31335"/>
                </a:cubicBezTo>
                <a:cubicBezTo>
                  <a:pt x="206966" y="31335"/>
                  <a:pt x="205833" y="31507"/>
                  <a:pt x="204727" y="31852"/>
                </a:cubicBezTo>
                <a:cubicBezTo>
                  <a:pt x="203621" y="32196"/>
                  <a:pt x="202469" y="32795"/>
                  <a:pt x="201272" y="33647"/>
                </a:cubicBezTo>
                <a:cubicBezTo>
                  <a:pt x="200076" y="34499"/>
                  <a:pt x="198779" y="35651"/>
                  <a:pt x="197383" y="37101"/>
                </a:cubicBezTo>
                <a:cubicBezTo>
                  <a:pt x="195987" y="38552"/>
                  <a:pt x="194418" y="40366"/>
                  <a:pt x="192677" y="42542"/>
                </a:cubicBezTo>
                <a:lnTo>
                  <a:pt x="192677" y="78773"/>
                </a:lnTo>
                <a:lnTo>
                  <a:pt x="183211" y="78773"/>
                </a:lnTo>
                <a:lnTo>
                  <a:pt x="183211" y="24154"/>
                </a:lnTo>
                <a:close/>
                <a:moveTo>
                  <a:pt x="289997" y="43630"/>
                </a:moveTo>
                <a:lnTo>
                  <a:pt x="243212" y="43630"/>
                </a:lnTo>
                <a:lnTo>
                  <a:pt x="243212" y="35633"/>
                </a:lnTo>
                <a:lnTo>
                  <a:pt x="289997" y="35633"/>
                </a:lnTo>
                <a:lnTo>
                  <a:pt x="289997" y="43630"/>
                </a:lnTo>
                <a:moveTo>
                  <a:pt x="289997" y="62616"/>
                </a:moveTo>
                <a:lnTo>
                  <a:pt x="243212" y="62616"/>
                </a:lnTo>
                <a:lnTo>
                  <a:pt x="243212" y="54619"/>
                </a:lnTo>
                <a:lnTo>
                  <a:pt x="289997" y="54619"/>
                </a:lnTo>
                <a:lnTo>
                  <a:pt x="289997" y="62616"/>
                </a:lnTo>
                <a:close/>
                <a:moveTo>
                  <a:pt x="343034" y="101077"/>
                </a:moveTo>
                <a:lnTo>
                  <a:pt x="316214" y="101077"/>
                </a:lnTo>
                <a:lnTo>
                  <a:pt x="316214" y="0"/>
                </a:lnTo>
                <a:lnTo>
                  <a:pt x="343034" y="0"/>
                </a:lnTo>
                <a:lnTo>
                  <a:pt x="343034" y="7616"/>
                </a:lnTo>
                <a:lnTo>
                  <a:pt x="325245" y="7616"/>
                </a:lnTo>
                <a:lnTo>
                  <a:pt x="325245" y="93461"/>
                </a:lnTo>
                <a:lnTo>
                  <a:pt x="343034" y="93461"/>
                </a:lnTo>
                <a:lnTo>
                  <a:pt x="343034" y="101077"/>
                </a:lnTo>
                <a:close/>
                <a:moveTo>
                  <a:pt x="401402" y="101077"/>
                </a:moveTo>
                <a:lnTo>
                  <a:pt x="374583" y="101077"/>
                </a:lnTo>
                <a:lnTo>
                  <a:pt x="374583" y="93461"/>
                </a:lnTo>
                <a:lnTo>
                  <a:pt x="392263" y="93461"/>
                </a:lnTo>
                <a:lnTo>
                  <a:pt x="392263" y="7616"/>
                </a:lnTo>
                <a:lnTo>
                  <a:pt x="374583" y="7616"/>
                </a:lnTo>
                <a:lnTo>
                  <a:pt x="374583" y="0"/>
                </a:lnTo>
                <a:lnTo>
                  <a:pt x="401402" y="0"/>
                </a:lnTo>
                <a:lnTo>
                  <a:pt x="401402" y="10107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5" name="Text samples=[]">
            <a:extLst xmlns:a="http://schemas.openxmlformats.org/drawingml/2006/main">
              <a:ext uri="{FF2B5EF4-FFF2-40B4-BE49-F238E27FC236}">
                <a16:creationId xmlns:a16="http://schemas.microsoft.com/office/drawing/2014/main" id="{E9AEE8A3-4E7B-45AB-95E1-4457DD405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0387" y="1018796"/>
            <a:ext cx="585811" cy="101077"/>
          </a:xfrm>
          <a:custGeom xmlns:a="http://schemas.openxmlformats.org/drawingml/2006/main">
            <a:pathLst>
              <a:path w="585811" h="101077">
                <a:moveTo>
                  <a:pt x="42052" y="63867"/>
                </a:moveTo>
                <a:cubicBezTo>
                  <a:pt x="42052" y="65789"/>
                  <a:pt x="41726" y="67512"/>
                  <a:pt x="41073" y="69035"/>
                </a:cubicBezTo>
                <a:cubicBezTo>
                  <a:pt x="40420" y="70558"/>
                  <a:pt x="39531" y="71909"/>
                  <a:pt x="38407" y="73088"/>
                </a:cubicBezTo>
                <a:cubicBezTo>
                  <a:pt x="37283" y="74266"/>
                  <a:pt x="35977" y="75273"/>
                  <a:pt x="34490" y="76107"/>
                </a:cubicBezTo>
                <a:cubicBezTo>
                  <a:pt x="33003" y="76941"/>
                  <a:pt x="31417" y="77630"/>
                  <a:pt x="29730" y="78174"/>
                </a:cubicBezTo>
                <a:cubicBezTo>
                  <a:pt x="28044" y="78718"/>
                  <a:pt x="26312" y="79117"/>
                  <a:pt x="24535" y="79371"/>
                </a:cubicBezTo>
                <a:cubicBezTo>
                  <a:pt x="22758" y="79625"/>
                  <a:pt x="21017" y="79752"/>
                  <a:pt x="19312" y="79752"/>
                </a:cubicBezTo>
                <a:cubicBezTo>
                  <a:pt x="15613" y="79752"/>
                  <a:pt x="12213" y="79589"/>
                  <a:pt x="9112" y="79262"/>
                </a:cubicBezTo>
                <a:cubicBezTo>
                  <a:pt x="6011" y="78936"/>
                  <a:pt x="2974" y="78410"/>
                  <a:pt x="0" y="77685"/>
                </a:cubicBezTo>
                <a:lnTo>
                  <a:pt x="0" y="68980"/>
                </a:lnTo>
                <a:cubicBezTo>
                  <a:pt x="3192" y="69887"/>
                  <a:pt x="6365" y="70576"/>
                  <a:pt x="9520" y="71048"/>
                </a:cubicBezTo>
                <a:cubicBezTo>
                  <a:pt x="12675" y="71519"/>
                  <a:pt x="15813" y="71755"/>
                  <a:pt x="18932" y="71755"/>
                </a:cubicBezTo>
                <a:cubicBezTo>
                  <a:pt x="23465" y="71755"/>
                  <a:pt x="26820" y="71138"/>
                  <a:pt x="28996" y="69905"/>
                </a:cubicBezTo>
                <a:cubicBezTo>
                  <a:pt x="31172" y="68672"/>
                  <a:pt x="32260" y="66913"/>
                  <a:pt x="32260" y="64628"/>
                </a:cubicBezTo>
                <a:cubicBezTo>
                  <a:pt x="32260" y="63649"/>
                  <a:pt x="32088" y="62770"/>
                  <a:pt x="31743" y="61990"/>
                </a:cubicBezTo>
                <a:cubicBezTo>
                  <a:pt x="31398" y="61210"/>
                  <a:pt x="30773" y="60467"/>
                  <a:pt x="29866" y="59760"/>
                </a:cubicBezTo>
                <a:cubicBezTo>
                  <a:pt x="28959" y="59052"/>
                  <a:pt x="27554" y="58318"/>
                  <a:pt x="25650" y="57556"/>
                </a:cubicBezTo>
                <a:cubicBezTo>
                  <a:pt x="23746" y="56795"/>
                  <a:pt x="21144" y="55924"/>
                  <a:pt x="17844" y="54945"/>
                </a:cubicBezTo>
                <a:cubicBezTo>
                  <a:pt x="15377" y="54220"/>
                  <a:pt x="13102" y="53395"/>
                  <a:pt x="11016" y="52470"/>
                </a:cubicBezTo>
                <a:cubicBezTo>
                  <a:pt x="8931" y="51545"/>
                  <a:pt x="7127" y="50448"/>
                  <a:pt x="5603" y="49179"/>
                </a:cubicBezTo>
                <a:cubicBezTo>
                  <a:pt x="4080" y="47909"/>
                  <a:pt x="2883" y="46422"/>
                  <a:pt x="2013" y="44718"/>
                </a:cubicBezTo>
                <a:cubicBezTo>
                  <a:pt x="1142" y="43013"/>
                  <a:pt x="707" y="41000"/>
                  <a:pt x="707" y="38679"/>
                </a:cubicBezTo>
                <a:cubicBezTo>
                  <a:pt x="707" y="37156"/>
                  <a:pt x="1061" y="35488"/>
                  <a:pt x="1768" y="33674"/>
                </a:cubicBezTo>
                <a:cubicBezTo>
                  <a:pt x="2475" y="31861"/>
                  <a:pt x="3681" y="30174"/>
                  <a:pt x="5386" y="28615"/>
                </a:cubicBezTo>
                <a:cubicBezTo>
                  <a:pt x="7090" y="27055"/>
                  <a:pt x="9393" y="25759"/>
                  <a:pt x="12295" y="24725"/>
                </a:cubicBezTo>
                <a:cubicBezTo>
                  <a:pt x="15196" y="23692"/>
                  <a:pt x="18823" y="23175"/>
                  <a:pt x="23175" y="23175"/>
                </a:cubicBezTo>
                <a:cubicBezTo>
                  <a:pt x="25315" y="23175"/>
                  <a:pt x="27690" y="23293"/>
                  <a:pt x="30301" y="23528"/>
                </a:cubicBezTo>
                <a:cubicBezTo>
                  <a:pt x="32913" y="23764"/>
                  <a:pt x="35633" y="24172"/>
                  <a:pt x="38462" y="24752"/>
                </a:cubicBezTo>
                <a:lnTo>
                  <a:pt x="38462" y="33185"/>
                </a:lnTo>
                <a:cubicBezTo>
                  <a:pt x="35488" y="32459"/>
                  <a:pt x="32668" y="31924"/>
                  <a:pt x="30002" y="31580"/>
                </a:cubicBezTo>
                <a:cubicBezTo>
                  <a:pt x="27337" y="31235"/>
                  <a:pt x="25024" y="31063"/>
                  <a:pt x="23066" y="31063"/>
                </a:cubicBezTo>
                <a:cubicBezTo>
                  <a:pt x="20709" y="31063"/>
                  <a:pt x="18723" y="31244"/>
                  <a:pt x="17109" y="31607"/>
                </a:cubicBezTo>
                <a:cubicBezTo>
                  <a:pt x="15495" y="31970"/>
                  <a:pt x="14190" y="32468"/>
                  <a:pt x="13192" y="33103"/>
                </a:cubicBezTo>
                <a:cubicBezTo>
                  <a:pt x="12195" y="33738"/>
                  <a:pt x="11479" y="34481"/>
                  <a:pt x="11043" y="35333"/>
                </a:cubicBezTo>
                <a:cubicBezTo>
                  <a:pt x="10608" y="36186"/>
                  <a:pt x="10391" y="37101"/>
                  <a:pt x="10391" y="38081"/>
                </a:cubicBezTo>
                <a:cubicBezTo>
                  <a:pt x="10391" y="39060"/>
                  <a:pt x="10581" y="39948"/>
                  <a:pt x="10962" y="40746"/>
                </a:cubicBezTo>
                <a:cubicBezTo>
                  <a:pt x="11343" y="41544"/>
                  <a:pt x="12050" y="42315"/>
                  <a:pt x="13083" y="43058"/>
                </a:cubicBezTo>
                <a:cubicBezTo>
                  <a:pt x="14117" y="43802"/>
                  <a:pt x="15559" y="44545"/>
                  <a:pt x="17408" y="45289"/>
                </a:cubicBezTo>
                <a:cubicBezTo>
                  <a:pt x="19258" y="46032"/>
                  <a:pt x="21670" y="46839"/>
                  <a:pt x="24644" y="47710"/>
                </a:cubicBezTo>
                <a:cubicBezTo>
                  <a:pt x="27871" y="48653"/>
                  <a:pt x="30592" y="49641"/>
                  <a:pt x="32804" y="50675"/>
                </a:cubicBezTo>
                <a:cubicBezTo>
                  <a:pt x="35016" y="51708"/>
                  <a:pt x="36811" y="52860"/>
                  <a:pt x="38190" y="54129"/>
                </a:cubicBezTo>
                <a:cubicBezTo>
                  <a:pt x="39568" y="55398"/>
                  <a:pt x="40556" y="56831"/>
                  <a:pt x="41154" y="58427"/>
                </a:cubicBezTo>
                <a:cubicBezTo>
                  <a:pt x="41753" y="60022"/>
                  <a:pt x="42052" y="61836"/>
                  <a:pt x="42052" y="63867"/>
                </a:cubicBezTo>
                <a:close/>
                <a:moveTo>
                  <a:pt x="95361" y="78773"/>
                </a:moveTo>
                <a:lnTo>
                  <a:pt x="95143" y="71413"/>
                </a:lnTo>
                <a:cubicBezTo>
                  <a:pt x="92169" y="74357"/>
                  <a:pt x="89150" y="76482"/>
                  <a:pt x="86086" y="77790"/>
                </a:cubicBezTo>
                <a:cubicBezTo>
                  <a:pt x="83021" y="79098"/>
                  <a:pt x="79802" y="79752"/>
                  <a:pt x="76429" y="79752"/>
                </a:cubicBezTo>
                <a:cubicBezTo>
                  <a:pt x="73310" y="79752"/>
                  <a:pt x="70645" y="79352"/>
                  <a:pt x="68432" y="78553"/>
                </a:cubicBezTo>
                <a:cubicBezTo>
                  <a:pt x="66220" y="77754"/>
                  <a:pt x="64398" y="76656"/>
                  <a:pt x="62965" y="75257"/>
                </a:cubicBezTo>
                <a:cubicBezTo>
                  <a:pt x="61533" y="73858"/>
                  <a:pt x="60481" y="72215"/>
                  <a:pt x="59810" y="70325"/>
                </a:cubicBezTo>
                <a:cubicBezTo>
                  <a:pt x="59139" y="68436"/>
                  <a:pt x="58803" y="66383"/>
                  <a:pt x="58803" y="64168"/>
                </a:cubicBezTo>
                <a:cubicBezTo>
                  <a:pt x="58803" y="58682"/>
                  <a:pt x="60843" y="54387"/>
                  <a:pt x="64924" y="51281"/>
                </a:cubicBezTo>
                <a:cubicBezTo>
                  <a:pt x="69004" y="48175"/>
                  <a:pt x="75033" y="46622"/>
                  <a:pt x="83012" y="46622"/>
                </a:cubicBezTo>
                <a:lnTo>
                  <a:pt x="94327" y="46622"/>
                </a:lnTo>
                <a:lnTo>
                  <a:pt x="94327" y="41851"/>
                </a:lnTo>
                <a:cubicBezTo>
                  <a:pt x="94327" y="38635"/>
                  <a:pt x="93294" y="36060"/>
                  <a:pt x="91226" y="34126"/>
                </a:cubicBezTo>
                <a:cubicBezTo>
                  <a:pt x="89159" y="32193"/>
                  <a:pt x="86004" y="31226"/>
                  <a:pt x="81761" y="31226"/>
                </a:cubicBezTo>
                <a:cubicBezTo>
                  <a:pt x="78678" y="31226"/>
                  <a:pt x="75641" y="31576"/>
                  <a:pt x="72648" y="32275"/>
                </a:cubicBezTo>
                <a:cubicBezTo>
                  <a:pt x="69656" y="32973"/>
                  <a:pt x="66565" y="33966"/>
                  <a:pt x="63373" y="35252"/>
                </a:cubicBezTo>
                <a:lnTo>
                  <a:pt x="63373" y="26711"/>
                </a:lnTo>
                <a:cubicBezTo>
                  <a:pt x="64570" y="26269"/>
                  <a:pt x="65903" y="25836"/>
                  <a:pt x="67372" y="25412"/>
                </a:cubicBezTo>
                <a:cubicBezTo>
                  <a:pt x="68840" y="24988"/>
                  <a:pt x="70391" y="24611"/>
                  <a:pt x="72023" y="24280"/>
                </a:cubicBezTo>
                <a:cubicBezTo>
                  <a:pt x="73655" y="23948"/>
                  <a:pt x="75359" y="23681"/>
                  <a:pt x="77137" y="23479"/>
                </a:cubicBezTo>
                <a:cubicBezTo>
                  <a:pt x="78914" y="23276"/>
                  <a:pt x="80709" y="23175"/>
                  <a:pt x="82522" y="23175"/>
                </a:cubicBezTo>
                <a:cubicBezTo>
                  <a:pt x="85823" y="23175"/>
                  <a:pt x="88797" y="23538"/>
                  <a:pt x="91444" y="24263"/>
                </a:cubicBezTo>
                <a:cubicBezTo>
                  <a:pt x="94092" y="24988"/>
                  <a:pt x="96331" y="26094"/>
                  <a:pt x="98163" y="27581"/>
                </a:cubicBezTo>
                <a:cubicBezTo>
                  <a:pt x="99994" y="29068"/>
                  <a:pt x="101399" y="30936"/>
                  <a:pt x="102379" y="33185"/>
                </a:cubicBezTo>
                <a:cubicBezTo>
                  <a:pt x="103358" y="35433"/>
                  <a:pt x="103847" y="38081"/>
                  <a:pt x="103847" y="41127"/>
                </a:cubicBezTo>
                <a:lnTo>
                  <a:pt x="103847" y="78773"/>
                </a:lnTo>
                <a:lnTo>
                  <a:pt x="95361" y="78773"/>
                </a:lnTo>
                <a:moveTo>
                  <a:pt x="94327" y="53857"/>
                </a:moveTo>
                <a:lnTo>
                  <a:pt x="82305" y="53857"/>
                </a:lnTo>
                <a:cubicBezTo>
                  <a:pt x="79947" y="53857"/>
                  <a:pt x="77916" y="54094"/>
                  <a:pt x="76212" y="54568"/>
                </a:cubicBezTo>
                <a:cubicBezTo>
                  <a:pt x="74507" y="55040"/>
                  <a:pt x="73111" y="55713"/>
                  <a:pt x="72023" y="56586"/>
                </a:cubicBezTo>
                <a:cubicBezTo>
                  <a:pt x="70935" y="57458"/>
                  <a:pt x="70128" y="58504"/>
                  <a:pt x="69602" y="59724"/>
                </a:cubicBezTo>
                <a:cubicBezTo>
                  <a:pt x="69076" y="60942"/>
                  <a:pt x="68813" y="62315"/>
                  <a:pt x="68813" y="63843"/>
                </a:cubicBezTo>
                <a:cubicBezTo>
                  <a:pt x="68813" y="64898"/>
                  <a:pt x="68976" y="65908"/>
                  <a:pt x="69303" y="66872"/>
                </a:cubicBezTo>
                <a:cubicBezTo>
                  <a:pt x="69629" y="67836"/>
                  <a:pt x="70155" y="68690"/>
                  <a:pt x="70880" y="69436"/>
                </a:cubicBezTo>
                <a:cubicBezTo>
                  <a:pt x="71606" y="70182"/>
                  <a:pt x="72549" y="70773"/>
                  <a:pt x="73709" y="71209"/>
                </a:cubicBezTo>
                <a:cubicBezTo>
                  <a:pt x="74870" y="71646"/>
                  <a:pt x="76284" y="71864"/>
                  <a:pt x="77953" y="71864"/>
                </a:cubicBezTo>
                <a:cubicBezTo>
                  <a:pt x="80129" y="71864"/>
                  <a:pt x="82622" y="71200"/>
                  <a:pt x="85433" y="69873"/>
                </a:cubicBezTo>
                <a:cubicBezTo>
                  <a:pt x="88243" y="68545"/>
                  <a:pt x="91208" y="66443"/>
                  <a:pt x="94327" y="63569"/>
                </a:cubicBezTo>
                <a:lnTo>
                  <a:pt x="94327" y="53857"/>
                </a:lnTo>
                <a:close/>
                <a:moveTo>
                  <a:pt x="160693" y="78773"/>
                </a:moveTo>
                <a:lnTo>
                  <a:pt x="160693" y="39550"/>
                </a:lnTo>
                <a:cubicBezTo>
                  <a:pt x="160693" y="37845"/>
                  <a:pt x="160630" y="36449"/>
                  <a:pt x="160503" y="35361"/>
                </a:cubicBezTo>
                <a:cubicBezTo>
                  <a:pt x="160376" y="34273"/>
                  <a:pt x="160176" y="33411"/>
                  <a:pt x="159904" y="32777"/>
                </a:cubicBezTo>
                <a:cubicBezTo>
                  <a:pt x="159632" y="32142"/>
                  <a:pt x="159288" y="31698"/>
                  <a:pt x="158871" y="31444"/>
                </a:cubicBezTo>
                <a:cubicBezTo>
                  <a:pt x="158454" y="31190"/>
                  <a:pt x="157937" y="31063"/>
                  <a:pt x="157320" y="31063"/>
                </a:cubicBezTo>
                <a:cubicBezTo>
                  <a:pt x="156595" y="31063"/>
                  <a:pt x="155924" y="31281"/>
                  <a:pt x="155307" y="31716"/>
                </a:cubicBezTo>
                <a:cubicBezTo>
                  <a:pt x="154691" y="32151"/>
                  <a:pt x="154029" y="32858"/>
                  <a:pt x="153322" y="33837"/>
                </a:cubicBezTo>
                <a:cubicBezTo>
                  <a:pt x="152615" y="34817"/>
                  <a:pt x="151835" y="36113"/>
                  <a:pt x="150983" y="37727"/>
                </a:cubicBezTo>
                <a:cubicBezTo>
                  <a:pt x="150130" y="39341"/>
                  <a:pt x="149124" y="41327"/>
                  <a:pt x="147963" y="43684"/>
                </a:cubicBezTo>
                <a:lnTo>
                  <a:pt x="147963" y="78773"/>
                </a:lnTo>
                <a:lnTo>
                  <a:pt x="139314" y="78773"/>
                </a:lnTo>
                <a:lnTo>
                  <a:pt x="139314" y="40583"/>
                </a:lnTo>
                <a:cubicBezTo>
                  <a:pt x="139314" y="38588"/>
                  <a:pt x="139250" y="36975"/>
                  <a:pt x="139123" y="35741"/>
                </a:cubicBezTo>
                <a:cubicBezTo>
                  <a:pt x="138996" y="34508"/>
                  <a:pt x="138797" y="33547"/>
                  <a:pt x="138525" y="32858"/>
                </a:cubicBezTo>
                <a:cubicBezTo>
                  <a:pt x="138253" y="32169"/>
                  <a:pt x="137899" y="31698"/>
                  <a:pt x="137464" y="31444"/>
                </a:cubicBezTo>
                <a:cubicBezTo>
                  <a:pt x="137029" y="31190"/>
                  <a:pt x="136503" y="31063"/>
                  <a:pt x="135886" y="31063"/>
                </a:cubicBezTo>
                <a:cubicBezTo>
                  <a:pt x="135233" y="31063"/>
                  <a:pt x="134617" y="31244"/>
                  <a:pt x="134037" y="31607"/>
                </a:cubicBezTo>
                <a:cubicBezTo>
                  <a:pt x="133456" y="31970"/>
                  <a:pt x="132813" y="32622"/>
                  <a:pt x="132105" y="33565"/>
                </a:cubicBezTo>
                <a:cubicBezTo>
                  <a:pt x="131398" y="34508"/>
                  <a:pt x="130609" y="35796"/>
                  <a:pt x="129739" y="37428"/>
                </a:cubicBezTo>
                <a:cubicBezTo>
                  <a:pt x="128869" y="39060"/>
                  <a:pt x="127835" y="41145"/>
                  <a:pt x="126638" y="43684"/>
                </a:cubicBezTo>
                <a:lnTo>
                  <a:pt x="126638" y="78773"/>
                </a:lnTo>
                <a:lnTo>
                  <a:pt x="117934" y="78773"/>
                </a:lnTo>
                <a:lnTo>
                  <a:pt x="117934" y="24154"/>
                </a:lnTo>
                <a:lnTo>
                  <a:pt x="125169" y="24154"/>
                </a:lnTo>
                <a:lnTo>
                  <a:pt x="125604" y="34545"/>
                </a:lnTo>
                <a:cubicBezTo>
                  <a:pt x="126547" y="32477"/>
                  <a:pt x="127463" y="30718"/>
                  <a:pt x="128352" y="29268"/>
                </a:cubicBezTo>
                <a:cubicBezTo>
                  <a:pt x="129240" y="27817"/>
                  <a:pt x="130156" y="26647"/>
                  <a:pt x="131099" y="25759"/>
                </a:cubicBezTo>
                <a:cubicBezTo>
                  <a:pt x="132042" y="24870"/>
                  <a:pt x="133048" y="24218"/>
                  <a:pt x="134118" y="23800"/>
                </a:cubicBezTo>
                <a:cubicBezTo>
                  <a:pt x="135188" y="23383"/>
                  <a:pt x="136376" y="23175"/>
                  <a:pt x="137681" y="23175"/>
                </a:cubicBezTo>
                <a:cubicBezTo>
                  <a:pt x="140619" y="23175"/>
                  <a:pt x="142850" y="24136"/>
                  <a:pt x="144373" y="26058"/>
                </a:cubicBezTo>
                <a:cubicBezTo>
                  <a:pt x="145896" y="27980"/>
                  <a:pt x="146658" y="30954"/>
                  <a:pt x="146658" y="34980"/>
                </a:cubicBezTo>
                <a:cubicBezTo>
                  <a:pt x="147528" y="33094"/>
                  <a:pt x="148380" y="31417"/>
                  <a:pt x="149214" y="29948"/>
                </a:cubicBezTo>
                <a:cubicBezTo>
                  <a:pt x="150049" y="28479"/>
                  <a:pt x="150946" y="27246"/>
                  <a:pt x="151907" y="26248"/>
                </a:cubicBezTo>
                <a:cubicBezTo>
                  <a:pt x="152868" y="25251"/>
                  <a:pt x="153929" y="24490"/>
                  <a:pt x="155090" y="23964"/>
                </a:cubicBezTo>
                <a:cubicBezTo>
                  <a:pt x="156250" y="23438"/>
                  <a:pt x="157592" y="23175"/>
                  <a:pt x="159115" y="23175"/>
                </a:cubicBezTo>
                <a:cubicBezTo>
                  <a:pt x="165970" y="23175"/>
                  <a:pt x="169397" y="28452"/>
                  <a:pt x="169397" y="39006"/>
                </a:cubicBezTo>
                <a:lnTo>
                  <a:pt x="169397" y="78773"/>
                </a:lnTo>
                <a:lnTo>
                  <a:pt x="160693" y="78773"/>
                </a:lnTo>
                <a:close/>
                <a:moveTo>
                  <a:pt x="229887" y="50484"/>
                </a:moveTo>
                <a:cubicBezTo>
                  <a:pt x="229887" y="55344"/>
                  <a:pt x="229207" y="59587"/>
                  <a:pt x="227847" y="63214"/>
                </a:cubicBezTo>
                <a:cubicBezTo>
                  <a:pt x="226487" y="66841"/>
                  <a:pt x="224611" y="69851"/>
                  <a:pt x="222217" y="72245"/>
                </a:cubicBezTo>
                <a:cubicBezTo>
                  <a:pt x="219823" y="74638"/>
                  <a:pt x="216994" y="76433"/>
                  <a:pt x="213730" y="77630"/>
                </a:cubicBezTo>
                <a:cubicBezTo>
                  <a:pt x="210466" y="78827"/>
                  <a:pt x="206930" y="79425"/>
                  <a:pt x="203122" y="79425"/>
                </a:cubicBezTo>
                <a:cubicBezTo>
                  <a:pt x="201381" y="79425"/>
                  <a:pt x="199650" y="79335"/>
                  <a:pt x="197927" y="79153"/>
                </a:cubicBezTo>
                <a:cubicBezTo>
                  <a:pt x="196204" y="78972"/>
                  <a:pt x="194454" y="78664"/>
                  <a:pt x="192677" y="78229"/>
                </a:cubicBezTo>
                <a:lnTo>
                  <a:pt x="192677" y="101077"/>
                </a:lnTo>
                <a:lnTo>
                  <a:pt x="183211" y="101077"/>
                </a:lnTo>
                <a:lnTo>
                  <a:pt x="183211" y="24154"/>
                </a:lnTo>
                <a:lnTo>
                  <a:pt x="191643" y="24154"/>
                </a:lnTo>
                <a:lnTo>
                  <a:pt x="192242" y="33293"/>
                </a:lnTo>
                <a:cubicBezTo>
                  <a:pt x="194962" y="29558"/>
                  <a:pt x="197863" y="26938"/>
                  <a:pt x="200946" y="25432"/>
                </a:cubicBezTo>
                <a:cubicBezTo>
                  <a:pt x="204029" y="23927"/>
                  <a:pt x="207365" y="23175"/>
                  <a:pt x="210956" y="23175"/>
                </a:cubicBezTo>
                <a:cubicBezTo>
                  <a:pt x="214075" y="23175"/>
                  <a:pt x="216813" y="23828"/>
                  <a:pt x="219170" y="25133"/>
                </a:cubicBezTo>
                <a:cubicBezTo>
                  <a:pt x="221528" y="26439"/>
                  <a:pt x="223504" y="28279"/>
                  <a:pt x="225100" y="30655"/>
                </a:cubicBezTo>
                <a:cubicBezTo>
                  <a:pt x="226696" y="33030"/>
                  <a:pt x="227893" y="35896"/>
                  <a:pt x="228691" y="39250"/>
                </a:cubicBezTo>
                <a:cubicBezTo>
                  <a:pt x="229488" y="42605"/>
                  <a:pt x="229887" y="46350"/>
                  <a:pt x="229887" y="50484"/>
                </a:cubicBezTo>
                <a:moveTo>
                  <a:pt x="220204" y="50919"/>
                </a:moveTo>
                <a:cubicBezTo>
                  <a:pt x="220204" y="48054"/>
                  <a:pt x="219995" y="45425"/>
                  <a:pt x="219578" y="43031"/>
                </a:cubicBezTo>
                <a:cubicBezTo>
                  <a:pt x="219161" y="40638"/>
                  <a:pt x="218499" y="38588"/>
                  <a:pt x="217593" y="36884"/>
                </a:cubicBezTo>
                <a:cubicBezTo>
                  <a:pt x="216686" y="35179"/>
                  <a:pt x="215526" y="33847"/>
                  <a:pt x="214111" y="32885"/>
                </a:cubicBezTo>
                <a:cubicBezTo>
                  <a:pt x="212697" y="31924"/>
                  <a:pt x="211010" y="31444"/>
                  <a:pt x="209052" y="31444"/>
                </a:cubicBezTo>
                <a:cubicBezTo>
                  <a:pt x="207855" y="31444"/>
                  <a:pt x="206640" y="31634"/>
                  <a:pt x="205407" y="32015"/>
                </a:cubicBezTo>
                <a:cubicBezTo>
                  <a:pt x="204174" y="32396"/>
                  <a:pt x="202895" y="33030"/>
                  <a:pt x="201572" y="33919"/>
                </a:cubicBezTo>
                <a:cubicBezTo>
                  <a:pt x="200248" y="34808"/>
                  <a:pt x="198852" y="35986"/>
                  <a:pt x="197383" y="37455"/>
                </a:cubicBezTo>
                <a:cubicBezTo>
                  <a:pt x="195914" y="38924"/>
                  <a:pt x="194345" y="40746"/>
                  <a:pt x="192677" y="42922"/>
                </a:cubicBezTo>
                <a:lnTo>
                  <a:pt x="192677" y="69416"/>
                </a:lnTo>
                <a:cubicBezTo>
                  <a:pt x="194418" y="70141"/>
                  <a:pt x="196249" y="70712"/>
                  <a:pt x="198172" y="71129"/>
                </a:cubicBezTo>
                <a:cubicBezTo>
                  <a:pt x="200094" y="71546"/>
                  <a:pt x="201980" y="71755"/>
                  <a:pt x="203829" y="71755"/>
                </a:cubicBezTo>
                <a:cubicBezTo>
                  <a:pt x="208943" y="71755"/>
                  <a:pt x="212951" y="70023"/>
                  <a:pt x="215852" y="66560"/>
                </a:cubicBezTo>
                <a:cubicBezTo>
                  <a:pt x="218753" y="63096"/>
                  <a:pt x="220204" y="57883"/>
                  <a:pt x="220204" y="50919"/>
                </a:cubicBezTo>
                <a:close/>
                <a:moveTo>
                  <a:pt x="263286" y="9629"/>
                </a:moveTo>
                <a:lnTo>
                  <a:pt x="247129" y="9629"/>
                </a:lnTo>
                <a:lnTo>
                  <a:pt x="247129" y="1850"/>
                </a:lnTo>
                <a:lnTo>
                  <a:pt x="272861" y="1850"/>
                </a:lnTo>
                <a:lnTo>
                  <a:pt x="272861" y="70885"/>
                </a:lnTo>
                <a:lnTo>
                  <a:pt x="289127" y="70885"/>
                </a:lnTo>
                <a:lnTo>
                  <a:pt x="289127" y="78773"/>
                </a:lnTo>
                <a:lnTo>
                  <a:pt x="245334" y="78773"/>
                </a:lnTo>
                <a:lnTo>
                  <a:pt x="245334" y="70885"/>
                </a:lnTo>
                <a:lnTo>
                  <a:pt x="263286" y="70885"/>
                </a:lnTo>
                <a:lnTo>
                  <a:pt x="263286" y="9629"/>
                </a:lnTo>
                <a:close/>
                <a:moveTo>
                  <a:pt x="352282" y="48580"/>
                </a:moveTo>
                <a:cubicBezTo>
                  <a:pt x="352282" y="49922"/>
                  <a:pt x="352264" y="51046"/>
                  <a:pt x="352228" y="51953"/>
                </a:cubicBezTo>
                <a:cubicBezTo>
                  <a:pt x="352192" y="52860"/>
                  <a:pt x="352137" y="53712"/>
                  <a:pt x="352065" y="54510"/>
                </a:cubicBezTo>
                <a:lnTo>
                  <a:pt x="313712" y="54510"/>
                </a:lnTo>
                <a:cubicBezTo>
                  <a:pt x="313712" y="60095"/>
                  <a:pt x="315271" y="64384"/>
                  <a:pt x="318390" y="67376"/>
                </a:cubicBezTo>
                <a:cubicBezTo>
                  <a:pt x="321509" y="70368"/>
                  <a:pt x="326007" y="71864"/>
                  <a:pt x="331882" y="71864"/>
                </a:cubicBezTo>
                <a:cubicBezTo>
                  <a:pt x="333478" y="71864"/>
                  <a:pt x="335073" y="71799"/>
                  <a:pt x="336669" y="71670"/>
                </a:cubicBezTo>
                <a:cubicBezTo>
                  <a:pt x="338265" y="71540"/>
                  <a:pt x="339806" y="71363"/>
                  <a:pt x="341293" y="71141"/>
                </a:cubicBezTo>
                <a:cubicBezTo>
                  <a:pt x="342780" y="70918"/>
                  <a:pt x="344204" y="70667"/>
                  <a:pt x="345564" y="70390"/>
                </a:cubicBezTo>
                <a:cubicBezTo>
                  <a:pt x="346924" y="70111"/>
                  <a:pt x="348184" y="69804"/>
                  <a:pt x="349345" y="69470"/>
                </a:cubicBezTo>
                <a:lnTo>
                  <a:pt x="349345" y="77249"/>
                </a:lnTo>
                <a:cubicBezTo>
                  <a:pt x="346770" y="77991"/>
                  <a:pt x="343859" y="78593"/>
                  <a:pt x="340613" y="79057"/>
                </a:cubicBezTo>
                <a:cubicBezTo>
                  <a:pt x="337367" y="79520"/>
                  <a:pt x="334003" y="79752"/>
                  <a:pt x="330522" y="79752"/>
                </a:cubicBezTo>
                <a:cubicBezTo>
                  <a:pt x="325843" y="79752"/>
                  <a:pt x="321818" y="79117"/>
                  <a:pt x="318445" y="77848"/>
                </a:cubicBezTo>
                <a:cubicBezTo>
                  <a:pt x="315072" y="76579"/>
                  <a:pt x="312307" y="74738"/>
                  <a:pt x="310149" y="72326"/>
                </a:cubicBezTo>
                <a:cubicBezTo>
                  <a:pt x="307991" y="69914"/>
                  <a:pt x="306395" y="66959"/>
                  <a:pt x="305361" y="63459"/>
                </a:cubicBezTo>
                <a:cubicBezTo>
                  <a:pt x="304328" y="59959"/>
                  <a:pt x="303811" y="55997"/>
                  <a:pt x="303811" y="51572"/>
                </a:cubicBezTo>
                <a:cubicBezTo>
                  <a:pt x="303811" y="47728"/>
                  <a:pt x="304364" y="44092"/>
                  <a:pt x="305470" y="40665"/>
                </a:cubicBezTo>
                <a:cubicBezTo>
                  <a:pt x="306576" y="37237"/>
                  <a:pt x="308190" y="34227"/>
                  <a:pt x="310312" y="31634"/>
                </a:cubicBezTo>
                <a:cubicBezTo>
                  <a:pt x="312433" y="29041"/>
                  <a:pt x="315036" y="26983"/>
                  <a:pt x="318118" y="25460"/>
                </a:cubicBezTo>
                <a:cubicBezTo>
                  <a:pt x="321201" y="23936"/>
                  <a:pt x="324701" y="23175"/>
                  <a:pt x="328618" y="23175"/>
                </a:cubicBezTo>
                <a:cubicBezTo>
                  <a:pt x="332426" y="23175"/>
                  <a:pt x="335799" y="23773"/>
                  <a:pt x="338736" y="24970"/>
                </a:cubicBezTo>
                <a:cubicBezTo>
                  <a:pt x="341674" y="26167"/>
                  <a:pt x="344149" y="27862"/>
                  <a:pt x="346162" y="30057"/>
                </a:cubicBezTo>
                <a:cubicBezTo>
                  <a:pt x="348175" y="32251"/>
                  <a:pt x="349698" y="34916"/>
                  <a:pt x="350732" y="38054"/>
                </a:cubicBezTo>
                <a:cubicBezTo>
                  <a:pt x="351765" y="41191"/>
                  <a:pt x="352282" y="44700"/>
                  <a:pt x="352282" y="48580"/>
                </a:cubicBezTo>
                <a:moveTo>
                  <a:pt x="342436" y="47220"/>
                </a:moveTo>
                <a:cubicBezTo>
                  <a:pt x="342544" y="44790"/>
                  <a:pt x="342309" y="42569"/>
                  <a:pt x="341728" y="40556"/>
                </a:cubicBezTo>
                <a:cubicBezTo>
                  <a:pt x="341148" y="38543"/>
                  <a:pt x="340251" y="36811"/>
                  <a:pt x="339036" y="35361"/>
                </a:cubicBezTo>
                <a:cubicBezTo>
                  <a:pt x="337821" y="33910"/>
                  <a:pt x="336306" y="32777"/>
                  <a:pt x="334493" y="31961"/>
                </a:cubicBezTo>
                <a:cubicBezTo>
                  <a:pt x="332680" y="31145"/>
                  <a:pt x="330576" y="30737"/>
                  <a:pt x="328183" y="30737"/>
                </a:cubicBezTo>
                <a:cubicBezTo>
                  <a:pt x="326115" y="30737"/>
                  <a:pt x="324229" y="31136"/>
                  <a:pt x="322525" y="31933"/>
                </a:cubicBezTo>
                <a:cubicBezTo>
                  <a:pt x="320820" y="32731"/>
                  <a:pt x="319351" y="33856"/>
                  <a:pt x="318118" y="35306"/>
                </a:cubicBezTo>
                <a:cubicBezTo>
                  <a:pt x="316885" y="36757"/>
                  <a:pt x="315888" y="38498"/>
                  <a:pt x="315126" y="40529"/>
                </a:cubicBezTo>
                <a:cubicBezTo>
                  <a:pt x="314365" y="42560"/>
                  <a:pt x="313893" y="44790"/>
                  <a:pt x="313712" y="47220"/>
                </a:cubicBezTo>
                <a:lnTo>
                  <a:pt x="342436" y="47220"/>
                </a:lnTo>
                <a:close/>
                <a:moveTo>
                  <a:pt x="410868" y="63867"/>
                </a:moveTo>
                <a:cubicBezTo>
                  <a:pt x="410868" y="65789"/>
                  <a:pt x="410542" y="67512"/>
                  <a:pt x="409889" y="69035"/>
                </a:cubicBezTo>
                <a:cubicBezTo>
                  <a:pt x="409236" y="70558"/>
                  <a:pt x="408348" y="71909"/>
                  <a:pt x="407223" y="73088"/>
                </a:cubicBezTo>
                <a:cubicBezTo>
                  <a:pt x="406099" y="74266"/>
                  <a:pt x="404793" y="75273"/>
                  <a:pt x="403306" y="76107"/>
                </a:cubicBezTo>
                <a:cubicBezTo>
                  <a:pt x="401819" y="76941"/>
                  <a:pt x="400233" y="77630"/>
                  <a:pt x="398546" y="78174"/>
                </a:cubicBezTo>
                <a:cubicBezTo>
                  <a:pt x="396860" y="78718"/>
                  <a:pt x="395128" y="79117"/>
                  <a:pt x="393351" y="79371"/>
                </a:cubicBezTo>
                <a:cubicBezTo>
                  <a:pt x="391574" y="79625"/>
                  <a:pt x="389833" y="79752"/>
                  <a:pt x="388128" y="79752"/>
                </a:cubicBezTo>
                <a:cubicBezTo>
                  <a:pt x="384429" y="79752"/>
                  <a:pt x="381029" y="79589"/>
                  <a:pt x="377928" y="79262"/>
                </a:cubicBezTo>
                <a:cubicBezTo>
                  <a:pt x="374827" y="78936"/>
                  <a:pt x="371790" y="78410"/>
                  <a:pt x="368816" y="77685"/>
                </a:cubicBezTo>
                <a:lnTo>
                  <a:pt x="368816" y="68980"/>
                </a:lnTo>
                <a:cubicBezTo>
                  <a:pt x="372008" y="69887"/>
                  <a:pt x="375181" y="70576"/>
                  <a:pt x="378336" y="71048"/>
                </a:cubicBezTo>
                <a:cubicBezTo>
                  <a:pt x="381492" y="71519"/>
                  <a:pt x="384629" y="71755"/>
                  <a:pt x="387748" y="71755"/>
                </a:cubicBezTo>
                <a:cubicBezTo>
                  <a:pt x="392281" y="71755"/>
                  <a:pt x="395636" y="71138"/>
                  <a:pt x="397812" y="69905"/>
                </a:cubicBezTo>
                <a:cubicBezTo>
                  <a:pt x="399988" y="68672"/>
                  <a:pt x="401076" y="66913"/>
                  <a:pt x="401076" y="64628"/>
                </a:cubicBezTo>
                <a:cubicBezTo>
                  <a:pt x="401076" y="63649"/>
                  <a:pt x="400904" y="62770"/>
                  <a:pt x="400559" y="61990"/>
                </a:cubicBezTo>
                <a:cubicBezTo>
                  <a:pt x="400215" y="61210"/>
                  <a:pt x="399589" y="60467"/>
                  <a:pt x="398682" y="59760"/>
                </a:cubicBezTo>
                <a:cubicBezTo>
                  <a:pt x="397776" y="59052"/>
                  <a:pt x="396370" y="58318"/>
                  <a:pt x="394466" y="57556"/>
                </a:cubicBezTo>
                <a:cubicBezTo>
                  <a:pt x="392562" y="56795"/>
                  <a:pt x="389960" y="55924"/>
                  <a:pt x="386660" y="54945"/>
                </a:cubicBezTo>
                <a:cubicBezTo>
                  <a:pt x="384193" y="54220"/>
                  <a:pt x="381918" y="53395"/>
                  <a:pt x="379832" y="52470"/>
                </a:cubicBezTo>
                <a:cubicBezTo>
                  <a:pt x="377747" y="51545"/>
                  <a:pt x="375943" y="50448"/>
                  <a:pt x="374419" y="49179"/>
                </a:cubicBezTo>
                <a:cubicBezTo>
                  <a:pt x="372896" y="47909"/>
                  <a:pt x="371699" y="46422"/>
                  <a:pt x="370829" y="44718"/>
                </a:cubicBezTo>
                <a:cubicBezTo>
                  <a:pt x="369959" y="43013"/>
                  <a:pt x="369523" y="41000"/>
                  <a:pt x="369523" y="38679"/>
                </a:cubicBezTo>
                <a:cubicBezTo>
                  <a:pt x="369523" y="37156"/>
                  <a:pt x="369877" y="35488"/>
                  <a:pt x="370584" y="33674"/>
                </a:cubicBezTo>
                <a:cubicBezTo>
                  <a:pt x="371291" y="31861"/>
                  <a:pt x="372497" y="30174"/>
                  <a:pt x="374202" y="28615"/>
                </a:cubicBezTo>
                <a:cubicBezTo>
                  <a:pt x="375906" y="27055"/>
                  <a:pt x="378209" y="25759"/>
                  <a:pt x="381111" y="24725"/>
                </a:cubicBezTo>
                <a:cubicBezTo>
                  <a:pt x="384012" y="23692"/>
                  <a:pt x="387639" y="23175"/>
                  <a:pt x="391991" y="23175"/>
                </a:cubicBezTo>
                <a:cubicBezTo>
                  <a:pt x="394131" y="23175"/>
                  <a:pt x="396506" y="23293"/>
                  <a:pt x="399117" y="23528"/>
                </a:cubicBezTo>
                <a:cubicBezTo>
                  <a:pt x="401729" y="23764"/>
                  <a:pt x="404449" y="24172"/>
                  <a:pt x="407278" y="24752"/>
                </a:cubicBezTo>
                <a:lnTo>
                  <a:pt x="407278" y="33185"/>
                </a:lnTo>
                <a:cubicBezTo>
                  <a:pt x="404304" y="32459"/>
                  <a:pt x="401484" y="31924"/>
                  <a:pt x="398818" y="31580"/>
                </a:cubicBezTo>
                <a:cubicBezTo>
                  <a:pt x="396153" y="31235"/>
                  <a:pt x="393841" y="31063"/>
                  <a:pt x="391882" y="31063"/>
                </a:cubicBezTo>
                <a:cubicBezTo>
                  <a:pt x="389525" y="31063"/>
                  <a:pt x="387539" y="31244"/>
                  <a:pt x="385925" y="31607"/>
                </a:cubicBezTo>
                <a:cubicBezTo>
                  <a:pt x="384311" y="31970"/>
                  <a:pt x="383006" y="32468"/>
                  <a:pt x="382008" y="33103"/>
                </a:cubicBezTo>
                <a:cubicBezTo>
                  <a:pt x="381011" y="33738"/>
                  <a:pt x="380295" y="34481"/>
                  <a:pt x="379860" y="35333"/>
                </a:cubicBezTo>
                <a:cubicBezTo>
                  <a:pt x="379424" y="36186"/>
                  <a:pt x="379207" y="37101"/>
                  <a:pt x="379207" y="38081"/>
                </a:cubicBezTo>
                <a:cubicBezTo>
                  <a:pt x="379207" y="39060"/>
                  <a:pt x="379397" y="39948"/>
                  <a:pt x="379778" y="40746"/>
                </a:cubicBezTo>
                <a:cubicBezTo>
                  <a:pt x="380159" y="41544"/>
                  <a:pt x="380866" y="42315"/>
                  <a:pt x="381900" y="43058"/>
                </a:cubicBezTo>
                <a:cubicBezTo>
                  <a:pt x="382933" y="43802"/>
                  <a:pt x="384375" y="44545"/>
                  <a:pt x="386224" y="45289"/>
                </a:cubicBezTo>
                <a:cubicBezTo>
                  <a:pt x="388074" y="46032"/>
                  <a:pt x="390486" y="46839"/>
                  <a:pt x="393460" y="47710"/>
                </a:cubicBezTo>
                <a:cubicBezTo>
                  <a:pt x="396688" y="48653"/>
                  <a:pt x="399408" y="49641"/>
                  <a:pt x="401620" y="50675"/>
                </a:cubicBezTo>
                <a:cubicBezTo>
                  <a:pt x="403832" y="51708"/>
                  <a:pt x="405627" y="52860"/>
                  <a:pt x="407006" y="54129"/>
                </a:cubicBezTo>
                <a:cubicBezTo>
                  <a:pt x="408384" y="55398"/>
                  <a:pt x="409372" y="56831"/>
                  <a:pt x="409970" y="58427"/>
                </a:cubicBezTo>
                <a:cubicBezTo>
                  <a:pt x="410569" y="60022"/>
                  <a:pt x="410868" y="61836"/>
                  <a:pt x="410868" y="63867"/>
                </a:cubicBezTo>
                <a:close/>
                <a:moveTo>
                  <a:pt x="474405" y="43630"/>
                </a:moveTo>
                <a:lnTo>
                  <a:pt x="427620" y="43630"/>
                </a:lnTo>
                <a:lnTo>
                  <a:pt x="427620" y="35633"/>
                </a:lnTo>
                <a:lnTo>
                  <a:pt x="474405" y="35633"/>
                </a:lnTo>
                <a:lnTo>
                  <a:pt x="474405" y="43630"/>
                </a:lnTo>
                <a:moveTo>
                  <a:pt x="474405" y="62616"/>
                </a:moveTo>
                <a:lnTo>
                  <a:pt x="427620" y="62616"/>
                </a:lnTo>
                <a:lnTo>
                  <a:pt x="427620" y="54619"/>
                </a:lnTo>
                <a:lnTo>
                  <a:pt x="474405" y="54619"/>
                </a:lnTo>
                <a:lnTo>
                  <a:pt x="474405" y="62616"/>
                </a:lnTo>
                <a:close/>
                <a:moveTo>
                  <a:pt x="527442" y="101077"/>
                </a:moveTo>
                <a:lnTo>
                  <a:pt x="500623" y="101077"/>
                </a:lnTo>
                <a:lnTo>
                  <a:pt x="500623" y="0"/>
                </a:lnTo>
                <a:lnTo>
                  <a:pt x="527442" y="0"/>
                </a:lnTo>
                <a:lnTo>
                  <a:pt x="527442" y="7616"/>
                </a:lnTo>
                <a:lnTo>
                  <a:pt x="509653" y="7616"/>
                </a:lnTo>
                <a:lnTo>
                  <a:pt x="509653" y="93461"/>
                </a:lnTo>
                <a:lnTo>
                  <a:pt x="527442" y="93461"/>
                </a:lnTo>
                <a:lnTo>
                  <a:pt x="527442" y="101077"/>
                </a:lnTo>
                <a:close/>
                <a:moveTo>
                  <a:pt x="585811" y="101077"/>
                </a:moveTo>
                <a:lnTo>
                  <a:pt x="558991" y="101077"/>
                </a:lnTo>
                <a:lnTo>
                  <a:pt x="558991" y="93461"/>
                </a:lnTo>
                <a:lnTo>
                  <a:pt x="576671" y="93461"/>
                </a:lnTo>
                <a:lnTo>
                  <a:pt x="576671" y="7616"/>
                </a:lnTo>
                <a:lnTo>
                  <a:pt x="558991" y="7616"/>
                </a:lnTo>
                <a:lnTo>
                  <a:pt x="558991" y="0"/>
                </a:lnTo>
                <a:lnTo>
                  <a:pt x="585811" y="0"/>
                </a:lnTo>
                <a:lnTo>
                  <a:pt x="585811" y="10107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6" name="Text fornumberinnumbers:">
            <a:extLst xmlns:a="http://schemas.openxmlformats.org/drawingml/2006/main">
              <a:ext uri="{FF2B5EF4-FFF2-40B4-BE49-F238E27FC236}">
                <a16:creationId xmlns:a16="http://schemas.microsoft.com/office/drawing/2014/main" id="{9BEC31E7-95C4-44E2-B529-3F031D56A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0486" y="1154108"/>
            <a:ext cx="1329863" cy="78555"/>
          </a:xfrm>
          <a:custGeom xmlns:a="http://schemas.openxmlformats.org/drawingml/2006/main">
            <a:pathLst>
              <a:path w="1329863" h="78555">
                <a:moveTo>
                  <a:pt x="57175" y="9466"/>
                </a:moveTo>
                <a:cubicBezTo>
                  <a:pt x="52207" y="8414"/>
                  <a:pt x="47927" y="7888"/>
                  <a:pt x="44337" y="7888"/>
                </a:cubicBezTo>
                <a:cubicBezTo>
                  <a:pt x="35814" y="7888"/>
                  <a:pt x="31553" y="12349"/>
                  <a:pt x="31553" y="21271"/>
                </a:cubicBezTo>
                <a:lnTo>
                  <a:pt x="31553" y="30845"/>
                </a:lnTo>
                <a:lnTo>
                  <a:pt x="55489" y="30845"/>
                </a:lnTo>
                <a:lnTo>
                  <a:pt x="55489" y="38734"/>
                </a:lnTo>
                <a:lnTo>
                  <a:pt x="31553" y="38734"/>
                </a:lnTo>
                <a:lnTo>
                  <a:pt x="31553" y="77576"/>
                </a:lnTo>
                <a:lnTo>
                  <a:pt x="21924" y="77576"/>
                </a:lnTo>
                <a:lnTo>
                  <a:pt x="21924" y="38734"/>
                </a:lnTo>
                <a:lnTo>
                  <a:pt x="4352" y="38734"/>
                </a:lnTo>
                <a:lnTo>
                  <a:pt x="4352" y="30845"/>
                </a:lnTo>
                <a:lnTo>
                  <a:pt x="21924" y="30845"/>
                </a:lnTo>
                <a:lnTo>
                  <a:pt x="21924" y="21815"/>
                </a:lnTo>
                <a:cubicBezTo>
                  <a:pt x="21924" y="7272"/>
                  <a:pt x="29503" y="0"/>
                  <a:pt x="44663" y="0"/>
                </a:cubicBezTo>
                <a:cubicBezTo>
                  <a:pt x="48435" y="0"/>
                  <a:pt x="52606" y="435"/>
                  <a:pt x="57175" y="1306"/>
                </a:cubicBezTo>
                <a:lnTo>
                  <a:pt x="57175" y="9466"/>
                </a:lnTo>
                <a:moveTo>
                  <a:pt x="0" y="22957"/>
                </a:moveTo>
                <a:lnTo>
                  <a:pt x="0" y="22957"/>
                </a:lnTo>
                <a:close/>
                <a:moveTo>
                  <a:pt x="117720" y="49831"/>
                </a:moveTo>
                <a:cubicBezTo>
                  <a:pt x="117720" y="54075"/>
                  <a:pt x="117121" y="57964"/>
                  <a:pt x="115925" y="61500"/>
                </a:cubicBezTo>
                <a:cubicBezTo>
                  <a:pt x="114728" y="65036"/>
                  <a:pt x="113005" y="68065"/>
                  <a:pt x="110756" y="70585"/>
                </a:cubicBezTo>
                <a:cubicBezTo>
                  <a:pt x="108508" y="73106"/>
                  <a:pt x="105770" y="75064"/>
                  <a:pt x="102542" y="76461"/>
                </a:cubicBezTo>
                <a:cubicBezTo>
                  <a:pt x="99314" y="77857"/>
                  <a:pt x="95651" y="78555"/>
                  <a:pt x="91553" y="78555"/>
                </a:cubicBezTo>
                <a:cubicBezTo>
                  <a:pt x="87636" y="78555"/>
                  <a:pt x="84127" y="77948"/>
                  <a:pt x="81026" y="76733"/>
                </a:cubicBezTo>
                <a:cubicBezTo>
                  <a:pt x="77925" y="75518"/>
                  <a:pt x="75296" y="73732"/>
                  <a:pt x="73138" y="71374"/>
                </a:cubicBezTo>
                <a:cubicBezTo>
                  <a:pt x="70980" y="69017"/>
                  <a:pt x="69330" y="66097"/>
                  <a:pt x="68188" y="62616"/>
                </a:cubicBezTo>
                <a:cubicBezTo>
                  <a:pt x="67045" y="59134"/>
                  <a:pt x="66474" y="55126"/>
                  <a:pt x="66474" y="50593"/>
                </a:cubicBezTo>
                <a:cubicBezTo>
                  <a:pt x="66474" y="46350"/>
                  <a:pt x="67072" y="42478"/>
                  <a:pt x="68269" y="38978"/>
                </a:cubicBezTo>
                <a:cubicBezTo>
                  <a:pt x="69466" y="35479"/>
                  <a:pt x="71189" y="32468"/>
                  <a:pt x="73437" y="29948"/>
                </a:cubicBezTo>
                <a:cubicBezTo>
                  <a:pt x="75686" y="27427"/>
                  <a:pt x="78424" y="25469"/>
                  <a:pt x="81652" y="24072"/>
                </a:cubicBezTo>
                <a:cubicBezTo>
                  <a:pt x="84880" y="22676"/>
                  <a:pt x="88543" y="21978"/>
                  <a:pt x="92641" y="21978"/>
                </a:cubicBezTo>
                <a:cubicBezTo>
                  <a:pt x="96558" y="21978"/>
                  <a:pt x="100067" y="22585"/>
                  <a:pt x="103167" y="23800"/>
                </a:cubicBezTo>
                <a:cubicBezTo>
                  <a:pt x="106268" y="25015"/>
                  <a:pt x="108898" y="26793"/>
                  <a:pt x="111056" y="29132"/>
                </a:cubicBezTo>
                <a:cubicBezTo>
                  <a:pt x="113214" y="31471"/>
                  <a:pt x="114864" y="34381"/>
                  <a:pt x="116006" y="37863"/>
                </a:cubicBezTo>
                <a:cubicBezTo>
                  <a:pt x="117149" y="41345"/>
                  <a:pt x="117720" y="45334"/>
                  <a:pt x="117720" y="49831"/>
                </a:cubicBezTo>
                <a:moveTo>
                  <a:pt x="108036" y="50267"/>
                </a:moveTo>
                <a:cubicBezTo>
                  <a:pt x="108036" y="46894"/>
                  <a:pt x="107665" y="43947"/>
                  <a:pt x="106921" y="41426"/>
                </a:cubicBezTo>
                <a:cubicBezTo>
                  <a:pt x="106178" y="38906"/>
                  <a:pt x="105117" y="36802"/>
                  <a:pt x="103739" y="35116"/>
                </a:cubicBezTo>
                <a:cubicBezTo>
                  <a:pt x="102361" y="33429"/>
                  <a:pt x="100683" y="32160"/>
                  <a:pt x="98707" y="31308"/>
                </a:cubicBezTo>
                <a:cubicBezTo>
                  <a:pt x="96730" y="30456"/>
                  <a:pt x="94527" y="30029"/>
                  <a:pt x="92097" y="30029"/>
                </a:cubicBezTo>
                <a:cubicBezTo>
                  <a:pt x="89268" y="30029"/>
                  <a:pt x="86847" y="30582"/>
                  <a:pt x="84834" y="31689"/>
                </a:cubicBezTo>
                <a:cubicBezTo>
                  <a:pt x="82821" y="32795"/>
                  <a:pt x="81171" y="34273"/>
                  <a:pt x="79884" y="36122"/>
                </a:cubicBezTo>
                <a:cubicBezTo>
                  <a:pt x="78596" y="37972"/>
                  <a:pt x="77653" y="40121"/>
                  <a:pt x="77055" y="42569"/>
                </a:cubicBezTo>
                <a:cubicBezTo>
                  <a:pt x="76457" y="45017"/>
                  <a:pt x="76157" y="47583"/>
                  <a:pt x="76157" y="50267"/>
                </a:cubicBezTo>
                <a:cubicBezTo>
                  <a:pt x="76157" y="53639"/>
                  <a:pt x="76529" y="56595"/>
                  <a:pt x="77273" y="59134"/>
                </a:cubicBezTo>
                <a:cubicBezTo>
                  <a:pt x="78016" y="61673"/>
                  <a:pt x="79077" y="63785"/>
                  <a:pt x="80455" y="65472"/>
                </a:cubicBezTo>
                <a:cubicBezTo>
                  <a:pt x="81833" y="67158"/>
                  <a:pt x="83501" y="68427"/>
                  <a:pt x="85460" y="69280"/>
                </a:cubicBezTo>
                <a:cubicBezTo>
                  <a:pt x="87418" y="70132"/>
                  <a:pt x="89631" y="70558"/>
                  <a:pt x="92097" y="70558"/>
                </a:cubicBezTo>
                <a:cubicBezTo>
                  <a:pt x="94926" y="70558"/>
                  <a:pt x="97347" y="70005"/>
                  <a:pt x="99359" y="68899"/>
                </a:cubicBezTo>
                <a:cubicBezTo>
                  <a:pt x="101372" y="67793"/>
                  <a:pt x="103022" y="66315"/>
                  <a:pt x="104310" y="64465"/>
                </a:cubicBezTo>
                <a:cubicBezTo>
                  <a:pt x="105597" y="62616"/>
                  <a:pt x="106540" y="60467"/>
                  <a:pt x="107139" y="58019"/>
                </a:cubicBezTo>
                <a:cubicBezTo>
                  <a:pt x="107737" y="55571"/>
                  <a:pt x="108036" y="52987"/>
                  <a:pt x="108036" y="50267"/>
                </a:cubicBezTo>
                <a:close/>
                <a:moveTo>
                  <a:pt x="133873" y="22957"/>
                </a:moveTo>
                <a:lnTo>
                  <a:pt x="142523" y="22957"/>
                </a:lnTo>
                <a:lnTo>
                  <a:pt x="142795" y="32996"/>
                </a:lnTo>
                <a:cubicBezTo>
                  <a:pt x="146023" y="29124"/>
                  <a:pt x="149205" y="26320"/>
                  <a:pt x="152343" y="24584"/>
                </a:cubicBezTo>
                <a:cubicBezTo>
                  <a:pt x="155480" y="22847"/>
                  <a:pt x="158644" y="21978"/>
                  <a:pt x="161836" y="21978"/>
                </a:cubicBezTo>
                <a:cubicBezTo>
                  <a:pt x="167493" y="21978"/>
                  <a:pt x="171782" y="23805"/>
                  <a:pt x="174701" y="27459"/>
                </a:cubicBezTo>
                <a:cubicBezTo>
                  <a:pt x="177621" y="31113"/>
                  <a:pt x="178972" y="36539"/>
                  <a:pt x="178754" y="43738"/>
                </a:cubicBezTo>
                <a:lnTo>
                  <a:pt x="169180" y="43738"/>
                </a:lnTo>
                <a:cubicBezTo>
                  <a:pt x="169288" y="38970"/>
                  <a:pt x="168590" y="35512"/>
                  <a:pt x="167085" y="33363"/>
                </a:cubicBezTo>
                <a:cubicBezTo>
                  <a:pt x="165580" y="31213"/>
                  <a:pt x="163377" y="30138"/>
                  <a:pt x="160475" y="30138"/>
                </a:cubicBezTo>
                <a:cubicBezTo>
                  <a:pt x="159206" y="30138"/>
                  <a:pt x="157928" y="30364"/>
                  <a:pt x="156640" y="30816"/>
                </a:cubicBezTo>
                <a:cubicBezTo>
                  <a:pt x="155353" y="31268"/>
                  <a:pt x="154029" y="31990"/>
                  <a:pt x="152669" y="32982"/>
                </a:cubicBezTo>
                <a:cubicBezTo>
                  <a:pt x="151309" y="33975"/>
                  <a:pt x="149867" y="35248"/>
                  <a:pt x="148344" y="36802"/>
                </a:cubicBezTo>
                <a:cubicBezTo>
                  <a:pt x="146821" y="38355"/>
                  <a:pt x="145189" y="40233"/>
                  <a:pt x="143448" y="42436"/>
                </a:cubicBezTo>
                <a:lnTo>
                  <a:pt x="143448" y="77576"/>
                </a:lnTo>
                <a:lnTo>
                  <a:pt x="133873" y="77576"/>
                </a:lnTo>
                <a:lnTo>
                  <a:pt x="133873" y="22957"/>
                </a:lnTo>
                <a:close/>
                <a:moveTo>
                  <a:pt x="254582" y="22957"/>
                </a:moveTo>
                <a:lnTo>
                  <a:pt x="263014" y="22957"/>
                </a:lnTo>
                <a:lnTo>
                  <a:pt x="263395" y="31770"/>
                </a:lnTo>
                <a:cubicBezTo>
                  <a:pt x="264991" y="29884"/>
                  <a:pt x="266532" y="28316"/>
                  <a:pt x="268019" y="27065"/>
                </a:cubicBezTo>
                <a:cubicBezTo>
                  <a:pt x="269506" y="25813"/>
                  <a:pt x="270966" y="24807"/>
                  <a:pt x="272398" y="24045"/>
                </a:cubicBezTo>
                <a:cubicBezTo>
                  <a:pt x="273831" y="23284"/>
                  <a:pt x="275291" y="22749"/>
                  <a:pt x="276778" y="22440"/>
                </a:cubicBezTo>
                <a:cubicBezTo>
                  <a:pt x="278265" y="22132"/>
                  <a:pt x="279806" y="21978"/>
                  <a:pt x="281402" y="21978"/>
                </a:cubicBezTo>
                <a:cubicBezTo>
                  <a:pt x="287023" y="21978"/>
                  <a:pt x="291275" y="23637"/>
                  <a:pt x="294159" y="26956"/>
                </a:cubicBezTo>
                <a:cubicBezTo>
                  <a:pt x="297042" y="30274"/>
                  <a:pt x="298484" y="35270"/>
                  <a:pt x="298484" y="41943"/>
                </a:cubicBezTo>
                <a:lnTo>
                  <a:pt x="298484" y="77576"/>
                </a:lnTo>
                <a:lnTo>
                  <a:pt x="289018" y="77576"/>
                </a:lnTo>
                <a:lnTo>
                  <a:pt x="289018" y="42705"/>
                </a:lnTo>
                <a:cubicBezTo>
                  <a:pt x="289018" y="38425"/>
                  <a:pt x="288220" y="35261"/>
                  <a:pt x="286624" y="33212"/>
                </a:cubicBezTo>
                <a:cubicBezTo>
                  <a:pt x="285028" y="31163"/>
                  <a:pt x="282653" y="30138"/>
                  <a:pt x="279498" y="30138"/>
                </a:cubicBezTo>
                <a:cubicBezTo>
                  <a:pt x="278337" y="30138"/>
                  <a:pt x="277204" y="30310"/>
                  <a:pt x="276098" y="30655"/>
                </a:cubicBezTo>
                <a:cubicBezTo>
                  <a:pt x="274991" y="31000"/>
                  <a:pt x="273840" y="31598"/>
                  <a:pt x="272643" y="32450"/>
                </a:cubicBezTo>
                <a:cubicBezTo>
                  <a:pt x="271446" y="33302"/>
                  <a:pt x="270150" y="34454"/>
                  <a:pt x="268753" y="35905"/>
                </a:cubicBezTo>
                <a:cubicBezTo>
                  <a:pt x="267357" y="37355"/>
                  <a:pt x="265789" y="39169"/>
                  <a:pt x="264048" y="41345"/>
                </a:cubicBezTo>
                <a:lnTo>
                  <a:pt x="264048" y="77576"/>
                </a:lnTo>
                <a:lnTo>
                  <a:pt x="254582" y="77576"/>
                </a:lnTo>
                <a:lnTo>
                  <a:pt x="254582" y="22957"/>
                </a:lnTo>
                <a:close/>
                <a:moveTo>
                  <a:pt x="359953" y="77576"/>
                </a:moveTo>
                <a:lnTo>
                  <a:pt x="351466" y="77576"/>
                </a:lnTo>
                <a:lnTo>
                  <a:pt x="351140" y="68763"/>
                </a:lnTo>
                <a:cubicBezTo>
                  <a:pt x="349508" y="70649"/>
                  <a:pt x="347957" y="72217"/>
                  <a:pt x="346489" y="73469"/>
                </a:cubicBezTo>
                <a:cubicBezTo>
                  <a:pt x="345020" y="74720"/>
                  <a:pt x="343560" y="75726"/>
                  <a:pt x="342109" y="76488"/>
                </a:cubicBezTo>
                <a:cubicBezTo>
                  <a:pt x="340659" y="77249"/>
                  <a:pt x="339199" y="77784"/>
                  <a:pt x="337730" y="78093"/>
                </a:cubicBezTo>
                <a:cubicBezTo>
                  <a:pt x="336261" y="78401"/>
                  <a:pt x="334711" y="78555"/>
                  <a:pt x="333079" y="78555"/>
                </a:cubicBezTo>
                <a:cubicBezTo>
                  <a:pt x="327457" y="78555"/>
                  <a:pt x="323214" y="76905"/>
                  <a:pt x="320349" y="73605"/>
                </a:cubicBezTo>
                <a:cubicBezTo>
                  <a:pt x="317484" y="70304"/>
                  <a:pt x="316051" y="65317"/>
                  <a:pt x="316051" y="58644"/>
                </a:cubicBezTo>
                <a:lnTo>
                  <a:pt x="316051" y="22957"/>
                </a:lnTo>
                <a:lnTo>
                  <a:pt x="325517" y="22957"/>
                </a:lnTo>
                <a:lnTo>
                  <a:pt x="325517" y="57883"/>
                </a:lnTo>
                <a:cubicBezTo>
                  <a:pt x="325517" y="66260"/>
                  <a:pt x="328672" y="70449"/>
                  <a:pt x="334983" y="70449"/>
                </a:cubicBezTo>
                <a:cubicBezTo>
                  <a:pt x="336143" y="70449"/>
                  <a:pt x="337277" y="70277"/>
                  <a:pt x="338383" y="69933"/>
                </a:cubicBezTo>
                <a:cubicBezTo>
                  <a:pt x="339489" y="69588"/>
                  <a:pt x="340649" y="68990"/>
                  <a:pt x="341864" y="68137"/>
                </a:cubicBezTo>
                <a:cubicBezTo>
                  <a:pt x="343079" y="67285"/>
                  <a:pt x="344385" y="66134"/>
                  <a:pt x="345781" y="64683"/>
                </a:cubicBezTo>
                <a:cubicBezTo>
                  <a:pt x="347178" y="63232"/>
                  <a:pt x="348746" y="61401"/>
                  <a:pt x="350487" y="59188"/>
                </a:cubicBezTo>
                <a:lnTo>
                  <a:pt x="350487" y="22957"/>
                </a:lnTo>
                <a:lnTo>
                  <a:pt x="359953" y="22957"/>
                </a:lnTo>
                <a:lnTo>
                  <a:pt x="359953" y="77576"/>
                </a:lnTo>
                <a:close/>
                <a:moveTo>
                  <a:pt x="416471" y="77576"/>
                </a:moveTo>
                <a:lnTo>
                  <a:pt x="416471" y="38353"/>
                </a:lnTo>
                <a:cubicBezTo>
                  <a:pt x="416471" y="36648"/>
                  <a:pt x="416408" y="35252"/>
                  <a:pt x="416281" y="34164"/>
                </a:cubicBezTo>
                <a:cubicBezTo>
                  <a:pt x="416154" y="33076"/>
                  <a:pt x="415955" y="32214"/>
                  <a:pt x="415683" y="31580"/>
                </a:cubicBezTo>
                <a:cubicBezTo>
                  <a:pt x="415411" y="30945"/>
                  <a:pt x="415066" y="30501"/>
                  <a:pt x="414649" y="30247"/>
                </a:cubicBezTo>
                <a:cubicBezTo>
                  <a:pt x="414232" y="29993"/>
                  <a:pt x="413715" y="29866"/>
                  <a:pt x="413099" y="29866"/>
                </a:cubicBezTo>
                <a:cubicBezTo>
                  <a:pt x="412373" y="29866"/>
                  <a:pt x="411702" y="30084"/>
                  <a:pt x="411086" y="30519"/>
                </a:cubicBezTo>
                <a:cubicBezTo>
                  <a:pt x="410469" y="30954"/>
                  <a:pt x="409807" y="31661"/>
                  <a:pt x="409100" y="32641"/>
                </a:cubicBezTo>
                <a:cubicBezTo>
                  <a:pt x="408393" y="33620"/>
                  <a:pt x="407613" y="34916"/>
                  <a:pt x="406761" y="36530"/>
                </a:cubicBezTo>
                <a:cubicBezTo>
                  <a:pt x="405909" y="38144"/>
                  <a:pt x="404902" y="40130"/>
                  <a:pt x="403742" y="42487"/>
                </a:cubicBezTo>
                <a:lnTo>
                  <a:pt x="403742" y="77576"/>
                </a:lnTo>
                <a:lnTo>
                  <a:pt x="395092" y="77576"/>
                </a:lnTo>
                <a:lnTo>
                  <a:pt x="395092" y="39386"/>
                </a:lnTo>
                <a:cubicBezTo>
                  <a:pt x="395092" y="37392"/>
                  <a:pt x="395028" y="35778"/>
                  <a:pt x="394901" y="34545"/>
                </a:cubicBezTo>
                <a:cubicBezTo>
                  <a:pt x="394774" y="33312"/>
                  <a:pt x="394575" y="32350"/>
                  <a:pt x="394303" y="31661"/>
                </a:cubicBezTo>
                <a:cubicBezTo>
                  <a:pt x="394031" y="30972"/>
                  <a:pt x="393677" y="30501"/>
                  <a:pt x="393242" y="30247"/>
                </a:cubicBezTo>
                <a:cubicBezTo>
                  <a:pt x="392807" y="29993"/>
                  <a:pt x="392281" y="29866"/>
                  <a:pt x="391665" y="29866"/>
                </a:cubicBezTo>
                <a:cubicBezTo>
                  <a:pt x="391012" y="29866"/>
                  <a:pt x="390395" y="30047"/>
                  <a:pt x="389815" y="30410"/>
                </a:cubicBezTo>
                <a:cubicBezTo>
                  <a:pt x="389235" y="30773"/>
                  <a:pt x="388591" y="31426"/>
                  <a:pt x="387884" y="32369"/>
                </a:cubicBezTo>
                <a:cubicBezTo>
                  <a:pt x="387176" y="33312"/>
                  <a:pt x="386388" y="34599"/>
                  <a:pt x="385517" y="36231"/>
                </a:cubicBezTo>
                <a:cubicBezTo>
                  <a:pt x="384647" y="37863"/>
                  <a:pt x="383613" y="39948"/>
                  <a:pt x="382416" y="42487"/>
                </a:cubicBezTo>
                <a:lnTo>
                  <a:pt x="382416" y="77576"/>
                </a:lnTo>
                <a:lnTo>
                  <a:pt x="373712" y="77576"/>
                </a:lnTo>
                <a:lnTo>
                  <a:pt x="373712" y="22957"/>
                </a:lnTo>
                <a:lnTo>
                  <a:pt x="380948" y="22957"/>
                </a:lnTo>
                <a:lnTo>
                  <a:pt x="381383" y="33348"/>
                </a:lnTo>
                <a:cubicBezTo>
                  <a:pt x="382326" y="31281"/>
                  <a:pt x="383241" y="29522"/>
                  <a:pt x="384130" y="28071"/>
                </a:cubicBezTo>
                <a:cubicBezTo>
                  <a:pt x="385019" y="26620"/>
                  <a:pt x="385934" y="25451"/>
                  <a:pt x="386877" y="24562"/>
                </a:cubicBezTo>
                <a:cubicBezTo>
                  <a:pt x="387820" y="23674"/>
                  <a:pt x="388827" y="23021"/>
                  <a:pt x="389896" y="22604"/>
                </a:cubicBezTo>
                <a:cubicBezTo>
                  <a:pt x="390966" y="22187"/>
                  <a:pt x="392154" y="21978"/>
                  <a:pt x="393460" y="21978"/>
                </a:cubicBezTo>
                <a:cubicBezTo>
                  <a:pt x="396397" y="21978"/>
                  <a:pt x="398628" y="22939"/>
                  <a:pt x="400151" y="24861"/>
                </a:cubicBezTo>
                <a:cubicBezTo>
                  <a:pt x="401674" y="26783"/>
                  <a:pt x="402436" y="29757"/>
                  <a:pt x="402436" y="33783"/>
                </a:cubicBezTo>
                <a:cubicBezTo>
                  <a:pt x="403306" y="31897"/>
                  <a:pt x="404159" y="30220"/>
                  <a:pt x="404993" y="28751"/>
                </a:cubicBezTo>
                <a:cubicBezTo>
                  <a:pt x="405827" y="27282"/>
                  <a:pt x="406725" y="26049"/>
                  <a:pt x="407686" y="25052"/>
                </a:cubicBezTo>
                <a:cubicBezTo>
                  <a:pt x="408647" y="24054"/>
                  <a:pt x="409708" y="23293"/>
                  <a:pt x="410868" y="22767"/>
                </a:cubicBezTo>
                <a:cubicBezTo>
                  <a:pt x="412029" y="22241"/>
                  <a:pt x="413371" y="21978"/>
                  <a:pt x="414894" y="21978"/>
                </a:cubicBezTo>
                <a:cubicBezTo>
                  <a:pt x="421748" y="21978"/>
                  <a:pt x="425176" y="27255"/>
                  <a:pt x="425176" y="37809"/>
                </a:cubicBezTo>
                <a:lnTo>
                  <a:pt x="425176" y="77576"/>
                </a:lnTo>
                <a:lnTo>
                  <a:pt x="416471" y="77576"/>
                </a:lnTo>
                <a:close/>
                <a:moveTo>
                  <a:pt x="485666" y="49287"/>
                </a:moveTo>
                <a:cubicBezTo>
                  <a:pt x="485666" y="53821"/>
                  <a:pt x="485040" y="57874"/>
                  <a:pt x="483789" y="61446"/>
                </a:cubicBezTo>
                <a:cubicBezTo>
                  <a:pt x="482538" y="65018"/>
                  <a:pt x="480761" y="68047"/>
                  <a:pt x="478458" y="70531"/>
                </a:cubicBezTo>
                <a:cubicBezTo>
                  <a:pt x="476155" y="73015"/>
                  <a:pt x="473353" y="74919"/>
                  <a:pt x="470053" y="76243"/>
                </a:cubicBezTo>
                <a:cubicBezTo>
                  <a:pt x="466753" y="77567"/>
                  <a:pt x="463035" y="78229"/>
                  <a:pt x="458901" y="78229"/>
                </a:cubicBezTo>
                <a:cubicBezTo>
                  <a:pt x="455673" y="78229"/>
                  <a:pt x="452373" y="77920"/>
                  <a:pt x="449000" y="77304"/>
                </a:cubicBezTo>
                <a:cubicBezTo>
                  <a:pt x="445627" y="76687"/>
                  <a:pt x="442290" y="75708"/>
                  <a:pt x="438990" y="74366"/>
                </a:cubicBezTo>
                <a:lnTo>
                  <a:pt x="438990" y="653"/>
                </a:lnTo>
                <a:lnTo>
                  <a:pt x="448456" y="653"/>
                </a:lnTo>
                <a:lnTo>
                  <a:pt x="448456" y="21852"/>
                </a:lnTo>
                <a:lnTo>
                  <a:pt x="448021" y="31988"/>
                </a:lnTo>
                <a:cubicBezTo>
                  <a:pt x="450741" y="28325"/>
                  <a:pt x="453651" y="25741"/>
                  <a:pt x="456752" y="24236"/>
                </a:cubicBezTo>
                <a:cubicBezTo>
                  <a:pt x="459853" y="22731"/>
                  <a:pt x="463180" y="21978"/>
                  <a:pt x="466734" y="21978"/>
                </a:cubicBezTo>
                <a:cubicBezTo>
                  <a:pt x="469853" y="21978"/>
                  <a:pt x="472592" y="22631"/>
                  <a:pt x="474949" y="23936"/>
                </a:cubicBezTo>
                <a:cubicBezTo>
                  <a:pt x="477306" y="25242"/>
                  <a:pt x="479283" y="27083"/>
                  <a:pt x="480879" y="29458"/>
                </a:cubicBezTo>
                <a:cubicBezTo>
                  <a:pt x="482474" y="31834"/>
                  <a:pt x="483671" y="34699"/>
                  <a:pt x="484469" y="38054"/>
                </a:cubicBezTo>
                <a:cubicBezTo>
                  <a:pt x="485267" y="41408"/>
                  <a:pt x="485666" y="45153"/>
                  <a:pt x="485666" y="49287"/>
                </a:cubicBezTo>
                <a:moveTo>
                  <a:pt x="475983" y="49723"/>
                </a:moveTo>
                <a:cubicBezTo>
                  <a:pt x="475983" y="46857"/>
                  <a:pt x="475774" y="44228"/>
                  <a:pt x="475357" y="41834"/>
                </a:cubicBezTo>
                <a:cubicBezTo>
                  <a:pt x="474940" y="39441"/>
                  <a:pt x="474278" y="37392"/>
                  <a:pt x="473371" y="35687"/>
                </a:cubicBezTo>
                <a:cubicBezTo>
                  <a:pt x="472465" y="33983"/>
                  <a:pt x="471304" y="32650"/>
                  <a:pt x="469890" y="31689"/>
                </a:cubicBezTo>
                <a:cubicBezTo>
                  <a:pt x="468475" y="30728"/>
                  <a:pt x="466789" y="30247"/>
                  <a:pt x="464830" y="30247"/>
                </a:cubicBezTo>
                <a:cubicBezTo>
                  <a:pt x="463634" y="30247"/>
                  <a:pt x="462419" y="30437"/>
                  <a:pt x="461186" y="30818"/>
                </a:cubicBezTo>
                <a:cubicBezTo>
                  <a:pt x="459952" y="31199"/>
                  <a:pt x="458674" y="31834"/>
                  <a:pt x="457350" y="32722"/>
                </a:cubicBezTo>
                <a:cubicBezTo>
                  <a:pt x="456027" y="33611"/>
                  <a:pt x="454630" y="34789"/>
                  <a:pt x="453161" y="36258"/>
                </a:cubicBezTo>
                <a:cubicBezTo>
                  <a:pt x="451693" y="37727"/>
                  <a:pt x="450124" y="39550"/>
                  <a:pt x="448456" y="41726"/>
                </a:cubicBezTo>
                <a:lnTo>
                  <a:pt x="448456" y="68219"/>
                </a:lnTo>
                <a:cubicBezTo>
                  <a:pt x="450305" y="68944"/>
                  <a:pt x="452191" y="69515"/>
                  <a:pt x="454113" y="69933"/>
                </a:cubicBezTo>
                <a:cubicBezTo>
                  <a:pt x="456036" y="70350"/>
                  <a:pt x="457867" y="70558"/>
                  <a:pt x="459608" y="70558"/>
                </a:cubicBezTo>
                <a:cubicBezTo>
                  <a:pt x="461784" y="70558"/>
                  <a:pt x="463860" y="70214"/>
                  <a:pt x="465837" y="69525"/>
                </a:cubicBezTo>
                <a:cubicBezTo>
                  <a:pt x="467813" y="68835"/>
                  <a:pt x="469554" y="67684"/>
                  <a:pt x="471059" y="66070"/>
                </a:cubicBezTo>
                <a:cubicBezTo>
                  <a:pt x="472564" y="64456"/>
                  <a:pt x="473761" y="62316"/>
                  <a:pt x="474650" y="59651"/>
                </a:cubicBezTo>
                <a:cubicBezTo>
                  <a:pt x="475538" y="56985"/>
                  <a:pt x="475983" y="53676"/>
                  <a:pt x="475983" y="49723"/>
                </a:cubicBezTo>
                <a:close/>
                <a:moveTo>
                  <a:pt x="546591" y="47383"/>
                </a:moveTo>
                <a:cubicBezTo>
                  <a:pt x="546591" y="48725"/>
                  <a:pt x="546573" y="49849"/>
                  <a:pt x="546537" y="50756"/>
                </a:cubicBezTo>
                <a:cubicBezTo>
                  <a:pt x="546501" y="51663"/>
                  <a:pt x="546446" y="52515"/>
                  <a:pt x="546374" y="53313"/>
                </a:cubicBezTo>
                <a:lnTo>
                  <a:pt x="508021" y="53313"/>
                </a:lnTo>
                <a:cubicBezTo>
                  <a:pt x="508021" y="58898"/>
                  <a:pt x="509581" y="63187"/>
                  <a:pt x="512700" y="66179"/>
                </a:cubicBezTo>
                <a:cubicBezTo>
                  <a:pt x="515819" y="69171"/>
                  <a:pt x="520316" y="70667"/>
                  <a:pt x="526191" y="70667"/>
                </a:cubicBezTo>
                <a:cubicBezTo>
                  <a:pt x="527787" y="70667"/>
                  <a:pt x="529383" y="70602"/>
                  <a:pt x="530978" y="70473"/>
                </a:cubicBezTo>
                <a:cubicBezTo>
                  <a:pt x="532574" y="70343"/>
                  <a:pt x="534115" y="70167"/>
                  <a:pt x="535602" y="69944"/>
                </a:cubicBezTo>
                <a:cubicBezTo>
                  <a:pt x="537089" y="69721"/>
                  <a:pt x="538513" y="69471"/>
                  <a:pt x="539873" y="69193"/>
                </a:cubicBezTo>
                <a:cubicBezTo>
                  <a:pt x="541233" y="68914"/>
                  <a:pt x="542493" y="68608"/>
                  <a:pt x="543654" y="68273"/>
                </a:cubicBezTo>
                <a:lnTo>
                  <a:pt x="543654" y="76053"/>
                </a:lnTo>
                <a:cubicBezTo>
                  <a:pt x="541079" y="76794"/>
                  <a:pt x="538168" y="77396"/>
                  <a:pt x="534922" y="77860"/>
                </a:cubicBezTo>
                <a:cubicBezTo>
                  <a:pt x="531676" y="78323"/>
                  <a:pt x="528313" y="78555"/>
                  <a:pt x="524831" y="78555"/>
                </a:cubicBezTo>
                <a:cubicBezTo>
                  <a:pt x="520153" y="78555"/>
                  <a:pt x="516127" y="77920"/>
                  <a:pt x="512754" y="76651"/>
                </a:cubicBezTo>
                <a:cubicBezTo>
                  <a:pt x="509381" y="75382"/>
                  <a:pt x="506616" y="73541"/>
                  <a:pt x="504458" y="71129"/>
                </a:cubicBezTo>
                <a:cubicBezTo>
                  <a:pt x="502300" y="68718"/>
                  <a:pt x="500704" y="65762"/>
                  <a:pt x="499671" y="62262"/>
                </a:cubicBezTo>
                <a:cubicBezTo>
                  <a:pt x="498637" y="58762"/>
                  <a:pt x="498120" y="54800"/>
                  <a:pt x="498120" y="50375"/>
                </a:cubicBezTo>
                <a:cubicBezTo>
                  <a:pt x="498120" y="46531"/>
                  <a:pt x="498673" y="42895"/>
                  <a:pt x="499779" y="39468"/>
                </a:cubicBezTo>
                <a:cubicBezTo>
                  <a:pt x="500885" y="36041"/>
                  <a:pt x="502499" y="33030"/>
                  <a:pt x="504621" y="30437"/>
                </a:cubicBezTo>
                <a:cubicBezTo>
                  <a:pt x="506743" y="27844"/>
                  <a:pt x="509345" y="25786"/>
                  <a:pt x="512428" y="24263"/>
                </a:cubicBezTo>
                <a:cubicBezTo>
                  <a:pt x="515510" y="22740"/>
                  <a:pt x="519010" y="21978"/>
                  <a:pt x="522927" y="21978"/>
                </a:cubicBezTo>
                <a:cubicBezTo>
                  <a:pt x="526735" y="21978"/>
                  <a:pt x="530108" y="22576"/>
                  <a:pt x="533046" y="23773"/>
                </a:cubicBezTo>
                <a:cubicBezTo>
                  <a:pt x="535983" y="24970"/>
                  <a:pt x="538458" y="26666"/>
                  <a:pt x="540471" y="28860"/>
                </a:cubicBezTo>
                <a:cubicBezTo>
                  <a:pt x="542484" y="31054"/>
                  <a:pt x="544007" y="33720"/>
                  <a:pt x="545041" y="36857"/>
                </a:cubicBezTo>
                <a:cubicBezTo>
                  <a:pt x="546075" y="39994"/>
                  <a:pt x="546591" y="43503"/>
                  <a:pt x="546591" y="47383"/>
                </a:cubicBezTo>
                <a:moveTo>
                  <a:pt x="536745" y="46023"/>
                </a:moveTo>
                <a:cubicBezTo>
                  <a:pt x="536854" y="43593"/>
                  <a:pt x="536618" y="41372"/>
                  <a:pt x="536038" y="39359"/>
                </a:cubicBezTo>
                <a:cubicBezTo>
                  <a:pt x="535457" y="37346"/>
                  <a:pt x="534560" y="35615"/>
                  <a:pt x="533345" y="34164"/>
                </a:cubicBezTo>
                <a:cubicBezTo>
                  <a:pt x="532130" y="32713"/>
                  <a:pt x="530616" y="31580"/>
                  <a:pt x="528802" y="30764"/>
                </a:cubicBezTo>
                <a:cubicBezTo>
                  <a:pt x="526989" y="29948"/>
                  <a:pt x="524885" y="29540"/>
                  <a:pt x="522492" y="29540"/>
                </a:cubicBezTo>
                <a:cubicBezTo>
                  <a:pt x="520425" y="29540"/>
                  <a:pt x="518539" y="29939"/>
                  <a:pt x="516834" y="30737"/>
                </a:cubicBezTo>
                <a:cubicBezTo>
                  <a:pt x="515129" y="31534"/>
                  <a:pt x="513661" y="32659"/>
                  <a:pt x="512428" y="34109"/>
                </a:cubicBezTo>
                <a:cubicBezTo>
                  <a:pt x="511194" y="35560"/>
                  <a:pt x="510197" y="37301"/>
                  <a:pt x="509436" y="39332"/>
                </a:cubicBezTo>
                <a:cubicBezTo>
                  <a:pt x="508674" y="41363"/>
                  <a:pt x="508202" y="43593"/>
                  <a:pt x="508021" y="46023"/>
                </a:cubicBezTo>
                <a:lnTo>
                  <a:pt x="536745" y="46023"/>
                </a:lnTo>
                <a:close/>
                <a:moveTo>
                  <a:pt x="564159" y="22957"/>
                </a:moveTo>
                <a:lnTo>
                  <a:pt x="572809" y="22957"/>
                </a:lnTo>
                <a:lnTo>
                  <a:pt x="573081" y="32996"/>
                </a:lnTo>
                <a:cubicBezTo>
                  <a:pt x="576309" y="29124"/>
                  <a:pt x="579491" y="26320"/>
                  <a:pt x="582628" y="24584"/>
                </a:cubicBezTo>
                <a:cubicBezTo>
                  <a:pt x="585765" y="22847"/>
                  <a:pt x="588930" y="21978"/>
                  <a:pt x="592121" y="21978"/>
                </a:cubicBezTo>
                <a:cubicBezTo>
                  <a:pt x="597779" y="21978"/>
                  <a:pt x="602068" y="23805"/>
                  <a:pt x="604987" y="27459"/>
                </a:cubicBezTo>
                <a:cubicBezTo>
                  <a:pt x="607907" y="31113"/>
                  <a:pt x="609258" y="36539"/>
                  <a:pt x="609040" y="43738"/>
                </a:cubicBezTo>
                <a:lnTo>
                  <a:pt x="599465" y="43738"/>
                </a:lnTo>
                <a:cubicBezTo>
                  <a:pt x="599574" y="38970"/>
                  <a:pt x="598876" y="35512"/>
                  <a:pt x="597371" y="33363"/>
                </a:cubicBezTo>
                <a:cubicBezTo>
                  <a:pt x="595866" y="31213"/>
                  <a:pt x="593663" y="30138"/>
                  <a:pt x="590761" y="30138"/>
                </a:cubicBezTo>
                <a:cubicBezTo>
                  <a:pt x="589492" y="30138"/>
                  <a:pt x="588213" y="30364"/>
                  <a:pt x="586926" y="30816"/>
                </a:cubicBezTo>
                <a:cubicBezTo>
                  <a:pt x="585638" y="31268"/>
                  <a:pt x="584315" y="31990"/>
                  <a:pt x="582955" y="32982"/>
                </a:cubicBezTo>
                <a:cubicBezTo>
                  <a:pt x="581595" y="33975"/>
                  <a:pt x="580153" y="35248"/>
                  <a:pt x="578630" y="36802"/>
                </a:cubicBezTo>
                <a:cubicBezTo>
                  <a:pt x="577107" y="38355"/>
                  <a:pt x="575475" y="40233"/>
                  <a:pt x="573734" y="42436"/>
                </a:cubicBezTo>
                <a:lnTo>
                  <a:pt x="573734" y="77576"/>
                </a:lnTo>
                <a:lnTo>
                  <a:pt x="564159" y="77576"/>
                </a:lnTo>
                <a:lnTo>
                  <a:pt x="564159" y="22957"/>
                </a:lnTo>
                <a:close/>
                <a:moveTo>
                  <a:pt x="703472" y="30791"/>
                </a:moveTo>
                <a:lnTo>
                  <a:pt x="687315" y="30791"/>
                </a:lnTo>
                <a:lnTo>
                  <a:pt x="687315" y="22957"/>
                </a:lnTo>
                <a:lnTo>
                  <a:pt x="713047" y="22957"/>
                </a:lnTo>
                <a:lnTo>
                  <a:pt x="713047" y="69688"/>
                </a:lnTo>
                <a:lnTo>
                  <a:pt x="729313" y="69688"/>
                </a:lnTo>
                <a:lnTo>
                  <a:pt x="729313" y="77576"/>
                </a:lnTo>
                <a:lnTo>
                  <a:pt x="685520" y="77576"/>
                </a:lnTo>
                <a:lnTo>
                  <a:pt x="685520" y="69688"/>
                </a:lnTo>
                <a:lnTo>
                  <a:pt x="703472" y="69688"/>
                </a:lnTo>
                <a:lnTo>
                  <a:pt x="703472" y="30791"/>
                </a:lnTo>
                <a:moveTo>
                  <a:pt x="706791" y="0"/>
                </a:moveTo>
                <a:cubicBezTo>
                  <a:pt x="707842" y="0"/>
                  <a:pt x="708822" y="190"/>
                  <a:pt x="709728" y="571"/>
                </a:cubicBezTo>
                <a:cubicBezTo>
                  <a:pt x="710635" y="952"/>
                  <a:pt x="711424" y="1487"/>
                  <a:pt x="712095" y="2176"/>
                </a:cubicBezTo>
                <a:cubicBezTo>
                  <a:pt x="712766" y="2865"/>
                  <a:pt x="713291" y="3654"/>
                  <a:pt x="713672" y="4542"/>
                </a:cubicBezTo>
                <a:cubicBezTo>
                  <a:pt x="714053" y="5431"/>
                  <a:pt x="714244" y="6401"/>
                  <a:pt x="714244" y="7453"/>
                </a:cubicBezTo>
                <a:cubicBezTo>
                  <a:pt x="714244" y="8468"/>
                  <a:pt x="714053" y="9430"/>
                  <a:pt x="713672" y="10336"/>
                </a:cubicBezTo>
                <a:cubicBezTo>
                  <a:pt x="713291" y="11243"/>
                  <a:pt x="712766" y="12041"/>
                  <a:pt x="712095" y="12730"/>
                </a:cubicBezTo>
                <a:cubicBezTo>
                  <a:pt x="711424" y="13419"/>
                  <a:pt x="710635" y="13954"/>
                  <a:pt x="709728" y="14335"/>
                </a:cubicBezTo>
                <a:cubicBezTo>
                  <a:pt x="708822" y="14715"/>
                  <a:pt x="707842" y="14906"/>
                  <a:pt x="706791" y="14906"/>
                </a:cubicBezTo>
                <a:cubicBezTo>
                  <a:pt x="705739" y="14906"/>
                  <a:pt x="704760" y="14715"/>
                  <a:pt x="703853" y="14335"/>
                </a:cubicBezTo>
                <a:cubicBezTo>
                  <a:pt x="702946" y="13954"/>
                  <a:pt x="702157" y="13419"/>
                  <a:pt x="701486" y="12730"/>
                </a:cubicBezTo>
                <a:cubicBezTo>
                  <a:pt x="700816" y="12041"/>
                  <a:pt x="700290" y="11243"/>
                  <a:pt x="699909" y="10336"/>
                </a:cubicBezTo>
                <a:cubicBezTo>
                  <a:pt x="699528" y="9430"/>
                  <a:pt x="699338" y="8468"/>
                  <a:pt x="699338" y="7453"/>
                </a:cubicBezTo>
                <a:cubicBezTo>
                  <a:pt x="699338" y="6401"/>
                  <a:pt x="699528" y="5431"/>
                  <a:pt x="699909" y="4542"/>
                </a:cubicBezTo>
                <a:cubicBezTo>
                  <a:pt x="700290" y="3654"/>
                  <a:pt x="700816" y="2865"/>
                  <a:pt x="701486" y="2176"/>
                </a:cubicBezTo>
                <a:cubicBezTo>
                  <a:pt x="702157" y="1487"/>
                  <a:pt x="702946" y="952"/>
                  <a:pt x="703853" y="571"/>
                </a:cubicBezTo>
                <a:cubicBezTo>
                  <a:pt x="704760" y="190"/>
                  <a:pt x="705739" y="0"/>
                  <a:pt x="706791" y="0"/>
                </a:cubicBezTo>
                <a:close/>
                <a:moveTo>
                  <a:pt x="746337" y="22957"/>
                </a:moveTo>
                <a:lnTo>
                  <a:pt x="754769" y="22957"/>
                </a:lnTo>
                <a:lnTo>
                  <a:pt x="755150" y="31770"/>
                </a:lnTo>
                <a:cubicBezTo>
                  <a:pt x="756745" y="29884"/>
                  <a:pt x="758287" y="28316"/>
                  <a:pt x="759774" y="27065"/>
                </a:cubicBezTo>
                <a:cubicBezTo>
                  <a:pt x="761261" y="25813"/>
                  <a:pt x="762720" y="24807"/>
                  <a:pt x="764153" y="24045"/>
                </a:cubicBezTo>
                <a:cubicBezTo>
                  <a:pt x="765585" y="23284"/>
                  <a:pt x="767045" y="22749"/>
                  <a:pt x="768532" y="22440"/>
                </a:cubicBezTo>
                <a:cubicBezTo>
                  <a:pt x="770019" y="22132"/>
                  <a:pt x="771560" y="21978"/>
                  <a:pt x="773156" y="21978"/>
                </a:cubicBezTo>
                <a:cubicBezTo>
                  <a:pt x="778778" y="21978"/>
                  <a:pt x="783030" y="23637"/>
                  <a:pt x="785913" y="26956"/>
                </a:cubicBezTo>
                <a:cubicBezTo>
                  <a:pt x="788797" y="30274"/>
                  <a:pt x="790238" y="35270"/>
                  <a:pt x="790238" y="41943"/>
                </a:cubicBezTo>
                <a:lnTo>
                  <a:pt x="790238" y="77576"/>
                </a:lnTo>
                <a:lnTo>
                  <a:pt x="780772" y="77576"/>
                </a:lnTo>
                <a:lnTo>
                  <a:pt x="780772" y="42705"/>
                </a:lnTo>
                <a:cubicBezTo>
                  <a:pt x="780772" y="38425"/>
                  <a:pt x="779975" y="35261"/>
                  <a:pt x="778379" y="33212"/>
                </a:cubicBezTo>
                <a:cubicBezTo>
                  <a:pt x="776783" y="31163"/>
                  <a:pt x="774407" y="30138"/>
                  <a:pt x="771252" y="30138"/>
                </a:cubicBezTo>
                <a:cubicBezTo>
                  <a:pt x="770092" y="30138"/>
                  <a:pt x="768958" y="30310"/>
                  <a:pt x="767852" y="30655"/>
                </a:cubicBezTo>
                <a:cubicBezTo>
                  <a:pt x="766746" y="31000"/>
                  <a:pt x="765595" y="31598"/>
                  <a:pt x="764398" y="32450"/>
                </a:cubicBezTo>
                <a:cubicBezTo>
                  <a:pt x="763201" y="33302"/>
                  <a:pt x="761904" y="34454"/>
                  <a:pt x="760508" y="35905"/>
                </a:cubicBezTo>
                <a:cubicBezTo>
                  <a:pt x="759112" y="37355"/>
                  <a:pt x="757543" y="39169"/>
                  <a:pt x="755802" y="41345"/>
                </a:cubicBezTo>
                <a:lnTo>
                  <a:pt x="755802" y="77576"/>
                </a:lnTo>
                <a:lnTo>
                  <a:pt x="746337" y="77576"/>
                </a:lnTo>
                <a:lnTo>
                  <a:pt x="746337" y="22957"/>
                </a:lnTo>
                <a:close/>
                <a:moveTo>
                  <a:pt x="869276" y="22957"/>
                </a:moveTo>
                <a:lnTo>
                  <a:pt x="877708" y="22957"/>
                </a:lnTo>
                <a:lnTo>
                  <a:pt x="878089" y="31770"/>
                </a:lnTo>
                <a:cubicBezTo>
                  <a:pt x="879684" y="29884"/>
                  <a:pt x="881226" y="28316"/>
                  <a:pt x="882713" y="27065"/>
                </a:cubicBezTo>
                <a:cubicBezTo>
                  <a:pt x="884200" y="25813"/>
                  <a:pt x="885659" y="24807"/>
                  <a:pt x="887092" y="24045"/>
                </a:cubicBezTo>
                <a:cubicBezTo>
                  <a:pt x="888525" y="23284"/>
                  <a:pt x="889984" y="22749"/>
                  <a:pt x="891471" y="22440"/>
                </a:cubicBezTo>
                <a:cubicBezTo>
                  <a:pt x="892958" y="22132"/>
                  <a:pt x="894500" y="21978"/>
                  <a:pt x="896095" y="21978"/>
                </a:cubicBezTo>
                <a:cubicBezTo>
                  <a:pt x="901717" y="21978"/>
                  <a:pt x="905969" y="23637"/>
                  <a:pt x="908852" y="26956"/>
                </a:cubicBezTo>
                <a:cubicBezTo>
                  <a:pt x="911736" y="30274"/>
                  <a:pt x="913177" y="35270"/>
                  <a:pt x="913177" y="41943"/>
                </a:cubicBezTo>
                <a:lnTo>
                  <a:pt x="913177" y="77576"/>
                </a:lnTo>
                <a:lnTo>
                  <a:pt x="903712" y="77576"/>
                </a:lnTo>
                <a:lnTo>
                  <a:pt x="903712" y="42705"/>
                </a:lnTo>
                <a:cubicBezTo>
                  <a:pt x="903712" y="38425"/>
                  <a:pt x="902914" y="35261"/>
                  <a:pt x="901318" y="33212"/>
                </a:cubicBezTo>
                <a:cubicBezTo>
                  <a:pt x="899722" y="31163"/>
                  <a:pt x="897347" y="30138"/>
                  <a:pt x="894191" y="30138"/>
                </a:cubicBezTo>
                <a:cubicBezTo>
                  <a:pt x="893031" y="30138"/>
                  <a:pt x="891897" y="30310"/>
                  <a:pt x="890791" y="30655"/>
                </a:cubicBezTo>
                <a:cubicBezTo>
                  <a:pt x="889685" y="31000"/>
                  <a:pt x="888534" y="31598"/>
                  <a:pt x="887337" y="32450"/>
                </a:cubicBezTo>
                <a:cubicBezTo>
                  <a:pt x="886140" y="33302"/>
                  <a:pt x="884843" y="34454"/>
                  <a:pt x="883447" y="35905"/>
                </a:cubicBezTo>
                <a:cubicBezTo>
                  <a:pt x="882051" y="37355"/>
                  <a:pt x="880482" y="39169"/>
                  <a:pt x="878741" y="41345"/>
                </a:cubicBezTo>
                <a:lnTo>
                  <a:pt x="878741" y="77576"/>
                </a:lnTo>
                <a:lnTo>
                  <a:pt x="869276" y="77576"/>
                </a:lnTo>
                <a:lnTo>
                  <a:pt x="869276" y="22957"/>
                </a:lnTo>
                <a:close/>
                <a:moveTo>
                  <a:pt x="974646" y="77576"/>
                </a:moveTo>
                <a:lnTo>
                  <a:pt x="966160" y="77576"/>
                </a:lnTo>
                <a:lnTo>
                  <a:pt x="965833" y="68763"/>
                </a:lnTo>
                <a:cubicBezTo>
                  <a:pt x="964201" y="70649"/>
                  <a:pt x="962651" y="72217"/>
                  <a:pt x="961182" y="73469"/>
                </a:cubicBezTo>
                <a:cubicBezTo>
                  <a:pt x="959713" y="74720"/>
                  <a:pt x="958253" y="75726"/>
                  <a:pt x="956803" y="76488"/>
                </a:cubicBezTo>
                <a:cubicBezTo>
                  <a:pt x="955352" y="77249"/>
                  <a:pt x="953892" y="77784"/>
                  <a:pt x="952423" y="78093"/>
                </a:cubicBezTo>
                <a:cubicBezTo>
                  <a:pt x="950955" y="78401"/>
                  <a:pt x="949404" y="78555"/>
                  <a:pt x="947772" y="78555"/>
                </a:cubicBezTo>
                <a:cubicBezTo>
                  <a:pt x="942151" y="78555"/>
                  <a:pt x="937907" y="76905"/>
                  <a:pt x="935042" y="73605"/>
                </a:cubicBezTo>
                <a:cubicBezTo>
                  <a:pt x="932177" y="70304"/>
                  <a:pt x="930745" y="65317"/>
                  <a:pt x="930745" y="58644"/>
                </a:cubicBezTo>
                <a:lnTo>
                  <a:pt x="930745" y="22957"/>
                </a:lnTo>
                <a:lnTo>
                  <a:pt x="940210" y="22957"/>
                </a:lnTo>
                <a:lnTo>
                  <a:pt x="940210" y="57883"/>
                </a:lnTo>
                <a:cubicBezTo>
                  <a:pt x="940210" y="66260"/>
                  <a:pt x="943366" y="70449"/>
                  <a:pt x="949676" y="70449"/>
                </a:cubicBezTo>
                <a:cubicBezTo>
                  <a:pt x="950837" y="70449"/>
                  <a:pt x="951970" y="70277"/>
                  <a:pt x="953076" y="69933"/>
                </a:cubicBezTo>
                <a:cubicBezTo>
                  <a:pt x="954182" y="69588"/>
                  <a:pt x="955343" y="68990"/>
                  <a:pt x="956558" y="68137"/>
                </a:cubicBezTo>
                <a:cubicBezTo>
                  <a:pt x="957773" y="67285"/>
                  <a:pt x="959078" y="66134"/>
                  <a:pt x="960475" y="64683"/>
                </a:cubicBezTo>
                <a:cubicBezTo>
                  <a:pt x="961871" y="63232"/>
                  <a:pt x="963440" y="61401"/>
                  <a:pt x="965180" y="59188"/>
                </a:cubicBezTo>
                <a:lnTo>
                  <a:pt x="965180" y="22957"/>
                </a:lnTo>
                <a:lnTo>
                  <a:pt x="974646" y="22957"/>
                </a:lnTo>
                <a:lnTo>
                  <a:pt x="974646" y="77576"/>
                </a:lnTo>
                <a:close/>
                <a:moveTo>
                  <a:pt x="1031165" y="77576"/>
                </a:moveTo>
                <a:lnTo>
                  <a:pt x="1031165" y="38353"/>
                </a:lnTo>
                <a:cubicBezTo>
                  <a:pt x="1031165" y="36648"/>
                  <a:pt x="1031102" y="35252"/>
                  <a:pt x="1030975" y="34164"/>
                </a:cubicBezTo>
                <a:cubicBezTo>
                  <a:pt x="1030848" y="33076"/>
                  <a:pt x="1030649" y="32214"/>
                  <a:pt x="1030377" y="31580"/>
                </a:cubicBezTo>
                <a:cubicBezTo>
                  <a:pt x="1030105" y="30945"/>
                  <a:pt x="1029760" y="30501"/>
                  <a:pt x="1029343" y="30247"/>
                </a:cubicBezTo>
                <a:cubicBezTo>
                  <a:pt x="1028926" y="29993"/>
                  <a:pt x="1028409" y="29866"/>
                  <a:pt x="1027792" y="29866"/>
                </a:cubicBezTo>
                <a:cubicBezTo>
                  <a:pt x="1027067" y="29866"/>
                  <a:pt x="1026396" y="30084"/>
                  <a:pt x="1025780" y="30519"/>
                </a:cubicBezTo>
                <a:cubicBezTo>
                  <a:pt x="1025163" y="30954"/>
                  <a:pt x="1024501" y="31661"/>
                  <a:pt x="1023794" y="32641"/>
                </a:cubicBezTo>
                <a:cubicBezTo>
                  <a:pt x="1023087" y="33620"/>
                  <a:pt x="1022307" y="34916"/>
                  <a:pt x="1021455" y="36530"/>
                </a:cubicBezTo>
                <a:cubicBezTo>
                  <a:pt x="1020602" y="38144"/>
                  <a:pt x="1019596" y="40130"/>
                  <a:pt x="1018436" y="42487"/>
                </a:cubicBezTo>
                <a:lnTo>
                  <a:pt x="1018436" y="77576"/>
                </a:lnTo>
                <a:lnTo>
                  <a:pt x="1009786" y="77576"/>
                </a:lnTo>
                <a:lnTo>
                  <a:pt x="1009786" y="39386"/>
                </a:lnTo>
                <a:cubicBezTo>
                  <a:pt x="1009786" y="37392"/>
                  <a:pt x="1009722" y="35778"/>
                  <a:pt x="1009595" y="34545"/>
                </a:cubicBezTo>
                <a:cubicBezTo>
                  <a:pt x="1009468" y="33312"/>
                  <a:pt x="1009269" y="32350"/>
                  <a:pt x="1008997" y="31661"/>
                </a:cubicBezTo>
                <a:cubicBezTo>
                  <a:pt x="1008725" y="30972"/>
                  <a:pt x="1008371" y="30501"/>
                  <a:pt x="1007936" y="30247"/>
                </a:cubicBezTo>
                <a:cubicBezTo>
                  <a:pt x="1007501" y="29993"/>
                  <a:pt x="1006975" y="29866"/>
                  <a:pt x="1006358" y="29866"/>
                </a:cubicBezTo>
                <a:cubicBezTo>
                  <a:pt x="1005706" y="29866"/>
                  <a:pt x="1005089" y="30047"/>
                  <a:pt x="1004509" y="30410"/>
                </a:cubicBezTo>
                <a:cubicBezTo>
                  <a:pt x="1003929" y="30773"/>
                  <a:pt x="1003285" y="31426"/>
                  <a:pt x="1002578" y="32369"/>
                </a:cubicBezTo>
                <a:cubicBezTo>
                  <a:pt x="1001870" y="33312"/>
                  <a:pt x="1001082" y="34599"/>
                  <a:pt x="1000211" y="36231"/>
                </a:cubicBezTo>
                <a:cubicBezTo>
                  <a:pt x="999341" y="37863"/>
                  <a:pt x="998307" y="39948"/>
                  <a:pt x="997110" y="42487"/>
                </a:cubicBezTo>
                <a:lnTo>
                  <a:pt x="997110" y="77576"/>
                </a:lnTo>
                <a:lnTo>
                  <a:pt x="988406" y="77576"/>
                </a:lnTo>
                <a:lnTo>
                  <a:pt x="988406" y="22957"/>
                </a:lnTo>
                <a:lnTo>
                  <a:pt x="995641" y="22957"/>
                </a:lnTo>
                <a:lnTo>
                  <a:pt x="996077" y="33348"/>
                </a:lnTo>
                <a:cubicBezTo>
                  <a:pt x="997020" y="31281"/>
                  <a:pt x="997935" y="29522"/>
                  <a:pt x="998824" y="28071"/>
                </a:cubicBezTo>
                <a:cubicBezTo>
                  <a:pt x="999713" y="26620"/>
                  <a:pt x="1000628" y="25451"/>
                  <a:pt x="1001571" y="24562"/>
                </a:cubicBezTo>
                <a:cubicBezTo>
                  <a:pt x="1002514" y="23674"/>
                  <a:pt x="1003521" y="23021"/>
                  <a:pt x="1004590" y="22604"/>
                </a:cubicBezTo>
                <a:cubicBezTo>
                  <a:pt x="1005660" y="22187"/>
                  <a:pt x="1006848" y="21978"/>
                  <a:pt x="1008154" y="21978"/>
                </a:cubicBezTo>
                <a:cubicBezTo>
                  <a:pt x="1011091" y="21978"/>
                  <a:pt x="1013322" y="22939"/>
                  <a:pt x="1014845" y="24861"/>
                </a:cubicBezTo>
                <a:cubicBezTo>
                  <a:pt x="1016368" y="26783"/>
                  <a:pt x="1017130" y="29757"/>
                  <a:pt x="1017130" y="33783"/>
                </a:cubicBezTo>
                <a:cubicBezTo>
                  <a:pt x="1018000" y="31897"/>
                  <a:pt x="1018853" y="30220"/>
                  <a:pt x="1019687" y="28751"/>
                </a:cubicBezTo>
                <a:cubicBezTo>
                  <a:pt x="1020521" y="27282"/>
                  <a:pt x="1021419" y="26049"/>
                  <a:pt x="1022380" y="25052"/>
                </a:cubicBezTo>
                <a:cubicBezTo>
                  <a:pt x="1023341" y="24054"/>
                  <a:pt x="1024402" y="23293"/>
                  <a:pt x="1025562" y="22767"/>
                </a:cubicBezTo>
                <a:cubicBezTo>
                  <a:pt x="1026723" y="22241"/>
                  <a:pt x="1028065" y="21978"/>
                  <a:pt x="1029588" y="21978"/>
                </a:cubicBezTo>
                <a:cubicBezTo>
                  <a:pt x="1036442" y="21978"/>
                  <a:pt x="1039870" y="27255"/>
                  <a:pt x="1039870" y="37809"/>
                </a:cubicBezTo>
                <a:lnTo>
                  <a:pt x="1039870" y="77576"/>
                </a:lnTo>
                <a:lnTo>
                  <a:pt x="1031165" y="77576"/>
                </a:lnTo>
                <a:close/>
                <a:moveTo>
                  <a:pt x="1100359" y="49287"/>
                </a:moveTo>
                <a:cubicBezTo>
                  <a:pt x="1100359" y="53821"/>
                  <a:pt x="1099734" y="57874"/>
                  <a:pt x="1098483" y="61446"/>
                </a:cubicBezTo>
                <a:cubicBezTo>
                  <a:pt x="1097231" y="65018"/>
                  <a:pt x="1095454" y="68047"/>
                  <a:pt x="1093151" y="70531"/>
                </a:cubicBezTo>
                <a:cubicBezTo>
                  <a:pt x="1090848" y="73015"/>
                  <a:pt x="1088047" y="74919"/>
                  <a:pt x="1084746" y="76243"/>
                </a:cubicBezTo>
                <a:cubicBezTo>
                  <a:pt x="1081446" y="77567"/>
                  <a:pt x="1077729" y="78229"/>
                  <a:pt x="1073594" y="78229"/>
                </a:cubicBezTo>
                <a:cubicBezTo>
                  <a:pt x="1070366" y="78229"/>
                  <a:pt x="1067066" y="77920"/>
                  <a:pt x="1063693" y="77304"/>
                </a:cubicBezTo>
                <a:cubicBezTo>
                  <a:pt x="1060320" y="76687"/>
                  <a:pt x="1056984" y="75708"/>
                  <a:pt x="1053683" y="74366"/>
                </a:cubicBezTo>
                <a:lnTo>
                  <a:pt x="1053683" y="653"/>
                </a:lnTo>
                <a:lnTo>
                  <a:pt x="1063149" y="653"/>
                </a:lnTo>
                <a:lnTo>
                  <a:pt x="1063149" y="21852"/>
                </a:lnTo>
                <a:lnTo>
                  <a:pt x="1062714" y="31988"/>
                </a:lnTo>
                <a:cubicBezTo>
                  <a:pt x="1065434" y="28325"/>
                  <a:pt x="1068344" y="25741"/>
                  <a:pt x="1071445" y="24236"/>
                </a:cubicBezTo>
                <a:cubicBezTo>
                  <a:pt x="1074546" y="22731"/>
                  <a:pt x="1077874" y="21978"/>
                  <a:pt x="1081428" y="21978"/>
                </a:cubicBezTo>
                <a:cubicBezTo>
                  <a:pt x="1084547" y="21978"/>
                  <a:pt x="1087285" y="22631"/>
                  <a:pt x="1089642" y="23936"/>
                </a:cubicBezTo>
                <a:cubicBezTo>
                  <a:pt x="1092000" y="25242"/>
                  <a:pt x="1093976" y="27083"/>
                  <a:pt x="1095572" y="29458"/>
                </a:cubicBezTo>
                <a:cubicBezTo>
                  <a:pt x="1097168" y="31834"/>
                  <a:pt x="1098365" y="34699"/>
                  <a:pt x="1099163" y="38054"/>
                </a:cubicBezTo>
                <a:cubicBezTo>
                  <a:pt x="1099960" y="41408"/>
                  <a:pt x="1100359" y="45153"/>
                  <a:pt x="1100359" y="49287"/>
                </a:cubicBezTo>
                <a:moveTo>
                  <a:pt x="1090676" y="49723"/>
                </a:moveTo>
                <a:cubicBezTo>
                  <a:pt x="1090676" y="46857"/>
                  <a:pt x="1090467" y="44228"/>
                  <a:pt x="1090050" y="41834"/>
                </a:cubicBezTo>
                <a:cubicBezTo>
                  <a:pt x="1089633" y="39441"/>
                  <a:pt x="1088971" y="37392"/>
                  <a:pt x="1088065" y="35687"/>
                </a:cubicBezTo>
                <a:cubicBezTo>
                  <a:pt x="1087158" y="33983"/>
                  <a:pt x="1085998" y="32650"/>
                  <a:pt x="1084583" y="31689"/>
                </a:cubicBezTo>
                <a:cubicBezTo>
                  <a:pt x="1083169" y="30728"/>
                  <a:pt x="1081482" y="30247"/>
                  <a:pt x="1079524" y="30247"/>
                </a:cubicBezTo>
                <a:cubicBezTo>
                  <a:pt x="1078327" y="30247"/>
                  <a:pt x="1077112" y="30437"/>
                  <a:pt x="1075879" y="30818"/>
                </a:cubicBezTo>
                <a:cubicBezTo>
                  <a:pt x="1074646" y="31199"/>
                  <a:pt x="1073367" y="31834"/>
                  <a:pt x="1072044" y="32722"/>
                </a:cubicBezTo>
                <a:cubicBezTo>
                  <a:pt x="1070720" y="33611"/>
                  <a:pt x="1069324" y="34789"/>
                  <a:pt x="1067855" y="36258"/>
                </a:cubicBezTo>
                <a:cubicBezTo>
                  <a:pt x="1066386" y="37727"/>
                  <a:pt x="1064817" y="39550"/>
                  <a:pt x="1063149" y="41726"/>
                </a:cubicBezTo>
                <a:lnTo>
                  <a:pt x="1063149" y="68219"/>
                </a:lnTo>
                <a:cubicBezTo>
                  <a:pt x="1064999" y="68944"/>
                  <a:pt x="1066885" y="69515"/>
                  <a:pt x="1068807" y="69933"/>
                </a:cubicBezTo>
                <a:cubicBezTo>
                  <a:pt x="1070729" y="70350"/>
                  <a:pt x="1072560" y="70558"/>
                  <a:pt x="1074301" y="70558"/>
                </a:cubicBezTo>
                <a:cubicBezTo>
                  <a:pt x="1076477" y="70558"/>
                  <a:pt x="1078554" y="70214"/>
                  <a:pt x="1080530" y="69525"/>
                </a:cubicBezTo>
                <a:cubicBezTo>
                  <a:pt x="1082507" y="68835"/>
                  <a:pt x="1084248" y="67684"/>
                  <a:pt x="1085753" y="66070"/>
                </a:cubicBezTo>
                <a:cubicBezTo>
                  <a:pt x="1087258" y="64456"/>
                  <a:pt x="1088455" y="62316"/>
                  <a:pt x="1089343" y="59651"/>
                </a:cubicBezTo>
                <a:cubicBezTo>
                  <a:pt x="1090232" y="56985"/>
                  <a:pt x="1090676" y="53676"/>
                  <a:pt x="1090676" y="49723"/>
                </a:cubicBezTo>
                <a:close/>
                <a:moveTo>
                  <a:pt x="1161285" y="47383"/>
                </a:moveTo>
                <a:cubicBezTo>
                  <a:pt x="1161285" y="48725"/>
                  <a:pt x="1161267" y="49849"/>
                  <a:pt x="1161231" y="50756"/>
                </a:cubicBezTo>
                <a:cubicBezTo>
                  <a:pt x="1161194" y="51663"/>
                  <a:pt x="1161140" y="52515"/>
                  <a:pt x="1161067" y="53313"/>
                </a:cubicBezTo>
                <a:lnTo>
                  <a:pt x="1122715" y="53313"/>
                </a:lnTo>
                <a:cubicBezTo>
                  <a:pt x="1122715" y="58898"/>
                  <a:pt x="1124274" y="63187"/>
                  <a:pt x="1127393" y="66179"/>
                </a:cubicBezTo>
                <a:cubicBezTo>
                  <a:pt x="1130512" y="69171"/>
                  <a:pt x="1135009" y="70667"/>
                  <a:pt x="1140885" y="70667"/>
                </a:cubicBezTo>
                <a:cubicBezTo>
                  <a:pt x="1142480" y="70667"/>
                  <a:pt x="1144076" y="70602"/>
                  <a:pt x="1145672" y="70473"/>
                </a:cubicBezTo>
                <a:cubicBezTo>
                  <a:pt x="1147268" y="70343"/>
                  <a:pt x="1148809" y="70167"/>
                  <a:pt x="1150296" y="69944"/>
                </a:cubicBezTo>
                <a:cubicBezTo>
                  <a:pt x="1151783" y="69721"/>
                  <a:pt x="1153207" y="69471"/>
                  <a:pt x="1154567" y="69193"/>
                </a:cubicBezTo>
                <a:cubicBezTo>
                  <a:pt x="1155927" y="68914"/>
                  <a:pt x="1157187" y="68608"/>
                  <a:pt x="1158347" y="68273"/>
                </a:cubicBezTo>
                <a:lnTo>
                  <a:pt x="1158347" y="76053"/>
                </a:lnTo>
                <a:cubicBezTo>
                  <a:pt x="1155772" y="76794"/>
                  <a:pt x="1152862" y="77396"/>
                  <a:pt x="1149616" y="77860"/>
                </a:cubicBezTo>
                <a:cubicBezTo>
                  <a:pt x="1146370" y="78323"/>
                  <a:pt x="1143006" y="78555"/>
                  <a:pt x="1139525" y="78555"/>
                </a:cubicBezTo>
                <a:cubicBezTo>
                  <a:pt x="1134846" y="78555"/>
                  <a:pt x="1130821" y="77920"/>
                  <a:pt x="1127448" y="76651"/>
                </a:cubicBezTo>
                <a:cubicBezTo>
                  <a:pt x="1124075" y="75382"/>
                  <a:pt x="1121309" y="73541"/>
                  <a:pt x="1119151" y="71129"/>
                </a:cubicBezTo>
                <a:cubicBezTo>
                  <a:pt x="1116994" y="68718"/>
                  <a:pt x="1115398" y="65762"/>
                  <a:pt x="1114364" y="62262"/>
                </a:cubicBezTo>
                <a:cubicBezTo>
                  <a:pt x="1113331" y="58762"/>
                  <a:pt x="1112814" y="54800"/>
                  <a:pt x="1112814" y="50375"/>
                </a:cubicBezTo>
                <a:cubicBezTo>
                  <a:pt x="1112814" y="46531"/>
                  <a:pt x="1113367" y="42895"/>
                  <a:pt x="1114473" y="39468"/>
                </a:cubicBezTo>
                <a:cubicBezTo>
                  <a:pt x="1115579" y="36041"/>
                  <a:pt x="1117193" y="33030"/>
                  <a:pt x="1119315" y="30437"/>
                </a:cubicBezTo>
                <a:cubicBezTo>
                  <a:pt x="1121436" y="27844"/>
                  <a:pt x="1124039" y="25786"/>
                  <a:pt x="1127121" y="24263"/>
                </a:cubicBezTo>
                <a:cubicBezTo>
                  <a:pt x="1130204" y="22740"/>
                  <a:pt x="1133704" y="21978"/>
                  <a:pt x="1137621" y="21978"/>
                </a:cubicBezTo>
                <a:cubicBezTo>
                  <a:pt x="1141429" y="21978"/>
                  <a:pt x="1144802" y="22576"/>
                  <a:pt x="1147739" y="23773"/>
                </a:cubicBezTo>
                <a:cubicBezTo>
                  <a:pt x="1150677" y="24970"/>
                  <a:pt x="1153152" y="26666"/>
                  <a:pt x="1155165" y="28860"/>
                </a:cubicBezTo>
                <a:cubicBezTo>
                  <a:pt x="1157178" y="31054"/>
                  <a:pt x="1158701" y="33720"/>
                  <a:pt x="1159735" y="36857"/>
                </a:cubicBezTo>
                <a:cubicBezTo>
                  <a:pt x="1160768" y="39994"/>
                  <a:pt x="1161285" y="43503"/>
                  <a:pt x="1161285" y="47383"/>
                </a:cubicBezTo>
                <a:moveTo>
                  <a:pt x="1151439" y="46023"/>
                </a:moveTo>
                <a:cubicBezTo>
                  <a:pt x="1151547" y="43593"/>
                  <a:pt x="1151312" y="41372"/>
                  <a:pt x="1150731" y="39359"/>
                </a:cubicBezTo>
                <a:cubicBezTo>
                  <a:pt x="1150151" y="37346"/>
                  <a:pt x="1149253" y="35615"/>
                  <a:pt x="1148038" y="34164"/>
                </a:cubicBezTo>
                <a:cubicBezTo>
                  <a:pt x="1146823" y="32713"/>
                  <a:pt x="1145309" y="31580"/>
                  <a:pt x="1143496" y="30764"/>
                </a:cubicBezTo>
                <a:cubicBezTo>
                  <a:pt x="1141683" y="29948"/>
                  <a:pt x="1139579" y="29540"/>
                  <a:pt x="1137185" y="29540"/>
                </a:cubicBezTo>
                <a:cubicBezTo>
                  <a:pt x="1135118" y="29540"/>
                  <a:pt x="1133232" y="29939"/>
                  <a:pt x="1131528" y="30737"/>
                </a:cubicBezTo>
                <a:cubicBezTo>
                  <a:pt x="1129823" y="31534"/>
                  <a:pt x="1128354" y="32659"/>
                  <a:pt x="1127121" y="34109"/>
                </a:cubicBezTo>
                <a:cubicBezTo>
                  <a:pt x="1125888" y="35560"/>
                  <a:pt x="1124891" y="37301"/>
                  <a:pt x="1124129" y="39332"/>
                </a:cubicBezTo>
                <a:cubicBezTo>
                  <a:pt x="1123368" y="41363"/>
                  <a:pt x="1122896" y="43593"/>
                  <a:pt x="1122715" y="46023"/>
                </a:cubicBezTo>
                <a:lnTo>
                  <a:pt x="1151439" y="46023"/>
                </a:lnTo>
                <a:close/>
                <a:moveTo>
                  <a:pt x="1178853" y="22957"/>
                </a:moveTo>
                <a:lnTo>
                  <a:pt x="1187503" y="22957"/>
                </a:lnTo>
                <a:lnTo>
                  <a:pt x="1187775" y="32996"/>
                </a:lnTo>
                <a:cubicBezTo>
                  <a:pt x="1191003" y="29124"/>
                  <a:pt x="1194185" y="26320"/>
                  <a:pt x="1197322" y="24584"/>
                </a:cubicBezTo>
                <a:cubicBezTo>
                  <a:pt x="1200459" y="22847"/>
                  <a:pt x="1203624" y="21978"/>
                  <a:pt x="1206815" y="21978"/>
                </a:cubicBezTo>
                <a:cubicBezTo>
                  <a:pt x="1212473" y="21978"/>
                  <a:pt x="1216762" y="23805"/>
                  <a:pt x="1219681" y="27459"/>
                </a:cubicBezTo>
                <a:cubicBezTo>
                  <a:pt x="1222601" y="31113"/>
                  <a:pt x="1223952" y="36539"/>
                  <a:pt x="1223734" y="43738"/>
                </a:cubicBezTo>
                <a:lnTo>
                  <a:pt x="1214159" y="43738"/>
                </a:lnTo>
                <a:cubicBezTo>
                  <a:pt x="1214268" y="38970"/>
                  <a:pt x="1213570" y="35512"/>
                  <a:pt x="1212065" y="33363"/>
                </a:cubicBezTo>
                <a:cubicBezTo>
                  <a:pt x="1210560" y="31213"/>
                  <a:pt x="1208357" y="30138"/>
                  <a:pt x="1205455" y="30138"/>
                </a:cubicBezTo>
                <a:cubicBezTo>
                  <a:pt x="1204186" y="30138"/>
                  <a:pt x="1202907" y="30364"/>
                  <a:pt x="1201620" y="30816"/>
                </a:cubicBezTo>
                <a:cubicBezTo>
                  <a:pt x="1200332" y="31268"/>
                  <a:pt x="1199009" y="31990"/>
                  <a:pt x="1197649" y="32982"/>
                </a:cubicBezTo>
                <a:cubicBezTo>
                  <a:pt x="1196289" y="33975"/>
                  <a:pt x="1194847" y="35248"/>
                  <a:pt x="1193324" y="36802"/>
                </a:cubicBezTo>
                <a:cubicBezTo>
                  <a:pt x="1191801" y="38355"/>
                  <a:pt x="1190169" y="40233"/>
                  <a:pt x="1188428" y="42436"/>
                </a:cubicBezTo>
                <a:lnTo>
                  <a:pt x="1188428" y="77576"/>
                </a:lnTo>
                <a:lnTo>
                  <a:pt x="1178853" y="77576"/>
                </a:lnTo>
                <a:lnTo>
                  <a:pt x="1178853" y="22957"/>
                </a:lnTo>
                <a:close/>
                <a:moveTo>
                  <a:pt x="1281340" y="62670"/>
                </a:moveTo>
                <a:cubicBezTo>
                  <a:pt x="1281340" y="64592"/>
                  <a:pt x="1281014" y="66315"/>
                  <a:pt x="1280361" y="67838"/>
                </a:cubicBezTo>
                <a:cubicBezTo>
                  <a:pt x="1279708" y="69361"/>
                  <a:pt x="1278820" y="70712"/>
                  <a:pt x="1277695" y="71891"/>
                </a:cubicBezTo>
                <a:cubicBezTo>
                  <a:pt x="1276571" y="73070"/>
                  <a:pt x="1275266" y="74076"/>
                  <a:pt x="1273779" y="74910"/>
                </a:cubicBezTo>
                <a:cubicBezTo>
                  <a:pt x="1272292" y="75744"/>
                  <a:pt x="1270705" y="76433"/>
                  <a:pt x="1269019" y="76977"/>
                </a:cubicBezTo>
                <a:cubicBezTo>
                  <a:pt x="1267332" y="77521"/>
                  <a:pt x="1265600" y="77920"/>
                  <a:pt x="1263823" y="78174"/>
                </a:cubicBezTo>
                <a:cubicBezTo>
                  <a:pt x="1262046" y="78428"/>
                  <a:pt x="1260305" y="78555"/>
                  <a:pt x="1258601" y="78555"/>
                </a:cubicBezTo>
                <a:cubicBezTo>
                  <a:pt x="1254901" y="78555"/>
                  <a:pt x="1251501" y="78392"/>
                  <a:pt x="1248401" y="78065"/>
                </a:cubicBezTo>
                <a:cubicBezTo>
                  <a:pt x="1245300" y="77739"/>
                  <a:pt x="1242262" y="77213"/>
                  <a:pt x="1239288" y="76488"/>
                </a:cubicBezTo>
                <a:lnTo>
                  <a:pt x="1239288" y="67784"/>
                </a:lnTo>
                <a:cubicBezTo>
                  <a:pt x="1242480" y="68690"/>
                  <a:pt x="1245653" y="69379"/>
                  <a:pt x="1248809" y="69851"/>
                </a:cubicBezTo>
                <a:cubicBezTo>
                  <a:pt x="1251964" y="70322"/>
                  <a:pt x="1255101" y="70558"/>
                  <a:pt x="1258220" y="70558"/>
                </a:cubicBezTo>
                <a:cubicBezTo>
                  <a:pt x="1262753" y="70558"/>
                  <a:pt x="1266108" y="69942"/>
                  <a:pt x="1268284" y="68708"/>
                </a:cubicBezTo>
                <a:cubicBezTo>
                  <a:pt x="1270460" y="67475"/>
                  <a:pt x="1271548" y="65716"/>
                  <a:pt x="1271548" y="63432"/>
                </a:cubicBezTo>
                <a:cubicBezTo>
                  <a:pt x="1271548" y="62452"/>
                  <a:pt x="1271376" y="61573"/>
                  <a:pt x="1271031" y="60793"/>
                </a:cubicBezTo>
                <a:cubicBezTo>
                  <a:pt x="1270687" y="60013"/>
                  <a:pt x="1270061" y="59270"/>
                  <a:pt x="1269155" y="58563"/>
                </a:cubicBezTo>
                <a:cubicBezTo>
                  <a:pt x="1268248" y="57855"/>
                  <a:pt x="1266842" y="57121"/>
                  <a:pt x="1264938" y="56359"/>
                </a:cubicBezTo>
                <a:cubicBezTo>
                  <a:pt x="1263034" y="55598"/>
                  <a:pt x="1260432" y="54727"/>
                  <a:pt x="1257132" y="53748"/>
                </a:cubicBezTo>
                <a:cubicBezTo>
                  <a:pt x="1254666" y="53023"/>
                  <a:pt x="1252390" y="52198"/>
                  <a:pt x="1250305" y="51273"/>
                </a:cubicBezTo>
                <a:cubicBezTo>
                  <a:pt x="1248219" y="50348"/>
                  <a:pt x="1246415" y="49251"/>
                  <a:pt x="1244892" y="47982"/>
                </a:cubicBezTo>
                <a:cubicBezTo>
                  <a:pt x="1243368" y="46712"/>
                  <a:pt x="1242172" y="45225"/>
                  <a:pt x="1241301" y="43521"/>
                </a:cubicBezTo>
                <a:cubicBezTo>
                  <a:pt x="1240431" y="41816"/>
                  <a:pt x="1239996" y="39803"/>
                  <a:pt x="1239996" y="37482"/>
                </a:cubicBezTo>
                <a:cubicBezTo>
                  <a:pt x="1239996" y="35959"/>
                  <a:pt x="1240349" y="34291"/>
                  <a:pt x="1241056" y="32477"/>
                </a:cubicBezTo>
                <a:cubicBezTo>
                  <a:pt x="1241764" y="30664"/>
                  <a:pt x="1242969" y="28978"/>
                  <a:pt x="1244674" y="27418"/>
                </a:cubicBezTo>
                <a:cubicBezTo>
                  <a:pt x="1246379" y="25859"/>
                  <a:pt x="1248682" y="24562"/>
                  <a:pt x="1251583" y="23528"/>
                </a:cubicBezTo>
                <a:cubicBezTo>
                  <a:pt x="1254484" y="22495"/>
                  <a:pt x="1258111" y="21978"/>
                  <a:pt x="1262463" y="21978"/>
                </a:cubicBezTo>
                <a:cubicBezTo>
                  <a:pt x="1264603" y="21978"/>
                  <a:pt x="1266978" y="22096"/>
                  <a:pt x="1269590" y="22332"/>
                </a:cubicBezTo>
                <a:cubicBezTo>
                  <a:pt x="1272201" y="22567"/>
                  <a:pt x="1274921" y="22975"/>
                  <a:pt x="1277750" y="23556"/>
                </a:cubicBezTo>
                <a:lnTo>
                  <a:pt x="1277750" y="31988"/>
                </a:lnTo>
                <a:cubicBezTo>
                  <a:pt x="1274776" y="31262"/>
                  <a:pt x="1271956" y="30728"/>
                  <a:pt x="1269291" y="30383"/>
                </a:cubicBezTo>
                <a:cubicBezTo>
                  <a:pt x="1266625" y="30038"/>
                  <a:pt x="1264313" y="29866"/>
                  <a:pt x="1262354" y="29866"/>
                </a:cubicBezTo>
                <a:cubicBezTo>
                  <a:pt x="1259997" y="29866"/>
                  <a:pt x="1258011" y="30047"/>
                  <a:pt x="1256397" y="30410"/>
                </a:cubicBezTo>
                <a:cubicBezTo>
                  <a:pt x="1254784" y="30773"/>
                  <a:pt x="1253478" y="31272"/>
                  <a:pt x="1252481" y="31906"/>
                </a:cubicBezTo>
                <a:cubicBezTo>
                  <a:pt x="1251483" y="32541"/>
                  <a:pt x="1250767" y="33284"/>
                  <a:pt x="1250332" y="34137"/>
                </a:cubicBezTo>
                <a:cubicBezTo>
                  <a:pt x="1249897" y="34989"/>
                  <a:pt x="1249679" y="35905"/>
                  <a:pt x="1249679" y="36884"/>
                </a:cubicBezTo>
                <a:cubicBezTo>
                  <a:pt x="1249679" y="37863"/>
                  <a:pt x="1249869" y="38752"/>
                  <a:pt x="1250250" y="39550"/>
                </a:cubicBezTo>
                <a:cubicBezTo>
                  <a:pt x="1250631" y="40347"/>
                  <a:pt x="1251338" y="41118"/>
                  <a:pt x="1252372" y="41862"/>
                </a:cubicBezTo>
                <a:cubicBezTo>
                  <a:pt x="1253405" y="42605"/>
                  <a:pt x="1254847" y="43349"/>
                  <a:pt x="1256697" y="44092"/>
                </a:cubicBezTo>
                <a:cubicBezTo>
                  <a:pt x="1258546" y="44836"/>
                  <a:pt x="1260958" y="45642"/>
                  <a:pt x="1263932" y="46513"/>
                </a:cubicBezTo>
                <a:cubicBezTo>
                  <a:pt x="1267160" y="47456"/>
                  <a:pt x="1269880" y="48444"/>
                  <a:pt x="1272092" y="49478"/>
                </a:cubicBezTo>
                <a:cubicBezTo>
                  <a:pt x="1274304" y="50511"/>
                  <a:pt x="1276100" y="51663"/>
                  <a:pt x="1277478" y="52932"/>
                </a:cubicBezTo>
                <a:cubicBezTo>
                  <a:pt x="1278856" y="54202"/>
                  <a:pt x="1279844" y="55634"/>
                  <a:pt x="1280443" y="57230"/>
                </a:cubicBezTo>
                <a:cubicBezTo>
                  <a:pt x="1281041" y="58826"/>
                  <a:pt x="1281340" y="60639"/>
                  <a:pt x="1281340" y="62670"/>
                </a:cubicBezTo>
                <a:close/>
                <a:moveTo>
                  <a:pt x="1321485" y="21978"/>
                </a:moveTo>
                <a:cubicBezTo>
                  <a:pt x="1322609" y="21978"/>
                  <a:pt x="1323679" y="22205"/>
                  <a:pt x="1324694" y="22658"/>
                </a:cubicBezTo>
                <a:cubicBezTo>
                  <a:pt x="1325710" y="23111"/>
                  <a:pt x="1326599" y="23719"/>
                  <a:pt x="1327360" y="24480"/>
                </a:cubicBezTo>
                <a:cubicBezTo>
                  <a:pt x="1328122" y="25242"/>
                  <a:pt x="1328729" y="26131"/>
                  <a:pt x="1329183" y="27146"/>
                </a:cubicBezTo>
                <a:cubicBezTo>
                  <a:pt x="1329636" y="28162"/>
                  <a:pt x="1329863" y="29231"/>
                  <a:pt x="1329863" y="30356"/>
                </a:cubicBezTo>
                <a:cubicBezTo>
                  <a:pt x="1329863" y="31516"/>
                  <a:pt x="1329636" y="32595"/>
                  <a:pt x="1329183" y="33593"/>
                </a:cubicBezTo>
                <a:cubicBezTo>
                  <a:pt x="1328729" y="34590"/>
                  <a:pt x="1328122" y="35469"/>
                  <a:pt x="1327360" y="36231"/>
                </a:cubicBezTo>
                <a:cubicBezTo>
                  <a:pt x="1326599" y="36993"/>
                  <a:pt x="1325710" y="37591"/>
                  <a:pt x="1324694" y="38026"/>
                </a:cubicBezTo>
                <a:cubicBezTo>
                  <a:pt x="1323679" y="38462"/>
                  <a:pt x="1322609" y="38679"/>
                  <a:pt x="1321485" y="38679"/>
                </a:cubicBezTo>
                <a:cubicBezTo>
                  <a:pt x="1320324" y="38679"/>
                  <a:pt x="1319245" y="38462"/>
                  <a:pt x="1318248" y="38026"/>
                </a:cubicBezTo>
                <a:cubicBezTo>
                  <a:pt x="1317251" y="37591"/>
                  <a:pt x="1316371" y="36993"/>
                  <a:pt x="1315610" y="36231"/>
                </a:cubicBezTo>
                <a:cubicBezTo>
                  <a:pt x="1314848" y="35469"/>
                  <a:pt x="1314249" y="34590"/>
                  <a:pt x="1313814" y="33593"/>
                </a:cubicBezTo>
                <a:cubicBezTo>
                  <a:pt x="1313379" y="32595"/>
                  <a:pt x="1313161" y="31516"/>
                  <a:pt x="1313161" y="30356"/>
                </a:cubicBezTo>
                <a:cubicBezTo>
                  <a:pt x="1313161" y="29231"/>
                  <a:pt x="1313379" y="28162"/>
                  <a:pt x="1313814" y="27146"/>
                </a:cubicBezTo>
                <a:cubicBezTo>
                  <a:pt x="1314249" y="26131"/>
                  <a:pt x="1314848" y="25242"/>
                  <a:pt x="1315610" y="24480"/>
                </a:cubicBezTo>
                <a:cubicBezTo>
                  <a:pt x="1316371" y="23719"/>
                  <a:pt x="1317251" y="23111"/>
                  <a:pt x="1318248" y="22658"/>
                </a:cubicBezTo>
                <a:cubicBezTo>
                  <a:pt x="1319245" y="22205"/>
                  <a:pt x="1320324" y="21978"/>
                  <a:pt x="1321485" y="21978"/>
                </a:cubicBezTo>
                <a:moveTo>
                  <a:pt x="1321485" y="61854"/>
                </a:moveTo>
                <a:cubicBezTo>
                  <a:pt x="1322609" y="61854"/>
                  <a:pt x="1323679" y="62081"/>
                  <a:pt x="1324694" y="62534"/>
                </a:cubicBezTo>
                <a:cubicBezTo>
                  <a:pt x="1325710" y="62987"/>
                  <a:pt x="1326599" y="63595"/>
                  <a:pt x="1327360" y="64356"/>
                </a:cubicBezTo>
                <a:cubicBezTo>
                  <a:pt x="1328122" y="65118"/>
                  <a:pt x="1328729" y="66007"/>
                  <a:pt x="1329183" y="67022"/>
                </a:cubicBezTo>
                <a:cubicBezTo>
                  <a:pt x="1329636" y="68038"/>
                  <a:pt x="1329863" y="69107"/>
                  <a:pt x="1329863" y="70232"/>
                </a:cubicBezTo>
                <a:cubicBezTo>
                  <a:pt x="1329863" y="71392"/>
                  <a:pt x="1329636" y="72471"/>
                  <a:pt x="1329183" y="73469"/>
                </a:cubicBezTo>
                <a:cubicBezTo>
                  <a:pt x="1328729" y="74466"/>
                  <a:pt x="1328122" y="75345"/>
                  <a:pt x="1327360" y="76107"/>
                </a:cubicBezTo>
                <a:cubicBezTo>
                  <a:pt x="1326599" y="76869"/>
                  <a:pt x="1325710" y="77467"/>
                  <a:pt x="1324694" y="77902"/>
                </a:cubicBezTo>
                <a:cubicBezTo>
                  <a:pt x="1323679" y="78337"/>
                  <a:pt x="1322609" y="78555"/>
                  <a:pt x="1321485" y="78555"/>
                </a:cubicBezTo>
                <a:cubicBezTo>
                  <a:pt x="1320324" y="78555"/>
                  <a:pt x="1319245" y="78337"/>
                  <a:pt x="1318248" y="77902"/>
                </a:cubicBezTo>
                <a:cubicBezTo>
                  <a:pt x="1317251" y="77467"/>
                  <a:pt x="1316371" y="76869"/>
                  <a:pt x="1315610" y="76107"/>
                </a:cubicBezTo>
                <a:cubicBezTo>
                  <a:pt x="1314848" y="75345"/>
                  <a:pt x="1314249" y="74466"/>
                  <a:pt x="1313814" y="73469"/>
                </a:cubicBezTo>
                <a:cubicBezTo>
                  <a:pt x="1313379" y="72471"/>
                  <a:pt x="1313161" y="71392"/>
                  <a:pt x="1313161" y="70232"/>
                </a:cubicBezTo>
                <a:cubicBezTo>
                  <a:pt x="1313161" y="69107"/>
                  <a:pt x="1313379" y="68038"/>
                  <a:pt x="1313814" y="67022"/>
                </a:cubicBezTo>
                <a:cubicBezTo>
                  <a:pt x="1314249" y="66007"/>
                  <a:pt x="1314848" y="65118"/>
                  <a:pt x="1315610" y="64356"/>
                </a:cubicBezTo>
                <a:cubicBezTo>
                  <a:pt x="1316371" y="63595"/>
                  <a:pt x="1317251" y="62987"/>
                  <a:pt x="1318248" y="62534"/>
                </a:cubicBezTo>
                <a:cubicBezTo>
                  <a:pt x="1319245" y="62081"/>
                  <a:pt x="1320324" y="61854"/>
                  <a:pt x="1321485" y="61854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7" name="Text ifnumberinseen:">
            <a:extLst xmlns:a="http://schemas.openxmlformats.org/drawingml/2006/main">
              <a:ext uri="{FF2B5EF4-FFF2-40B4-BE49-F238E27FC236}">
                <a16:creationId xmlns:a16="http://schemas.microsoft.com/office/drawing/2014/main" id="{A00B6B77-9D59-407D-A7AC-8E7D5918C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4252" y="1288223"/>
            <a:ext cx="1074628" cy="78555"/>
          </a:xfrm>
          <a:custGeom xmlns:a="http://schemas.openxmlformats.org/drawingml/2006/main">
            <a:pathLst>
              <a:path w="1074628" h="78555">
                <a:moveTo>
                  <a:pt x="17952" y="30791"/>
                </a:moveTo>
                <a:lnTo>
                  <a:pt x="1795" y="30791"/>
                </a:lnTo>
                <a:lnTo>
                  <a:pt x="1795" y="22957"/>
                </a:lnTo>
                <a:lnTo>
                  <a:pt x="27527" y="22957"/>
                </a:lnTo>
                <a:lnTo>
                  <a:pt x="27527" y="69688"/>
                </a:lnTo>
                <a:lnTo>
                  <a:pt x="43793" y="69688"/>
                </a:lnTo>
                <a:lnTo>
                  <a:pt x="43793" y="77576"/>
                </a:lnTo>
                <a:lnTo>
                  <a:pt x="0" y="77576"/>
                </a:lnTo>
                <a:lnTo>
                  <a:pt x="0" y="69688"/>
                </a:lnTo>
                <a:lnTo>
                  <a:pt x="17952" y="69688"/>
                </a:lnTo>
                <a:lnTo>
                  <a:pt x="17952" y="30791"/>
                </a:lnTo>
                <a:moveTo>
                  <a:pt x="21271" y="0"/>
                </a:moveTo>
                <a:cubicBezTo>
                  <a:pt x="22323" y="0"/>
                  <a:pt x="23302" y="190"/>
                  <a:pt x="24208" y="571"/>
                </a:cubicBezTo>
                <a:cubicBezTo>
                  <a:pt x="25115" y="952"/>
                  <a:pt x="25904" y="1487"/>
                  <a:pt x="26575" y="2176"/>
                </a:cubicBezTo>
                <a:cubicBezTo>
                  <a:pt x="27246" y="2865"/>
                  <a:pt x="27772" y="3654"/>
                  <a:pt x="28153" y="4542"/>
                </a:cubicBezTo>
                <a:cubicBezTo>
                  <a:pt x="28533" y="5431"/>
                  <a:pt x="28724" y="6401"/>
                  <a:pt x="28724" y="7453"/>
                </a:cubicBezTo>
                <a:cubicBezTo>
                  <a:pt x="28724" y="8468"/>
                  <a:pt x="28533" y="9430"/>
                  <a:pt x="28153" y="10336"/>
                </a:cubicBezTo>
                <a:cubicBezTo>
                  <a:pt x="27772" y="11243"/>
                  <a:pt x="27246" y="12041"/>
                  <a:pt x="26575" y="12730"/>
                </a:cubicBezTo>
                <a:cubicBezTo>
                  <a:pt x="25904" y="13419"/>
                  <a:pt x="25115" y="13954"/>
                  <a:pt x="24208" y="14335"/>
                </a:cubicBezTo>
                <a:cubicBezTo>
                  <a:pt x="23302" y="14715"/>
                  <a:pt x="22323" y="14906"/>
                  <a:pt x="21271" y="14906"/>
                </a:cubicBezTo>
                <a:cubicBezTo>
                  <a:pt x="20219" y="14906"/>
                  <a:pt x="19240" y="14715"/>
                  <a:pt x="18333" y="14335"/>
                </a:cubicBezTo>
                <a:cubicBezTo>
                  <a:pt x="17426" y="13954"/>
                  <a:pt x="16638" y="13419"/>
                  <a:pt x="15967" y="12730"/>
                </a:cubicBezTo>
                <a:cubicBezTo>
                  <a:pt x="15296" y="12041"/>
                  <a:pt x="14770" y="11243"/>
                  <a:pt x="14389" y="10336"/>
                </a:cubicBezTo>
                <a:cubicBezTo>
                  <a:pt x="14008" y="9430"/>
                  <a:pt x="13818" y="8468"/>
                  <a:pt x="13818" y="7453"/>
                </a:cubicBezTo>
                <a:cubicBezTo>
                  <a:pt x="13818" y="6401"/>
                  <a:pt x="14008" y="5431"/>
                  <a:pt x="14389" y="4542"/>
                </a:cubicBezTo>
                <a:cubicBezTo>
                  <a:pt x="14770" y="3654"/>
                  <a:pt x="15296" y="2865"/>
                  <a:pt x="15967" y="2176"/>
                </a:cubicBezTo>
                <a:cubicBezTo>
                  <a:pt x="16638" y="1487"/>
                  <a:pt x="17426" y="952"/>
                  <a:pt x="18333" y="571"/>
                </a:cubicBezTo>
                <a:cubicBezTo>
                  <a:pt x="19240" y="190"/>
                  <a:pt x="20219" y="0"/>
                  <a:pt x="21271" y="0"/>
                </a:cubicBezTo>
                <a:close/>
                <a:moveTo>
                  <a:pt x="109288" y="9466"/>
                </a:moveTo>
                <a:cubicBezTo>
                  <a:pt x="104320" y="8414"/>
                  <a:pt x="100040" y="7888"/>
                  <a:pt x="96450" y="7888"/>
                </a:cubicBezTo>
                <a:cubicBezTo>
                  <a:pt x="87927" y="7888"/>
                  <a:pt x="83665" y="12349"/>
                  <a:pt x="83665" y="21271"/>
                </a:cubicBezTo>
                <a:lnTo>
                  <a:pt x="83665" y="30845"/>
                </a:lnTo>
                <a:lnTo>
                  <a:pt x="107602" y="30845"/>
                </a:lnTo>
                <a:lnTo>
                  <a:pt x="107602" y="38734"/>
                </a:lnTo>
                <a:lnTo>
                  <a:pt x="83665" y="38734"/>
                </a:lnTo>
                <a:lnTo>
                  <a:pt x="83665" y="77576"/>
                </a:lnTo>
                <a:lnTo>
                  <a:pt x="74036" y="77576"/>
                </a:lnTo>
                <a:lnTo>
                  <a:pt x="74036" y="38734"/>
                </a:lnTo>
                <a:lnTo>
                  <a:pt x="56465" y="38734"/>
                </a:lnTo>
                <a:lnTo>
                  <a:pt x="56465" y="30845"/>
                </a:lnTo>
                <a:lnTo>
                  <a:pt x="74036" y="30845"/>
                </a:lnTo>
                <a:lnTo>
                  <a:pt x="74036" y="21815"/>
                </a:lnTo>
                <a:cubicBezTo>
                  <a:pt x="74036" y="7272"/>
                  <a:pt x="81616" y="0"/>
                  <a:pt x="96776" y="0"/>
                </a:cubicBezTo>
                <a:cubicBezTo>
                  <a:pt x="100548" y="0"/>
                  <a:pt x="104718" y="435"/>
                  <a:pt x="109288" y="1306"/>
                </a:cubicBezTo>
                <a:lnTo>
                  <a:pt x="109288" y="9466"/>
                </a:lnTo>
                <a:moveTo>
                  <a:pt x="52113" y="22957"/>
                </a:moveTo>
                <a:lnTo>
                  <a:pt x="52113" y="22957"/>
                </a:lnTo>
                <a:close/>
                <a:moveTo>
                  <a:pt x="183755" y="22957"/>
                </a:moveTo>
                <a:lnTo>
                  <a:pt x="192187" y="22957"/>
                </a:lnTo>
                <a:lnTo>
                  <a:pt x="192568" y="31770"/>
                </a:lnTo>
                <a:cubicBezTo>
                  <a:pt x="194164" y="29884"/>
                  <a:pt x="195705" y="28316"/>
                  <a:pt x="197192" y="27065"/>
                </a:cubicBezTo>
                <a:cubicBezTo>
                  <a:pt x="198679" y="25813"/>
                  <a:pt x="200139" y="24807"/>
                  <a:pt x="201571" y="24045"/>
                </a:cubicBezTo>
                <a:cubicBezTo>
                  <a:pt x="203004" y="23284"/>
                  <a:pt x="204464" y="22749"/>
                  <a:pt x="205951" y="22440"/>
                </a:cubicBezTo>
                <a:cubicBezTo>
                  <a:pt x="207438" y="22132"/>
                  <a:pt x="208979" y="21978"/>
                  <a:pt x="210575" y="21978"/>
                </a:cubicBezTo>
                <a:cubicBezTo>
                  <a:pt x="216196" y="21978"/>
                  <a:pt x="220449" y="23637"/>
                  <a:pt x="223332" y="26956"/>
                </a:cubicBezTo>
                <a:cubicBezTo>
                  <a:pt x="226215" y="30274"/>
                  <a:pt x="227657" y="35270"/>
                  <a:pt x="227657" y="41943"/>
                </a:cubicBezTo>
                <a:lnTo>
                  <a:pt x="227657" y="77576"/>
                </a:lnTo>
                <a:lnTo>
                  <a:pt x="218191" y="77576"/>
                </a:lnTo>
                <a:lnTo>
                  <a:pt x="218191" y="42705"/>
                </a:lnTo>
                <a:cubicBezTo>
                  <a:pt x="218191" y="38425"/>
                  <a:pt x="217393" y="35261"/>
                  <a:pt x="215797" y="33212"/>
                </a:cubicBezTo>
                <a:cubicBezTo>
                  <a:pt x="214202" y="31163"/>
                  <a:pt x="211826" y="30138"/>
                  <a:pt x="208671" y="30138"/>
                </a:cubicBezTo>
                <a:cubicBezTo>
                  <a:pt x="207510" y="30138"/>
                  <a:pt x="206377" y="30310"/>
                  <a:pt x="205271" y="30655"/>
                </a:cubicBezTo>
                <a:cubicBezTo>
                  <a:pt x="204165" y="31000"/>
                  <a:pt x="203013" y="31598"/>
                  <a:pt x="201816" y="32450"/>
                </a:cubicBezTo>
                <a:cubicBezTo>
                  <a:pt x="200619" y="33302"/>
                  <a:pt x="199323" y="34454"/>
                  <a:pt x="197927" y="35905"/>
                </a:cubicBezTo>
                <a:cubicBezTo>
                  <a:pt x="196530" y="37355"/>
                  <a:pt x="194962" y="39169"/>
                  <a:pt x="193221" y="41345"/>
                </a:cubicBezTo>
                <a:lnTo>
                  <a:pt x="193221" y="77576"/>
                </a:lnTo>
                <a:lnTo>
                  <a:pt x="183755" y="77576"/>
                </a:lnTo>
                <a:lnTo>
                  <a:pt x="183755" y="22957"/>
                </a:lnTo>
                <a:close/>
                <a:moveTo>
                  <a:pt x="289126" y="77576"/>
                </a:moveTo>
                <a:lnTo>
                  <a:pt x="280640" y="77576"/>
                </a:lnTo>
                <a:lnTo>
                  <a:pt x="280313" y="68763"/>
                </a:lnTo>
                <a:cubicBezTo>
                  <a:pt x="278681" y="70649"/>
                  <a:pt x="277131" y="72217"/>
                  <a:pt x="275662" y="73469"/>
                </a:cubicBezTo>
                <a:cubicBezTo>
                  <a:pt x="274193" y="74720"/>
                  <a:pt x="272734" y="75726"/>
                  <a:pt x="271283" y="76488"/>
                </a:cubicBezTo>
                <a:cubicBezTo>
                  <a:pt x="269832" y="77249"/>
                  <a:pt x="268372" y="77784"/>
                  <a:pt x="266904" y="78093"/>
                </a:cubicBezTo>
                <a:cubicBezTo>
                  <a:pt x="265435" y="78401"/>
                  <a:pt x="263884" y="78555"/>
                  <a:pt x="262252" y="78555"/>
                </a:cubicBezTo>
                <a:cubicBezTo>
                  <a:pt x="256631" y="78555"/>
                  <a:pt x="252388" y="76905"/>
                  <a:pt x="249522" y="73605"/>
                </a:cubicBezTo>
                <a:cubicBezTo>
                  <a:pt x="246657" y="70304"/>
                  <a:pt x="245225" y="65317"/>
                  <a:pt x="245225" y="58644"/>
                </a:cubicBezTo>
                <a:lnTo>
                  <a:pt x="245225" y="22957"/>
                </a:lnTo>
                <a:lnTo>
                  <a:pt x="254691" y="22957"/>
                </a:lnTo>
                <a:lnTo>
                  <a:pt x="254691" y="57883"/>
                </a:lnTo>
                <a:cubicBezTo>
                  <a:pt x="254691" y="66260"/>
                  <a:pt x="257846" y="70449"/>
                  <a:pt x="264156" y="70449"/>
                </a:cubicBezTo>
                <a:cubicBezTo>
                  <a:pt x="265317" y="70449"/>
                  <a:pt x="266450" y="70277"/>
                  <a:pt x="267556" y="69933"/>
                </a:cubicBezTo>
                <a:cubicBezTo>
                  <a:pt x="268663" y="69588"/>
                  <a:pt x="269823" y="68990"/>
                  <a:pt x="271038" y="68137"/>
                </a:cubicBezTo>
                <a:cubicBezTo>
                  <a:pt x="272253" y="67285"/>
                  <a:pt x="273559" y="66134"/>
                  <a:pt x="274955" y="64683"/>
                </a:cubicBezTo>
                <a:cubicBezTo>
                  <a:pt x="276351" y="63232"/>
                  <a:pt x="277920" y="61401"/>
                  <a:pt x="279661" y="59188"/>
                </a:cubicBezTo>
                <a:lnTo>
                  <a:pt x="279661" y="22957"/>
                </a:lnTo>
                <a:lnTo>
                  <a:pt x="289126" y="22957"/>
                </a:lnTo>
                <a:lnTo>
                  <a:pt x="289126" y="77576"/>
                </a:lnTo>
                <a:close/>
                <a:moveTo>
                  <a:pt x="345645" y="77576"/>
                </a:moveTo>
                <a:lnTo>
                  <a:pt x="345645" y="38353"/>
                </a:lnTo>
                <a:cubicBezTo>
                  <a:pt x="345645" y="36648"/>
                  <a:pt x="345582" y="35252"/>
                  <a:pt x="345455" y="34164"/>
                </a:cubicBezTo>
                <a:cubicBezTo>
                  <a:pt x="345328" y="33076"/>
                  <a:pt x="345129" y="32214"/>
                  <a:pt x="344857" y="31580"/>
                </a:cubicBezTo>
                <a:cubicBezTo>
                  <a:pt x="344585" y="30945"/>
                  <a:pt x="344240" y="30501"/>
                  <a:pt x="343823" y="30247"/>
                </a:cubicBezTo>
                <a:cubicBezTo>
                  <a:pt x="343406" y="29993"/>
                  <a:pt x="342889" y="29866"/>
                  <a:pt x="342272" y="29866"/>
                </a:cubicBezTo>
                <a:cubicBezTo>
                  <a:pt x="341547" y="29866"/>
                  <a:pt x="340876" y="30084"/>
                  <a:pt x="340260" y="30519"/>
                </a:cubicBezTo>
                <a:cubicBezTo>
                  <a:pt x="339643" y="30954"/>
                  <a:pt x="338981" y="31661"/>
                  <a:pt x="338274" y="32641"/>
                </a:cubicBezTo>
                <a:cubicBezTo>
                  <a:pt x="337567" y="33620"/>
                  <a:pt x="336787" y="34916"/>
                  <a:pt x="335935" y="36530"/>
                </a:cubicBezTo>
                <a:cubicBezTo>
                  <a:pt x="335082" y="38144"/>
                  <a:pt x="334076" y="40130"/>
                  <a:pt x="332915" y="42487"/>
                </a:cubicBezTo>
                <a:lnTo>
                  <a:pt x="332915" y="77576"/>
                </a:lnTo>
                <a:lnTo>
                  <a:pt x="324266" y="77576"/>
                </a:lnTo>
                <a:lnTo>
                  <a:pt x="324266" y="39386"/>
                </a:lnTo>
                <a:cubicBezTo>
                  <a:pt x="324266" y="37392"/>
                  <a:pt x="324202" y="35778"/>
                  <a:pt x="324075" y="34545"/>
                </a:cubicBezTo>
                <a:cubicBezTo>
                  <a:pt x="323948" y="33312"/>
                  <a:pt x="323749" y="32350"/>
                  <a:pt x="323477" y="31661"/>
                </a:cubicBezTo>
                <a:cubicBezTo>
                  <a:pt x="323205" y="30972"/>
                  <a:pt x="322851" y="30501"/>
                  <a:pt x="322416" y="30247"/>
                </a:cubicBezTo>
                <a:cubicBezTo>
                  <a:pt x="321981" y="29993"/>
                  <a:pt x="321455" y="29866"/>
                  <a:pt x="320838" y="29866"/>
                </a:cubicBezTo>
                <a:cubicBezTo>
                  <a:pt x="320186" y="29866"/>
                  <a:pt x="319569" y="30047"/>
                  <a:pt x="318989" y="30410"/>
                </a:cubicBezTo>
                <a:cubicBezTo>
                  <a:pt x="318409" y="30773"/>
                  <a:pt x="317765" y="31426"/>
                  <a:pt x="317058" y="32369"/>
                </a:cubicBezTo>
                <a:cubicBezTo>
                  <a:pt x="316350" y="33312"/>
                  <a:pt x="315562" y="34599"/>
                  <a:pt x="314691" y="36231"/>
                </a:cubicBezTo>
                <a:cubicBezTo>
                  <a:pt x="313821" y="37863"/>
                  <a:pt x="312787" y="39948"/>
                  <a:pt x="311590" y="42487"/>
                </a:cubicBezTo>
                <a:lnTo>
                  <a:pt x="311590" y="77576"/>
                </a:lnTo>
                <a:lnTo>
                  <a:pt x="302886" y="77576"/>
                </a:lnTo>
                <a:lnTo>
                  <a:pt x="302886" y="22957"/>
                </a:lnTo>
                <a:lnTo>
                  <a:pt x="310121" y="22957"/>
                </a:lnTo>
                <a:lnTo>
                  <a:pt x="310557" y="33348"/>
                </a:lnTo>
                <a:cubicBezTo>
                  <a:pt x="311500" y="31281"/>
                  <a:pt x="312415" y="29522"/>
                  <a:pt x="313304" y="28071"/>
                </a:cubicBezTo>
                <a:cubicBezTo>
                  <a:pt x="314192" y="26620"/>
                  <a:pt x="315108" y="25451"/>
                  <a:pt x="316051" y="24562"/>
                </a:cubicBezTo>
                <a:cubicBezTo>
                  <a:pt x="316994" y="23674"/>
                  <a:pt x="318001" y="23021"/>
                  <a:pt x="319070" y="22604"/>
                </a:cubicBezTo>
                <a:cubicBezTo>
                  <a:pt x="320140" y="22187"/>
                  <a:pt x="321328" y="21978"/>
                  <a:pt x="322634" y="21978"/>
                </a:cubicBezTo>
                <a:cubicBezTo>
                  <a:pt x="325571" y="21978"/>
                  <a:pt x="327802" y="22939"/>
                  <a:pt x="329325" y="24861"/>
                </a:cubicBezTo>
                <a:cubicBezTo>
                  <a:pt x="330848" y="26783"/>
                  <a:pt x="331610" y="29757"/>
                  <a:pt x="331610" y="33783"/>
                </a:cubicBezTo>
                <a:cubicBezTo>
                  <a:pt x="332480" y="31897"/>
                  <a:pt x="333333" y="30220"/>
                  <a:pt x="334167" y="28751"/>
                </a:cubicBezTo>
                <a:cubicBezTo>
                  <a:pt x="335001" y="27282"/>
                  <a:pt x="335898" y="26049"/>
                  <a:pt x="336860" y="25052"/>
                </a:cubicBezTo>
                <a:cubicBezTo>
                  <a:pt x="337821" y="24054"/>
                  <a:pt x="338881" y="23293"/>
                  <a:pt x="340042" y="22767"/>
                </a:cubicBezTo>
                <a:cubicBezTo>
                  <a:pt x="341203" y="22241"/>
                  <a:pt x="342544" y="21978"/>
                  <a:pt x="344068" y="21978"/>
                </a:cubicBezTo>
                <a:cubicBezTo>
                  <a:pt x="350922" y="21978"/>
                  <a:pt x="354349" y="27255"/>
                  <a:pt x="354349" y="37809"/>
                </a:cubicBezTo>
                <a:lnTo>
                  <a:pt x="354349" y="77576"/>
                </a:lnTo>
                <a:lnTo>
                  <a:pt x="345645" y="77576"/>
                </a:lnTo>
                <a:close/>
                <a:moveTo>
                  <a:pt x="414840" y="49287"/>
                </a:moveTo>
                <a:cubicBezTo>
                  <a:pt x="414840" y="53821"/>
                  <a:pt x="414214" y="57874"/>
                  <a:pt x="412963" y="61446"/>
                </a:cubicBezTo>
                <a:cubicBezTo>
                  <a:pt x="411712" y="65018"/>
                  <a:pt x="409934" y="68047"/>
                  <a:pt x="407632" y="70531"/>
                </a:cubicBezTo>
                <a:cubicBezTo>
                  <a:pt x="405329" y="73015"/>
                  <a:pt x="402527" y="74919"/>
                  <a:pt x="399227" y="76243"/>
                </a:cubicBezTo>
                <a:cubicBezTo>
                  <a:pt x="395926" y="77567"/>
                  <a:pt x="392209" y="78229"/>
                  <a:pt x="388074" y="78229"/>
                </a:cubicBezTo>
                <a:cubicBezTo>
                  <a:pt x="384847" y="78229"/>
                  <a:pt x="381546" y="77920"/>
                  <a:pt x="378173" y="77304"/>
                </a:cubicBezTo>
                <a:cubicBezTo>
                  <a:pt x="374800" y="76687"/>
                  <a:pt x="371464" y="75708"/>
                  <a:pt x="368164" y="74366"/>
                </a:cubicBezTo>
                <a:lnTo>
                  <a:pt x="368164" y="653"/>
                </a:lnTo>
                <a:lnTo>
                  <a:pt x="377629" y="653"/>
                </a:lnTo>
                <a:lnTo>
                  <a:pt x="377629" y="21852"/>
                </a:lnTo>
                <a:lnTo>
                  <a:pt x="377194" y="31988"/>
                </a:lnTo>
                <a:cubicBezTo>
                  <a:pt x="379914" y="28325"/>
                  <a:pt x="382825" y="25741"/>
                  <a:pt x="385926" y="24236"/>
                </a:cubicBezTo>
                <a:cubicBezTo>
                  <a:pt x="389026" y="22731"/>
                  <a:pt x="392354" y="21978"/>
                  <a:pt x="395908" y="21978"/>
                </a:cubicBezTo>
                <a:cubicBezTo>
                  <a:pt x="399027" y="21978"/>
                  <a:pt x="401765" y="22631"/>
                  <a:pt x="404123" y="23936"/>
                </a:cubicBezTo>
                <a:cubicBezTo>
                  <a:pt x="406480" y="25242"/>
                  <a:pt x="408457" y="27083"/>
                  <a:pt x="410052" y="29458"/>
                </a:cubicBezTo>
                <a:cubicBezTo>
                  <a:pt x="411648" y="31834"/>
                  <a:pt x="412845" y="34699"/>
                  <a:pt x="413643" y="38054"/>
                </a:cubicBezTo>
                <a:cubicBezTo>
                  <a:pt x="414441" y="41408"/>
                  <a:pt x="414840" y="45153"/>
                  <a:pt x="414840" y="49287"/>
                </a:cubicBezTo>
                <a:moveTo>
                  <a:pt x="405156" y="49723"/>
                </a:moveTo>
                <a:cubicBezTo>
                  <a:pt x="405156" y="46857"/>
                  <a:pt x="404948" y="44228"/>
                  <a:pt x="404531" y="41834"/>
                </a:cubicBezTo>
                <a:cubicBezTo>
                  <a:pt x="404114" y="39441"/>
                  <a:pt x="403452" y="37392"/>
                  <a:pt x="402545" y="35687"/>
                </a:cubicBezTo>
                <a:cubicBezTo>
                  <a:pt x="401638" y="33983"/>
                  <a:pt x="400478" y="32650"/>
                  <a:pt x="399063" y="31689"/>
                </a:cubicBezTo>
                <a:cubicBezTo>
                  <a:pt x="397649" y="30728"/>
                  <a:pt x="395962" y="30247"/>
                  <a:pt x="394004" y="30247"/>
                </a:cubicBezTo>
                <a:cubicBezTo>
                  <a:pt x="392807" y="30247"/>
                  <a:pt x="391592" y="30437"/>
                  <a:pt x="390359" y="30818"/>
                </a:cubicBezTo>
                <a:cubicBezTo>
                  <a:pt x="389126" y="31199"/>
                  <a:pt x="387848" y="31834"/>
                  <a:pt x="386524" y="32722"/>
                </a:cubicBezTo>
                <a:cubicBezTo>
                  <a:pt x="385200" y="33611"/>
                  <a:pt x="383804" y="34789"/>
                  <a:pt x="382335" y="36258"/>
                </a:cubicBezTo>
                <a:cubicBezTo>
                  <a:pt x="380866" y="37727"/>
                  <a:pt x="379298" y="39550"/>
                  <a:pt x="377629" y="41726"/>
                </a:cubicBezTo>
                <a:lnTo>
                  <a:pt x="377629" y="68219"/>
                </a:lnTo>
                <a:cubicBezTo>
                  <a:pt x="379479" y="68944"/>
                  <a:pt x="381365" y="69515"/>
                  <a:pt x="383287" y="69933"/>
                </a:cubicBezTo>
                <a:cubicBezTo>
                  <a:pt x="385209" y="70350"/>
                  <a:pt x="387041" y="70558"/>
                  <a:pt x="388782" y="70558"/>
                </a:cubicBezTo>
                <a:cubicBezTo>
                  <a:pt x="390958" y="70558"/>
                  <a:pt x="393034" y="70214"/>
                  <a:pt x="395010" y="69525"/>
                </a:cubicBezTo>
                <a:cubicBezTo>
                  <a:pt x="396987" y="68835"/>
                  <a:pt x="398728" y="67684"/>
                  <a:pt x="400233" y="66070"/>
                </a:cubicBezTo>
                <a:cubicBezTo>
                  <a:pt x="401738" y="64456"/>
                  <a:pt x="402935" y="62316"/>
                  <a:pt x="403823" y="59651"/>
                </a:cubicBezTo>
                <a:cubicBezTo>
                  <a:pt x="404712" y="56985"/>
                  <a:pt x="405156" y="53676"/>
                  <a:pt x="405156" y="49723"/>
                </a:cubicBezTo>
                <a:close/>
                <a:moveTo>
                  <a:pt x="475765" y="47383"/>
                </a:moveTo>
                <a:cubicBezTo>
                  <a:pt x="475765" y="48725"/>
                  <a:pt x="475747" y="49849"/>
                  <a:pt x="475710" y="50756"/>
                </a:cubicBezTo>
                <a:cubicBezTo>
                  <a:pt x="475674" y="51663"/>
                  <a:pt x="475620" y="52515"/>
                  <a:pt x="475547" y="53313"/>
                </a:cubicBezTo>
                <a:lnTo>
                  <a:pt x="437194" y="53313"/>
                </a:lnTo>
                <a:cubicBezTo>
                  <a:pt x="437194" y="58898"/>
                  <a:pt x="438754" y="63187"/>
                  <a:pt x="441873" y="66179"/>
                </a:cubicBezTo>
                <a:cubicBezTo>
                  <a:pt x="444992" y="69171"/>
                  <a:pt x="449489" y="70667"/>
                  <a:pt x="455364" y="70667"/>
                </a:cubicBezTo>
                <a:cubicBezTo>
                  <a:pt x="456960" y="70667"/>
                  <a:pt x="458556" y="70602"/>
                  <a:pt x="460152" y="70473"/>
                </a:cubicBezTo>
                <a:cubicBezTo>
                  <a:pt x="461747" y="70343"/>
                  <a:pt x="463289" y="70167"/>
                  <a:pt x="464776" y="69944"/>
                </a:cubicBezTo>
                <a:cubicBezTo>
                  <a:pt x="466263" y="69721"/>
                  <a:pt x="467686" y="69471"/>
                  <a:pt x="469046" y="69193"/>
                </a:cubicBezTo>
                <a:cubicBezTo>
                  <a:pt x="470406" y="68914"/>
                  <a:pt x="471667" y="68608"/>
                  <a:pt x="472827" y="68273"/>
                </a:cubicBezTo>
                <a:lnTo>
                  <a:pt x="472827" y="76053"/>
                </a:lnTo>
                <a:cubicBezTo>
                  <a:pt x="470252" y="76794"/>
                  <a:pt x="467342" y="77396"/>
                  <a:pt x="464096" y="77860"/>
                </a:cubicBezTo>
                <a:cubicBezTo>
                  <a:pt x="460850" y="78323"/>
                  <a:pt x="457486" y="78555"/>
                  <a:pt x="454004" y="78555"/>
                </a:cubicBezTo>
                <a:cubicBezTo>
                  <a:pt x="449326" y="78555"/>
                  <a:pt x="445300" y="77920"/>
                  <a:pt x="441927" y="76651"/>
                </a:cubicBezTo>
                <a:cubicBezTo>
                  <a:pt x="438554" y="75382"/>
                  <a:pt x="435789" y="73541"/>
                  <a:pt x="433631" y="71129"/>
                </a:cubicBezTo>
                <a:cubicBezTo>
                  <a:pt x="431473" y="68718"/>
                  <a:pt x="429878" y="65762"/>
                  <a:pt x="428844" y="62262"/>
                </a:cubicBezTo>
                <a:cubicBezTo>
                  <a:pt x="427810" y="58762"/>
                  <a:pt x="427293" y="54800"/>
                  <a:pt x="427293" y="50375"/>
                </a:cubicBezTo>
                <a:cubicBezTo>
                  <a:pt x="427293" y="46531"/>
                  <a:pt x="427847" y="42895"/>
                  <a:pt x="428953" y="39468"/>
                </a:cubicBezTo>
                <a:cubicBezTo>
                  <a:pt x="430059" y="36041"/>
                  <a:pt x="431673" y="33030"/>
                  <a:pt x="433794" y="30437"/>
                </a:cubicBezTo>
                <a:cubicBezTo>
                  <a:pt x="435916" y="27844"/>
                  <a:pt x="438518" y="25786"/>
                  <a:pt x="441601" y="24263"/>
                </a:cubicBezTo>
                <a:cubicBezTo>
                  <a:pt x="444684" y="22740"/>
                  <a:pt x="448183" y="21978"/>
                  <a:pt x="452100" y="21978"/>
                </a:cubicBezTo>
                <a:cubicBezTo>
                  <a:pt x="455908" y="21978"/>
                  <a:pt x="459281" y="22576"/>
                  <a:pt x="462219" y="23773"/>
                </a:cubicBezTo>
                <a:cubicBezTo>
                  <a:pt x="465157" y="24970"/>
                  <a:pt x="467632" y="26666"/>
                  <a:pt x="469645" y="28860"/>
                </a:cubicBezTo>
                <a:cubicBezTo>
                  <a:pt x="471657" y="31054"/>
                  <a:pt x="473181" y="33720"/>
                  <a:pt x="474214" y="36857"/>
                </a:cubicBezTo>
                <a:cubicBezTo>
                  <a:pt x="475248" y="39994"/>
                  <a:pt x="475765" y="43503"/>
                  <a:pt x="475765" y="47383"/>
                </a:cubicBezTo>
                <a:moveTo>
                  <a:pt x="465918" y="46023"/>
                </a:moveTo>
                <a:cubicBezTo>
                  <a:pt x="466027" y="43593"/>
                  <a:pt x="465791" y="41372"/>
                  <a:pt x="465211" y="39359"/>
                </a:cubicBezTo>
                <a:cubicBezTo>
                  <a:pt x="464631" y="37346"/>
                  <a:pt x="463733" y="35615"/>
                  <a:pt x="462518" y="34164"/>
                </a:cubicBezTo>
                <a:cubicBezTo>
                  <a:pt x="461303" y="32713"/>
                  <a:pt x="459789" y="31580"/>
                  <a:pt x="457976" y="30764"/>
                </a:cubicBezTo>
                <a:cubicBezTo>
                  <a:pt x="456162" y="29948"/>
                  <a:pt x="454059" y="29540"/>
                  <a:pt x="451665" y="29540"/>
                </a:cubicBezTo>
                <a:cubicBezTo>
                  <a:pt x="449598" y="29540"/>
                  <a:pt x="447712" y="29939"/>
                  <a:pt x="446007" y="30737"/>
                </a:cubicBezTo>
                <a:cubicBezTo>
                  <a:pt x="444303" y="31534"/>
                  <a:pt x="442834" y="32659"/>
                  <a:pt x="441601" y="34109"/>
                </a:cubicBezTo>
                <a:cubicBezTo>
                  <a:pt x="440368" y="35560"/>
                  <a:pt x="439370" y="37301"/>
                  <a:pt x="438609" y="39332"/>
                </a:cubicBezTo>
                <a:cubicBezTo>
                  <a:pt x="437847" y="41363"/>
                  <a:pt x="437376" y="43593"/>
                  <a:pt x="437194" y="46023"/>
                </a:cubicBezTo>
                <a:lnTo>
                  <a:pt x="465918" y="46023"/>
                </a:lnTo>
                <a:close/>
                <a:moveTo>
                  <a:pt x="493332" y="22957"/>
                </a:moveTo>
                <a:lnTo>
                  <a:pt x="501982" y="22957"/>
                </a:lnTo>
                <a:lnTo>
                  <a:pt x="502254" y="32996"/>
                </a:lnTo>
                <a:cubicBezTo>
                  <a:pt x="505482" y="29124"/>
                  <a:pt x="508664" y="26320"/>
                  <a:pt x="511801" y="24584"/>
                </a:cubicBezTo>
                <a:cubicBezTo>
                  <a:pt x="514939" y="22847"/>
                  <a:pt x="518103" y="21978"/>
                  <a:pt x="521294" y="21978"/>
                </a:cubicBezTo>
                <a:cubicBezTo>
                  <a:pt x="526952" y="21978"/>
                  <a:pt x="531241" y="23805"/>
                  <a:pt x="534160" y="27459"/>
                </a:cubicBezTo>
                <a:cubicBezTo>
                  <a:pt x="537080" y="31113"/>
                  <a:pt x="538431" y="36539"/>
                  <a:pt x="538213" y="43738"/>
                </a:cubicBezTo>
                <a:lnTo>
                  <a:pt x="528639" y="43738"/>
                </a:lnTo>
                <a:cubicBezTo>
                  <a:pt x="528747" y="38970"/>
                  <a:pt x="528049" y="35512"/>
                  <a:pt x="526544" y="33363"/>
                </a:cubicBezTo>
                <a:cubicBezTo>
                  <a:pt x="525039" y="31213"/>
                  <a:pt x="522836" y="30138"/>
                  <a:pt x="519934" y="30138"/>
                </a:cubicBezTo>
                <a:cubicBezTo>
                  <a:pt x="518665" y="30138"/>
                  <a:pt x="517387" y="30364"/>
                  <a:pt x="516099" y="30816"/>
                </a:cubicBezTo>
                <a:cubicBezTo>
                  <a:pt x="514812" y="31268"/>
                  <a:pt x="513488" y="31990"/>
                  <a:pt x="512128" y="32982"/>
                </a:cubicBezTo>
                <a:cubicBezTo>
                  <a:pt x="510768" y="33975"/>
                  <a:pt x="509326" y="35248"/>
                  <a:pt x="507803" y="36802"/>
                </a:cubicBezTo>
                <a:cubicBezTo>
                  <a:pt x="506280" y="38355"/>
                  <a:pt x="504648" y="40233"/>
                  <a:pt x="502907" y="42436"/>
                </a:cubicBezTo>
                <a:lnTo>
                  <a:pt x="502907" y="77576"/>
                </a:lnTo>
                <a:lnTo>
                  <a:pt x="493332" y="77576"/>
                </a:lnTo>
                <a:lnTo>
                  <a:pt x="493332" y="22957"/>
                </a:lnTo>
                <a:close/>
                <a:moveTo>
                  <a:pt x="632646" y="30791"/>
                </a:moveTo>
                <a:lnTo>
                  <a:pt x="616489" y="30791"/>
                </a:lnTo>
                <a:lnTo>
                  <a:pt x="616489" y="22957"/>
                </a:lnTo>
                <a:lnTo>
                  <a:pt x="642221" y="22957"/>
                </a:lnTo>
                <a:lnTo>
                  <a:pt x="642221" y="69688"/>
                </a:lnTo>
                <a:lnTo>
                  <a:pt x="658487" y="69688"/>
                </a:lnTo>
                <a:lnTo>
                  <a:pt x="658487" y="77576"/>
                </a:lnTo>
                <a:lnTo>
                  <a:pt x="614694" y="77576"/>
                </a:lnTo>
                <a:lnTo>
                  <a:pt x="614694" y="69688"/>
                </a:lnTo>
                <a:lnTo>
                  <a:pt x="632646" y="69688"/>
                </a:lnTo>
                <a:lnTo>
                  <a:pt x="632646" y="30791"/>
                </a:lnTo>
                <a:moveTo>
                  <a:pt x="635965" y="0"/>
                </a:moveTo>
                <a:cubicBezTo>
                  <a:pt x="637016" y="0"/>
                  <a:pt x="637995" y="190"/>
                  <a:pt x="638902" y="571"/>
                </a:cubicBezTo>
                <a:cubicBezTo>
                  <a:pt x="639809" y="952"/>
                  <a:pt x="640598" y="1487"/>
                  <a:pt x="641269" y="2176"/>
                </a:cubicBezTo>
                <a:cubicBezTo>
                  <a:pt x="641940" y="2865"/>
                  <a:pt x="642465" y="3654"/>
                  <a:pt x="642846" y="4542"/>
                </a:cubicBezTo>
                <a:cubicBezTo>
                  <a:pt x="643227" y="5431"/>
                  <a:pt x="643417" y="6401"/>
                  <a:pt x="643417" y="7453"/>
                </a:cubicBezTo>
                <a:cubicBezTo>
                  <a:pt x="643417" y="8468"/>
                  <a:pt x="643227" y="9430"/>
                  <a:pt x="642846" y="10336"/>
                </a:cubicBezTo>
                <a:cubicBezTo>
                  <a:pt x="642465" y="11243"/>
                  <a:pt x="641940" y="12041"/>
                  <a:pt x="641269" y="12730"/>
                </a:cubicBezTo>
                <a:cubicBezTo>
                  <a:pt x="640598" y="13419"/>
                  <a:pt x="639809" y="13954"/>
                  <a:pt x="638902" y="14335"/>
                </a:cubicBezTo>
                <a:cubicBezTo>
                  <a:pt x="637995" y="14715"/>
                  <a:pt x="637016" y="14906"/>
                  <a:pt x="635965" y="14906"/>
                </a:cubicBezTo>
                <a:cubicBezTo>
                  <a:pt x="634913" y="14906"/>
                  <a:pt x="633934" y="14715"/>
                  <a:pt x="633027" y="14335"/>
                </a:cubicBezTo>
                <a:cubicBezTo>
                  <a:pt x="632120" y="13954"/>
                  <a:pt x="631331" y="13419"/>
                  <a:pt x="630660" y="12730"/>
                </a:cubicBezTo>
                <a:cubicBezTo>
                  <a:pt x="629989" y="12041"/>
                  <a:pt x="629464" y="11243"/>
                  <a:pt x="629083" y="10336"/>
                </a:cubicBezTo>
                <a:cubicBezTo>
                  <a:pt x="628702" y="9430"/>
                  <a:pt x="628512" y="8468"/>
                  <a:pt x="628512" y="7453"/>
                </a:cubicBezTo>
                <a:cubicBezTo>
                  <a:pt x="628512" y="6401"/>
                  <a:pt x="628702" y="5431"/>
                  <a:pt x="629083" y="4542"/>
                </a:cubicBezTo>
                <a:cubicBezTo>
                  <a:pt x="629464" y="3654"/>
                  <a:pt x="629989" y="2865"/>
                  <a:pt x="630660" y="2176"/>
                </a:cubicBezTo>
                <a:cubicBezTo>
                  <a:pt x="631331" y="1487"/>
                  <a:pt x="632120" y="952"/>
                  <a:pt x="633027" y="571"/>
                </a:cubicBezTo>
                <a:cubicBezTo>
                  <a:pt x="633934" y="190"/>
                  <a:pt x="634913" y="0"/>
                  <a:pt x="635965" y="0"/>
                </a:cubicBezTo>
                <a:close/>
                <a:moveTo>
                  <a:pt x="675511" y="22957"/>
                </a:moveTo>
                <a:lnTo>
                  <a:pt x="683943" y="22957"/>
                </a:lnTo>
                <a:lnTo>
                  <a:pt x="684324" y="31770"/>
                </a:lnTo>
                <a:cubicBezTo>
                  <a:pt x="685919" y="29884"/>
                  <a:pt x="687461" y="28316"/>
                  <a:pt x="688948" y="27065"/>
                </a:cubicBezTo>
                <a:cubicBezTo>
                  <a:pt x="690435" y="25813"/>
                  <a:pt x="691894" y="24807"/>
                  <a:pt x="693327" y="24045"/>
                </a:cubicBezTo>
                <a:cubicBezTo>
                  <a:pt x="694759" y="23284"/>
                  <a:pt x="696219" y="22749"/>
                  <a:pt x="697706" y="22440"/>
                </a:cubicBezTo>
                <a:cubicBezTo>
                  <a:pt x="699193" y="22132"/>
                  <a:pt x="700735" y="21978"/>
                  <a:pt x="702330" y="21978"/>
                </a:cubicBezTo>
                <a:cubicBezTo>
                  <a:pt x="707952" y="21978"/>
                  <a:pt x="712204" y="23637"/>
                  <a:pt x="715087" y="26956"/>
                </a:cubicBezTo>
                <a:cubicBezTo>
                  <a:pt x="717971" y="30274"/>
                  <a:pt x="719412" y="35270"/>
                  <a:pt x="719412" y="41943"/>
                </a:cubicBezTo>
                <a:lnTo>
                  <a:pt x="719412" y="77576"/>
                </a:lnTo>
                <a:lnTo>
                  <a:pt x="709946" y="77576"/>
                </a:lnTo>
                <a:lnTo>
                  <a:pt x="709946" y="42705"/>
                </a:lnTo>
                <a:cubicBezTo>
                  <a:pt x="709946" y="38425"/>
                  <a:pt x="709149" y="35261"/>
                  <a:pt x="707553" y="33212"/>
                </a:cubicBezTo>
                <a:cubicBezTo>
                  <a:pt x="705957" y="31163"/>
                  <a:pt x="703582" y="30138"/>
                  <a:pt x="700426" y="30138"/>
                </a:cubicBezTo>
                <a:cubicBezTo>
                  <a:pt x="699266" y="30138"/>
                  <a:pt x="698132" y="30310"/>
                  <a:pt x="697026" y="30655"/>
                </a:cubicBezTo>
                <a:cubicBezTo>
                  <a:pt x="695920" y="31000"/>
                  <a:pt x="694769" y="31598"/>
                  <a:pt x="693572" y="32450"/>
                </a:cubicBezTo>
                <a:cubicBezTo>
                  <a:pt x="692375" y="33302"/>
                  <a:pt x="691078" y="34454"/>
                  <a:pt x="689682" y="35905"/>
                </a:cubicBezTo>
                <a:cubicBezTo>
                  <a:pt x="688286" y="37355"/>
                  <a:pt x="686717" y="39169"/>
                  <a:pt x="684976" y="41345"/>
                </a:cubicBezTo>
                <a:lnTo>
                  <a:pt x="684976" y="77576"/>
                </a:lnTo>
                <a:lnTo>
                  <a:pt x="675511" y="77576"/>
                </a:lnTo>
                <a:lnTo>
                  <a:pt x="675511" y="22957"/>
                </a:lnTo>
                <a:close/>
                <a:moveTo>
                  <a:pt x="841698" y="62670"/>
                </a:moveTo>
                <a:cubicBezTo>
                  <a:pt x="841698" y="64592"/>
                  <a:pt x="841371" y="66315"/>
                  <a:pt x="840719" y="67838"/>
                </a:cubicBezTo>
                <a:cubicBezTo>
                  <a:pt x="840066" y="69361"/>
                  <a:pt x="839177" y="70712"/>
                  <a:pt x="838053" y="71891"/>
                </a:cubicBezTo>
                <a:cubicBezTo>
                  <a:pt x="836929" y="73070"/>
                  <a:pt x="835623" y="74076"/>
                  <a:pt x="834136" y="74910"/>
                </a:cubicBezTo>
                <a:cubicBezTo>
                  <a:pt x="832649" y="75744"/>
                  <a:pt x="831063" y="76433"/>
                  <a:pt x="829376" y="76977"/>
                </a:cubicBezTo>
                <a:cubicBezTo>
                  <a:pt x="827690" y="77521"/>
                  <a:pt x="825958" y="77920"/>
                  <a:pt x="824181" y="78174"/>
                </a:cubicBezTo>
                <a:cubicBezTo>
                  <a:pt x="822404" y="78428"/>
                  <a:pt x="820663" y="78555"/>
                  <a:pt x="818958" y="78555"/>
                </a:cubicBezTo>
                <a:cubicBezTo>
                  <a:pt x="815259" y="78555"/>
                  <a:pt x="811859" y="78392"/>
                  <a:pt x="808758" y="78065"/>
                </a:cubicBezTo>
                <a:cubicBezTo>
                  <a:pt x="805657" y="77739"/>
                  <a:pt x="802620" y="77213"/>
                  <a:pt x="799646" y="76488"/>
                </a:cubicBezTo>
                <a:lnTo>
                  <a:pt x="799646" y="67784"/>
                </a:lnTo>
                <a:cubicBezTo>
                  <a:pt x="802837" y="68690"/>
                  <a:pt x="806011" y="69379"/>
                  <a:pt x="809166" y="69851"/>
                </a:cubicBezTo>
                <a:cubicBezTo>
                  <a:pt x="812321" y="70322"/>
                  <a:pt x="815458" y="70558"/>
                  <a:pt x="818577" y="70558"/>
                </a:cubicBezTo>
                <a:cubicBezTo>
                  <a:pt x="823111" y="70558"/>
                  <a:pt x="826466" y="69942"/>
                  <a:pt x="828642" y="68708"/>
                </a:cubicBezTo>
                <a:cubicBezTo>
                  <a:pt x="830818" y="67475"/>
                  <a:pt x="831906" y="65716"/>
                  <a:pt x="831906" y="63432"/>
                </a:cubicBezTo>
                <a:cubicBezTo>
                  <a:pt x="831906" y="62452"/>
                  <a:pt x="831733" y="61573"/>
                  <a:pt x="831389" y="60793"/>
                </a:cubicBezTo>
                <a:cubicBezTo>
                  <a:pt x="831044" y="60013"/>
                  <a:pt x="830419" y="59270"/>
                  <a:pt x="829512" y="58563"/>
                </a:cubicBezTo>
                <a:cubicBezTo>
                  <a:pt x="828605" y="57855"/>
                  <a:pt x="827200" y="57121"/>
                  <a:pt x="825296" y="56359"/>
                </a:cubicBezTo>
                <a:cubicBezTo>
                  <a:pt x="823392" y="55598"/>
                  <a:pt x="820790" y="54727"/>
                  <a:pt x="817489" y="53748"/>
                </a:cubicBezTo>
                <a:cubicBezTo>
                  <a:pt x="815023" y="53023"/>
                  <a:pt x="812747" y="52198"/>
                  <a:pt x="810662" y="51273"/>
                </a:cubicBezTo>
                <a:cubicBezTo>
                  <a:pt x="808577" y="50348"/>
                  <a:pt x="806772" y="49251"/>
                  <a:pt x="805249" y="47982"/>
                </a:cubicBezTo>
                <a:cubicBezTo>
                  <a:pt x="803726" y="46712"/>
                  <a:pt x="802529" y="45225"/>
                  <a:pt x="801659" y="43521"/>
                </a:cubicBezTo>
                <a:cubicBezTo>
                  <a:pt x="800788" y="41816"/>
                  <a:pt x="800353" y="39803"/>
                  <a:pt x="800353" y="37482"/>
                </a:cubicBezTo>
                <a:cubicBezTo>
                  <a:pt x="800353" y="35959"/>
                  <a:pt x="800707" y="34291"/>
                  <a:pt x="801414" y="32477"/>
                </a:cubicBezTo>
                <a:cubicBezTo>
                  <a:pt x="802121" y="30664"/>
                  <a:pt x="803327" y="28978"/>
                  <a:pt x="805032" y="27418"/>
                </a:cubicBezTo>
                <a:cubicBezTo>
                  <a:pt x="806736" y="25859"/>
                  <a:pt x="809039" y="24562"/>
                  <a:pt x="811941" y="23528"/>
                </a:cubicBezTo>
                <a:cubicBezTo>
                  <a:pt x="814842" y="22495"/>
                  <a:pt x="818469" y="21978"/>
                  <a:pt x="822821" y="21978"/>
                </a:cubicBezTo>
                <a:cubicBezTo>
                  <a:pt x="824961" y="21978"/>
                  <a:pt x="827336" y="22096"/>
                  <a:pt x="829947" y="22332"/>
                </a:cubicBezTo>
                <a:cubicBezTo>
                  <a:pt x="832559" y="22567"/>
                  <a:pt x="835279" y="22975"/>
                  <a:pt x="838107" y="23556"/>
                </a:cubicBezTo>
                <a:lnTo>
                  <a:pt x="838107" y="31988"/>
                </a:lnTo>
                <a:cubicBezTo>
                  <a:pt x="835134" y="31262"/>
                  <a:pt x="832314" y="30728"/>
                  <a:pt x="829648" y="30383"/>
                </a:cubicBezTo>
                <a:cubicBezTo>
                  <a:pt x="826982" y="30038"/>
                  <a:pt x="824670" y="29866"/>
                  <a:pt x="822712" y="29866"/>
                </a:cubicBezTo>
                <a:cubicBezTo>
                  <a:pt x="820355" y="29866"/>
                  <a:pt x="818369" y="30047"/>
                  <a:pt x="816755" y="30410"/>
                </a:cubicBezTo>
                <a:cubicBezTo>
                  <a:pt x="815141" y="30773"/>
                  <a:pt x="813836" y="31272"/>
                  <a:pt x="812838" y="31906"/>
                </a:cubicBezTo>
                <a:cubicBezTo>
                  <a:pt x="811841" y="32541"/>
                  <a:pt x="811125" y="33284"/>
                  <a:pt x="810689" y="34137"/>
                </a:cubicBezTo>
                <a:cubicBezTo>
                  <a:pt x="810254" y="34989"/>
                  <a:pt x="810037" y="35905"/>
                  <a:pt x="810037" y="36884"/>
                </a:cubicBezTo>
                <a:cubicBezTo>
                  <a:pt x="810037" y="37863"/>
                  <a:pt x="810227" y="38752"/>
                  <a:pt x="810608" y="39550"/>
                </a:cubicBezTo>
                <a:cubicBezTo>
                  <a:pt x="810989" y="40347"/>
                  <a:pt x="811696" y="41118"/>
                  <a:pt x="812729" y="41862"/>
                </a:cubicBezTo>
                <a:cubicBezTo>
                  <a:pt x="813763" y="42605"/>
                  <a:pt x="815205" y="43349"/>
                  <a:pt x="817054" y="44092"/>
                </a:cubicBezTo>
                <a:cubicBezTo>
                  <a:pt x="818904" y="44836"/>
                  <a:pt x="821316" y="45642"/>
                  <a:pt x="824290" y="46513"/>
                </a:cubicBezTo>
                <a:cubicBezTo>
                  <a:pt x="827517" y="47456"/>
                  <a:pt x="830237" y="48444"/>
                  <a:pt x="832450" y="49478"/>
                </a:cubicBezTo>
                <a:cubicBezTo>
                  <a:pt x="834662" y="50511"/>
                  <a:pt x="836457" y="51663"/>
                  <a:pt x="837835" y="52932"/>
                </a:cubicBezTo>
                <a:cubicBezTo>
                  <a:pt x="839214" y="54202"/>
                  <a:pt x="840202" y="55634"/>
                  <a:pt x="840800" y="57230"/>
                </a:cubicBezTo>
                <a:cubicBezTo>
                  <a:pt x="841399" y="58826"/>
                  <a:pt x="841698" y="60639"/>
                  <a:pt x="841698" y="62670"/>
                </a:cubicBezTo>
                <a:close/>
                <a:moveTo>
                  <a:pt x="906050" y="47383"/>
                </a:moveTo>
                <a:cubicBezTo>
                  <a:pt x="906050" y="48725"/>
                  <a:pt x="906032" y="49849"/>
                  <a:pt x="905996" y="50756"/>
                </a:cubicBezTo>
                <a:cubicBezTo>
                  <a:pt x="905960" y="51663"/>
                  <a:pt x="905905" y="52515"/>
                  <a:pt x="905833" y="53313"/>
                </a:cubicBezTo>
                <a:lnTo>
                  <a:pt x="867480" y="53313"/>
                </a:lnTo>
                <a:cubicBezTo>
                  <a:pt x="867480" y="58898"/>
                  <a:pt x="869039" y="63187"/>
                  <a:pt x="872158" y="66179"/>
                </a:cubicBezTo>
                <a:cubicBezTo>
                  <a:pt x="875277" y="69171"/>
                  <a:pt x="879775" y="70667"/>
                  <a:pt x="885650" y="70667"/>
                </a:cubicBezTo>
                <a:cubicBezTo>
                  <a:pt x="887246" y="70667"/>
                  <a:pt x="888841" y="70602"/>
                  <a:pt x="890437" y="70473"/>
                </a:cubicBezTo>
                <a:cubicBezTo>
                  <a:pt x="892033" y="70343"/>
                  <a:pt x="893574" y="70167"/>
                  <a:pt x="895061" y="69944"/>
                </a:cubicBezTo>
                <a:cubicBezTo>
                  <a:pt x="896548" y="69721"/>
                  <a:pt x="897972" y="69471"/>
                  <a:pt x="899332" y="69193"/>
                </a:cubicBezTo>
                <a:cubicBezTo>
                  <a:pt x="900692" y="68914"/>
                  <a:pt x="901952" y="68608"/>
                  <a:pt x="903113" y="68273"/>
                </a:cubicBezTo>
                <a:lnTo>
                  <a:pt x="903113" y="76053"/>
                </a:lnTo>
                <a:cubicBezTo>
                  <a:pt x="900538" y="76794"/>
                  <a:pt x="897627" y="77396"/>
                  <a:pt x="894381" y="77860"/>
                </a:cubicBezTo>
                <a:cubicBezTo>
                  <a:pt x="891135" y="78323"/>
                  <a:pt x="887772" y="78555"/>
                  <a:pt x="884290" y="78555"/>
                </a:cubicBezTo>
                <a:cubicBezTo>
                  <a:pt x="879611" y="78555"/>
                  <a:pt x="875586" y="77920"/>
                  <a:pt x="872213" y="76651"/>
                </a:cubicBezTo>
                <a:cubicBezTo>
                  <a:pt x="868840" y="75382"/>
                  <a:pt x="866075" y="73541"/>
                  <a:pt x="863917" y="71129"/>
                </a:cubicBezTo>
                <a:cubicBezTo>
                  <a:pt x="861759" y="68718"/>
                  <a:pt x="860163" y="65762"/>
                  <a:pt x="859129" y="62262"/>
                </a:cubicBezTo>
                <a:cubicBezTo>
                  <a:pt x="858096" y="58762"/>
                  <a:pt x="857579" y="54800"/>
                  <a:pt x="857579" y="50375"/>
                </a:cubicBezTo>
                <a:cubicBezTo>
                  <a:pt x="857579" y="46531"/>
                  <a:pt x="858132" y="42895"/>
                  <a:pt x="859238" y="39468"/>
                </a:cubicBezTo>
                <a:cubicBezTo>
                  <a:pt x="860344" y="36041"/>
                  <a:pt x="861958" y="33030"/>
                  <a:pt x="864080" y="30437"/>
                </a:cubicBezTo>
                <a:cubicBezTo>
                  <a:pt x="866202" y="27844"/>
                  <a:pt x="868804" y="25786"/>
                  <a:pt x="871886" y="24263"/>
                </a:cubicBezTo>
                <a:cubicBezTo>
                  <a:pt x="874969" y="22740"/>
                  <a:pt x="878469" y="21978"/>
                  <a:pt x="882386" y="21978"/>
                </a:cubicBezTo>
                <a:cubicBezTo>
                  <a:pt x="886194" y="21978"/>
                  <a:pt x="889567" y="22576"/>
                  <a:pt x="892504" y="23773"/>
                </a:cubicBezTo>
                <a:cubicBezTo>
                  <a:pt x="895442" y="24970"/>
                  <a:pt x="897917" y="26666"/>
                  <a:pt x="899930" y="28860"/>
                </a:cubicBezTo>
                <a:cubicBezTo>
                  <a:pt x="901943" y="31054"/>
                  <a:pt x="903466" y="33720"/>
                  <a:pt x="904500" y="36857"/>
                </a:cubicBezTo>
                <a:cubicBezTo>
                  <a:pt x="905533" y="39994"/>
                  <a:pt x="906050" y="43503"/>
                  <a:pt x="906050" y="47383"/>
                </a:cubicBezTo>
                <a:moveTo>
                  <a:pt x="896204" y="46023"/>
                </a:moveTo>
                <a:cubicBezTo>
                  <a:pt x="896312" y="43593"/>
                  <a:pt x="896077" y="41372"/>
                  <a:pt x="895496" y="39359"/>
                </a:cubicBezTo>
                <a:cubicBezTo>
                  <a:pt x="894916" y="37346"/>
                  <a:pt x="894019" y="35615"/>
                  <a:pt x="892804" y="34164"/>
                </a:cubicBezTo>
                <a:cubicBezTo>
                  <a:pt x="891589" y="32713"/>
                  <a:pt x="890074" y="31580"/>
                  <a:pt x="888261" y="30764"/>
                </a:cubicBezTo>
                <a:cubicBezTo>
                  <a:pt x="886448" y="29948"/>
                  <a:pt x="884344" y="29540"/>
                  <a:pt x="881951" y="29540"/>
                </a:cubicBezTo>
                <a:cubicBezTo>
                  <a:pt x="879883" y="29540"/>
                  <a:pt x="877997" y="29939"/>
                  <a:pt x="876293" y="30737"/>
                </a:cubicBezTo>
                <a:cubicBezTo>
                  <a:pt x="874588" y="31534"/>
                  <a:pt x="873120" y="32659"/>
                  <a:pt x="871886" y="34109"/>
                </a:cubicBezTo>
                <a:cubicBezTo>
                  <a:pt x="870653" y="35560"/>
                  <a:pt x="869656" y="37301"/>
                  <a:pt x="868894" y="39332"/>
                </a:cubicBezTo>
                <a:cubicBezTo>
                  <a:pt x="868133" y="41363"/>
                  <a:pt x="867661" y="43593"/>
                  <a:pt x="867480" y="46023"/>
                </a:cubicBezTo>
                <a:lnTo>
                  <a:pt x="896204" y="46023"/>
                </a:lnTo>
                <a:close/>
                <a:moveTo>
                  <a:pt x="967520" y="47383"/>
                </a:moveTo>
                <a:cubicBezTo>
                  <a:pt x="967520" y="48725"/>
                  <a:pt x="967502" y="49849"/>
                  <a:pt x="967466" y="50756"/>
                </a:cubicBezTo>
                <a:cubicBezTo>
                  <a:pt x="967429" y="51663"/>
                  <a:pt x="967375" y="52515"/>
                  <a:pt x="967302" y="53313"/>
                </a:cubicBezTo>
                <a:lnTo>
                  <a:pt x="928950" y="53313"/>
                </a:lnTo>
                <a:cubicBezTo>
                  <a:pt x="928950" y="58898"/>
                  <a:pt x="930509" y="63187"/>
                  <a:pt x="933628" y="66179"/>
                </a:cubicBezTo>
                <a:cubicBezTo>
                  <a:pt x="936747" y="69171"/>
                  <a:pt x="941244" y="70667"/>
                  <a:pt x="947120" y="70667"/>
                </a:cubicBezTo>
                <a:cubicBezTo>
                  <a:pt x="948715" y="70667"/>
                  <a:pt x="950311" y="70602"/>
                  <a:pt x="951907" y="70473"/>
                </a:cubicBezTo>
                <a:cubicBezTo>
                  <a:pt x="953503" y="70343"/>
                  <a:pt x="955044" y="70167"/>
                  <a:pt x="956531" y="69944"/>
                </a:cubicBezTo>
                <a:cubicBezTo>
                  <a:pt x="958018" y="69721"/>
                  <a:pt x="959441" y="69471"/>
                  <a:pt x="960801" y="69193"/>
                </a:cubicBezTo>
                <a:cubicBezTo>
                  <a:pt x="962161" y="68914"/>
                  <a:pt x="963422" y="68608"/>
                  <a:pt x="964582" y="68273"/>
                </a:cubicBezTo>
                <a:lnTo>
                  <a:pt x="964582" y="76053"/>
                </a:lnTo>
                <a:cubicBezTo>
                  <a:pt x="962007" y="76794"/>
                  <a:pt x="959097" y="77396"/>
                  <a:pt x="955851" y="77860"/>
                </a:cubicBezTo>
                <a:cubicBezTo>
                  <a:pt x="952605" y="78323"/>
                  <a:pt x="949241" y="78555"/>
                  <a:pt x="945760" y="78555"/>
                </a:cubicBezTo>
                <a:cubicBezTo>
                  <a:pt x="941081" y="78555"/>
                  <a:pt x="937055" y="77920"/>
                  <a:pt x="933683" y="76651"/>
                </a:cubicBezTo>
                <a:cubicBezTo>
                  <a:pt x="930310" y="75382"/>
                  <a:pt x="927544" y="73541"/>
                  <a:pt x="925386" y="71129"/>
                </a:cubicBezTo>
                <a:cubicBezTo>
                  <a:pt x="923228" y="68718"/>
                  <a:pt x="921633" y="65762"/>
                  <a:pt x="920599" y="62262"/>
                </a:cubicBezTo>
                <a:cubicBezTo>
                  <a:pt x="919565" y="58762"/>
                  <a:pt x="919049" y="54800"/>
                  <a:pt x="919049" y="50375"/>
                </a:cubicBezTo>
                <a:cubicBezTo>
                  <a:pt x="919049" y="46531"/>
                  <a:pt x="919602" y="42895"/>
                  <a:pt x="920708" y="39468"/>
                </a:cubicBezTo>
                <a:cubicBezTo>
                  <a:pt x="921814" y="36041"/>
                  <a:pt x="923428" y="33030"/>
                  <a:pt x="925550" y="30437"/>
                </a:cubicBezTo>
                <a:cubicBezTo>
                  <a:pt x="927671" y="27844"/>
                  <a:pt x="930273" y="25786"/>
                  <a:pt x="933356" y="24263"/>
                </a:cubicBezTo>
                <a:cubicBezTo>
                  <a:pt x="936439" y="22740"/>
                  <a:pt x="939939" y="21978"/>
                  <a:pt x="943856" y="21978"/>
                </a:cubicBezTo>
                <a:cubicBezTo>
                  <a:pt x="947664" y="21978"/>
                  <a:pt x="951036" y="22576"/>
                  <a:pt x="953974" y="23773"/>
                </a:cubicBezTo>
                <a:cubicBezTo>
                  <a:pt x="956912" y="24970"/>
                  <a:pt x="959387" y="26666"/>
                  <a:pt x="961400" y="28860"/>
                </a:cubicBezTo>
                <a:cubicBezTo>
                  <a:pt x="963413" y="31054"/>
                  <a:pt x="964936" y="33720"/>
                  <a:pt x="965970" y="36857"/>
                </a:cubicBezTo>
                <a:cubicBezTo>
                  <a:pt x="967003" y="39994"/>
                  <a:pt x="967520" y="43503"/>
                  <a:pt x="967520" y="47383"/>
                </a:cubicBezTo>
                <a:moveTo>
                  <a:pt x="957673" y="46023"/>
                </a:moveTo>
                <a:cubicBezTo>
                  <a:pt x="957782" y="43593"/>
                  <a:pt x="957546" y="41372"/>
                  <a:pt x="956966" y="39359"/>
                </a:cubicBezTo>
                <a:cubicBezTo>
                  <a:pt x="956386" y="37346"/>
                  <a:pt x="955488" y="35615"/>
                  <a:pt x="954273" y="34164"/>
                </a:cubicBezTo>
                <a:cubicBezTo>
                  <a:pt x="953058" y="32713"/>
                  <a:pt x="951544" y="31580"/>
                  <a:pt x="949731" y="30764"/>
                </a:cubicBezTo>
                <a:cubicBezTo>
                  <a:pt x="947917" y="29948"/>
                  <a:pt x="945814" y="29540"/>
                  <a:pt x="943420" y="29540"/>
                </a:cubicBezTo>
                <a:cubicBezTo>
                  <a:pt x="941353" y="29540"/>
                  <a:pt x="939467" y="29939"/>
                  <a:pt x="937763" y="30737"/>
                </a:cubicBezTo>
                <a:cubicBezTo>
                  <a:pt x="936058" y="31534"/>
                  <a:pt x="934589" y="32659"/>
                  <a:pt x="933356" y="34109"/>
                </a:cubicBezTo>
                <a:cubicBezTo>
                  <a:pt x="932123" y="35560"/>
                  <a:pt x="931126" y="37301"/>
                  <a:pt x="930364" y="39332"/>
                </a:cubicBezTo>
                <a:cubicBezTo>
                  <a:pt x="929602" y="41363"/>
                  <a:pt x="929131" y="43593"/>
                  <a:pt x="928950" y="46023"/>
                </a:cubicBezTo>
                <a:lnTo>
                  <a:pt x="957673" y="46023"/>
                </a:lnTo>
                <a:close/>
                <a:moveTo>
                  <a:pt x="982858" y="22957"/>
                </a:moveTo>
                <a:lnTo>
                  <a:pt x="991290" y="22957"/>
                </a:lnTo>
                <a:lnTo>
                  <a:pt x="991671" y="31770"/>
                </a:lnTo>
                <a:cubicBezTo>
                  <a:pt x="993266" y="29884"/>
                  <a:pt x="994808" y="28316"/>
                  <a:pt x="996295" y="27065"/>
                </a:cubicBezTo>
                <a:cubicBezTo>
                  <a:pt x="997782" y="25813"/>
                  <a:pt x="999241" y="24807"/>
                  <a:pt x="1000674" y="24045"/>
                </a:cubicBezTo>
                <a:cubicBezTo>
                  <a:pt x="1002106" y="23284"/>
                  <a:pt x="1003566" y="22749"/>
                  <a:pt x="1005053" y="22440"/>
                </a:cubicBezTo>
                <a:cubicBezTo>
                  <a:pt x="1006540" y="22132"/>
                  <a:pt x="1008082" y="21978"/>
                  <a:pt x="1009677" y="21978"/>
                </a:cubicBezTo>
                <a:cubicBezTo>
                  <a:pt x="1015299" y="21978"/>
                  <a:pt x="1019551" y="23637"/>
                  <a:pt x="1022434" y="26956"/>
                </a:cubicBezTo>
                <a:cubicBezTo>
                  <a:pt x="1025318" y="30274"/>
                  <a:pt x="1026759" y="35270"/>
                  <a:pt x="1026759" y="41943"/>
                </a:cubicBezTo>
                <a:lnTo>
                  <a:pt x="1026759" y="77576"/>
                </a:lnTo>
                <a:lnTo>
                  <a:pt x="1017293" y="77576"/>
                </a:lnTo>
                <a:lnTo>
                  <a:pt x="1017293" y="42705"/>
                </a:lnTo>
                <a:cubicBezTo>
                  <a:pt x="1017293" y="38425"/>
                  <a:pt x="1016496" y="35261"/>
                  <a:pt x="1014900" y="33212"/>
                </a:cubicBezTo>
                <a:cubicBezTo>
                  <a:pt x="1013304" y="31163"/>
                  <a:pt x="1010928" y="30138"/>
                  <a:pt x="1007773" y="30138"/>
                </a:cubicBezTo>
                <a:cubicBezTo>
                  <a:pt x="1006613" y="30138"/>
                  <a:pt x="1005479" y="30310"/>
                  <a:pt x="1004373" y="30655"/>
                </a:cubicBezTo>
                <a:cubicBezTo>
                  <a:pt x="1003267" y="31000"/>
                  <a:pt x="1002116" y="31598"/>
                  <a:pt x="1000919" y="32450"/>
                </a:cubicBezTo>
                <a:cubicBezTo>
                  <a:pt x="999722" y="33302"/>
                  <a:pt x="998425" y="34454"/>
                  <a:pt x="997029" y="35905"/>
                </a:cubicBezTo>
                <a:cubicBezTo>
                  <a:pt x="995633" y="37355"/>
                  <a:pt x="994064" y="39169"/>
                  <a:pt x="992323" y="41345"/>
                </a:cubicBezTo>
                <a:lnTo>
                  <a:pt x="992323" y="77576"/>
                </a:lnTo>
                <a:lnTo>
                  <a:pt x="982858" y="77576"/>
                </a:lnTo>
                <a:lnTo>
                  <a:pt x="982858" y="22957"/>
                </a:lnTo>
                <a:close/>
                <a:moveTo>
                  <a:pt x="1066250" y="21978"/>
                </a:moveTo>
                <a:cubicBezTo>
                  <a:pt x="1067374" y="21978"/>
                  <a:pt x="1068444" y="22205"/>
                  <a:pt x="1069460" y="22658"/>
                </a:cubicBezTo>
                <a:cubicBezTo>
                  <a:pt x="1070475" y="23111"/>
                  <a:pt x="1071364" y="23719"/>
                  <a:pt x="1072125" y="24480"/>
                </a:cubicBezTo>
                <a:cubicBezTo>
                  <a:pt x="1072887" y="25242"/>
                  <a:pt x="1073494" y="26131"/>
                  <a:pt x="1073948" y="27146"/>
                </a:cubicBezTo>
                <a:cubicBezTo>
                  <a:pt x="1074401" y="28162"/>
                  <a:pt x="1074628" y="29231"/>
                  <a:pt x="1074628" y="30356"/>
                </a:cubicBezTo>
                <a:cubicBezTo>
                  <a:pt x="1074628" y="31516"/>
                  <a:pt x="1074401" y="32595"/>
                  <a:pt x="1073948" y="33593"/>
                </a:cubicBezTo>
                <a:cubicBezTo>
                  <a:pt x="1073494" y="34590"/>
                  <a:pt x="1072887" y="35469"/>
                  <a:pt x="1072125" y="36231"/>
                </a:cubicBezTo>
                <a:cubicBezTo>
                  <a:pt x="1071364" y="36993"/>
                  <a:pt x="1070475" y="37591"/>
                  <a:pt x="1069460" y="38026"/>
                </a:cubicBezTo>
                <a:cubicBezTo>
                  <a:pt x="1068444" y="38462"/>
                  <a:pt x="1067374" y="38679"/>
                  <a:pt x="1066250" y="38679"/>
                </a:cubicBezTo>
                <a:cubicBezTo>
                  <a:pt x="1065089" y="38679"/>
                  <a:pt x="1064010" y="38462"/>
                  <a:pt x="1063013" y="38026"/>
                </a:cubicBezTo>
                <a:cubicBezTo>
                  <a:pt x="1062016" y="37591"/>
                  <a:pt x="1061136" y="36993"/>
                  <a:pt x="1060375" y="36231"/>
                </a:cubicBezTo>
                <a:cubicBezTo>
                  <a:pt x="1059613" y="35469"/>
                  <a:pt x="1059015" y="34590"/>
                  <a:pt x="1058579" y="33593"/>
                </a:cubicBezTo>
                <a:cubicBezTo>
                  <a:pt x="1058144" y="32595"/>
                  <a:pt x="1057927" y="31516"/>
                  <a:pt x="1057927" y="30356"/>
                </a:cubicBezTo>
                <a:cubicBezTo>
                  <a:pt x="1057927" y="29231"/>
                  <a:pt x="1058144" y="28162"/>
                  <a:pt x="1058579" y="27146"/>
                </a:cubicBezTo>
                <a:cubicBezTo>
                  <a:pt x="1059015" y="26131"/>
                  <a:pt x="1059613" y="25242"/>
                  <a:pt x="1060375" y="24480"/>
                </a:cubicBezTo>
                <a:cubicBezTo>
                  <a:pt x="1061136" y="23719"/>
                  <a:pt x="1062016" y="23111"/>
                  <a:pt x="1063013" y="22658"/>
                </a:cubicBezTo>
                <a:cubicBezTo>
                  <a:pt x="1064010" y="22205"/>
                  <a:pt x="1065089" y="21978"/>
                  <a:pt x="1066250" y="21978"/>
                </a:cubicBezTo>
                <a:moveTo>
                  <a:pt x="1066250" y="61854"/>
                </a:moveTo>
                <a:cubicBezTo>
                  <a:pt x="1067374" y="61854"/>
                  <a:pt x="1068444" y="62081"/>
                  <a:pt x="1069460" y="62534"/>
                </a:cubicBezTo>
                <a:cubicBezTo>
                  <a:pt x="1070475" y="62987"/>
                  <a:pt x="1071364" y="63595"/>
                  <a:pt x="1072125" y="64356"/>
                </a:cubicBezTo>
                <a:cubicBezTo>
                  <a:pt x="1072887" y="65118"/>
                  <a:pt x="1073494" y="66007"/>
                  <a:pt x="1073948" y="67022"/>
                </a:cubicBezTo>
                <a:cubicBezTo>
                  <a:pt x="1074401" y="68038"/>
                  <a:pt x="1074628" y="69107"/>
                  <a:pt x="1074628" y="70232"/>
                </a:cubicBezTo>
                <a:cubicBezTo>
                  <a:pt x="1074628" y="71392"/>
                  <a:pt x="1074401" y="72471"/>
                  <a:pt x="1073948" y="73469"/>
                </a:cubicBezTo>
                <a:cubicBezTo>
                  <a:pt x="1073494" y="74466"/>
                  <a:pt x="1072887" y="75345"/>
                  <a:pt x="1072125" y="76107"/>
                </a:cubicBezTo>
                <a:cubicBezTo>
                  <a:pt x="1071364" y="76869"/>
                  <a:pt x="1070475" y="77467"/>
                  <a:pt x="1069460" y="77902"/>
                </a:cubicBezTo>
                <a:cubicBezTo>
                  <a:pt x="1068444" y="78337"/>
                  <a:pt x="1067374" y="78555"/>
                  <a:pt x="1066250" y="78555"/>
                </a:cubicBezTo>
                <a:cubicBezTo>
                  <a:pt x="1065089" y="78555"/>
                  <a:pt x="1064010" y="78337"/>
                  <a:pt x="1063013" y="77902"/>
                </a:cubicBezTo>
                <a:cubicBezTo>
                  <a:pt x="1062016" y="77467"/>
                  <a:pt x="1061136" y="76869"/>
                  <a:pt x="1060375" y="76107"/>
                </a:cubicBezTo>
                <a:cubicBezTo>
                  <a:pt x="1059613" y="75345"/>
                  <a:pt x="1059015" y="74466"/>
                  <a:pt x="1058579" y="73469"/>
                </a:cubicBezTo>
                <a:cubicBezTo>
                  <a:pt x="1058144" y="72471"/>
                  <a:pt x="1057927" y="71392"/>
                  <a:pt x="1057927" y="70232"/>
                </a:cubicBezTo>
                <a:cubicBezTo>
                  <a:pt x="1057927" y="69107"/>
                  <a:pt x="1058144" y="68038"/>
                  <a:pt x="1058579" y="67022"/>
                </a:cubicBezTo>
                <a:cubicBezTo>
                  <a:pt x="1059015" y="66007"/>
                  <a:pt x="1059613" y="65118"/>
                  <a:pt x="1060375" y="64356"/>
                </a:cubicBezTo>
                <a:cubicBezTo>
                  <a:pt x="1061136" y="63595"/>
                  <a:pt x="1062016" y="62987"/>
                  <a:pt x="1063013" y="62534"/>
                </a:cubicBezTo>
                <a:cubicBezTo>
                  <a:pt x="1064010" y="62081"/>
                  <a:pt x="1065089" y="61854"/>
                  <a:pt x="1066250" y="61854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8" name="Text data=[]">
            <a:extLst xmlns:a="http://schemas.openxmlformats.org/drawingml/2006/main">
              <a:ext uri="{FF2B5EF4-FFF2-40B4-BE49-F238E27FC236}">
                <a16:creationId xmlns:a16="http://schemas.microsoft.com/office/drawing/2014/main" id="{D685B4B4-01D1-4BDB-9372-09A8D8DD6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6416" y="1559797"/>
            <a:ext cx="405374" cy="101077"/>
          </a:xfrm>
          <a:custGeom xmlns:a="http://schemas.openxmlformats.org/drawingml/2006/main">
            <a:pathLst>
              <a:path w="405374" h="101077">
                <a:moveTo>
                  <a:pt x="0" y="52606"/>
                </a:moveTo>
                <a:cubicBezTo>
                  <a:pt x="0" y="47964"/>
                  <a:pt x="635" y="43838"/>
                  <a:pt x="1904" y="40230"/>
                </a:cubicBezTo>
                <a:cubicBezTo>
                  <a:pt x="3173" y="36621"/>
                  <a:pt x="4978" y="33574"/>
                  <a:pt x="7317" y="31090"/>
                </a:cubicBezTo>
                <a:cubicBezTo>
                  <a:pt x="9656" y="28606"/>
                  <a:pt x="12467" y="26720"/>
                  <a:pt x="15749" y="25432"/>
                </a:cubicBezTo>
                <a:cubicBezTo>
                  <a:pt x="19031" y="24145"/>
                  <a:pt x="22685" y="23501"/>
                  <a:pt x="26711" y="23501"/>
                </a:cubicBezTo>
                <a:cubicBezTo>
                  <a:pt x="28452" y="23501"/>
                  <a:pt x="30165" y="23610"/>
                  <a:pt x="31852" y="23828"/>
                </a:cubicBezTo>
                <a:cubicBezTo>
                  <a:pt x="33538" y="24045"/>
                  <a:pt x="35197" y="24390"/>
                  <a:pt x="36829" y="24861"/>
                </a:cubicBezTo>
                <a:lnTo>
                  <a:pt x="36829" y="1850"/>
                </a:lnTo>
                <a:lnTo>
                  <a:pt x="46350" y="1850"/>
                </a:lnTo>
                <a:lnTo>
                  <a:pt x="46350" y="78773"/>
                </a:lnTo>
                <a:lnTo>
                  <a:pt x="37863" y="78773"/>
                </a:lnTo>
                <a:lnTo>
                  <a:pt x="37537" y="68436"/>
                </a:lnTo>
                <a:cubicBezTo>
                  <a:pt x="34889" y="72281"/>
                  <a:pt x="32024" y="75128"/>
                  <a:pt x="28941" y="76977"/>
                </a:cubicBezTo>
                <a:cubicBezTo>
                  <a:pt x="25859" y="78827"/>
                  <a:pt x="22522" y="79752"/>
                  <a:pt x="18932" y="79752"/>
                </a:cubicBezTo>
                <a:cubicBezTo>
                  <a:pt x="15813" y="79752"/>
                  <a:pt x="13065" y="79099"/>
                  <a:pt x="10690" y="77793"/>
                </a:cubicBezTo>
                <a:cubicBezTo>
                  <a:pt x="8314" y="76488"/>
                  <a:pt x="6338" y="74647"/>
                  <a:pt x="4760" y="72272"/>
                </a:cubicBezTo>
                <a:cubicBezTo>
                  <a:pt x="3182" y="69896"/>
                  <a:pt x="1995" y="67040"/>
                  <a:pt x="1197" y="63704"/>
                </a:cubicBezTo>
                <a:cubicBezTo>
                  <a:pt x="399" y="60367"/>
                  <a:pt x="0" y="56668"/>
                  <a:pt x="0" y="52606"/>
                </a:cubicBezTo>
                <a:moveTo>
                  <a:pt x="9683" y="52007"/>
                </a:moveTo>
                <a:cubicBezTo>
                  <a:pt x="9683" y="58608"/>
                  <a:pt x="10654" y="63531"/>
                  <a:pt x="12594" y="66777"/>
                </a:cubicBezTo>
                <a:cubicBezTo>
                  <a:pt x="14534" y="70023"/>
                  <a:pt x="17281" y="71646"/>
                  <a:pt x="20836" y="71646"/>
                </a:cubicBezTo>
                <a:cubicBezTo>
                  <a:pt x="23229" y="71646"/>
                  <a:pt x="25759" y="70576"/>
                  <a:pt x="28425" y="68436"/>
                </a:cubicBezTo>
                <a:cubicBezTo>
                  <a:pt x="31090" y="66297"/>
                  <a:pt x="33892" y="63123"/>
                  <a:pt x="36829" y="58916"/>
                </a:cubicBezTo>
                <a:lnTo>
                  <a:pt x="36829" y="33565"/>
                </a:lnTo>
                <a:cubicBezTo>
                  <a:pt x="35270" y="32840"/>
                  <a:pt x="33547" y="32287"/>
                  <a:pt x="31661" y="31906"/>
                </a:cubicBezTo>
                <a:cubicBezTo>
                  <a:pt x="29775" y="31525"/>
                  <a:pt x="27908" y="31335"/>
                  <a:pt x="26058" y="31335"/>
                </a:cubicBezTo>
                <a:cubicBezTo>
                  <a:pt x="20908" y="31335"/>
                  <a:pt x="16892" y="33003"/>
                  <a:pt x="14008" y="36340"/>
                </a:cubicBezTo>
                <a:cubicBezTo>
                  <a:pt x="11125" y="39676"/>
                  <a:pt x="9683" y="44899"/>
                  <a:pt x="9683" y="52007"/>
                </a:cubicBezTo>
                <a:close/>
                <a:moveTo>
                  <a:pt x="99332" y="78773"/>
                </a:moveTo>
                <a:lnTo>
                  <a:pt x="99115" y="71413"/>
                </a:lnTo>
                <a:cubicBezTo>
                  <a:pt x="96141" y="74357"/>
                  <a:pt x="93121" y="76482"/>
                  <a:pt x="90057" y="77790"/>
                </a:cubicBezTo>
                <a:cubicBezTo>
                  <a:pt x="86992" y="79098"/>
                  <a:pt x="83774" y="79752"/>
                  <a:pt x="80401" y="79752"/>
                </a:cubicBezTo>
                <a:cubicBezTo>
                  <a:pt x="77282" y="79752"/>
                  <a:pt x="74616" y="79352"/>
                  <a:pt x="72404" y="78553"/>
                </a:cubicBezTo>
                <a:cubicBezTo>
                  <a:pt x="70191" y="77754"/>
                  <a:pt x="68369" y="76656"/>
                  <a:pt x="66936" y="75257"/>
                </a:cubicBezTo>
                <a:cubicBezTo>
                  <a:pt x="65504" y="73858"/>
                  <a:pt x="64452" y="72215"/>
                  <a:pt x="63781" y="70325"/>
                </a:cubicBezTo>
                <a:cubicBezTo>
                  <a:pt x="63110" y="68436"/>
                  <a:pt x="62775" y="66383"/>
                  <a:pt x="62775" y="64168"/>
                </a:cubicBezTo>
                <a:cubicBezTo>
                  <a:pt x="62775" y="58682"/>
                  <a:pt x="64815" y="54387"/>
                  <a:pt x="68895" y="51281"/>
                </a:cubicBezTo>
                <a:cubicBezTo>
                  <a:pt x="72975" y="48175"/>
                  <a:pt x="79004" y="46622"/>
                  <a:pt x="86983" y="46622"/>
                </a:cubicBezTo>
                <a:lnTo>
                  <a:pt x="98299" y="46622"/>
                </a:lnTo>
                <a:lnTo>
                  <a:pt x="98299" y="41851"/>
                </a:lnTo>
                <a:cubicBezTo>
                  <a:pt x="98299" y="38635"/>
                  <a:pt x="97265" y="36060"/>
                  <a:pt x="95198" y="34126"/>
                </a:cubicBezTo>
                <a:cubicBezTo>
                  <a:pt x="93130" y="32193"/>
                  <a:pt x="89975" y="31226"/>
                  <a:pt x="85732" y="31226"/>
                </a:cubicBezTo>
                <a:cubicBezTo>
                  <a:pt x="82649" y="31226"/>
                  <a:pt x="79612" y="31576"/>
                  <a:pt x="76620" y="32275"/>
                </a:cubicBezTo>
                <a:cubicBezTo>
                  <a:pt x="73628" y="32973"/>
                  <a:pt x="70536" y="33966"/>
                  <a:pt x="67344" y="35252"/>
                </a:cubicBezTo>
                <a:lnTo>
                  <a:pt x="67344" y="26711"/>
                </a:lnTo>
                <a:cubicBezTo>
                  <a:pt x="68541" y="26269"/>
                  <a:pt x="69874" y="25836"/>
                  <a:pt x="71343" y="25412"/>
                </a:cubicBezTo>
                <a:cubicBezTo>
                  <a:pt x="72812" y="24988"/>
                  <a:pt x="74362" y="24611"/>
                  <a:pt x="75994" y="24280"/>
                </a:cubicBezTo>
                <a:cubicBezTo>
                  <a:pt x="77626" y="23948"/>
                  <a:pt x="79331" y="23681"/>
                  <a:pt x="81108" y="23479"/>
                </a:cubicBezTo>
                <a:cubicBezTo>
                  <a:pt x="82885" y="23276"/>
                  <a:pt x="84680" y="23175"/>
                  <a:pt x="86494" y="23175"/>
                </a:cubicBezTo>
                <a:cubicBezTo>
                  <a:pt x="89794" y="23175"/>
                  <a:pt x="92768" y="23538"/>
                  <a:pt x="95415" y="24263"/>
                </a:cubicBezTo>
                <a:cubicBezTo>
                  <a:pt x="98063" y="24988"/>
                  <a:pt x="100302" y="26094"/>
                  <a:pt x="102134" y="27581"/>
                </a:cubicBezTo>
                <a:cubicBezTo>
                  <a:pt x="103965" y="29068"/>
                  <a:pt x="105371" y="30936"/>
                  <a:pt x="106350" y="33185"/>
                </a:cubicBezTo>
                <a:cubicBezTo>
                  <a:pt x="107329" y="35433"/>
                  <a:pt x="107819" y="38081"/>
                  <a:pt x="107819" y="41127"/>
                </a:cubicBezTo>
                <a:lnTo>
                  <a:pt x="107819" y="78773"/>
                </a:lnTo>
                <a:lnTo>
                  <a:pt x="99332" y="78773"/>
                </a:lnTo>
                <a:moveTo>
                  <a:pt x="98299" y="53857"/>
                </a:moveTo>
                <a:lnTo>
                  <a:pt x="86276" y="53857"/>
                </a:lnTo>
                <a:cubicBezTo>
                  <a:pt x="83919" y="53857"/>
                  <a:pt x="81888" y="54094"/>
                  <a:pt x="80183" y="54568"/>
                </a:cubicBezTo>
                <a:cubicBezTo>
                  <a:pt x="78478" y="55040"/>
                  <a:pt x="77082" y="55713"/>
                  <a:pt x="75994" y="56586"/>
                </a:cubicBezTo>
                <a:cubicBezTo>
                  <a:pt x="74906" y="57458"/>
                  <a:pt x="74099" y="58504"/>
                  <a:pt x="73573" y="59724"/>
                </a:cubicBezTo>
                <a:cubicBezTo>
                  <a:pt x="73047" y="60942"/>
                  <a:pt x="72784" y="62315"/>
                  <a:pt x="72784" y="63843"/>
                </a:cubicBezTo>
                <a:cubicBezTo>
                  <a:pt x="72784" y="64898"/>
                  <a:pt x="72948" y="65908"/>
                  <a:pt x="73274" y="66872"/>
                </a:cubicBezTo>
                <a:cubicBezTo>
                  <a:pt x="73601" y="67836"/>
                  <a:pt x="74126" y="68690"/>
                  <a:pt x="74852" y="69436"/>
                </a:cubicBezTo>
                <a:cubicBezTo>
                  <a:pt x="75577" y="70182"/>
                  <a:pt x="76520" y="70773"/>
                  <a:pt x="77681" y="71209"/>
                </a:cubicBezTo>
                <a:cubicBezTo>
                  <a:pt x="78841" y="71646"/>
                  <a:pt x="80256" y="71864"/>
                  <a:pt x="81924" y="71864"/>
                </a:cubicBezTo>
                <a:cubicBezTo>
                  <a:pt x="84100" y="71864"/>
                  <a:pt x="86593" y="71200"/>
                  <a:pt x="89404" y="69873"/>
                </a:cubicBezTo>
                <a:cubicBezTo>
                  <a:pt x="92215" y="68545"/>
                  <a:pt x="95180" y="66443"/>
                  <a:pt x="98299" y="63569"/>
                </a:cubicBezTo>
                <a:lnTo>
                  <a:pt x="98299" y="53857"/>
                </a:lnTo>
                <a:close/>
                <a:moveTo>
                  <a:pt x="169724" y="77957"/>
                </a:moveTo>
                <a:cubicBezTo>
                  <a:pt x="167584" y="78520"/>
                  <a:pt x="165372" y="78923"/>
                  <a:pt x="163087" y="79167"/>
                </a:cubicBezTo>
                <a:cubicBezTo>
                  <a:pt x="160802" y="79412"/>
                  <a:pt x="158481" y="79534"/>
                  <a:pt x="156123" y="79534"/>
                </a:cubicBezTo>
                <a:cubicBezTo>
                  <a:pt x="149269" y="79534"/>
                  <a:pt x="144155" y="77984"/>
                  <a:pt x="140782" y="74883"/>
                </a:cubicBezTo>
                <a:cubicBezTo>
                  <a:pt x="137409" y="71782"/>
                  <a:pt x="135723" y="67022"/>
                  <a:pt x="135723" y="60603"/>
                </a:cubicBezTo>
                <a:lnTo>
                  <a:pt x="135723" y="32097"/>
                </a:lnTo>
                <a:lnTo>
                  <a:pt x="120436" y="32097"/>
                </a:lnTo>
                <a:lnTo>
                  <a:pt x="120436" y="24154"/>
                </a:lnTo>
                <a:lnTo>
                  <a:pt x="135723" y="24154"/>
                </a:lnTo>
                <a:lnTo>
                  <a:pt x="135723" y="9092"/>
                </a:lnTo>
                <a:lnTo>
                  <a:pt x="145189" y="6637"/>
                </a:lnTo>
                <a:lnTo>
                  <a:pt x="145189" y="24154"/>
                </a:lnTo>
                <a:lnTo>
                  <a:pt x="169724" y="24154"/>
                </a:lnTo>
                <a:lnTo>
                  <a:pt x="169724" y="32097"/>
                </a:lnTo>
                <a:lnTo>
                  <a:pt x="145189" y="32097"/>
                </a:lnTo>
                <a:lnTo>
                  <a:pt x="145189" y="59841"/>
                </a:lnTo>
                <a:cubicBezTo>
                  <a:pt x="145189" y="63758"/>
                  <a:pt x="146231" y="66687"/>
                  <a:pt x="148317" y="68627"/>
                </a:cubicBezTo>
                <a:cubicBezTo>
                  <a:pt x="150402" y="70567"/>
                  <a:pt x="153476" y="71537"/>
                  <a:pt x="157538" y="71537"/>
                </a:cubicBezTo>
                <a:cubicBezTo>
                  <a:pt x="159279" y="71537"/>
                  <a:pt x="161183" y="71397"/>
                  <a:pt x="163250" y="71117"/>
                </a:cubicBezTo>
                <a:cubicBezTo>
                  <a:pt x="165317" y="70836"/>
                  <a:pt x="167475" y="70396"/>
                  <a:pt x="169724" y="69797"/>
                </a:cubicBezTo>
                <a:lnTo>
                  <a:pt x="169724" y="77957"/>
                </a:lnTo>
                <a:close/>
                <a:moveTo>
                  <a:pt x="222271" y="78773"/>
                </a:moveTo>
                <a:lnTo>
                  <a:pt x="222054" y="71413"/>
                </a:lnTo>
                <a:cubicBezTo>
                  <a:pt x="219080" y="74357"/>
                  <a:pt x="216060" y="76482"/>
                  <a:pt x="212996" y="77790"/>
                </a:cubicBezTo>
                <a:cubicBezTo>
                  <a:pt x="209931" y="79098"/>
                  <a:pt x="206713" y="79752"/>
                  <a:pt x="203340" y="79752"/>
                </a:cubicBezTo>
                <a:cubicBezTo>
                  <a:pt x="200221" y="79752"/>
                  <a:pt x="197555" y="79352"/>
                  <a:pt x="195343" y="78553"/>
                </a:cubicBezTo>
                <a:cubicBezTo>
                  <a:pt x="193130" y="77754"/>
                  <a:pt x="191308" y="76656"/>
                  <a:pt x="189875" y="75257"/>
                </a:cubicBezTo>
                <a:cubicBezTo>
                  <a:pt x="188443" y="73858"/>
                  <a:pt x="187391" y="72215"/>
                  <a:pt x="186720" y="70325"/>
                </a:cubicBezTo>
                <a:cubicBezTo>
                  <a:pt x="186049" y="68436"/>
                  <a:pt x="185714" y="66383"/>
                  <a:pt x="185714" y="64168"/>
                </a:cubicBezTo>
                <a:cubicBezTo>
                  <a:pt x="185714" y="58682"/>
                  <a:pt x="187754" y="54387"/>
                  <a:pt x="191834" y="51281"/>
                </a:cubicBezTo>
                <a:cubicBezTo>
                  <a:pt x="195914" y="48175"/>
                  <a:pt x="201943" y="46622"/>
                  <a:pt x="209922" y="46622"/>
                </a:cubicBezTo>
                <a:lnTo>
                  <a:pt x="221238" y="46622"/>
                </a:lnTo>
                <a:lnTo>
                  <a:pt x="221238" y="41851"/>
                </a:lnTo>
                <a:cubicBezTo>
                  <a:pt x="221238" y="38635"/>
                  <a:pt x="220204" y="36060"/>
                  <a:pt x="218137" y="34126"/>
                </a:cubicBezTo>
                <a:cubicBezTo>
                  <a:pt x="216070" y="32193"/>
                  <a:pt x="212914" y="31226"/>
                  <a:pt x="208671" y="31226"/>
                </a:cubicBezTo>
                <a:cubicBezTo>
                  <a:pt x="205588" y="31226"/>
                  <a:pt x="202551" y="31576"/>
                  <a:pt x="199559" y="32275"/>
                </a:cubicBezTo>
                <a:cubicBezTo>
                  <a:pt x="196567" y="32973"/>
                  <a:pt x="193475" y="33966"/>
                  <a:pt x="190283" y="35252"/>
                </a:cubicBezTo>
                <a:lnTo>
                  <a:pt x="190283" y="26711"/>
                </a:lnTo>
                <a:cubicBezTo>
                  <a:pt x="191480" y="26269"/>
                  <a:pt x="192813" y="25836"/>
                  <a:pt x="194282" y="25412"/>
                </a:cubicBezTo>
                <a:cubicBezTo>
                  <a:pt x="195751" y="24988"/>
                  <a:pt x="197301" y="24611"/>
                  <a:pt x="198933" y="24280"/>
                </a:cubicBezTo>
                <a:cubicBezTo>
                  <a:pt x="200565" y="23948"/>
                  <a:pt x="202270" y="23681"/>
                  <a:pt x="204047" y="23479"/>
                </a:cubicBezTo>
                <a:cubicBezTo>
                  <a:pt x="205824" y="23276"/>
                  <a:pt x="207619" y="23175"/>
                  <a:pt x="209433" y="23175"/>
                </a:cubicBezTo>
                <a:cubicBezTo>
                  <a:pt x="212733" y="23175"/>
                  <a:pt x="215707" y="23538"/>
                  <a:pt x="218354" y="24263"/>
                </a:cubicBezTo>
                <a:cubicBezTo>
                  <a:pt x="221002" y="24988"/>
                  <a:pt x="223241" y="26094"/>
                  <a:pt x="225073" y="27581"/>
                </a:cubicBezTo>
                <a:cubicBezTo>
                  <a:pt x="226904" y="29068"/>
                  <a:pt x="228310" y="30936"/>
                  <a:pt x="229289" y="33185"/>
                </a:cubicBezTo>
                <a:cubicBezTo>
                  <a:pt x="230268" y="35433"/>
                  <a:pt x="230758" y="38081"/>
                  <a:pt x="230758" y="41127"/>
                </a:cubicBezTo>
                <a:lnTo>
                  <a:pt x="230758" y="78773"/>
                </a:lnTo>
                <a:lnTo>
                  <a:pt x="222271" y="78773"/>
                </a:lnTo>
                <a:moveTo>
                  <a:pt x="221238" y="53857"/>
                </a:moveTo>
                <a:lnTo>
                  <a:pt x="209215" y="53857"/>
                </a:lnTo>
                <a:cubicBezTo>
                  <a:pt x="206858" y="53857"/>
                  <a:pt x="204827" y="54094"/>
                  <a:pt x="203122" y="54568"/>
                </a:cubicBezTo>
                <a:cubicBezTo>
                  <a:pt x="201418" y="55040"/>
                  <a:pt x="200021" y="55713"/>
                  <a:pt x="198933" y="56586"/>
                </a:cubicBezTo>
                <a:cubicBezTo>
                  <a:pt x="197845" y="57458"/>
                  <a:pt x="197038" y="58504"/>
                  <a:pt x="196512" y="59724"/>
                </a:cubicBezTo>
                <a:cubicBezTo>
                  <a:pt x="195987" y="60942"/>
                  <a:pt x="195724" y="62315"/>
                  <a:pt x="195724" y="63843"/>
                </a:cubicBezTo>
                <a:cubicBezTo>
                  <a:pt x="195724" y="64898"/>
                  <a:pt x="195887" y="65908"/>
                  <a:pt x="196213" y="66872"/>
                </a:cubicBezTo>
                <a:cubicBezTo>
                  <a:pt x="196540" y="67836"/>
                  <a:pt x="197065" y="68690"/>
                  <a:pt x="197791" y="69436"/>
                </a:cubicBezTo>
                <a:cubicBezTo>
                  <a:pt x="198516" y="70182"/>
                  <a:pt x="199459" y="70773"/>
                  <a:pt x="200620" y="71209"/>
                </a:cubicBezTo>
                <a:cubicBezTo>
                  <a:pt x="201780" y="71646"/>
                  <a:pt x="203195" y="71864"/>
                  <a:pt x="204863" y="71864"/>
                </a:cubicBezTo>
                <a:cubicBezTo>
                  <a:pt x="207039" y="71864"/>
                  <a:pt x="209532" y="71200"/>
                  <a:pt x="212343" y="69873"/>
                </a:cubicBezTo>
                <a:cubicBezTo>
                  <a:pt x="215154" y="68545"/>
                  <a:pt x="218119" y="66443"/>
                  <a:pt x="221238" y="63569"/>
                </a:cubicBezTo>
                <a:lnTo>
                  <a:pt x="221238" y="53857"/>
                </a:lnTo>
                <a:close/>
                <a:moveTo>
                  <a:pt x="293968" y="43630"/>
                </a:moveTo>
                <a:lnTo>
                  <a:pt x="247183" y="43630"/>
                </a:lnTo>
                <a:lnTo>
                  <a:pt x="247183" y="35633"/>
                </a:lnTo>
                <a:lnTo>
                  <a:pt x="293968" y="35633"/>
                </a:lnTo>
                <a:lnTo>
                  <a:pt x="293968" y="43630"/>
                </a:lnTo>
                <a:moveTo>
                  <a:pt x="293968" y="62616"/>
                </a:moveTo>
                <a:lnTo>
                  <a:pt x="247183" y="62616"/>
                </a:lnTo>
                <a:lnTo>
                  <a:pt x="247183" y="54619"/>
                </a:lnTo>
                <a:lnTo>
                  <a:pt x="293968" y="54619"/>
                </a:lnTo>
                <a:lnTo>
                  <a:pt x="293968" y="62616"/>
                </a:lnTo>
                <a:close/>
                <a:moveTo>
                  <a:pt x="347005" y="101077"/>
                </a:moveTo>
                <a:lnTo>
                  <a:pt x="320186" y="101077"/>
                </a:lnTo>
                <a:lnTo>
                  <a:pt x="320186" y="0"/>
                </a:lnTo>
                <a:lnTo>
                  <a:pt x="347005" y="0"/>
                </a:lnTo>
                <a:lnTo>
                  <a:pt x="347005" y="7616"/>
                </a:lnTo>
                <a:lnTo>
                  <a:pt x="329216" y="7616"/>
                </a:lnTo>
                <a:lnTo>
                  <a:pt x="329216" y="93461"/>
                </a:lnTo>
                <a:lnTo>
                  <a:pt x="347005" y="93461"/>
                </a:lnTo>
                <a:lnTo>
                  <a:pt x="347005" y="101077"/>
                </a:lnTo>
                <a:close/>
                <a:moveTo>
                  <a:pt x="405374" y="101077"/>
                </a:moveTo>
                <a:lnTo>
                  <a:pt x="378554" y="101077"/>
                </a:lnTo>
                <a:lnTo>
                  <a:pt x="378554" y="93461"/>
                </a:lnTo>
                <a:lnTo>
                  <a:pt x="396234" y="93461"/>
                </a:lnTo>
                <a:lnTo>
                  <a:pt x="396234" y="7616"/>
                </a:lnTo>
                <a:lnTo>
                  <a:pt x="378554" y="7616"/>
                </a:lnTo>
                <a:lnTo>
                  <a:pt x="378554" y="0"/>
                </a:lnTo>
                <a:lnTo>
                  <a:pt x="405374" y="0"/>
                </a:lnTo>
                <a:lnTo>
                  <a:pt x="405374" y="10107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9" name="Text samples=[]">
            <a:extLst xmlns:a="http://schemas.openxmlformats.org/drawingml/2006/main">
              <a:ext uri="{FF2B5EF4-FFF2-40B4-BE49-F238E27FC236}">
                <a16:creationId xmlns:a16="http://schemas.microsoft.com/office/drawing/2014/main" id="{F810EE4E-AEFA-4E17-B57C-DA7E8FFF0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0387" y="1693912"/>
            <a:ext cx="585811" cy="101077"/>
          </a:xfrm>
          <a:custGeom xmlns:a="http://schemas.openxmlformats.org/drawingml/2006/main">
            <a:pathLst>
              <a:path w="585811" h="101077">
                <a:moveTo>
                  <a:pt x="42052" y="63867"/>
                </a:moveTo>
                <a:cubicBezTo>
                  <a:pt x="42052" y="65789"/>
                  <a:pt x="41726" y="67512"/>
                  <a:pt x="41073" y="69035"/>
                </a:cubicBezTo>
                <a:cubicBezTo>
                  <a:pt x="40420" y="70558"/>
                  <a:pt x="39531" y="71909"/>
                  <a:pt x="38407" y="73088"/>
                </a:cubicBezTo>
                <a:cubicBezTo>
                  <a:pt x="37283" y="74266"/>
                  <a:pt x="35977" y="75273"/>
                  <a:pt x="34490" y="76107"/>
                </a:cubicBezTo>
                <a:cubicBezTo>
                  <a:pt x="33003" y="76941"/>
                  <a:pt x="31417" y="77630"/>
                  <a:pt x="29730" y="78174"/>
                </a:cubicBezTo>
                <a:cubicBezTo>
                  <a:pt x="28044" y="78718"/>
                  <a:pt x="26312" y="79117"/>
                  <a:pt x="24535" y="79371"/>
                </a:cubicBezTo>
                <a:cubicBezTo>
                  <a:pt x="22758" y="79625"/>
                  <a:pt x="21017" y="79752"/>
                  <a:pt x="19312" y="79752"/>
                </a:cubicBezTo>
                <a:cubicBezTo>
                  <a:pt x="15613" y="79752"/>
                  <a:pt x="12213" y="79589"/>
                  <a:pt x="9112" y="79262"/>
                </a:cubicBezTo>
                <a:cubicBezTo>
                  <a:pt x="6011" y="78936"/>
                  <a:pt x="2974" y="78410"/>
                  <a:pt x="0" y="77685"/>
                </a:cubicBezTo>
                <a:lnTo>
                  <a:pt x="0" y="68980"/>
                </a:lnTo>
                <a:cubicBezTo>
                  <a:pt x="3192" y="69887"/>
                  <a:pt x="6365" y="70576"/>
                  <a:pt x="9520" y="71048"/>
                </a:cubicBezTo>
                <a:cubicBezTo>
                  <a:pt x="12675" y="71519"/>
                  <a:pt x="15813" y="71755"/>
                  <a:pt x="18932" y="71755"/>
                </a:cubicBezTo>
                <a:cubicBezTo>
                  <a:pt x="23465" y="71755"/>
                  <a:pt x="26820" y="71138"/>
                  <a:pt x="28996" y="69905"/>
                </a:cubicBezTo>
                <a:cubicBezTo>
                  <a:pt x="31172" y="68672"/>
                  <a:pt x="32260" y="66913"/>
                  <a:pt x="32260" y="64628"/>
                </a:cubicBezTo>
                <a:cubicBezTo>
                  <a:pt x="32260" y="63649"/>
                  <a:pt x="32088" y="62770"/>
                  <a:pt x="31743" y="61990"/>
                </a:cubicBezTo>
                <a:cubicBezTo>
                  <a:pt x="31398" y="61210"/>
                  <a:pt x="30773" y="60467"/>
                  <a:pt x="29866" y="59760"/>
                </a:cubicBezTo>
                <a:cubicBezTo>
                  <a:pt x="28959" y="59052"/>
                  <a:pt x="27554" y="58318"/>
                  <a:pt x="25650" y="57556"/>
                </a:cubicBezTo>
                <a:cubicBezTo>
                  <a:pt x="23746" y="56795"/>
                  <a:pt x="21144" y="55924"/>
                  <a:pt x="17844" y="54945"/>
                </a:cubicBezTo>
                <a:cubicBezTo>
                  <a:pt x="15377" y="54220"/>
                  <a:pt x="13102" y="53395"/>
                  <a:pt x="11016" y="52470"/>
                </a:cubicBezTo>
                <a:cubicBezTo>
                  <a:pt x="8931" y="51545"/>
                  <a:pt x="7127" y="50448"/>
                  <a:pt x="5603" y="49179"/>
                </a:cubicBezTo>
                <a:cubicBezTo>
                  <a:pt x="4080" y="47909"/>
                  <a:pt x="2883" y="46422"/>
                  <a:pt x="2013" y="44718"/>
                </a:cubicBezTo>
                <a:cubicBezTo>
                  <a:pt x="1142" y="43013"/>
                  <a:pt x="707" y="41000"/>
                  <a:pt x="707" y="38679"/>
                </a:cubicBezTo>
                <a:cubicBezTo>
                  <a:pt x="707" y="37156"/>
                  <a:pt x="1061" y="35488"/>
                  <a:pt x="1768" y="33674"/>
                </a:cubicBezTo>
                <a:cubicBezTo>
                  <a:pt x="2475" y="31861"/>
                  <a:pt x="3681" y="30174"/>
                  <a:pt x="5386" y="28615"/>
                </a:cubicBezTo>
                <a:cubicBezTo>
                  <a:pt x="7090" y="27055"/>
                  <a:pt x="9393" y="25759"/>
                  <a:pt x="12295" y="24725"/>
                </a:cubicBezTo>
                <a:cubicBezTo>
                  <a:pt x="15196" y="23692"/>
                  <a:pt x="18823" y="23175"/>
                  <a:pt x="23175" y="23175"/>
                </a:cubicBezTo>
                <a:cubicBezTo>
                  <a:pt x="25315" y="23175"/>
                  <a:pt x="27690" y="23293"/>
                  <a:pt x="30301" y="23528"/>
                </a:cubicBezTo>
                <a:cubicBezTo>
                  <a:pt x="32913" y="23764"/>
                  <a:pt x="35633" y="24172"/>
                  <a:pt x="38462" y="24752"/>
                </a:cubicBezTo>
                <a:lnTo>
                  <a:pt x="38462" y="33185"/>
                </a:lnTo>
                <a:cubicBezTo>
                  <a:pt x="35488" y="32459"/>
                  <a:pt x="32668" y="31924"/>
                  <a:pt x="30002" y="31580"/>
                </a:cubicBezTo>
                <a:cubicBezTo>
                  <a:pt x="27337" y="31235"/>
                  <a:pt x="25024" y="31063"/>
                  <a:pt x="23066" y="31063"/>
                </a:cubicBezTo>
                <a:cubicBezTo>
                  <a:pt x="20709" y="31063"/>
                  <a:pt x="18723" y="31244"/>
                  <a:pt x="17109" y="31607"/>
                </a:cubicBezTo>
                <a:cubicBezTo>
                  <a:pt x="15495" y="31970"/>
                  <a:pt x="14190" y="32468"/>
                  <a:pt x="13192" y="33103"/>
                </a:cubicBezTo>
                <a:cubicBezTo>
                  <a:pt x="12195" y="33738"/>
                  <a:pt x="11479" y="34481"/>
                  <a:pt x="11043" y="35333"/>
                </a:cubicBezTo>
                <a:cubicBezTo>
                  <a:pt x="10608" y="36186"/>
                  <a:pt x="10391" y="37101"/>
                  <a:pt x="10391" y="38081"/>
                </a:cubicBezTo>
                <a:cubicBezTo>
                  <a:pt x="10391" y="39060"/>
                  <a:pt x="10581" y="39948"/>
                  <a:pt x="10962" y="40746"/>
                </a:cubicBezTo>
                <a:cubicBezTo>
                  <a:pt x="11343" y="41544"/>
                  <a:pt x="12050" y="42315"/>
                  <a:pt x="13083" y="43058"/>
                </a:cubicBezTo>
                <a:cubicBezTo>
                  <a:pt x="14117" y="43802"/>
                  <a:pt x="15559" y="44545"/>
                  <a:pt x="17408" y="45289"/>
                </a:cubicBezTo>
                <a:cubicBezTo>
                  <a:pt x="19258" y="46032"/>
                  <a:pt x="21670" y="46839"/>
                  <a:pt x="24644" y="47710"/>
                </a:cubicBezTo>
                <a:cubicBezTo>
                  <a:pt x="27871" y="48653"/>
                  <a:pt x="30592" y="49641"/>
                  <a:pt x="32804" y="50675"/>
                </a:cubicBezTo>
                <a:cubicBezTo>
                  <a:pt x="35016" y="51708"/>
                  <a:pt x="36811" y="52860"/>
                  <a:pt x="38190" y="54129"/>
                </a:cubicBezTo>
                <a:cubicBezTo>
                  <a:pt x="39568" y="55398"/>
                  <a:pt x="40556" y="56831"/>
                  <a:pt x="41154" y="58427"/>
                </a:cubicBezTo>
                <a:cubicBezTo>
                  <a:pt x="41753" y="60022"/>
                  <a:pt x="42052" y="61836"/>
                  <a:pt x="42052" y="63867"/>
                </a:cubicBezTo>
                <a:close/>
                <a:moveTo>
                  <a:pt x="95361" y="78773"/>
                </a:moveTo>
                <a:lnTo>
                  <a:pt x="95143" y="71413"/>
                </a:lnTo>
                <a:cubicBezTo>
                  <a:pt x="92169" y="74357"/>
                  <a:pt x="89150" y="76482"/>
                  <a:pt x="86086" y="77790"/>
                </a:cubicBezTo>
                <a:cubicBezTo>
                  <a:pt x="83021" y="79098"/>
                  <a:pt x="79802" y="79752"/>
                  <a:pt x="76429" y="79752"/>
                </a:cubicBezTo>
                <a:cubicBezTo>
                  <a:pt x="73310" y="79752"/>
                  <a:pt x="70645" y="79352"/>
                  <a:pt x="68432" y="78553"/>
                </a:cubicBezTo>
                <a:cubicBezTo>
                  <a:pt x="66220" y="77754"/>
                  <a:pt x="64398" y="76656"/>
                  <a:pt x="62965" y="75257"/>
                </a:cubicBezTo>
                <a:cubicBezTo>
                  <a:pt x="61533" y="73858"/>
                  <a:pt x="60481" y="72215"/>
                  <a:pt x="59810" y="70325"/>
                </a:cubicBezTo>
                <a:cubicBezTo>
                  <a:pt x="59139" y="68436"/>
                  <a:pt x="58803" y="66383"/>
                  <a:pt x="58803" y="64168"/>
                </a:cubicBezTo>
                <a:cubicBezTo>
                  <a:pt x="58803" y="58682"/>
                  <a:pt x="60843" y="54387"/>
                  <a:pt x="64924" y="51281"/>
                </a:cubicBezTo>
                <a:cubicBezTo>
                  <a:pt x="69004" y="48175"/>
                  <a:pt x="75033" y="46622"/>
                  <a:pt x="83012" y="46622"/>
                </a:cubicBezTo>
                <a:lnTo>
                  <a:pt x="94327" y="46622"/>
                </a:lnTo>
                <a:lnTo>
                  <a:pt x="94327" y="41851"/>
                </a:lnTo>
                <a:cubicBezTo>
                  <a:pt x="94327" y="38635"/>
                  <a:pt x="93294" y="36060"/>
                  <a:pt x="91226" y="34126"/>
                </a:cubicBezTo>
                <a:cubicBezTo>
                  <a:pt x="89159" y="32193"/>
                  <a:pt x="86004" y="31226"/>
                  <a:pt x="81761" y="31226"/>
                </a:cubicBezTo>
                <a:cubicBezTo>
                  <a:pt x="78678" y="31226"/>
                  <a:pt x="75641" y="31576"/>
                  <a:pt x="72648" y="32275"/>
                </a:cubicBezTo>
                <a:cubicBezTo>
                  <a:pt x="69656" y="32973"/>
                  <a:pt x="66565" y="33966"/>
                  <a:pt x="63373" y="35252"/>
                </a:cubicBezTo>
                <a:lnTo>
                  <a:pt x="63373" y="26711"/>
                </a:lnTo>
                <a:cubicBezTo>
                  <a:pt x="64570" y="26269"/>
                  <a:pt x="65903" y="25836"/>
                  <a:pt x="67372" y="25412"/>
                </a:cubicBezTo>
                <a:cubicBezTo>
                  <a:pt x="68840" y="24988"/>
                  <a:pt x="70391" y="24611"/>
                  <a:pt x="72023" y="24280"/>
                </a:cubicBezTo>
                <a:cubicBezTo>
                  <a:pt x="73655" y="23948"/>
                  <a:pt x="75359" y="23681"/>
                  <a:pt x="77137" y="23479"/>
                </a:cubicBezTo>
                <a:cubicBezTo>
                  <a:pt x="78914" y="23276"/>
                  <a:pt x="80709" y="23175"/>
                  <a:pt x="82522" y="23175"/>
                </a:cubicBezTo>
                <a:cubicBezTo>
                  <a:pt x="85823" y="23175"/>
                  <a:pt x="88797" y="23538"/>
                  <a:pt x="91444" y="24263"/>
                </a:cubicBezTo>
                <a:cubicBezTo>
                  <a:pt x="94092" y="24988"/>
                  <a:pt x="96331" y="26094"/>
                  <a:pt x="98163" y="27581"/>
                </a:cubicBezTo>
                <a:cubicBezTo>
                  <a:pt x="99994" y="29068"/>
                  <a:pt x="101399" y="30936"/>
                  <a:pt x="102379" y="33185"/>
                </a:cubicBezTo>
                <a:cubicBezTo>
                  <a:pt x="103358" y="35433"/>
                  <a:pt x="103847" y="38081"/>
                  <a:pt x="103847" y="41127"/>
                </a:cubicBezTo>
                <a:lnTo>
                  <a:pt x="103847" y="78773"/>
                </a:lnTo>
                <a:lnTo>
                  <a:pt x="95361" y="78773"/>
                </a:lnTo>
                <a:moveTo>
                  <a:pt x="94327" y="53857"/>
                </a:moveTo>
                <a:lnTo>
                  <a:pt x="82305" y="53857"/>
                </a:lnTo>
                <a:cubicBezTo>
                  <a:pt x="79947" y="53857"/>
                  <a:pt x="77916" y="54094"/>
                  <a:pt x="76212" y="54568"/>
                </a:cubicBezTo>
                <a:cubicBezTo>
                  <a:pt x="74507" y="55040"/>
                  <a:pt x="73111" y="55713"/>
                  <a:pt x="72023" y="56586"/>
                </a:cubicBezTo>
                <a:cubicBezTo>
                  <a:pt x="70935" y="57458"/>
                  <a:pt x="70128" y="58504"/>
                  <a:pt x="69602" y="59724"/>
                </a:cubicBezTo>
                <a:cubicBezTo>
                  <a:pt x="69076" y="60942"/>
                  <a:pt x="68813" y="62315"/>
                  <a:pt x="68813" y="63843"/>
                </a:cubicBezTo>
                <a:cubicBezTo>
                  <a:pt x="68813" y="64898"/>
                  <a:pt x="68976" y="65908"/>
                  <a:pt x="69303" y="66872"/>
                </a:cubicBezTo>
                <a:cubicBezTo>
                  <a:pt x="69629" y="67836"/>
                  <a:pt x="70155" y="68690"/>
                  <a:pt x="70880" y="69436"/>
                </a:cubicBezTo>
                <a:cubicBezTo>
                  <a:pt x="71606" y="70182"/>
                  <a:pt x="72549" y="70773"/>
                  <a:pt x="73709" y="71209"/>
                </a:cubicBezTo>
                <a:cubicBezTo>
                  <a:pt x="74870" y="71646"/>
                  <a:pt x="76284" y="71864"/>
                  <a:pt x="77953" y="71864"/>
                </a:cubicBezTo>
                <a:cubicBezTo>
                  <a:pt x="80129" y="71864"/>
                  <a:pt x="82622" y="71200"/>
                  <a:pt x="85433" y="69873"/>
                </a:cubicBezTo>
                <a:cubicBezTo>
                  <a:pt x="88243" y="68545"/>
                  <a:pt x="91208" y="66443"/>
                  <a:pt x="94327" y="63569"/>
                </a:cubicBezTo>
                <a:lnTo>
                  <a:pt x="94327" y="53857"/>
                </a:lnTo>
                <a:close/>
                <a:moveTo>
                  <a:pt x="160693" y="78773"/>
                </a:moveTo>
                <a:lnTo>
                  <a:pt x="160693" y="39550"/>
                </a:lnTo>
                <a:cubicBezTo>
                  <a:pt x="160693" y="37845"/>
                  <a:pt x="160630" y="36449"/>
                  <a:pt x="160503" y="35361"/>
                </a:cubicBezTo>
                <a:cubicBezTo>
                  <a:pt x="160376" y="34273"/>
                  <a:pt x="160176" y="33411"/>
                  <a:pt x="159904" y="32777"/>
                </a:cubicBezTo>
                <a:cubicBezTo>
                  <a:pt x="159632" y="32142"/>
                  <a:pt x="159288" y="31698"/>
                  <a:pt x="158871" y="31444"/>
                </a:cubicBezTo>
                <a:cubicBezTo>
                  <a:pt x="158454" y="31190"/>
                  <a:pt x="157937" y="31063"/>
                  <a:pt x="157320" y="31063"/>
                </a:cubicBezTo>
                <a:cubicBezTo>
                  <a:pt x="156595" y="31063"/>
                  <a:pt x="155924" y="31281"/>
                  <a:pt x="155307" y="31716"/>
                </a:cubicBezTo>
                <a:cubicBezTo>
                  <a:pt x="154691" y="32151"/>
                  <a:pt x="154029" y="32858"/>
                  <a:pt x="153322" y="33837"/>
                </a:cubicBezTo>
                <a:cubicBezTo>
                  <a:pt x="152615" y="34817"/>
                  <a:pt x="151835" y="36113"/>
                  <a:pt x="150983" y="37727"/>
                </a:cubicBezTo>
                <a:cubicBezTo>
                  <a:pt x="150130" y="39341"/>
                  <a:pt x="149124" y="41327"/>
                  <a:pt x="147963" y="43684"/>
                </a:cubicBezTo>
                <a:lnTo>
                  <a:pt x="147963" y="78773"/>
                </a:lnTo>
                <a:lnTo>
                  <a:pt x="139314" y="78773"/>
                </a:lnTo>
                <a:lnTo>
                  <a:pt x="139314" y="40583"/>
                </a:lnTo>
                <a:cubicBezTo>
                  <a:pt x="139314" y="38588"/>
                  <a:pt x="139250" y="36975"/>
                  <a:pt x="139123" y="35741"/>
                </a:cubicBezTo>
                <a:cubicBezTo>
                  <a:pt x="138996" y="34508"/>
                  <a:pt x="138797" y="33547"/>
                  <a:pt x="138525" y="32858"/>
                </a:cubicBezTo>
                <a:cubicBezTo>
                  <a:pt x="138253" y="32169"/>
                  <a:pt x="137899" y="31698"/>
                  <a:pt x="137464" y="31444"/>
                </a:cubicBezTo>
                <a:cubicBezTo>
                  <a:pt x="137029" y="31190"/>
                  <a:pt x="136503" y="31063"/>
                  <a:pt x="135886" y="31063"/>
                </a:cubicBezTo>
                <a:cubicBezTo>
                  <a:pt x="135233" y="31063"/>
                  <a:pt x="134617" y="31244"/>
                  <a:pt x="134037" y="31607"/>
                </a:cubicBezTo>
                <a:cubicBezTo>
                  <a:pt x="133456" y="31970"/>
                  <a:pt x="132813" y="32622"/>
                  <a:pt x="132105" y="33565"/>
                </a:cubicBezTo>
                <a:cubicBezTo>
                  <a:pt x="131398" y="34508"/>
                  <a:pt x="130609" y="35796"/>
                  <a:pt x="129739" y="37428"/>
                </a:cubicBezTo>
                <a:cubicBezTo>
                  <a:pt x="128869" y="39060"/>
                  <a:pt x="127835" y="41145"/>
                  <a:pt x="126638" y="43684"/>
                </a:cubicBezTo>
                <a:lnTo>
                  <a:pt x="126638" y="78773"/>
                </a:lnTo>
                <a:lnTo>
                  <a:pt x="117934" y="78773"/>
                </a:lnTo>
                <a:lnTo>
                  <a:pt x="117934" y="24154"/>
                </a:lnTo>
                <a:lnTo>
                  <a:pt x="125169" y="24154"/>
                </a:lnTo>
                <a:lnTo>
                  <a:pt x="125604" y="34545"/>
                </a:lnTo>
                <a:cubicBezTo>
                  <a:pt x="126547" y="32477"/>
                  <a:pt x="127463" y="30718"/>
                  <a:pt x="128352" y="29268"/>
                </a:cubicBezTo>
                <a:cubicBezTo>
                  <a:pt x="129240" y="27817"/>
                  <a:pt x="130156" y="26647"/>
                  <a:pt x="131099" y="25759"/>
                </a:cubicBezTo>
                <a:cubicBezTo>
                  <a:pt x="132042" y="24870"/>
                  <a:pt x="133048" y="24218"/>
                  <a:pt x="134118" y="23800"/>
                </a:cubicBezTo>
                <a:cubicBezTo>
                  <a:pt x="135188" y="23383"/>
                  <a:pt x="136376" y="23175"/>
                  <a:pt x="137681" y="23175"/>
                </a:cubicBezTo>
                <a:cubicBezTo>
                  <a:pt x="140619" y="23175"/>
                  <a:pt x="142850" y="24136"/>
                  <a:pt x="144373" y="26058"/>
                </a:cubicBezTo>
                <a:cubicBezTo>
                  <a:pt x="145896" y="27980"/>
                  <a:pt x="146658" y="30954"/>
                  <a:pt x="146658" y="34980"/>
                </a:cubicBezTo>
                <a:cubicBezTo>
                  <a:pt x="147528" y="33094"/>
                  <a:pt x="148380" y="31417"/>
                  <a:pt x="149214" y="29948"/>
                </a:cubicBezTo>
                <a:cubicBezTo>
                  <a:pt x="150049" y="28479"/>
                  <a:pt x="150946" y="27246"/>
                  <a:pt x="151907" y="26248"/>
                </a:cubicBezTo>
                <a:cubicBezTo>
                  <a:pt x="152868" y="25251"/>
                  <a:pt x="153929" y="24490"/>
                  <a:pt x="155090" y="23964"/>
                </a:cubicBezTo>
                <a:cubicBezTo>
                  <a:pt x="156250" y="23438"/>
                  <a:pt x="157592" y="23175"/>
                  <a:pt x="159115" y="23175"/>
                </a:cubicBezTo>
                <a:cubicBezTo>
                  <a:pt x="165970" y="23175"/>
                  <a:pt x="169397" y="28452"/>
                  <a:pt x="169397" y="39006"/>
                </a:cubicBezTo>
                <a:lnTo>
                  <a:pt x="169397" y="78773"/>
                </a:lnTo>
                <a:lnTo>
                  <a:pt x="160693" y="78773"/>
                </a:lnTo>
                <a:close/>
                <a:moveTo>
                  <a:pt x="229887" y="50484"/>
                </a:moveTo>
                <a:cubicBezTo>
                  <a:pt x="229887" y="55344"/>
                  <a:pt x="229207" y="59587"/>
                  <a:pt x="227847" y="63214"/>
                </a:cubicBezTo>
                <a:cubicBezTo>
                  <a:pt x="226487" y="66841"/>
                  <a:pt x="224611" y="69851"/>
                  <a:pt x="222217" y="72245"/>
                </a:cubicBezTo>
                <a:cubicBezTo>
                  <a:pt x="219823" y="74638"/>
                  <a:pt x="216994" y="76433"/>
                  <a:pt x="213730" y="77630"/>
                </a:cubicBezTo>
                <a:cubicBezTo>
                  <a:pt x="210466" y="78827"/>
                  <a:pt x="206930" y="79425"/>
                  <a:pt x="203122" y="79425"/>
                </a:cubicBezTo>
                <a:cubicBezTo>
                  <a:pt x="201381" y="79425"/>
                  <a:pt x="199650" y="79335"/>
                  <a:pt x="197927" y="79153"/>
                </a:cubicBezTo>
                <a:cubicBezTo>
                  <a:pt x="196204" y="78972"/>
                  <a:pt x="194454" y="78664"/>
                  <a:pt x="192677" y="78229"/>
                </a:cubicBezTo>
                <a:lnTo>
                  <a:pt x="192677" y="101077"/>
                </a:lnTo>
                <a:lnTo>
                  <a:pt x="183211" y="101077"/>
                </a:lnTo>
                <a:lnTo>
                  <a:pt x="183211" y="24154"/>
                </a:lnTo>
                <a:lnTo>
                  <a:pt x="191643" y="24154"/>
                </a:lnTo>
                <a:lnTo>
                  <a:pt x="192242" y="33293"/>
                </a:lnTo>
                <a:cubicBezTo>
                  <a:pt x="194962" y="29558"/>
                  <a:pt x="197863" y="26938"/>
                  <a:pt x="200946" y="25432"/>
                </a:cubicBezTo>
                <a:cubicBezTo>
                  <a:pt x="204029" y="23927"/>
                  <a:pt x="207365" y="23175"/>
                  <a:pt x="210956" y="23175"/>
                </a:cubicBezTo>
                <a:cubicBezTo>
                  <a:pt x="214075" y="23175"/>
                  <a:pt x="216813" y="23828"/>
                  <a:pt x="219170" y="25133"/>
                </a:cubicBezTo>
                <a:cubicBezTo>
                  <a:pt x="221528" y="26439"/>
                  <a:pt x="223504" y="28279"/>
                  <a:pt x="225100" y="30655"/>
                </a:cubicBezTo>
                <a:cubicBezTo>
                  <a:pt x="226696" y="33030"/>
                  <a:pt x="227893" y="35896"/>
                  <a:pt x="228691" y="39250"/>
                </a:cubicBezTo>
                <a:cubicBezTo>
                  <a:pt x="229488" y="42605"/>
                  <a:pt x="229887" y="46350"/>
                  <a:pt x="229887" y="50484"/>
                </a:cubicBezTo>
                <a:moveTo>
                  <a:pt x="220204" y="50919"/>
                </a:moveTo>
                <a:cubicBezTo>
                  <a:pt x="220204" y="48054"/>
                  <a:pt x="219995" y="45425"/>
                  <a:pt x="219578" y="43031"/>
                </a:cubicBezTo>
                <a:cubicBezTo>
                  <a:pt x="219161" y="40638"/>
                  <a:pt x="218499" y="38588"/>
                  <a:pt x="217593" y="36884"/>
                </a:cubicBezTo>
                <a:cubicBezTo>
                  <a:pt x="216686" y="35179"/>
                  <a:pt x="215526" y="33847"/>
                  <a:pt x="214111" y="32885"/>
                </a:cubicBezTo>
                <a:cubicBezTo>
                  <a:pt x="212697" y="31924"/>
                  <a:pt x="211010" y="31444"/>
                  <a:pt x="209052" y="31444"/>
                </a:cubicBezTo>
                <a:cubicBezTo>
                  <a:pt x="207855" y="31444"/>
                  <a:pt x="206640" y="31634"/>
                  <a:pt x="205407" y="32015"/>
                </a:cubicBezTo>
                <a:cubicBezTo>
                  <a:pt x="204174" y="32396"/>
                  <a:pt x="202895" y="33030"/>
                  <a:pt x="201572" y="33919"/>
                </a:cubicBezTo>
                <a:cubicBezTo>
                  <a:pt x="200248" y="34808"/>
                  <a:pt x="198852" y="35986"/>
                  <a:pt x="197383" y="37455"/>
                </a:cubicBezTo>
                <a:cubicBezTo>
                  <a:pt x="195914" y="38924"/>
                  <a:pt x="194345" y="40746"/>
                  <a:pt x="192677" y="42922"/>
                </a:cubicBezTo>
                <a:lnTo>
                  <a:pt x="192677" y="69416"/>
                </a:lnTo>
                <a:cubicBezTo>
                  <a:pt x="194418" y="70141"/>
                  <a:pt x="196249" y="70712"/>
                  <a:pt x="198172" y="71129"/>
                </a:cubicBezTo>
                <a:cubicBezTo>
                  <a:pt x="200094" y="71546"/>
                  <a:pt x="201980" y="71755"/>
                  <a:pt x="203829" y="71755"/>
                </a:cubicBezTo>
                <a:cubicBezTo>
                  <a:pt x="208943" y="71755"/>
                  <a:pt x="212951" y="70023"/>
                  <a:pt x="215852" y="66560"/>
                </a:cubicBezTo>
                <a:cubicBezTo>
                  <a:pt x="218753" y="63096"/>
                  <a:pt x="220204" y="57883"/>
                  <a:pt x="220204" y="50919"/>
                </a:cubicBezTo>
                <a:close/>
                <a:moveTo>
                  <a:pt x="263286" y="9629"/>
                </a:moveTo>
                <a:lnTo>
                  <a:pt x="247129" y="9629"/>
                </a:lnTo>
                <a:lnTo>
                  <a:pt x="247129" y="1850"/>
                </a:lnTo>
                <a:lnTo>
                  <a:pt x="272861" y="1850"/>
                </a:lnTo>
                <a:lnTo>
                  <a:pt x="272861" y="70885"/>
                </a:lnTo>
                <a:lnTo>
                  <a:pt x="289127" y="70885"/>
                </a:lnTo>
                <a:lnTo>
                  <a:pt x="289127" y="78773"/>
                </a:lnTo>
                <a:lnTo>
                  <a:pt x="245334" y="78773"/>
                </a:lnTo>
                <a:lnTo>
                  <a:pt x="245334" y="70885"/>
                </a:lnTo>
                <a:lnTo>
                  <a:pt x="263286" y="70885"/>
                </a:lnTo>
                <a:lnTo>
                  <a:pt x="263286" y="9629"/>
                </a:lnTo>
                <a:close/>
                <a:moveTo>
                  <a:pt x="352282" y="48580"/>
                </a:moveTo>
                <a:cubicBezTo>
                  <a:pt x="352282" y="49922"/>
                  <a:pt x="352264" y="51046"/>
                  <a:pt x="352228" y="51953"/>
                </a:cubicBezTo>
                <a:cubicBezTo>
                  <a:pt x="352192" y="52860"/>
                  <a:pt x="352137" y="53712"/>
                  <a:pt x="352065" y="54510"/>
                </a:cubicBezTo>
                <a:lnTo>
                  <a:pt x="313712" y="54510"/>
                </a:lnTo>
                <a:cubicBezTo>
                  <a:pt x="313712" y="60095"/>
                  <a:pt x="315271" y="64384"/>
                  <a:pt x="318390" y="67376"/>
                </a:cubicBezTo>
                <a:cubicBezTo>
                  <a:pt x="321509" y="70368"/>
                  <a:pt x="326007" y="71864"/>
                  <a:pt x="331882" y="71864"/>
                </a:cubicBezTo>
                <a:cubicBezTo>
                  <a:pt x="333478" y="71864"/>
                  <a:pt x="335073" y="71799"/>
                  <a:pt x="336669" y="71670"/>
                </a:cubicBezTo>
                <a:cubicBezTo>
                  <a:pt x="338265" y="71540"/>
                  <a:pt x="339806" y="71363"/>
                  <a:pt x="341293" y="71141"/>
                </a:cubicBezTo>
                <a:cubicBezTo>
                  <a:pt x="342780" y="70918"/>
                  <a:pt x="344204" y="70667"/>
                  <a:pt x="345564" y="70390"/>
                </a:cubicBezTo>
                <a:cubicBezTo>
                  <a:pt x="346924" y="70111"/>
                  <a:pt x="348184" y="69804"/>
                  <a:pt x="349345" y="69470"/>
                </a:cubicBezTo>
                <a:lnTo>
                  <a:pt x="349345" y="77249"/>
                </a:lnTo>
                <a:cubicBezTo>
                  <a:pt x="346770" y="77991"/>
                  <a:pt x="343859" y="78593"/>
                  <a:pt x="340613" y="79057"/>
                </a:cubicBezTo>
                <a:cubicBezTo>
                  <a:pt x="337367" y="79520"/>
                  <a:pt x="334003" y="79752"/>
                  <a:pt x="330522" y="79752"/>
                </a:cubicBezTo>
                <a:cubicBezTo>
                  <a:pt x="325843" y="79752"/>
                  <a:pt x="321818" y="79117"/>
                  <a:pt x="318445" y="77848"/>
                </a:cubicBezTo>
                <a:cubicBezTo>
                  <a:pt x="315072" y="76579"/>
                  <a:pt x="312307" y="74738"/>
                  <a:pt x="310149" y="72326"/>
                </a:cubicBezTo>
                <a:cubicBezTo>
                  <a:pt x="307991" y="69914"/>
                  <a:pt x="306395" y="66959"/>
                  <a:pt x="305361" y="63459"/>
                </a:cubicBezTo>
                <a:cubicBezTo>
                  <a:pt x="304328" y="59959"/>
                  <a:pt x="303811" y="55997"/>
                  <a:pt x="303811" y="51572"/>
                </a:cubicBezTo>
                <a:cubicBezTo>
                  <a:pt x="303811" y="47728"/>
                  <a:pt x="304364" y="44092"/>
                  <a:pt x="305470" y="40665"/>
                </a:cubicBezTo>
                <a:cubicBezTo>
                  <a:pt x="306576" y="37237"/>
                  <a:pt x="308190" y="34227"/>
                  <a:pt x="310312" y="31634"/>
                </a:cubicBezTo>
                <a:cubicBezTo>
                  <a:pt x="312433" y="29041"/>
                  <a:pt x="315036" y="26983"/>
                  <a:pt x="318118" y="25460"/>
                </a:cubicBezTo>
                <a:cubicBezTo>
                  <a:pt x="321201" y="23936"/>
                  <a:pt x="324701" y="23175"/>
                  <a:pt x="328618" y="23175"/>
                </a:cubicBezTo>
                <a:cubicBezTo>
                  <a:pt x="332426" y="23175"/>
                  <a:pt x="335799" y="23773"/>
                  <a:pt x="338736" y="24970"/>
                </a:cubicBezTo>
                <a:cubicBezTo>
                  <a:pt x="341674" y="26167"/>
                  <a:pt x="344149" y="27862"/>
                  <a:pt x="346162" y="30057"/>
                </a:cubicBezTo>
                <a:cubicBezTo>
                  <a:pt x="348175" y="32251"/>
                  <a:pt x="349698" y="34916"/>
                  <a:pt x="350732" y="38054"/>
                </a:cubicBezTo>
                <a:cubicBezTo>
                  <a:pt x="351765" y="41191"/>
                  <a:pt x="352282" y="44700"/>
                  <a:pt x="352282" y="48580"/>
                </a:cubicBezTo>
                <a:moveTo>
                  <a:pt x="342436" y="47220"/>
                </a:moveTo>
                <a:cubicBezTo>
                  <a:pt x="342544" y="44790"/>
                  <a:pt x="342309" y="42569"/>
                  <a:pt x="341728" y="40556"/>
                </a:cubicBezTo>
                <a:cubicBezTo>
                  <a:pt x="341148" y="38543"/>
                  <a:pt x="340251" y="36811"/>
                  <a:pt x="339036" y="35361"/>
                </a:cubicBezTo>
                <a:cubicBezTo>
                  <a:pt x="337821" y="33910"/>
                  <a:pt x="336306" y="32777"/>
                  <a:pt x="334493" y="31961"/>
                </a:cubicBezTo>
                <a:cubicBezTo>
                  <a:pt x="332680" y="31145"/>
                  <a:pt x="330576" y="30737"/>
                  <a:pt x="328183" y="30737"/>
                </a:cubicBezTo>
                <a:cubicBezTo>
                  <a:pt x="326115" y="30737"/>
                  <a:pt x="324229" y="31136"/>
                  <a:pt x="322525" y="31933"/>
                </a:cubicBezTo>
                <a:cubicBezTo>
                  <a:pt x="320820" y="32731"/>
                  <a:pt x="319351" y="33856"/>
                  <a:pt x="318118" y="35306"/>
                </a:cubicBezTo>
                <a:cubicBezTo>
                  <a:pt x="316885" y="36757"/>
                  <a:pt x="315888" y="38498"/>
                  <a:pt x="315126" y="40529"/>
                </a:cubicBezTo>
                <a:cubicBezTo>
                  <a:pt x="314365" y="42560"/>
                  <a:pt x="313893" y="44790"/>
                  <a:pt x="313712" y="47220"/>
                </a:cubicBezTo>
                <a:lnTo>
                  <a:pt x="342436" y="47220"/>
                </a:lnTo>
                <a:close/>
                <a:moveTo>
                  <a:pt x="410868" y="63867"/>
                </a:moveTo>
                <a:cubicBezTo>
                  <a:pt x="410868" y="65789"/>
                  <a:pt x="410542" y="67512"/>
                  <a:pt x="409889" y="69035"/>
                </a:cubicBezTo>
                <a:cubicBezTo>
                  <a:pt x="409236" y="70558"/>
                  <a:pt x="408348" y="71909"/>
                  <a:pt x="407223" y="73088"/>
                </a:cubicBezTo>
                <a:cubicBezTo>
                  <a:pt x="406099" y="74266"/>
                  <a:pt x="404793" y="75273"/>
                  <a:pt x="403306" y="76107"/>
                </a:cubicBezTo>
                <a:cubicBezTo>
                  <a:pt x="401819" y="76941"/>
                  <a:pt x="400233" y="77630"/>
                  <a:pt x="398546" y="78174"/>
                </a:cubicBezTo>
                <a:cubicBezTo>
                  <a:pt x="396860" y="78718"/>
                  <a:pt x="395128" y="79117"/>
                  <a:pt x="393351" y="79371"/>
                </a:cubicBezTo>
                <a:cubicBezTo>
                  <a:pt x="391574" y="79625"/>
                  <a:pt x="389833" y="79752"/>
                  <a:pt x="388128" y="79752"/>
                </a:cubicBezTo>
                <a:cubicBezTo>
                  <a:pt x="384429" y="79752"/>
                  <a:pt x="381029" y="79589"/>
                  <a:pt x="377928" y="79262"/>
                </a:cubicBezTo>
                <a:cubicBezTo>
                  <a:pt x="374827" y="78936"/>
                  <a:pt x="371790" y="78410"/>
                  <a:pt x="368816" y="77685"/>
                </a:cubicBezTo>
                <a:lnTo>
                  <a:pt x="368816" y="68980"/>
                </a:lnTo>
                <a:cubicBezTo>
                  <a:pt x="372008" y="69887"/>
                  <a:pt x="375181" y="70576"/>
                  <a:pt x="378336" y="71048"/>
                </a:cubicBezTo>
                <a:cubicBezTo>
                  <a:pt x="381492" y="71519"/>
                  <a:pt x="384629" y="71755"/>
                  <a:pt x="387748" y="71755"/>
                </a:cubicBezTo>
                <a:cubicBezTo>
                  <a:pt x="392281" y="71755"/>
                  <a:pt x="395636" y="71138"/>
                  <a:pt x="397812" y="69905"/>
                </a:cubicBezTo>
                <a:cubicBezTo>
                  <a:pt x="399988" y="68672"/>
                  <a:pt x="401076" y="66913"/>
                  <a:pt x="401076" y="64628"/>
                </a:cubicBezTo>
                <a:cubicBezTo>
                  <a:pt x="401076" y="63649"/>
                  <a:pt x="400904" y="62770"/>
                  <a:pt x="400559" y="61990"/>
                </a:cubicBezTo>
                <a:cubicBezTo>
                  <a:pt x="400215" y="61210"/>
                  <a:pt x="399589" y="60467"/>
                  <a:pt x="398682" y="59760"/>
                </a:cubicBezTo>
                <a:cubicBezTo>
                  <a:pt x="397776" y="59052"/>
                  <a:pt x="396370" y="58318"/>
                  <a:pt x="394466" y="57556"/>
                </a:cubicBezTo>
                <a:cubicBezTo>
                  <a:pt x="392562" y="56795"/>
                  <a:pt x="389960" y="55924"/>
                  <a:pt x="386660" y="54945"/>
                </a:cubicBezTo>
                <a:cubicBezTo>
                  <a:pt x="384193" y="54220"/>
                  <a:pt x="381918" y="53395"/>
                  <a:pt x="379832" y="52470"/>
                </a:cubicBezTo>
                <a:cubicBezTo>
                  <a:pt x="377747" y="51545"/>
                  <a:pt x="375943" y="50448"/>
                  <a:pt x="374419" y="49179"/>
                </a:cubicBezTo>
                <a:cubicBezTo>
                  <a:pt x="372896" y="47909"/>
                  <a:pt x="371699" y="46422"/>
                  <a:pt x="370829" y="44718"/>
                </a:cubicBezTo>
                <a:cubicBezTo>
                  <a:pt x="369959" y="43013"/>
                  <a:pt x="369523" y="41000"/>
                  <a:pt x="369523" y="38679"/>
                </a:cubicBezTo>
                <a:cubicBezTo>
                  <a:pt x="369523" y="37156"/>
                  <a:pt x="369877" y="35488"/>
                  <a:pt x="370584" y="33674"/>
                </a:cubicBezTo>
                <a:cubicBezTo>
                  <a:pt x="371291" y="31861"/>
                  <a:pt x="372497" y="30174"/>
                  <a:pt x="374202" y="28615"/>
                </a:cubicBezTo>
                <a:cubicBezTo>
                  <a:pt x="375906" y="27055"/>
                  <a:pt x="378209" y="25759"/>
                  <a:pt x="381111" y="24725"/>
                </a:cubicBezTo>
                <a:cubicBezTo>
                  <a:pt x="384012" y="23692"/>
                  <a:pt x="387639" y="23175"/>
                  <a:pt x="391991" y="23175"/>
                </a:cubicBezTo>
                <a:cubicBezTo>
                  <a:pt x="394131" y="23175"/>
                  <a:pt x="396506" y="23293"/>
                  <a:pt x="399117" y="23528"/>
                </a:cubicBezTo>
                <a:cubicBezTo>
                  <a:pt x="401729" y="23764"/>
                  <a:pt x="404449" y="24172"/>
                  <a:pt x="407278" y="24752"/>
                </a:cubicBezTo>
                <a:lnTo>
                  <a:pt x="407278" y="33185"/>
                </a:lnTo>
                <a:cubicBezTo>
                  <a:pt x="404304" y="32459"/>
                  <a:pt x="401484" y="31924"/>
                  <a:pt x="398818" y="31580"/>
                </a:cubicBezTo>
                <a:cubicBezTo>
                  <a:pt x="396153" y="31235"/>
                  <a:pt x="393841" y="31063"/>
                  <a:pt x="391882" y="31063"/>
                </a:cubicBezTo>
                <a:cubicBezTo>
                  <a:pt x="389525" y="31063"/>
                  <a:pt x="387539" y="31244"/>
                  <a:pt x="385925" y="31607"/>
                </a:cubicBezTo>
                <a:cubicBezTo>
                  <a:pt x="384311" y="31970"/>
                  <a:pt x="383006" y="32468"/>
                  <a:pt x="382008" y="33103"/>
                </a:cubicBezTo>
                <a:cubicBezTo>
                  <a:pt x="381011" y="33738"/>
                  <a:pt x="380295" y="34481"/>
                  <a:pt x="379860" y="35333"/>
                </a:cubicBezTo>
                <a:cubicBezTo>
                  <a:pt x="379424" y="36186"/>
                  <a:pt x="379207" y="37101"/>
                  <a:pt x="379207" y="38081"/>
                </a:cubicBezTo>
                <a:cubicBezTo>
                  <a:pt x="379207" y="39060"/>
                  <a:pt x="379397" y="39948"/>
                  <a:pt x="379778" y="40746"/>
                </a:cubicBezTo>
                <a:cubicBezTo>
                  <a:pt x="380159" y="41544"/>
                  <a:pt x="380866" y="42315"/>
                  <a:pt x="381900" y="43058"/>
                </a:cubicBezTo>
                <a:cubicBezTo>
                  <a:pt x="382933" y="43802"/>
                  <a:pt x="384375" y="44545"/>
                  <a:pt x="386224" y="45289"/>
                </a:cubicBezTo>
                <a:cubicBezTo>
                  <a:pt x="388074" y="46032"/>
                  <a:pt x="390486" y="46839"/>
                  <a:pt x="393460" y="47710"/>
                </a:cubicBezTo>
                <a:cubicBezTo>
                  <a:pt x="396688" y="48653"/>
                  <a:pt x="399408" y="49641"/>
                  <a:pt x="401620" y="50675"/>
                </a:cubicBezTo>
                <a:cubicBezTo>
                  <a:pt x="403832" y="51708"/>
                  <a:pt x="405627" y="52860"/>
                  <a:pt x="407006" y="54129"/>
                </a:cubicBezTo>
                <a:cubicBezTo>
                  <a:pt x="408384" y="55398"/>
                  <a:pt x="409372" y="56831"/>
                  <a:pt x="409970" y="58427"/>
                </a:cubicBezTo>
                <a:cubicBezTo>
                  <a:pt x="410569" y="60022"/>
                  <a:pt x="410868" y="61836"/>
                  <a:pt x="410868" y="63867"/>
                </a:cubicBezTo>
                <a:close/>
                <a:moveTo>
                  <a:pt x="474405" y="43630"/>
                </a:moveTo>
                <a:lnTo>
                  <a:pt x="427620" y="43630"/>
                </a:lnTo>
                <a:lnTo>
                  <a:pt x="427620" y="35633"/>
                </a:lnTo>
                <a:lnTo>
                  <a:pt x="474405" y="35633"/>
                </a:lnTo>
                <a:lnTo>
                  <a:pt x="474405" y="43630"/>
                </a:lnTo>
                <a:moveTo>
                  <a:pt x="474405" y="62616"/>
                </a:moveTo>
                <a:lnTo>
                  <a:pt x="427620" y="62616"/>
                </a:lnTo>
                <a:lnTo>
                  <a:pt x="427620" y="54619"/>
                </a:lnTo>
                <a:lnTo>
                  <a:pt x="474405" y="54619"/>
                </a:lnTo>
                <a:lnTo>
                  <a:pt x="474405" y="62616"/>
                </a:lnTo>
                <a:close/>
                <a:moveTo>
                  <a:pt x="527442" y="101077"/>
                </a:moveTo>
                <a:lnTo>
                  <a:pt x="500623" y="101077"/>
                </a:lnTo>
                <a:lnTo>
                  <a:pt x="500623" y="0"/>
                </a:lnTo>
                <a:lnTo>
                  <a:pt x="527442" y="0"/>
                </a:lnTo>
                <a:lnTo>
                  <a:pt x="527442" y="7616"/>
                </a:lnTo>
                <a:lnTo>
                  <a:pt x="509653" y="7616"/>
                </a:lnTo>
                <a:lnTo>
                  <a:pt x="509653" y="93461"/>
                </a:lnTo>
                <a:lnTo>
                  <a:pt x="527442" y="93461"/>
                </a:lnTo>
                <a:lnTo>
                  <a:pt x="527442" y="101077"/>
                </a:lnTo>
                <a:close/>
                <a:moveTo>
                  <a:pt x="585811" y="101077"/>
                </a:moveTo>
                <a:lnTo>
                  <a:pt x="558991" y="101077"/>
                </a:lnTo>
                <a:lnTo>
                  <a:pt x="558991" y="93461"/>
                </a:lnTo>
                <a:lnTo>
                  <a:pt x="576671" y="93461"/>
                </a:lnTo>
                <a:lnTo>
                  <a:pt x="576671" y="7616"/>
                </a:lnTo>
                <a:lnTo>
                  <a:pt x="558991" y="7616"/>
                </a:lnTo>
                <a:lnTo>
                  <a:pt x="558991" y="0"/>
                </a:lnTo>
                <a:lnTo>
                  <a:pt x="585811" y="0"/>
                </a:lnTo>
                <a:lnTo>
                  <a:pt x="585811" y="10107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0" name="Text foriinnumbers:">
            <a:extLst xmlns:a="http://schemas.openxmlformats.org/drawingml/2006/main">
              <a:ext uri="{FF2B5EF4-FFF2-40B4-BE49-F238E27FC236}">
                <a16:creationId xmlns:a16="http://schemas.microsoft.com/office/drawing/2014/main" id="{203C14A2-EED1-497B-830A-AF4F4380A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0486" y="1829223"/>
            <a:ext cx="1022516" cy="78555"/>
          </a:xfrm>
          <a:custGeom xmlns:a="http://schemas.openxmlformats.org/drawingml/2006/main">
            <a:pathLst>
              <a:path w="1022516" h="78555">
                <a:moveTo>
                  <a:pt x="57175" y="9466"/>
                </a:moveTo>
                <a:cubicBezTo>
                  <a:pt x="52207" y="8414"/>
                  <a:pt x="47927" y="7888"/>
                  <a:pt x="44337" y="7888"/>
                </a:cubicBezTo>
                <a:cubicBezTo>
                  <a:pt x="35814" y="7888"/>
                  <a:pt x="31553" y="12349"/>
                  <a:pt x="31553" y="21271"/>
                </a:cubicBezTo>
                <a:lnTo>
                  <a:pt x="31553" y="30845"/>
                </a:lnTo>
                <a:lnTo>
                  <a:pt x="55489" y="30845"/>
                </a:lnTo>
                <a:lnTo>
                  <a:pt x="55489" y="38734"/>
                </a:lnTo>
                <a:lnTo>
                  <a:pt x="31553" y="38734"/>
                </a:lnTo>
                <a:lnTo>
                  <a:pt x="31553" y="77576"/>
                </a:lnTo>
                <a:lnTo>
                  <a:pt x="21924" y="77576"/>
                </a:lnTo>
                <a:lnTo>
                  <a:pt x="21924" y="38734"/>
                </a:lnTo>
                <a:lnTo>
                  <a:pt x="4352" y="38734"/>
                </a:lnTo>
                <a:lnTo>
                  <a:pt x="4352" y="30845"/>
                </a:lnTo>
                <a:lnTo>
                  <a:pt x="21924" y="30845"/>
                </a:lnTo>
                <a:lnTo>
                  <a:pt x="21924" y="21815"/>
                </a:lnTo>
                <a:cubicBezTo>
                  <a:pt x="21924" y="7272"/>
                  <a:pt x="29503" y="0"/>
                  <a:pt x="44663" y="0"/>
                </a:cubicBezTo>
                <a:cubicBezTo>
                  <a:pt x="48435" y="0"/>
                  <a:pt x="52606" y="435"/>
                  <a:pt x="57175" y="1306"/>
                </a:cubicBezTo>
                <a:lnTo>
                  <a:pt x="57175" y="9466"/>
                </a:lnTo>
                <a:moveTo>
                  <a:pt x="0" y="22957"/>
                </a:moveTo>
                <a:lnTo>
                  <a:pt x="0" y="22957"/>
                </a:lnTo>
                <a:close/>
                <a:moveTo>
                  <a:pt x="117720" y="49831"/>
                </a:moveTo>
                <a:cubicBezTo>
                  <a:pt x="117720" y="54075"/>
                  <a:pt x="117121" y="57964"/>
                  <a:pt x="115925" y="61500"/>
                </a:cubicBezTo>
                <a:cubicBezTo>
                  <a:pt x="114728" y="65036"/>
                  <a:pt x="113005" y="68065"/>
                  <a:pt x="110756" y="70585"/>
                </a:cubicBezTo>
                <a:cubicBezTo>
                  <a:pt x="108508" y="73106"/>
                  <a:pt x="105770" y="75064"/>
                  <a:pt x="102542" y="76461"/>
                </a:cubicBezTo>
                <a:cubicBezTo>
                  <a:pt x="99314" y="77857"/>
                  <a:pt x="95651" y="78555"/>
                  <a:pt x="91553" y="78555"/>
                </a:cubicBezTo>
                <a:cubicBezTo>
                  <a:pt x="87636" y="78555"/>
                  <a:pt x="84127" y="77948"/>
                  <a:pt x="81026" y="76733"/>
                </a:cubicBezTo>
                <a:cubicBezTo>
                  <a:pt x="77925" y="75518"/>
                  <a:pt x="75296" y="73732"/>
                  <a:pt x="73138" y="71374"/>
                </a:cubicBezTo>
                <a:cubicBezTo>
                  <a:pt x="70980" y="69017"/>
                  <a:pt x="69330" y="66097"/>
                  <a:pt x="68188" y="62616"/>
                </a:cubicBezTo>
                <a:cubicBezTo>
                  <a:pt x="67045" y="59134"/>
                  <a:pt x="66474" y="55126"/>
                  <a:pt x="66474" y="50593"/>
                </a:cubicBezTo>
                <a:cubicBezTo>
                  <a:pt x="66474" y="46350"/>
                  <a:pt x="67072" y="42478"/>
                  <a:pt x="68269" y="38978"/>
                </a:cubicBezTo>
                <a:cubicBezTo>
                  <a:pt x="69466" y="35479"/>
                  <a:pt x="71189" y="32468"/>
                  <a:pt x="73437" y="29948"/>
                </a:cubicBezTo>
                <a:cubicBezTo>
                  <a:pt x="75686" y="27427"/>
                  <a:pt x="78424" y="25469"/>
                  <a:pt x="81652" y="24072"/>
                </a:cubicBezTo>
                <a:cubicBezTo>
                  <a:pt x="84880" y="22676"/>
                  <a:pt x="88543" y="21978"/>
                  <a:pt x="92641" y="21978"/>
                </a:cubicBezTo>
                <a:cubicBezTo>
                  <a:pt x="96558" y="21978"/>
                  <a:pt x="100067" y="22585"/>
                  <a:pt x="103167" y="23800"/>
                </a:cubicBezTo>
                <a:cubicBezTo>
                  <a:pt x="106268" y="25015"/>
                  <a:pt x="108898" y="26793"/>
                  <a:pt x="111056" y="29132"/>
                </a:cubicBezTo>
                <a:cubicBezTo>
                  <a:pt x="113214" y="31471"/>
                  <a:pt x="114864" y="34381"/>
                  <a:pt x="116006" y="37863"/>
                </a:cubicBezTo>
                <a:cubicBezTo>
                  <a:pt x="117149" y="41345"/>
                  <a:pt x="117720" y="45334"/>
                  <a:pt x="117720" y="49831"/>
                </a:cubicBezTo>
                <a:moveTo>
                  <a:pt x="108036" y="50267"/>
                </a:moveTo>
                <a:cubicBezTo>
                  <a:pt x="108036" y="46894"/>
                  <a:pt x="107665" y="43947"/>
                  <a:pt x="106921" y="41426"/>
                </a:cubicBezTo>
                <a:cubicBezTo>
                  <a:pt x="106178" y="38906"/>
                  <a:pt x="105117" y="36802"/>
                  <a:pt x="103739" y="35116"/>
                </a:cubicBezTo>
                <a:cubicBezTo>
                  <a:pt x="102361" y="33429"/>
                  <a:pt x="100683" y="32160"/>
                  <a:pt x="98707" y="31308"/>
                </a:cubicBezTo>
                <a:cubicBezTo>
                  <a:pt x="96730" y="30456"/>
                  <a:pt x="94527" y="30029"/>
                  <a:pt x="92097" y="30029"/>
                </a:cubicBezTo>
                <a:cubicBezTo>
                  <a:pt x="89268" y="30029"/>
                  <a:pt x="86847" y="30582"/>
                  <a:pt x="84834" y="31689"/>
                </a:cubicBezTo>
                <a:cubicBezTo>
                  <a:pt x="82821" y="32795"/>
                  <a:pt x="81171" y="34273"/>
                  <a:pt x="79884" y="36122"/>
                </a:cubicBezTo>
                <a:cubicBezTo>
                  <a:pt x="78596" y="37972"/>
                  <a:pt x="77653" y="40121"/>
                  <a:pt x="77055" y="42569"/>
                </a:cubicBezTo>
                <a:cubicBezTo>
                  <a:pt x="76457" y="45017"/>
                  <a:pt x="76157" y="47583"/>
                  <a:pt x="76157" y="50267"/>
                </a:cubicBezTo>
                <a:cubicBezTo>
                  <a:pt x="76157" y="53639"/>
                  <a:pt x="76529" y="56595"/>
                  <a:pt x="77273" y="59134"/>
                </a:cubicBezTo>
                <a:cubicBezTo>
                  <a:pt x="78016" y="61673"/>
                  <a:pt x="79077" y="63785"/>
                  <a:pt x="80455" y="65472"/>
                </a:cubicBezTo>
                <a:cubicBezTo>
                  <a:pt x="81833" y="67158"/>
                  <a:pt x="83501" y="68427"/>
                  <a:pt x="85460" y="69280"/>
                </a:cubicBezTo>
                <a:cubicBezTo>
                  <a:pt x="87418" y="70132"/>
                  <a:pt x="89631" y="70558"/>
                  <a:pt x="92097" y="70558"/>
                </a:cubicBezTo>
                <a:cubicBezTo>
                  <a:pt x="94926" y="70558"/>
                  <a:pt x="97347" y="70005"/>
                  <a:pt x="99359" y="68899"/>
                </a:cubicBezTo>
                <a:cubicBezTo>
                  <a:pt x="101372" y="67793"/>
                  <a:pt x="103022" y="66315"/>
                  <a:pt x="104310" y="64465"/>
                </a:cubicBezTo>
                <a:cubicBezTo>
                  <a:pt x="105597" y="62616"/>
                  <a:pt x="106540" y="60467"/>
                  <a:pt x="107139" y="58019"/>
                </a:cubicBezTo>
                <a:cubicBezTo>
                  <a:pt x="107737" y="55571"/>
                  <a:pt x="108036" y="52987"/>
                  <a:pt x="108036" y="50267"/>
                </a:cubicBezTo>
                <a:close/>
                <a:moveTo>
                  <a:pt x="133873" y="22957"/>
                </a:moveTo>
                <a:lnTo>
                  <a:pt x="142523" y="22957"/>
                </a:lnTo>
                <a:lnTo>
                  <a:pt x="142795" y="32996"/>
                </a:lnTo>
                <a:cubicBezTo>
                  <a:pt x="146023" y="29124"/>
                  <a:pt x="149205" y="26320"/>
                  <a:pt x="152343" y="24584"/>
                </a:cubicBezTo>
                <a:cubicBezTo>
                  <a:pt x="155480" y="22847"/>
                  <a:pt x="158644" y="21978"/>
                  <a:pt x="161836" y="21978"/>
                </a:cubicBezTo>
                <a:cubicBezTo>
                  <a:pt x="167493" y="21978"/>
                  <a:pt x="171782" y="23805"/>
                  <a:pt x="174701" y="27459"/>
                </a:cubicBezTo>
                <a:cubicBezTo>
                  <a:pt x="177621" y="31113"/>
                  <a:pt x="178972" y="36539"/>
                  <a:pt x="178754" y="43738"/>
                </a:cubicBezTo>
                <a:lnTo>
                  <a:pt x="169180" y="43738"/>
                </a:lnTo>
                <a:cubicBezTo>
                  <a:pt x="169288" y="38970"/>
                  <a:pt x="168590" y="35512"/>
                  <a:pt x="167085" y="33363"/>
                </a:cubicBezTo>
                <a:cubicBezTo>
                  <a:pt x="165580" y="31213"/>
                  <a:pt x="163377" y="30138"/>
                  <a:pt x="160475" y="30138"/>
                </a:cubicBezTo>
                <a:cubicBezTo>
                  <a:pt x="159206" y="30138"/>
                  <a:pt x="157928" y="30364"/>
                  <a:pt x="156640" y="30816"/>
                </a:cubicBezTo>
                <a:cubicBezTo>
                  <a:pt x="155353" y="31268"/>
                  <a:pt x="154029" y="31990"/>
                  <a:pt x="152669" y="32982"/>
                </a:cubicBezTo>
                <a:cubicBezTo>
                  <a:pt x="151309" y="33975"/>
                  <a:pt x="149867" y="35248"/>
                  <a:pt x="148344" y="36802"/>
                </a:cubicBezTo>
                <a:cubicBezTo>
                  <a:pt x="146821" y="38355"/>
                  <a:pt x="145189" y="40233"/>
                  <a:pt x="143448" y="42436"/>
                </a:cubicBezTo>
                <a:lnTo>
                  <a:pt x="143448" y="77576"/>
                </a:lnTo>
                <a:lnTo>
                  <a:pt x="133873" y="77576"/>
                </a:lnTo>
                <a:lnTo>
                  <a:pt x="133873" y="22957"/>
                </a:lnTo>
                <a:close/>
                <a:moveTo>
                  <a:pt x="273187" y="30791"/>
                </a:moveTo>
                <a:lnTo>
                  <a:pt x="257030" y="30791"/>
                </a:lnTo>
                <a:lnTo>
                  <a:pt x="257030" y="22957"/>
                </a:lnTo>
                <a:lnTo>
                  <a:pt x="282762" y="22957"/>
                </a:lnTo>
                <a:lnTo>
                  <a:pt x="282762" y="69688"/>
                </a:lnTo>
                <a:lnTo>
                  <a:pt x="299028" y="69688"/>
                </a:lnTo>
                <a:lnTo>
                  <a:pt x="299028" y="77576"/>
                </a:lnTo>
                <a:lnTo>
                  <a:pt x="255235" y="77576"/>
                </a:lnTo>
                <a:lnTo>
                  <a:pt x="255235" y="69688"/>
                </a:lnTo>
                <a:lnTo>
                  <a:pt x="273187" y="69688"/>
                </a:lnTo>
                <a:lnTo>
                  <a:pt x="273187" y="30791"/>
                </a:lnTo>
                <a:moveTo>
                  <a:pt x="276506" y="0"/>
                </a:moveTo>
                <a:cubicBezTo>
                  <a:pt x="277557" y="0"/>
                  <a:pt x="278537" y="190"/>
                  <a:pt x="279443" y="571"/>
                </a:cubicBezTo>
                <a:cubicBezTo>
                  <a:pt x="280350" y="952"/>
                  <a:pt x="281139" y="1487"/>
                  <a:pt x="281810" y="2176"/>
                </a:cubicBezTo>
                <a:cubicBezTo>
                  <a:pt x="282481" y="2865"/>
                  <a:pt x="283007" y="3654"/>
                  <a:pt x="283387" y="4542"/>
                </a:cubicBezTo>
                <a:cubicBezTo>
                  <a:pt x="283768" y="5431"/>
                  <a:pt x="283959" y="6401"/>
                  <a:pt x="283959" y="7453"/>
                </a:cubicBezTo>
                <a:cubicBezTo>
                  <a:pt x="283959" y="8468"/>
                  <a:pt x="283768" y="9430"/>
                  <a:pt x="283387" y="10336"/>
                </a:cubicBezTo>
                <a:cubicBezTo>
                  <a:pt x="283007" y="11243"/>
                  <a:pt x="282481" y="12041"/>
                  <a:pt x="281810" y="12730"/>
                </a:cubicBezTo>
                <a:cubicBezTo>
                  <a:pt x="281139" y="13419"/>
                  <a:pt x="280350" y="13954"/>
                  <a:pt x="279443" y="14335"/>
                </a:cubicBezTo>
                <a:cubicBezTo>
                  <a:pt x="278537" y="14715"/>
                  <a:pt x="277557" y="14906"/>
                  <a:pt x="276506" y="14906"/>
                </a:cubicBezTo>
                <a:cubicBezTo>
                  <a:pt x="275454" y="14906"/>
                  <a:pt x="274475" y="14715"/>
                  <a:pt x="273568" y="14335"/>
                </a:cubicBezTo>
                <a:cubicBezTo>
                  <a:pt x="272661" y="13954"/>
                  <a:pt x="271872" y="13419"/>
                  <a:pt x="271201" y="12730"/>
                </a:cubicBezTo>
                <a:cubicBezTo>
                  <a:pt x="270531" y="12041"/>
                  <a:pt x="270005" y="11243"/>
                  <a:pt x="269624" y="10336"/>
                </a:cubicBezTo>
                <a:cubicBezTo>
                  <a:pt x="269243" y="9430"/>
                  <a:pt x="269053" y="8468"/>
                  <a:pt x="269053" y="7453"/>
                </a:cubicBezTo>
                <a:cubicBezTo>
                  <a:pt x="269053" y="6401"/>
                  <a:pt x="269243" y="5431"/>
                  <a:pt x="269624" y="4542"/>
                </a:cubicBezTo>
                <a:cubicBezTo>
                  <a:pt x="270005" y="3654"/>
                  <a:pt x="270531" y="2865"/>
                  <a:pt x="271201" y="2176"/>
                </a:cubicBezTo>
                <a:cubicBezTo>
                  <a:pt x="271872" y="1487"/>
                  <a:pt x="272661" y="952"/>
                  <a:pt x="273568" y="571"/>
                </a:cubicBezTo>
                <a:cubicBezTo>
                  <a:pt x="274475" y="190"/>
                  <a:pt x="275454" y="0"/>
                  <a:pt x="276506" y="0"/>
                </a:cubicBezTo>
                <a:close/>
                <a:moveTo>
                  <a:pt x="396125" y="30791"/>
                </a:moveTo>
                <a:lnTo>
                  <a:pt x="379968" y="30791"/>
                </a:lnTo>
                <a:lnTo>
                  <a:pt x="379968" y="22957"/>
                </a:lnTo>
                <a:lnTo>
                  <a:pt x="405700" y="22957"/>
                </a:lnTo>
                <a:lnTo>
                  <a:pt x="405700" y="69688"/>
                </a:lnTo>
                <a:lnTo>
                  <a:pt x="421966" y="69688"/>
                </a:lnTo>
                <a:lnTo>
                  <a:pt x="421966" y="77576"/>
                </a:lnTo>
                <a:lnTo>
                  <a:pt x="378173" y="77576"/>
                </a:lnTo>
                <a:lnTo>
                  <a:pt x="378173" y="69688"/>
                </a:lnTo>
                <a:lnTo>
                  <a:pt x="396125" y="69688"/>
                </a:lnTo>
                <a:lnTo>
                  <a:pt x="396125" y="30791"/>
                </a:lnTo>
                <a:moveTo>
                  <a:pt x="399444" y="0"/>
                </a:moveTo>
                <a:cubicBezTo>
                  <a:pt x="400496" y="0"/>
                  <a:pt x="401475" y="190"/>
                  <a:pt x="402382" y="571"/>
                </a:cubicBezTo>
                <a:cubicBezTo>
                  <a:pt x="403288" y="952"/>
                  <a:pt x="404077" y="1487"/>
                  <a:pt x="404748" y="2176"/>
                </a:cubicBezTo>
                <a:cubicBezTo>
                  <a:pt x="405419" y="2865"/>
                  <a:pt x="405945" y="3654"/>
                  <a:pt x="406326" y="4542"/>
                </a:cubicBezTo>
                <a:cubicBezTo>
                  <a:pt x="406706" y="5431"/>
                  <a:pt x="406897" y="6401"/>
                  <a:pt x="406897" y="7453"/>
                </a:cubicBezTo>
                <a:cubicBezTo>
                  <a:pt x="406897" y="8468"/>
                  <a:pt x="406706" y="9430"/>
                  <a:pt x="406326" y="10336"/>
                </a:cubicBezTo>
                <a:cubicBezTo>
                  <a:pt x="405945" y="11243"/>
                  <a:pt x="405419" y="12041"/>
                  <a:pt x="404748" y="12730"/>
                </a:cubicBezTo>
                <a:cubicBezTo>
                  <a:pt x="404077" y="13419"/>
                  <a:pt x="403288" y="13954"/>
                  <a:pt x="402382" y="14335"/>
                </a:cubicBezTo>
                <a:cubicBezTo>
                  <a:pt x="401475" y="14715"/>
                  <a:pt x="400496" y="14906"/>
                  <a:pt x="399444" y="14906"/>
                </a:cubicBezTo>
                <a:cubicBezTo>
                  <a:pt x="398392" y="14906"/>
                  <a:pt x="397413" y="14715"/>
                  <a:pt x="396506" y="14335"/>
                </a:cubicBezTo>
                <a:cubicBezTo>
                  <a:pt x="395600" y="13954"/>
                  <a:pt x="394811" y="13419"/>
                  <a:pt x="394140" y="12730"/>
                </a:cubicBezTo>
                <a:cubicBezTo>
                  <a:pt x="393469" y="12041"/>
                  <a:pt x="392943" y="11243"/>
                  <a:pt x="392562" y="10336"/>
                </a:cubicBezTo>
                <a:cubicBezTo>
                  <a:pt x="392181" y="9430"/>
                  <a:pt x="391991" y="8468"/>
                  <a:pt x="391991" y="7453"/>
                </a:cubicBezTo>
                <a:cubicBezTo>
                  <a:pt x="391991" y="6401"/>
                  <a:pt x="392181" y="5431"/>
                  <a:pt x="392562" y="4542"/>
                </a:cubicBezTo>
                <a:cubicBezTo>
                  <a:pt x="392943" y="3654"/>
                  <a:pt x="393469" y="2865"/>
                  <a:pt x="394140" y="2176"/>
                </a:cubicBezTo>
                <a:cubicBezTo>
                  <a:pt x="394811" y="1487"/>
                  <a:pt x="395600" y="952"/>
                  <a:pt x="396506" y="571"/>
                </a:cubicBezTo>
                <a:cubicBezTo>
                  <a:pt x="397413" y="190"/>
                  <a:pt x="398392" y="0"/>
                  <a:pt x="399444" y="0"/>
                </a:cubicBezTo>
                <a:close/>
                <a:moveTo>
                  <a:pt x="438990" y="22957"/>
                </a:moveTo>
                <a:lnTo>
                  <a:pt x="447422" y="22957"/>
                </a:lnTo>
                <a:lnTo>
                  <a:pt x="447803" y="31770"/>
                </a:lnTo>
                <a:cubicBezTo>
                  <a:pt x="449399" y="29884"/>
                  <a:pt x="450940" y="28316"/>
                  <a:pt x="452427" y="27065"/>
                </a:cubicBezTo>
                <a:cubicBezTo>
                  <a:pt x="453914" y="25813"/>
                  <a:pt x="455374" y="24807"/>
                  <a:pt x="456806" y="24045"/>
                </a:cubicBezTo>
                <a:cubicBezTo>
                  <a:pt x="458239" y="23284"/>
                  <a:pt x="459699" y="22749"/>
                  <a:pt x="461186" y="22440"/>
                </a:cubicBezTo>
                <a:cubicBezTo>
                  <a:pt x="462673" y="22132"/>
                  <a:pt x="464214" y="21978"/>
                  <a:pt x="465810" y="21978"/>
                </a:cubicBezTo>
                <a:cubicBezTo>
                  <a:pt x="471431" y="21978"/>
                  <a:pt x="475683" y="23637"/>
                  <a:pt x="478567" y="26956"/>
                </a:cubicBezTo>
                <a:cubicBezTo>
                  <a:pt x="481450" y="30274"/>
                  <a:pt x="482892" y="35270"/>
                  <a:pt x="482892" y="41943"/>
                </a:cubicBezTo>
                <a:lnTo>
                  <a:pt x="482892" y="77576"/>
                </a:lnTo>
                <a:lnTo>
                  <a:pt x="473426" y="77576"/>
                </a:lnTo>
                <a:lnTo>
                  <a:pt x="473426" y="42705"/>
                </a:lnTo>
                <a:cubicBezTo>
                  <a:pt x="473426" y="38425"/>
                  <a:pt x="472628" y="35261"/>
                  <a:pt x="471032" y="33212"/>
                </a:cubicBezTo>
                <a:cubicBezTo>
                  <a:pt x="469436" y="31163"/>
                  <a:pt x="467061" y="30138"/>
                  <a:pt x="463906" y="30138"/>
                </a:cubicBezTo>
                <a:cubicBezTo>
                  <a:pt x="462745" y="30138"/>
                  <a:pt x="461612" y="30310"/>
                  <a:pt x="460506" y="30655"/>
                </a:cubicBezTo>
                <a:cubicBezTo>
                  <a:pt x="459399" y="31000"/>
                  <a:pt x="458248" y="31598"/>
                  <a:pt x="457051" y="32450"/>
                </a:cubicBezTo>
                <a:cubicBezTo>
                  <a:pt x="455854" y="33302"/>
                  <a:pt x="454558" y="34454"/>
                  <a:pt x="453161" y="35905"/>
                </a:cubicBezTo>
                <a:cubicBezTo>
                  <a:pt x="451765" y="37355"/>
                  <a:pt x="450197" y="39169"/>
                  <a:pt x="448456" y="41345"/>
                </a:cubicBezTo>
                <a:lnTo>
                  <a:pt x="448456" y="77576"/>
                </a:lnTo>
                <a:lnTo>
                  <a:pt x="438990" y="77576"/>
                </a:lnTo>
                <a:lnTo>
                  <a:pt x="438990" y="22957"/>
                </a:lnTo>
                <a:close/>
                <a:moveTo>
                  <a:pt x="561929" y="22957"/>
                </a:moveTo>
                <a:lnTo>
                  <a:pt x="570361" y="22957"/>
                </a:lnTo>
                <a:lnTo>
                  <a:pt x="570742" y="31770"/>
                </a:lnTo>
                <a:cubicBezTo>
                  <a:pt x="572337" y="29884"/>
                  <a:pt x="573879" y="28316"/>
                  <a:pt x="575366" y="27065"/>
                </a:cubicBezTo>
                <a:cubicBezTo>
                  <a:pt x="576853" y="25813"/>
                  <a:pt x="578312" y="24807"/>
                  <a:pt x="579745" y="24045"/>
                </a:cubicBezTo>
                <a:cubicBezTo>
                  <a:pt x="581178" y="23284"/>
                  <a:pt x="582637" y="22749"/>
                  <a:pt x="584124" y="22440"/>
                </a:cubicBezTo>
                <a:cubicBezTo>
                  <a:pt x="585611" y="22132"/>
                  <a:pt x="587153" y="21978"/>
                  <a:pt x="588748" y="21978"/>
                </a:cubicBezTo>
                <a:cubicBezTo>
                  <a:pt x="594370" y="21978"/>
                  <a:pt x="598622" y="23637"/>
                  <a:pt x="601505" y="26956"/>
                </a:cubicBezTo>
                <a:cubicBezTo>
                  <a:pt x="604389" y="30274"/>
                  <a:pt x="605830" y="35270"/>
                  <a:pt x="605830" y="41943"/>
                </a:cubicBezTo>
                <a:lnTo>
                  <a:pt x="605830" y="77576"/>
                </a:lnTo>
                <a:lnTo>
                  <a:pt x="596365" y="77576"/>
                </a:lnTo>
                <a:lnTo>
                  <a:pt x="596365" y="42705"/>
                </a:lnTo>
                <a:cubicBezTo>
                  <a:pt x="596365" y="38425"/>
                  <a:pt x="595567" y="35261"/>
                  <a:pt x="593971" y="33212"/>
                </a:cubicBezTo>
                <a:cubicBezTo>
                  <a:pt x="592375" y="31163"/>
                  <a:pt x="590000" y="30138"/>
                  <a:pt x="586844" y="30138"/>
                </a:cubicBezTo>
                <a:cubicBezTo>
                  <a:pt x="585684" y="30138"/>
                  <a:pt x="584550" y="30310"/>
                  <a:pt x="583444" y="30655"/>
                </a:cubicBezTo>
                <a:cubicBezTo>
                  <a:pt x="582338" y="31000"/>
                  <a:pt x="581187" y="31598"/>
                  <a:pt x="579990" y="32450"/>
                </a:cubicBezTo>
                <a:cubicBezTo>
                  <a:pt x="578793" y="33302"/>
                  <a:pt x="577496" y="34454"/>
                  <a:pt x="576100" y="35905"/>
                </a:cubicBezTo>
                <a:cubicBezTo>
                  <a:pt x="574704" y="37355"/>
                  <a:pt x="573135" y="39169"/>
                  <a:pt x="571394" y="41345"/>
                </a:cubicBezTo>
                <a:lnTo>
                  <a:pt x="571394" y="77576"/>
                </a:lnTo>
                <a:lnTo>
                  <a:pt x="561929" y="77576"/>
                </a:lnTo>
                <a:lnTo>
                  <a:pt x="561929" y="22957"/>
                </a:lnTo>
                <a:close/>
                <a:moveTo>
                  <a:pt x="667299" y="77576"/>
                </a:moveTo>
                <a:lnTo>
                  <a:pt x="658813" y="77576"/>
                </a:lnTo>
                <a:lnTo>
                  <a:pt x="658487" y="68763"/>
                </a:lnTo>
                <a:cubicBezTo>
                  <a:pt x="656854" y="70649"/>
                  <a:pt x="655304" y="72217"/>
                  <a:pt x="653835" y="73469"/>
                </a:cubicBezTo>
                <a:cubicBezTo>
                  <a:pt x="652366" y="74720"/>
                  <a:pt x="650907" y="75726"/>
                  <a:pt x="649456" y="76488"/>
                </a:cubicBezTo>
                <a:cubicBezTo>
                  <a:pt x="648005" y="77249"/>
                  <a:pt x="646545" y="77784"/>
                  <a:pt x="645077" y="78093"/>
                </a:cubicBezTo>
                <a:cubicBezTo>
                  <a:pt x="643608" y="78401"/>
                  <a:pt x="642057" y="78555"/>
                  <a:pt x="640425" y="78555"/>
                </a:cubicBezTo>
                <a:cubicBezTo>
                  <a:pt x="634804" y="78555"/>
                  <a:pt x="630561" y="76905"/>
                  <a:pt x="627696" y="73605"/>
                </a:cubicBezTo>
                <a:cubicBezTo>
                  <a:pt x="624830" y="70304"/>
                  <a:pt x="623398" y="65317"/>
                  <a:pt x="623398" y="58644"/>
                </a:cubicBezTo>
                <a:lnTo>
                  <a:pt x="623398" y="22957"/>
                </a:lnTo>
                <a:lnTo>
                  <a:pt x="632864" y="22957"/>
                </a:lnTo>
                <a:lnTo>
                  <a:pt x="632864" y="57883"/>
                </a:lnTo>
                <a:cubicBezTo>
                  <a:pt x="632864" y="66260"/>
                  <a:pt x="636019" y="70449"/>
                  <a:pt x="642329" y="70449"/>
                </a:cubicBezTo>
                <a:cubicBezTo>
                  <a:pt x="643490" y="70449"/>
                  <a:pt x="644623" y="70277"/>
                  <a:pt x="645729" y="69933"/>
                </a:cubicBezTo>
                <a:cubicBezTo>
                  <a:pt x="646836" y="69588"/>
                  <a:pt x="647996" y="68990"/>
                  <a:pt x="649211" y="68137"/>
                </a:cubicBezTo>
                <a:cubicBezTo>
                  <a:pt x="650426" y="67285"/>
                  <a:pt x="651732" y="66134"/>
                  <a:pt x="653128" y="64683"/>
                </a:cubicBezTo>
                <a:cubicBezTo>
                  <a:pt x="654524" y="63232"/>
                  <a:pt x="656093" y="61401"/>
                  <a:pt x="657834" y="59188"/>
                </a:cubicBezTo>
                <a:lnTo>
                  <a:pt x="657834" y="22957"/>
                </a:lnTo>
                <a:lnTo>
                  <a:pt x="667299" y="22957"/>
                </a:lnTo>
                <a:lnTo>
                  <a:pt x="667299" y="77576"/>
                </a:lnTo>
                <a:close/>
                <a:moveTo>
                  <a:pt x="723818" y="77576"/>
                </a:moveTo>
                <a:lnTo>
                  <a:pt x="723818" y="38353"/>
                </a:lnTo>
                <a:cubicBezTo>
                  <a:pt x="723818" y="36648"/>
                  <a:pt x="723755" y="35252"/>
                  <a:pt x="723628" y="34164"/>
                </a:cubicBezTo>
                <a:cubicBezTo>
                  <a:pt x="723501" y="33076"/>
                  <a:pt x="723301" y="32214"/>
                  <a:pt x="723029" y="31580"/>
                </a:cubicBezTo>
                <a:cubicBezTo>
                  <a:pt x="722757" y="30945"/>
                  <a:pt x="722413" y="30501"/>
                  <a:pt x="721996" y="30247"/>
                </a:cubicBezTo>
                <a:cubicBezTo>
                  <a:pt x="721579" y="29993"/>
                  <a:pt x="721062" y="29866"/>
                  <a:pt x="720445" y="29866"/>
                </a:cubicBezTo>
                <a:cubicBezTo>
                  <a:pt x="719720" y="29866"/>
                  <a:pt x="719049" y="30084"/>
                  <a:pt x="718432" y="30519"/>
                </a:cubicBezTo>
                <a:cubicBezTo>
                  <a:pt x="717816" y="30954"/>
                  <a:pt x="717154" y="31661"/>
                  <a:pt x="716447" y="32641"/>
                </a:cubicBezTo>
                <a:cubicBezTo>
                  <a:pt x="715740" y="33620"/>
                  <a:pt x="714960" y="34916"/>
                  <a:pt x="714108" y="36530"/>
                </a:cubicBezTo>
                <a:cubicBezTo>
                  <a:pt x="713255" y="38144"/>
                  <a:pt x="712249" y="40130"/>
                  <a:pt x="711088" y="42487"/>
                </a:cubicBezTo>
                <a:lnTo>
                  <a:pt x="711088" y="77576"/>
                </a:lnTo>
                <a:lnTo>
                  <a:pt x="702438" y="77576"/>
                </a:lnTo>
                <a:lnTo>
                  <a:pt x="702438" y="39386"/>
                </a:lnTo>
                <a:cubicBezTo>
                  <a:pt x="702438" y="37392"/>
                  <a:pt x="702375" y="35778"/>
                  <a:pt x="702248" y="34545"/>
                </a:cubicBezTo>
                <a:cubicBezTo>
                  <a:pt x="702121" y="33312"/>
                  <a:pt x="701922" y="32350"/>
                  <a:pt x="701650" y="31661"/>
                </a:cubicBezTo>
                <a:cubicBezTo>
                  <a:pt x="701378" y="30972"/>
                  <a:pt x="701024" y="30501"/>
                  <a:pt x="700589" y="30247"/>
                </a:cubicBezTo>
                <a:cubicBezTo>
                  <a:pt x="700154" y="29993"/>
                  <a:pt x="699628" y="29866"/>
                  <a:pt x="699011" y="29866"/>
                </a:cubicBezTo>
                <a:cubicBezTo>
                  <a:pt x="698358" y="29866"/>
                  <a:pt x="697742" y="30047"/>
                  <a:pt x="697162" y="30410"/>
                </a:cubicBezTo>
                <a:cubicBezTo>
                  <a:pt x="696581" y="30773"/>
                  <a:pt x="695938" y="31426"/>
                  <a:pt x="695230" y="32369"/>
                </a:cubicBezTo>
                <a:cubicBezTo>
                  <a:pt x="694523" y="33312"/>
                  <a:pt x="693734" y="34599"/>
                  <a:pt x="692864" y="36231"/>
                </a:cubicBezTo>
                <a:cubicBezTo>
                  <a:pt x="691993" y="37863"/>
                  <a:pt x="690960" y="39948"/>
                  <a:pt x="689763" y="42487"/>
                </a:cubicBezTo>
                <a:lnTo>
                  <a:pt x="689763" y="77576"/>
                </a:lnTo>
                <a:lnTo>
                  <a:pt x="681059" y="77576"/>
                </a:lnTo>
                <a:lnTo>
                  <a:pt x="681059" y="22957"/>
                </a:lnTo>
                <a:lnTo>
                  <a:pt x="688294" y="22957"/>
                </a:lnTo>
                <a:lnTo>
                  <a:pt x="688729" y="33348"/>
                </a:lnTo>
                <a:cubicBezTo>
                  <a:pt x="689672" y="31281"/>
                  <a:pt x="690588" y="29522"/>
                  <a:pt x="691477" y="28071"/>
                </a:cubicBezTo>
                <a:cubicBezTo>
                  <a:pt x="692365" y="26620"/>
                  <a:pt x="693281" y="25451"/>
                  <a:pt x="694224" y="24562"/>
                </a:cubicBezTo>
                <a:cubicBezTo>
                  <a:pt x="695167" y="23674"/>
                  <a:pt x="696173" y="23021"/>
                  <a:pt x="697243" y="22604"/>
                </a:cubicBezTo>
                <a:cubicBezTo>
                  <a:pt x="698313" y="22187"/>
                  <a:pt x="699501" y="21978"/>
                  <a:pt x="700806" y="21978"/>
                </a:cubicBezTo>
                <a:cubicBezTo>
                  <a:pt x="703744" y="21978"/>
                  <a:pt x="705975" y="22939"/>
                  <a:pt x="707498" y="24861"/>
                </a:cubicBezTo>
                <a:cubicBezTo>
                  <a:pt x="709021" y="26783"/>
                  <a:pt x="709783" y="29757"/>
                  <a:pt x="709783" y="33783"/>
                </a:cubicBezTo>
                <a:cubicBezTo>
                  <a:pt x="710653" y="31897"/>
                  <a:pt x="711505" y="30220"/>
                  <a:pt x="712339" y="28751"/>
                </a:cubicBezTo>
                <a:cubicBezTo>
                  <a:pt x="713174" y="27282"/>
                  <a:pt x="714071" y="26049"/>
                  <a:pt x="715032" y="25052"/>
                </a:cubicBezTo>
                <a:cubicBezTo>
                  <a:pt x="715993" y="24054"/>
                  <a:pt x="717054" y="23293"/>
                  <a:pt x="718215" y="22767"/>
                </a:cubicBezTo>
                <a:cubicBezTo>
                  <a:pt x="719375" y="22241"/>
                  <a:pt x="720717" y="21978"/>
                  <a:pt x="722240" y="21978"/>
                </a:cubicBezTo>
                <a:cubicBezTo>
                  <a:pt x="729095" y="21978"/>
                  <a:pt x="732522" y="27255"/>
                  <a:pt x="732522" y="37809"/>
                </a:cubicBezTo>
                <a:lnTo>
                  <a:pt x="732522" y="77576"/>
                </a:lnTo>
                <a:lnTo>
                  <a:pt x="723818" y="77576"/>
                </a:lnTo>
                <a:close/>
                <a:moveTo>
                  <a:pt x="793013" y="49287"/>
                </a:moveTo>
                <a:cubicBezTo>
                  <a:pt x="793013" y="53821"/>
                  <a:pt x="792387" y="57874"/>
                  <a:pt x="791136" y="61446"/>
                </a:cubicBezTo>
                <a:cubicBezTo>
                  <a:pt x="789885" y="65018"/>
                  <a:pt x="788107" y="68047"/>
                  <a:pt x="785804" y="70531"/>
                </a:cubicBezTo>
                <a:cubicBezTo>
                  <a:pt x="783502" y="73015"/>
                  <a:pt x="780700" y="74919"/>
                  <a:pt x="777400" y="76243"/>
                </a:cubicBezTo>
                <a:cubicBezTo>
                  <a:pt x="774099" y="77567"/>
                  <a:pt x="770382" y="78229"/>
                  <a:pt x="766247" y="78229"/>
                </a:cubicBezTo>
                <a:cubicBezTo>
                  <a:pt x="763020" y="78229"/>
                  <a:pt x="759719" y="77920"/>
                  <a:pt x="756346" y="77304"/>
                </a:cubicBezTo>
                <a:cubicBezTo>
                  <a:pt x="752973" y="76687"/>
                  <a:pt x="749637" y="75708"/>
                  <a:pt x="746337" y="74366"/>
                </a:cubicBezTo>
                <a:lnTo>
                  <a:pt x="746337" y="653"/>
                </a:lnTo>
                <a:lnTo>
                  <a:pt x="755802" y="653"/>
                </a:lnTo>
                <a:lnTo>
                  <a:pt x="755802" y="21852"/>
                </a:lnTo>
                <a:lnTo>
                  <a:pt x="755367" y="31988"/>
                </a:lnTo>
                <a:cubicBezTo>
                  <a:pt x="758087" y="28325"/>
                  <a:pt x="760998" y="25741"/>
                  <a:pt x="764098" y="24236"/>
                </a:cubicBezTo>
                <a:cubicBezTo>
                  <a:pt x="767199" y="22731"/>
                  <a:pt x="770527" y="21978"/>
                  <a:pt x="774081" y="21978"/>
                </a:cubicBezTo>
                <a:cubicBezTo>
                  <a:pt x="777200" y="21978"/>
                  <a:pt x="779938" y="22631"/>
                  <a:pt x="782296" y="23936"/>
                </a:cubicBezTo>
                <a:cubicBezTo>
                  <a:pt x="784653" y="25242"/>
                  <a:pt x="786630" y="27083"/>
                  <a:pt x="788225" y="29458"/>
                </a:cubicBezTo>
                <a:cubicBezTo>
                  <a:pt x="789821" y="31834"/>
                  <a:pt x="791018" y="34699"/>
                  <a:pt x="791816" y="38054"/>
                </a:cubicBezTo>
                <a:cubicBezTo>
                  <a:pt x="792614" y="41408"/>
                  <a:pt x="793013" y="45153"/>
                  <a:pt x="793013" y="49287"/>
                </a:cubicBezTo>
                <a:moveTo>
                  <a:pt x="783329" y="49723"/>
                </a:moveTo>
                <a:cubicBezTo>
                  <a:pt x="783329" y="46857"/>
                  <a:pt x="783121" y="44228"/>
                  <a:pt x="782704" y="41834"/>
                </a:cubicBezTo>
                <a:cubicBezTo>
                  <a:pt x="782287" y="39441"/>
                  <a:pt x="781625" y="37392"/>
                  <a:pt x="780718" y="35687"/>
                </a:cubicBezTo>
                <a:cubicBezTo>
                  <a:pt x="779811" y="33983"/>
                  <a:pt x="778651" y="32650"/>
                  <a:pt x="777236" y="31689"/>
                </a:cubicBezTo>
                <a:cubicBezTo>
                  <a:pt x="775822" y="30728"/>
                  <a:pt x="774135" y="30247"/>
                  <a:pt x="772177" y="30247"/>
                </a:cubicBezTo>
                <a:cubicBezTo>
                  <a:pt x="770980" y="30247"/>
                  <a:pt x="769765" y="30437"/>
                  <a:pt x="768532" y="30818"/>
                </a:cubicBezTo>
                <a:cubicBezTo>
                  <a:pt x="767299" y="31199"/>
                  <a:pt x="766021" y="31834"/>
                  <a:pt x="764697" y="32722"/>
                </a:cubicBezTo>
                <a:cubicBezTo>
                  <a:pt x="763373" y="33611"/>
                  <a:pt x="761977" y="34789"/>
                  <a:pt x="760508" y="36258"/>
                </a:cubicBezTo>
                <a:cubicBezTo>
                  <a:pt x="759039" y="37727"/>
                  <a:pt x="757471" y="39550"/>
                  <a:pt x="755802" y="41726"/>
                </a:cubicBezTo>
                <a:lnTo>
                  <a:pt x="755802" y="68219"/>
                </a:lnTo>
                <a:cubicBezTo>
                  <a:pt x="757652" y="68944"/>
                  <a:pt x="759538" y="69515"/>
                  <a:pt x="761460" y="69933"/>
                </a:cubicBezTo>
                <a:cubicBezTo>
                  <a:pt x="763382" y="70350"/>
                  <a:pt x="765214" y="70558"/>
                  <a:pt x="766955" y="70558"/>
                </a:cubicBezTo>
                <a:cubicBezTo>
                  <a:pt x="769131" y="70558"/>
                  <a:pt x="771207" y="70214"/>
                  <a:pt x="773183" y="69525"/>
                </a:cubicBezTo>
                <a:cubicBezTo>
                  <a:pt x="775160" y="68835"/>
                  <a:pt x="776901" y="67684"/>
                  <a:pt x="778406" y="66070"/>
                </a:cubicBezTo>
                <a:cubicBezTo>
                  <a:pt x="779911" y="64456"/>
                  <a:pt x="781108" y="62316"/>
                  <a:pt x="781996" y="59651"/>
                </a:cubicBezTo>
                <a:cubicBezTo>
                  <a:pt x="782885" y="56985"/>
                  <a:pt x="783329" y="53676"/>
                  <a:pt x="783329" y="49723"/>
                </a:cubicBezTo>
                <a:close/>
                <a:moveTo>
                  <a:pt x="853938" y="47383"/>
                </a:moveTo>
                <a:cubicBezTo>
                  <a:pt x="853938" y="48725"/>
                  <a:pt x="853920" y="49849"/>
                  <a:pt x="853884" y="50756"/>
                </a:cubicBezTo>
                <a:cubicBezTo>
                  <a:pt x="853847" y="51663"/>
                  <a:pt x="853793" y="52515"/>
                  <a:pt x="853720" y="53313"/>
                </a:cubicBezTo>
                <a:lnTo>
                  <a:pt x="815368" y="53313"/>
                </a:lnTo>
                <a:cubicBezTo>
                  <a:pt x="815368" y="58898"/>
                  <a:pt x="816927" y="63187"/>
                  <a:pt x="820046" y="66179"/>
                </a:cubicBezTo>
                <a:cubicBezTo>
                  <a:pt x="823165" y="69171"/>
                  <a:pt x="827662" y="70667"/>
                  <a:pt x="833538" y="70667"/>
                </a:cubicBezTo>
                <a:cubicBezTo>
                  <a:pt x="835133" y="70667"/>
                  <a:pt x="836729" y="70602"/>
                  <a:pt x="838325" y="70473"/>
                </a:cubicBezTo>
                <a:cubicBezTo>
                  <a:pt x="839921" y="70343"/>
                  <a:pt x="841462" y="70167"/>
                  <a:pt x="842949" y="69944"/>
                </a:cubicBezTo>
                <a:cubicBezTo>
                  <a:pt x="844436" y="69721"/>
                  <a:pt x="845860" y="69471"/>
                  <a:pt x="847220" y="69193"/>
                </a:cubicBezTo>
                <a:cubicBezTo>
                  <a:pt x="848580" y="68914"/>
                  <a:pt x="849840" y="68608"/>
                  <a:pt x="851000" y="68273"/>
                </a:cubicBezTo>
                <a:lnTo>
                  <a:pt x="851000" y="76053"/>
                </a:lnTo>
                <a:cubicBezTo>
                  <a:pt x="848425" y="76794"/>
                  <a:pt x="845515" y="77396"/>
                  <a:pt x="842269" y="77860"/>
                </a:cubicBezTo>
                <a:cubicBezTo>
                  <a:pt x="839023" y="78323"/>
                  <a:pt x="835659" y="78555"/>
                  <a:pt x="832178" y="78555"/>
                </a:cubicBezTo>
                <a:cubicBezTo>
                  <a:pt x="827499" y="78555"/>
                  <a:pt x="823474" y="77920"/>
                  <a:pt x="820101" y="76651"/>
                </a:cubicBezTo>
                <a:cubicBezTo>
                  <a:pt x="816728" y="75382"/>
                  <a:pt x="813962" y="73541"/>
                  <a:pt x="811805" y="71129"/>
                </a:cubicBezTo>
                <a:cubicBezTo>
                  <a:pt x="809647" y="68718"/>
                  <a:pt x="808051" y="65762"/>
                  <a:pt x="807017" y="62262"/>
                </a:cubicBezTo>
                <a:cubicBezTo>
                  <a:pt x="805984" y="58762"/>
                  <a:pt x="805467" y="54800"/>
                  <a:pt x="805467" y="50375"/>
                </a:cubicBezTo>
                <a:cubicBezTo>
                  <a:pt x="805467" y="46531"/>
                  <a:pt x="806020" y="42895"/>
                  <a:pt x="807126" y="39468"/>
                </a:cubicBezTo>
                <a:cubicBezTo>
                  <a:pt x="808232" y="36041"/>
                  <a:pt x="809846" y="33030"/>
                  <a:pt x="811968" y="30437"/>
                </a:cubicBezTo>
                <a:cubicBezTo>
                  <a:pt x="814089" y="27844"/>
                  <a:pt x="816692" y="25786"/>
                  <a:pt x="819774" y="24263"/>
                </a:cubicBezTo>
                <a:cubicBezTo>
                  <a:pt x="822857" y="22740"/>
                  <a:pt x="826357" y="21978"/>
                  <a:pt x="830274" y="21978"/>
                </a:cubicBezTo>
                <a:cubicBezTo>
                  <a:pt x="834082" y="21978"/>
                  <a:pt x="837455" y="22576"/>
                  <a:pt x="840392" y="23773"/>
                </a:cubicBezTo>
                <a:cubicBezTo>
                  <a:pt x="843330" y="24970"/>
                  <a:pt x="845805" y="26666"/>
                  <a:pt x="847818" y="28860"/>
                </a:cubicBezTo>
                <a:cubicBezTo>
                  <a:pt x="849831" y="31054"/>
                  <a:pt x="851354" y="33720"/>
                  <a:pt x="852388" y="36857"/>
                </a:cubicBezTo>
                <a:cubicBezTo>
                  <a:pt x="853421" y="39994"/>
                  <a:pt x="853938" y="43503"/>
                  <a:pt x="853938" y="47383"/>
                </a:cubicBezTo>
                <a:moveTo>
                  <a:pt x="844092" y="46023"/>
                </a:moveTo>
                <a:cubicBezTo>
                  <a:pt x="844200" y="43593"/>
                  <a:pt x="843965" y="41372"/>
                  <a:pt x="843384" y="39359"/>
                </a:cubicBezTo>
                <a:cubicBezTo>
                  <a:pt x="842804" y="37346"/>
                  <a:pt x="841906" y="35615"/>
                  <a:pt x="840691" y="34164"/>
                </a:cubicBezTo>
                <a:cubicBezTo>
                  <a:pt x="839476" y="32713"/>
                  <a:pt x="837962" y="31580"/>
                  <a:pt x="836149" y="30764"/>
                </a:cubicBezTo>
                <a:cubicBezTo>
                  <a:pt x="834336" y="29948"/>
                  <a:pt x="832232" y="29540"/>
                  <a:pt x="829838" y="29540"/>
                </a:cubicBezTo>
                <a:cubicBezTo>
                  <a:pt x="827771" y="29540"/>
                  <a:pt x="825885" y="29939"/>
                  <a:pt x="824181" y="30737"/>
                </a:cubicBezTo>
                <a:cubicBezTo>
                  <a:pt x="822476" y="31534"/>
                  <a:pt x="821007" y="32659"/>
                  <a:pt x="819774" y="34109"/>
                </a:cubicBezTo>
                <a:cubicBezTo>
                  <a:pt x="818541" y="35560"/>
                  <a:pt x="817544" y="37301"/>
                  <a:pt x="816782" y="39332"/>
                </a:cubicBezTo>
                <a:cubicBezTo>
                  <a:pt x="816021" y="41363"/>
                  <a:pt x="815549" y="43593"/>
                  <a:pt x="815368" y="46023"/>
                </a:cubicBezTo>
                <a:lnTo>
                  <a:pt x="844092" y="46023"/>
                </a:lnTo>
                <a:close/>
                <a:moveTo>
                  <a:pt x="871506" y="22957"/>
                </a:moveTo>
                <a:lnTo>
                  <a:pt x="880156" y="22957"/>
                </a:lnTo>
                <a:lnTo>
                  <a:pt x="880428" y="32996"/>
                </a:lnTo>
                <a:cubicBezTo>
                  <a:pt x="883656" y="29124"/>
                  <a:pt x="886838" y="26320"/>
                  <a:pt x="889975" y="24584"/>
                </a:cubicBezTo>
                <a:cubicBezTo>
                  <a:pt x="893112" y="22847"/>
                  <a:pt x="896277" y="21978"/>
                  <a:pt x="899468" y="21978"/>
                </a:cubicBezTo>
                <a:cubicBezTo>
                  <a:pt x="905126" y="21978"/>
                  <a:pt x="909415" y="23805"/>
                  <a:pt x="912334" y="27459"/>
                </a:cubicBezTo>
                <a:cubicBezTo>
                  <a:pt x="915254" y="31113"/>
                  <a:pt x="916605" y="36539"/>
                  <a:pt x="916387" y="43738"/>
                </a:cubicBezTo>
                <a:lnTo>
                  <a:pt x="906812" y="43738"/>
                </a:lnTo>
                <a:cubicBezTo>
                  <a:pt x="906921" y="38970"/>
                  <a:pt x="906223" y="35512"/>
                  <a:pt x="904718" y="33363"/>
                </a:cubicBezTo>
                <a:cubicBezTo>
                  <a:pt x="903213" y="31213"/>
                  <a:pt x="901010" y="30138"/>
                  <a:pt x="898108" y="30138"/>
                </a:cubicBezTo>
                <a:cubicBezTo>
                  <a:pt x="896839" y="30138"/>
                  <a:pt x="895560" y="30364"/>
                  <a:pt x="894273" y="30816"/>
                </a:cubicBezTo>
                <a:cubicBezTo>
                  <a:pt x="892985" y="31268"/>
                  <a:pt x="891662" y="31990"/>
                  <a:pt x="890302" y="32982"/>
                </a:cubicBezTo>
                <a:cubicBezTo>
                  <a:pt x="888942" y="33975"/>
                  <a:pt x="887500" y="35248"/>
                  <a:pt x="885977" y="36802"/>
                </a:cubicBezTo>
                <a:cubicBezTo>
                  <a:pt x="884454" y="38355"/>
                  <a:pt x="882822" y="40233"/>
                  <a:pt x="881081" y="42436"/>
                </a:cubicBezTo>
                <a:lnTo>
                  <a:pt x="881081" y="77576"/>
                </a:lnTo>
                <a:lnTo>
                  <a:pt x="871506" y="77576"/>
                </a:lnTo>
                <a:lnTo>
                  <a:pt x="871506" y="22957"/>
                </a:lnTo>
                <a:close/>
                <a:moveTo>
                  <a:pt x="973993" y="62670"/>
                </a:moveTo>
                <a:cubicBezTo>
                  <a:pt x="973993" y="64592"/>
                  <a:pt x="973667" y="66315"/>
                  <a:pt x="973014" y="67838"/>
                </a:cubicBezTo>
                <a:cubicBezTo>
                  <a:pt x="972361" y="69361"/>
                  <a:pt x="971473" y="70712"/>
                  <a:pt x="970348" y="71891"/>
                </a:cubicBezTo>
                <a:cubicBezTo>
                  <a:pt x="969224" y="73070"/>
                  <a:pt x="967919" y="74076"/>
                  <a:pt x="966432" y="74910"/>
                </a:cubicBezTo>
                <a:cubicBezTo>
                  <a:pt x="964945" y="75744"/>
                  <a:pt x="963358" y="76433"/>
                  <a:pt x="961672" y="76977"/>
                </a:cubicBezTo>
                <a:cubicBezTo>
                  <a:pt x="959985" y="77521"/>
                  <a:pt x="958253" y="77920"/>
                  <a:pt x="956476" y="78174"/>
                </a:cubicBezTo>
                <a:cubicBezTo>
                  <a:pt x="954699" y="78428"/>
                  <a:pt x="952958" y="78555"/>
                  <a:pt x="951254" y="78555"/>
                </a:cubicBezTo>
                <a:cubicBezTo>
                  <a:pt x="947554" y="78555"/>
                  <a:pt x="944154" y="78392"/>
                  <a:pt x="941054" y="78065"/>
                </a:cubicBezTo>
                <a:cubicBezTo>
                  <a:pt x="937953" y="77739"/>
                  <a:pt x="934915" y="77213"/>
                  <a:pt x="931941" y="76488"/>
                </a:cubicBezTo>
                <a:lnTo>
                  <a:pt x="931941" y="67784"/>
                </a:lnTo>
                <a:cubicBezTo>
                  <a:pt x="935133" y="68690"/>
                  <a:pt x="938306" y="69379"/>
                  <a:pt x="941462" y="69851"/>
                </a:cubicBezTo>
                <a:cubicBezTo>
                  <a:pt x="944617" y="70322"/>
                  <a:pt x="947754" y="70558"/>
                  <a:pt x="950873" y="70558"/>
                </a:cubicBezTo>
                <a:cubicBezTo>
                  <a:pt x="955406" y="70558"/>
                  <a:pt x="958761" y="69942"/>
                  <a:pt x="960937" y="68708"/>
                </a:cubicBezTo>
                <a:cubicBezTo>
                  <a:pt x="963113" y="67475"/>
                  <a:pt x="964201" y="65716"/>
                  <a:pt x="964201" y="63432"/>
                </a:cubicBezTo>
                <a:cubicBezTo>
                  <a:pt x="964201" y="62452"/>
                  <a:pt x="964029" y="61573"/>
                  <a:pt x="963684" y="60793"/>
                </a:cubicBezTo>
                <a:cubicBezTo>
                  <a:pt x="963340" y="60013"/>
                  <a:pt x="962714" y="59270"/>
                  <a:pt x="961808" y="58563"/>
                </a:cubicBezTo>
                <a:cubicBezTo>
                  <a:pt x="960901" y="57855"/>
                  <a:pt x="959495" y="57121"/>
                  <a:pt x="957591" y="56359"/>
                </a:cubicBezTo>
                <a:cubicBezTo>
                  <a:pt x="955687" y="55598"/>
                  <a:pt x="953085" y="54727"/>
                  <a:pt x="949785" y="53748"/>
                </a:cubicBezTo>
                <a:cubicBezTo>
                  <a:pt x="947319" y="53023"/>
                  <a:pt x="945043" y="52198"/>
                  <a:pt x="942958" y="51273"/>
                </a:cubicBezTo>
                <a:cubicBezTo>
                  <a:pt x="940872" y="50348"/>
                  <a:pt x="939068" y="49251"/>
                  <a:pt x="937545" y="47982"/>
                </a:cubicBezTo>
                <a:cubicBezTo>
                  <a:pt x="936021" y="46712"/>
                  <a:pt x="934825" y="45225"/>
                  <a:pt x="933954" y="43521"/>
                </a:cubicBezTo>
                <a:cubicBezTo>
                  <a:pt x="933084" y="41816"/>
                  <a:pt x="932649" y="39803"/>
                  <a:pt x="932649" y="37482"/>
                </a:cubicBezTo>
                <a:cubicBezTo>
                  <a:pt x="932649" y="35959"/>
                  <a:pt x="933002" y="34291"/>
                  <a:pt x="933709" y="32477"/>
                </a:cubicBezTo>
                <a:cubicBezTo>
                  <a:pt x="934417" y="30664"/>
                  <a:pt x="935623" y="28978"/>
                  <a:pt x="937327" y="27418"/>
                </a:cubicBezTo>
                <a:cubicBezTo>
                  <a:pt x="939032" y="25859"/>
                  <a:pt x="941335" y="24562"/>
                  <a:pt x="944236" y="23528"/>
                </a:cubicBezTo>
                <a:cubicBezTo>
                  <a:pt x="947137" y="22495"/>
                  <a:pt x="950764" y="21978"/>
                  <a:pt x="955116" y="21978"/>
                </a:cubicBezTo>
                <a:cubicBezTo>
                  <a:pt x="957256" y="21978"/>
                  <a:pt x="959631" y="22096"/>
                  <a:pt x="962243" y="22332"/>
                </a:cubicBezTo>
                <a:cubicBezTo>
                  <a:pt x="964854" y="22567"/>
                  <a:pt x="967574" y="22975"/>
                  <a:pt x="970403" y="23556"/>
                </a:cubicBezTo>
                <a:lnTo>
                  <a:pt x="970403" y="31988"/>
                </a:lnTo>
                <a:cubicBezTo>
                  <a:pt x="967429" y="31262"/>
                  <a:pt x="964609" y="30728"/>
                  <a:pt x="961944" y="30383"/>
                </a:cubicBezTo>
                <a:cubicBezTo>
                  <a:pt x="959278" y="30038"/>
                  <a:pt x="956966" y="29866"/>
                  <a:pt x="955007" y="29866"/>
                </a:cubicBezTo>
                <a:cubicBezTo>
                  <a:pt x="952650" y="29866"/>
                  <a:pt x="950664" y="30047"/>
                  <a:pt x="949050" y="30410"/>
                </a:cubicBezTo>
                <a:cubicBezTo>
                  <a:pt x="947437" y="30773"/>
                  <a:pt x="946131" y="31272"/>
                  <a:pt x="945134" y="31906"/>
                </a:cubicBezTo>
                <a:cubicBezTo>
                  <a:pt x="944136" y="32541"/>
                  <a:pt x="943420" y="33284"/>
                  <a:pt x="942985" y="34137"/>
                </a:cubicBezTo>
                <a:cubicBezTo>
                  <a:pt x="942550" y="34989"/>
                  <a:pt x="942332" y="35905"/>
                  <a:pt x="942332" y="36884"/>
                </a:cubicBezTo>
                <a:cubicBezTo>
                  <a:pt x="942332" y="37863"/>
                  <a:pt x="942522" y="38752"/>
                  <a:pt x="942903" y="39550"/>
                </a:cubicBezTo>
                <a:cubicBezTo>
                  <a:pt x="943284" y="40347"/>
                  <a:pt x="943991" y="41118"/>
                  <a:pt x="945025" y="41862"/>
                </a:cubicBezTo>
                <a:cubicBezTo>
                  <a:pt x="946058" y="42605"/>
                  <a:pt x="947500" y="43349"/>
                  <a:pt x="949350" y="44092"/>
                </a:cubicBezTo>
                <a:cubicBezTo>
                  <a:pt x="951199" y="44836"/>
                  <a:pt x="953611" y="45642"/>
                  <a:pt x="956585" y="46513"/>
                </a:cubicBezTo>
                <a:cubicBezTo>
                  <a:pt x="959813" y="47456"/>
                  <a:pt x="962533" y="48444"/>
                  <a:pt x="964745" y="49478"/>
                </a:cubicBezTo>
                <a:cubicBezTo>
                  <a:pt x="966957" y="50511"/>
                  <a:pt x="968753" y="51663"/>
                  <a:pt x="970131" y="52932"/>
                </a:cubicBezTo>
                <a:cubicBezTo>
                  <a:pt x="971509" y="54202"/>
                  <a:pt x="972497" y="55634"/>
                  <a:pt x="973096" y="57230"/>
                </a:cubicBezTo>
                <a:cubicBezTo>
                  <a:pt x="973694" y="58826"/>
                  <a:pt x="973993" y="60639"/>
                  <a:pt x="973993" y="62670"/>
                </a:cubicBezTo>
                <a:close/>
                <a:moveTo>
                  <a:pt x="1014138" y="21978"/>
                </a:moveTo>
                <a:cubicBezTo>
                  <a:pt x="1015262" y="21978"/>
                  <a:pt x="1016332" y="22205"/>
                  <a:pt x="1017348" y="22658"/>
                </a:cubicBezTo>
                <a:cubicBezTo>
                  <a:pt x="1018363" y="23111"/>
                  <a:pt x="1019252" y="23719"/>
                  <a:pt x="1020013" y="24480"/>
                </a:cubicBezTo>
                <a:cubicBezTo>
                  <a:pt x="1020775" y="25242"/>
                  <a:pt x="1021382" y="26131"/>
                  <a:pt x="1021836" y="27146"/>
                </a:cubicBezTo>
                <a:cubicBezTo>
                  <a:pt x="1022289" y="28162"/>
                  <a:pt x="1022516" y="29231"/>
                  <a:pt x="1022516" y="30356"/>
                </a:cubicBezTo>
                <a:cubicBezTo>
                  <a:pt x="1022516" y="31516"/>
                  <a:pt x="1022289" y="32595"/>
                  <a:pt x="1021836" y="33593"/>
                </a:cubicBezTo>
                <a:cubicBezTo>
                  <a:pt x="1021382" y="34590"/>
                  <a:pt x="1020775" y="35469"/>
                  <a:pt x="1020013" y="36231"/>
                </a:cubicBezTo>
                <a:cubicBezTo>
                  <a:pt x="1019252" y="36993"/>
                  <a:pt x="1018363" y="37591"/>
                  <a:pt x="1017348" y="38026"/>
                </a:cubicBezTo>
                <a:cubicBezTo>
                  <a:pt x="1016332" y="38462"/>
                  <a:pt x="1015262" y="38679"/>
                  <a:pt x="1014138" y="38679"/>
                </a:cubicBezTo>
                <a:cubicBezTo>
                  <a:pt x="1012977" y="38679"/>
                  <a:pt x="1011898" y="38462"/>
                  <a:pt x="1010901" y="38026"/>
                </a:cubicBezTo>
                <a:cubicBezTo>
                  <a:pt x="1009904" y="37591"/>
                  <a:pt x="1009024" y="36993"/>
                  <a:pt x="1008263" y="36231"/>
                </a:cubicBezTo>
                <a:cubicBezTo>
                  <a:pt x="1007501" y="35469"/>
                  <a:pt x="1006903" y="34590"/>
                  <a:pt x="1006467" y="33593"/>
                </a:cubicBezTo>
                <a:cubicBezTo>
                  <a:pt x="1006032" y="32595"/>
                  <a:pt x="1005814" y="31516"/>
                  <a:pt x="1005814" y="30356"/>
                </a:cubicBezTo>
                <a:cubicBezTo>
                  <a:pt x="1005814" y="29231"/>
                  <a:pt x="1006032" y="28162"/>
                  <a:pt x="1006467" y="27146"/>
                </a:cubicBezTo>
                <a:cubicBezTo>
                  <a:pt x="1006903" y="26131"/>
                  <a:pt x="1007501" y="25242"/>
                  <a:pt x="1008263" y="24480"/>
                </a:cubicBezTo>
                <a:cubicBezTo>
                  <a:pt x="1009024" y="23719"/>
                  <a:pt x="1009904" y="23111"/>
                  <a:pt x="1010901" y="22658"/>
                </a:cubicBezTo>
                <a:cubicBezTo>
                  <a:pt x="1011898" y="22205"/>
                  <a:pt x="1012977" y="21978"/>
                  <a:pt x="1014138" y="21978"/>
                </a:cubicBezTo>
                <a:moveTo>
                  <a:pt x="1014138" y="61854"/>
                </a:moveTo>
                <a:cubicBezTo>
                  <a:pt x="1015262" y="61854"/>
                  <a:pt x="1016332" y="62081"/>
                  <a:pt x="1017348" y="62534"/>
                </a:cubicBezTo>
                <a:cubicBezTo>
                  <a:pt x="1018363" y="62987"/>
                  <a:pt x="1019252" y="63595"/>
                  <a:pt x="1020013" y="64356"/>
                </a:cubicBezTo>
                <a:cubicBezTo>
                  <a:pt x="1020775" y="65118"/>
                  <a:pt x="1021382" y="66007"/>
                  <a:pt x="1021836" y="67022"/>
                </a:cubicBezTo>
                <a:cubicBezTo>
                  <a:pt x="1022289" y="68038"/>
                  <a:pt x="1022516" y="69107"/>
                  <a:pt x="1022516" y="70232"/>
                </a:cubicBezTo>
                <a:cubicBezTo>
                  <a:pt x="1022516" y="71392"/>
                  <a:pt x="1022289" y="72471"/>
                  <a:pt x="1021836" y="73469"/>
                </a:cubicBezTo>
                <a:cubicBezTo>
                  <a:pt x="1021382" y="74466"/>
                  <a:pt x="1020775" y="75345"/>
                  <a:pt x="1020013" y="76107"/>
                </a:cubicBezTo>
                <a:cubicBezTo>
                  <a:pt x="1019252" y="76869"/>
                  <a:pt x="1018363" y="77467"/>
                  <a:pt x="1017348" y="77902"/>
                </a:cubicBezTo>
                <a:cubicBezTo>
                  <a:pt x="1016332" y="78337"/>
                  <a:pt x="1015262" y="78555"/>
                  <a:pt x="1014138" y="78555"/>
                </a:cubicBezTo>
                <a:cubicBezTo>
                  <a:pt x="1012977" y="78555"/>
                  <a:pt x="1011898" y="78337"/>
                  <a:pt x="1010901" y="77902"/>
                </a:cubicBezTo>
                <a:cubicBezTo>
                  <a:pt x="1009904" y="77467"/>
                  <a:pt x="1009024" y="76869"/>
                  <a:pt x="1008263" y="76107"/>
                </a:cubicBezTo>
                <a:cubicBezTo>
                  <a:pt x="1007501" y="75345"/>
                  <a:pt x="1006903" y="74466"/>
                  <a:pt x="1006467" y="73469"/>
                </a:cubicBezTo>
                <a:cubicBezTo>
                  <a:pt x="1006032" y="72471"/>
                  <a:pt x="1005814" y="71392"/>
                  <a:pt x="1005814" y="70232"/>
                </a:cubicBezTo>
                <a:cubicBezTo>
                  <a:pt x="1005814" y="69107"/>
                  <a:pt x="1006032" y="68038"/>
                  <a:pt x="1006467" y="67022"/>
                </a:cubicBezTo>
                <a:cubicBezTo>
                  <a:pt x="1006903" y="66007"/>
                  <a:pt x="1007501" y="65118"/>
                  <a:pt x="1008263" y="64356"/>
                </a:cubicBezTo>
                <a:cubicBezTo>
                  <a:pt x="1009024" y="63595"/>
                  <a:pt x="1009904" y="62987"/>
                  <a:pt x="1010901" y="62534"/>
                </a:cubicBezTo>
                <a:cubicBezTo>
                  <a:pt x="1011898" y="62081"/>
                  <a:pt x="1012977" y="61854"/>
                  <a:pt x="1014138" y="61854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1" name="Text ifiinseen:">
            <a:extLst xmlns:a="http://schemas.openxmlformats.org/drawingml/2006/main">
              <a:ext uri="{FF2B5EF4-FFF2-40B4-BE49-F238E27FC236}">
                <a16:creationId xmlns:a16="http://schemas.microsoft.com/office/drawing/2014/main" id="{853C3233-7EC2-4A9F-8ACC-371BB2FF0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4252" y="1963338"/>
            <a:ext cx="767281" cy="78555"/>
          </a:xfrm>
          <a:custGeom xmlns:a="http://schemas.openxmlformats.org/drawingml/2006/main">
            <a:pathLst>
              <a:path w="767281" h="78555">
                <a:moveTo>
                  <a:pt x="17952" y="30791"/>
                </a:moveTo>
                <a:lnTo>
                  <a:pt x="1795" y="30791"/>
                </a:lnTo>
                <a:lnTo>
                  <a:pt x="1795" y="22957"/>
                </a:lnTo>
                <a:lnTo>
                  <a:pt x="27527" y="22957"/>
                </a:lnTo>
                <a:lnTo>
                  <a:pt x="27527" y="69688"/>
                </a:lnTo>
                <a:lnTo>
                  <a:pt x="43793" y="69688"/>
                </a:lnTo>
                <a:lnTo>
                  <a:pt x="43793" y="77576"/>
                </a:lnTo>
                <a:lnTo>
                  <a:pt x="0" y="77576"/>
                </a:lnTo>
                <a:lnTo>
                  <a:pt x="0" y="69688"/>
                </a:lnTo>
                <a:lnTo>
                  <a:pt x="17952" y="69688"/>
                </a:lnTo>
                <a:lnTo>
                  <a:pt x="17952" y="30791"/>
                </a:lnTo>
                <a:moveTo>
                  <a:pt x="21271" y="0"/>
                </a:moveTo>
                <a:cubicBezTo>
                  <a:pt x="22323" y="0"/>
                  <a:pt x="23302" y="190"/>
                  <a:pt x="24208" y="571"/>
                </a:cubicBezTo>
                <a:cubicBezTo>
                  <a:pt x="25115" y="952"/>
                  <a:pt x="25904" y="1487"/>
                  <a:pt x="26575" y="2176"/>
                </a:cubicBezTo>
                <a:cubicBezTo>
                  <a:pt x="27246" y="2865"/>
                  <a:pt x="27772" y="3654"/>
                  <a:pt x="28153" y="4542"/>
                </a:cubicBezTo>
                <a:cubicBezTo>
                  <a:pt x="28533" y="5431"/>
                  <a:pt x="28724" y="6401"/>
                  <a:pt x="28724" y="7453"/>
                </a:cubicBezTo>
                <a:cubicBezTo>
                  <a:pt x="28724" y="8468"/>
                  <a:pt x="28533" y="9430"/>
                  <a:pt x="28153" y="10336"/>
                </a:cubicBezTo>
                <a:cubicBezTo>
                  <a:pt x="27772" y="11243"/>
                  <a:pt x="27246" y="12041"/>
                  <a:pt x="26575" y="12730"/>
                </a:cubicBezTo>
                <a:cubicBezTo>
                  <a:pt x="25904" y="13419"/>
                  <a:pt x="25115" y="13954"/>
                  <a:pt x="24208" y="14335"/>
                </a:cubicBezTo>
                <a:cubicBezTo>
                  <a:pt x="23302" y="14715"/>
                  <a:pt x="22323" y="14906"/>
                  <a:pt x="21271" y="14906"/>
                </a:cubicBezTo>
                <a:cubicBezTo>
                  <a:pt x="20219" y="14906"/>
                  <a:pt x="19240" y="14715"/>
                  <a:pt x="18333" y="14335"/>
                </a:cubicBezTo>
                <a:cubicBezTo>
                  <a:pt x="17426" y="13954"/>
                  <a:pt x="16638" y="13419"/>
                  <a:pt x="15967" y="12730"/>
                </a:cubicBezTo>
                <a:cubicBezTo>
                  <a:pt x="15296" y="12041"/>
                  <a:pt x="14770" y="11243"/>
                  <a:pt x="14389" y="10336"/>
                </a:cubicBezTo>
                <a:cubicBezTo>
                  <a:pt x="14008" y="9430"/>
                  <a:pt x="13818" y="8468"/>
                  <a:pt x="13818" y="7453"/>
                </a:cubicBezTo>
                <a:cubicBezTo>
                  <a:pt x="13818" y="6401"/>
                  <a:pt x="14008" y="5431"/>
                  <a:pt x="14389" y="4542"/>
                </a:cubicBezTo>
                <a:cubicBezTo>
                  <a:pt x="14770" y="3654"/>
                  <a:pt x="15296" y="2865"/>
                  <a:pt x="15967" y="2176"/>
                </a:cubicBezTo>
                <a:cubicBezTo>
                  <a:pt x="16638" y="1487"/>
                  <a:pt x="17426" y="952"/>
                  <a:pt x="18333" y="571"/>
                </a:cubicBezTo>
                <a:cubicBezTo>
                  <a:pt x="19240" y="190"/>
                  <a:pt x="20219" y="0"/>
                  <a:pt x="21271" y="0"/>
                </a:cubicBezTo>
                <a:close/>
                <a:moveTo>
                  <a:pt x="109288" y="9466"/>
                </a:moveTo>
                <a:cubicBezTo>
                  <a:pt x="104320" y="8414"/>
                  <a:pt x="100040" y="7888"/>
                  <a:pt x="96450" y="7888"/>
                </a:cubicBezTo>
                <a:cubicBezTo>
                  <a:pt x="87927" y="7888"/>
                  <a:pt x="83665" y="12349"/>
                  <a:pt x="83665" y="21271"/>
                </a:cubicBezTo>
                <a:lnTo>
                  <a:pt x="83665" y="30845"/>
                </a:lnTo>
                <a:lnTo>
                  <a:pt x="107602" y="30845"/>
                </a:lnTo>
                <a:lnTo>
                  <a:pt x="107602" y="38734"/>
                </a:lnTo>
                <a:lnTo>
                  <a:pt x="83665" y="38734"/>
                </a:lnTo>
                <a:lnTo>
                  <a:pt x="83665" y="77576"/>
                </a:lnTo>
                <a:lnTo>
                  <a:pt x="74036" y="77576"/>
                </a:lnTo>
                <a:lnTo>
                  <a:pt x="74036" y="38734"/>
                </a:lnTo>
                <a:lnTo>
                  <a:pt x="56465" y="38734"/>
                </a:lnTo>
                <a:lnTo>
                  <a:pt x="56465" y="30845"/>
                </a:lnTo>
                <a:lnTo>
                  <a:pt x="74036" y="30845"/>
                </a:lnTo>
                <a:lnTo>
                  <a:pt x="74036" y="21815"/>
                </a:lnTo>
                <a:cubicBezTo>
                  <a:pt x="74036" y="7272"/>
                  <a:pt x="81616" y="0"/>
                  <a:pt x="96776" y="0"/>
                </a:cubicBezTo>
                <a:cubicBezTo>
                  <a:pt x="100548" y="0"/>
                  <a:pt x="104718" y="435"/>
                  <a:pt x="109288" y="1306"/>
                </a:cubicBezTo>
                <a:lnTo>
                  <a:pt x="109288" y="9466"/>
                </a:lnTo>
                <a:moveTo>
                  <a:pt x="52113" y="22957"/>
                </a:moveTo>
                <a:lnTo>
                  <a:pt x="52113" y="22957"/>
                </a:lnTo>
                <a:close/>
                <a:moveTo>
                  <a:pt x="202360" y="30791"/>
                </a:moveTo>
                <a:lnTo>
                  <a:pt x="186203" y="30791"/>
                </a:lnTo>
                <a:lnTo>
                  <a:pt x="186203" y="22957"/>
                </a:lnTo>
                <a:lnTo>
                  <a:pt x="211935" y="22957"/>
                </a:lnTo>
                <a:lnTo>
                  <a:pt x="211935" y="69688"/>
                </a:lnTo>
                <a:lnTo>
                  <a:pt x="228201" y="69688"/>
                </a:lnTo>
                <a:lnTo>
                  <a:pt x="228201" y="77576"/>
                </a:lnTo>
                <a:lnTo>
                  <a:pt x="184408" y="77576"/>
                </a:lnTo>
                <a:lnTo>
                  <a:pt x="184408" y="69688"/>
                </a:lnTo>
                <a:lnTo>
                  <a:pt x="202360" y="69688"/>
                </a:lnTo>
                <a:lnTo>
                  <a:pt x="202360" y="30791"/>
                </a:lnTo>
                <a:moveTo>
                  <a:pt x="205679" y="0"/>
                </a:moveTo>
                <a:cubicBezTo>
                  <a:pt x="206730" y="0"/>
                  <a:pt x="207710" y="190"/>
                  <a:pt x="208616" y="571"/>
                </a:cubicBezTo>
                <a:cubicBezTo>
                  <a:pt x="209523" y="952"/>
                  <a:pt x="210312" y="1487"/>
                  <a:pt x="210983" y="2176"/>
                </a:cubicBezTo>
                <a:cubicBezTo>
                  <a:pt x="211654" y="2865"/>
                  <a:pt x="212180" y="3654"/>
                  <a:pt x="212560" y="4542"/>
                </a:cubicBezTo>
                <a:cubicBezTo>
                  <a:pt x="212941" y="5431"/>
                  <a:pt x="213132" y="6401"/>
                  <a:pt x="213132" y="7453"/>
                </a:cubicBezTo>
                <a:cubicBezTo>
                  <a:pt x="213132" y="8468"/>
                  <a:pt x="212941" y="9430"/>
                  <a:pt x="212560" y="10336"/>
                </a:cubicBezTo>
                <a:cubicBezTo>
                  <a:pt x="212180" y="11243"/>
                  <a:pt x="211654" y="12041"/>
                  <a:pt x="210983" y="12730"/>
                </a:cubicBezTo>
                <a:cubicBezTo>
                  <a:pt x="210312" y="13419"/>
                  <a:pt x="209523" y="13954"/>
                  <a:pt x="208616" y="14335"/>
                </a:cubicBezTo>
                <a:cubicBezTo>
                  <a:pt x="207710" y="14715"/>
                  <a:pt x="206730" y="14906"/>
                  <a:pt x="205679" y="14906"/>
                </a:cubicBezTo>
                <a:cubicBezTo>
                  <a:pt x="204627" y="14906"/>
                  <a:pt x="203648" y="14715"/>
                  <a:pt x="202741" y="14335"/>
                </a:cubicBezTo>
                <a:cubicBezTo>
                  <a:pt x="201834" y="13954"/>
                  <a:pt x="201046" y="13419"/>
                  <a:pt x="200375" y="12730"/>
                </a:cubicBezTo>
                <a:cubicBezTo>
                  <a:pt x="199704" y="12041"/>
                  <a:pt x="199178" y="11243"/>
                  <a:pt x="198797" y="10336"/>
                </a:cubicBezTo>
                <a:cubicBezTo>
                  <a:pt x="198416" y="9430"/>
                  <a:pt x="198226" y="8468"/>
                  <a:pt x="198226" y="7453"/>
                </a:cubicBezTo>
                <a:cubicBezTo>
                  <a:pt x="198226" y="6401"/>
                  <a:pt x="198416" y="5431"/>
                  <a:pt x="198797" y="4542"/>
                </a:cubicBezTo>
                <a:cubicBezTo>
                  <a:pt x="199178" y="3654"/>
                  <a:pt x="199704" y="2865"/>
                  <a:pt x="200375" y="2176"/>
                </a:cubicBezTo>
                <a:cubicBezTo>
                  <a:pt x="201046" y="1487"/>
                  <a:pt x="201834" y="952"/>
                  <a:pt x="202741" y="571"/>
                </a:cubicBezTo>
                <a:cubicBezTo>
                  <a:pt x="203648" y="190"/>
                  <a:pt x="204627" y="0"/>
                  <a:pt x="205679" y="0"/>
                </a:cubicBezTo>
                <a:close/>
                <a:moveTo>
                  <a:pt x="325299" y="30791"/>
                </a:moveTo>
                <a:lnTo>
                  <a:pt x="309142" y="30791"/>
                </a:lnTo>
                <a:lnTo>
                  <a:pt x="309142" y="22957"/>
                </a:lnTo>
                <a:lnTo>
                  <a:pt x="334874" y="22957"/>
                </a:lnTo>
                <a:lnTo>
                  <a:pt x="334874" y="69688"/>
                </a:lnTo>
                <a:lnTo>
                  <a:pt x="351140" y="69688"/>
                </a:lnTo>
                <a:lnTo>
                  <a:pt x="351140" y="77576"/>
                </a:lnTo>
                <a:lnTo>
                  <a:pt x="307347" y="77576"/>
                </a:lnTo>
                <a:lnTo>
                  <a:pt x="307347" y="69688"/>
                </a:lnTo>
                <a:lnTo>
                  <a:pt x="325299" y="69688"/>
                </a:lnTo>
                <a:lnTo>
                  <a:pt x="325299" y="30791"/>
                </a:lnTo>
                <a:moveTo>
                  <a:pt x="328618" y="0"/>
                </a:moveTo>
                <a:cubicBezTo>
                  <a:pt x="329670" y="0"/>
                  <a:pt x="330649" y="190"/>
                  <a:pt x="331555" y="571"/>
                </a:cubicBezTo>
                <a:cubicBezTo>
                  <a:pt x="332462" y="952"/>
                  <a:pt x="333251" y="1487"/>
                  <a:pt x="333922" y="2176"/>
                </a:cubicBezTo>
                <a:cubicBezTo>
                  <a:pt x="334593" y="2865"/>
                  <a:pt x="335119" y="3654"/>
                  <a:pt x="335500" y="4542"/>
                </a:cubicBezTo>
                <a:cubicBezTo>
                  <a:pt x="335880" y="5431"/>
                  <a:pt x="336071" y="6401"/>
                  <a:pt x="336071" y="7453"/>
                </a:cubicBezTo>
                <a:cubicBezTo>
                  <a:pt x="336071" y="8468"/>
                  <a:pt x="335880" y="9430"/>
                  <a:pt x="335500" y="10336"/>
                </a:cubicBezTo>
                <a:cubicBezTo>
                  <a:pt x="335119" y="11243"/>
                  <a:pt x="334593" y="12041"/>
                  <a:pt x="333922" y="12730"/>
                </a:cubicBezTo>
                <a:cubicBezTo>
                  <a:pt x="333251" y="13419"/>
                  <a:pt x="332462" y="13954"/>
                  <a:pt x="331555" y="14335"/>
                </a:cubicBezTo>
                <a:cubicBezTo>
                  <a:pt x="330649" y="14715"/>
                  <a:pt x="329670" y="14906"/>
                  <a:pt x="328618" y="14906"/>
                </a:cubicBezTo>
                <a:cubicBezTo>
                  <a:pt x="327566" y="14906"/>
                  <a:pt x="326587" y="14715"/>
                  <a:pt x="325680" y="14335"/>
                </a:cubicBezTo>
                <a:cubicBezTo>
                  <a:pt x="324773" y="13954"/>
                  <a:pt x="323985" y="13419"/>
                  <a:pt x="323314" y="12730"/>
                </a:cubicBezTo>
                <a:cubicBezTo>
                  <a:pt x="322643" y="12041"/>
                  <a:pt x="322117" y="11243"/>
                  <a:pt x="321736" y="10336"/>
                </a:cubicBezTo>
                <a:cubicBezTo>
                  <a:pt x="321355" y="9430"/>
                  <a:pt x="321165" y="8468"/>
                  <a:pt x="321165" y="7453"/>
                </a:cubicBezTo>
                <a:cubicBezTo>
                  <a:pt x="321165" y="6401"/>
                  <a:pt x="321355" y="5431"/>
                  <a:pt x="321736" y="4542"/>
                </a:cubicBezTo>
                <a:cubicBezTo>
                  <a:pt x="322117" y="3654"/>
                  <a:pt x="322643" y="2865"/>
                  <a:pt x="323314" y="2176"/>
                </a:cubicBezTo>
                <a:cubicBezTo>
                  <a:pt x="323985" y="1487"/>
                  <a:pt x="324773" y="952"/>
                  <a:pt x="325680" y="571"/>
                </a:cubicBezTo>
                <a:cubicBezTo>
                  <a:pt x="326587" y="190"/>
                  <a:pt x="327566" y="0"/>
                  <a:pt x="328618" y="0"/>
                </a:cubicBezTo>
                <a:close/>
                <a:moveTo>
                  <a:pt x="368164" y="22957"/>
                </a:moveTo>
                <a:lnTo>
                  <a:pt x="376596" y="22957"/>
                </a:lnTo>
                <a:lnTo>
                  <a:pt x="376977" y="31770"/>
                </a:lnTo>
                <a:cubicBezTo>
                  <a:pt x="378572" y="29884"/>
                  <a:pt x="380114" y="28316"/>
                  <a:pt x="381601" y="27065"/>
                </a:cubicBezTo>
                <a:cubicBezTo>
                  <a:pt x="383088" y="25813"/>
                  <a:pt x="384547" y="24807"/>
                  <a:pt x="385980" y="24045"/>
                </a:cubicBezTo>
                <a:cubicBezTo>
                  <a:pt x="387412" y="23284"/>
                  <a:pt x="388872" y="22749"/>
                  <a:pt x="390359" y="22440"/>
                </a:cubicBezTo>
                <a:cubicBezTo>
                  <a:pt x="391846" y="22132"/>
                  <a:pt x="393388" y="21978"/>
                  <a:pt x="394983" y="21978"/>
                </a:cubicBezTo>
                <a:cubicBezTo>
                  <a:pt x="400605" y="21978"/>
                  <a:pt x="404857" y="23637"/>
                  <a:pt x="407740" y="26956"/>
                </a:cubicBezTo>
                <a:cubicBezTo>
                  <a:pt x="410624" y="30274"/>
                  <a:pt x="412065" y="35270"/>
                  <a:pt x="412065" y="41943"/>
                </a:cubicBezTo>
                <a:lnTo>
                  <a:pt x="412065" y="77576"/>
                </a:lnTo>
                <a:lnTo>
                  <a:pt x="402599" y="77576"/>
                </a:lnTo>
                <a:lnTo>
                  <a:pt x="402599" y="42705"/>
                </a:lnTo>
                <a:cubicBezTo>
                  <a:pt x="402599" y="38425"/>
                  <a:pt x="401802" y="35261"/>
                  <a:pt x="400206" y="33212"/>
                </a:cubicBezTo>
                <a:cubicBezTo>
                  <a:pt x="398610" y="31163"/>
                  <a:pt x="396234" y="30138"/>
                  <a:pt x="393079" y="30138"/>
                </a:cubicBezTo>
                <a:cubicBezTo>
                  <a:pt x="391919" y="30138"/>
                  <a:pt x="390785" y="30310"/>
                  <a:pt x="389679" y="30655"/>
                </a:cubicBezTo>
                <a:cubicBezTo>
                  <a:pt x="388573" y="31000"/>
                  <a:pt x="387422" y="31598"/>
                  <a:pt x="386225" y="32450"/>
                </a:cubicBezTo>
                <a:cubicBezTo>
                  <a:pt x="385028" y="33302"/>
                  <a:pt x="383731" y="34454"/>
                  <a:pt x="382335" y="35905"/>
                </a:cubicBezTo>
                <a:cubicBezTo>
                  <a:pt x="380939" y="37355"/>
                  <a:pt x="379370" y="39169"/>
                  <a:pt x="377629" y="41345"/>
                </a:cubicBezTo>
                <a:lnTo>
                  <a:pt x="377629" y="77576"/>
                </a:lnTo>
                <a:lnTo>
                  <a:pt x="368164" y="77576"/>
                </a:lnTo>
                <a:lnTo>
                  <a:pt x="368164" y="22957"/>
                </a:lnTo>
                <a:close/>
                <a:moveTo>
                  <a:pt x="534351" y="62670"/>
                </a:moveTo>
                <a:cubicBezTo>
                  <a:pt x="534351" y="64592"/>
                  <a:pt x="534024" y="66315"/>
                  <a:pt x="533371" y="67838"/>
                </a:cubicBezTo>
                <a:cubicBezTo>
                  <a:pt x="532719" y="69361"/>
                  <a:pt x="531830" y="70712"/>
                  <a:pt x="530706" y="71891"/>
                </a:cubicBezTo>
                <a:cubicBezTo>
                  <a:pt x="529581" y="73070"/>
                  <a:pt x="528276" y="74076"/>
                  <a:pt x="526789" y="74910"/>
                </a:cubicBezTo>
                <a:cubicBezTo>
                  <a:pt x="525302" y="75744"/>
                  <a:pt x="523715" y="76433"/>
                  <a:pt x="522029" y="76977"/>
                </a:cubicBezTo>
                <a:cubicBezTo>
                  <a:pt x="520342" y="77521"/>
                  <a:pt x="518611" y="77920"/>
                  <a:pt x="516834" y="78174"/>
                </a:cubicBezTo>
                <a:cubicBezTo>
                  <a:pt x="515056" y="78428"/>
                  <a:pt x="513316" y="78555"/>
                  <a:pt x="511611" y="78555"/>
                </a:cubicBezTo>
                <a:cubicBezTo>
                  <a:pt x="507912" y="78555"/>
                  <a:pt x="504512" y="78392"/>
                  <a:pt x="501411" y="78065"/>
                </a:cubicBezTo>
                <a:cubicBezTo>
                  <a:pt x="498310" y="77739"/>
                  <a:pt x="495273" y="77213"/>
                  <a:pt x="492299" y="76488"/>
                </a:cubicBezTo>
                <a:lnTo>
                  <a:pt x="492299" y="67784"/>
                </a:lnTo>
                <a:cubicBezTo>
                  <a:pt x="495490" y="68690"/>
                  <a:pt x="498664" y="69379"/>
                  <a:pt x="501819" y="69851"/>
                </a:cubicBezTo>
                <a:cubicBezTo>
                  <a:pt x="504974" y="70322"/>
                  <a:pt x="508111" y="70558"/>
                  <a:pt x="511230" y="70558"/>
                </a:cubicBezTo>
                <a:cubicBezTo>
                  <a:pt x="515764" y="70558"/>
                  <a:pt x="519118" y="69942"/>
                  <a:pt x="521294" y="68708"/>
                </a:cubicBezTo>
                <a:cubicBezTo>
                  <a:pt x="523470" y="67475"/>
                  <a:pt x="524558" y="65716"/>
                  <a:pt x="524558" y="63432"/>
                </a:cubicBezTo>
                <a:cubicBezTo>
                  <a:pt x="524558" y="62452"/>
                  <a:pt x="524386" y="61573"/>
                  <a:pt x="524042" y="60793"/>
                </a:cubicBezTo>
                <a:cubicBezTo>
                  <a:pt x="523697" y="60013"/>
                  <a:pt x="523071" y="59270"/>
                  <a:pt x="522165" y="58563"/>
                </a:cubicBezTo>
                <a:cubicBezTo>
                  <a:pt x="521258" y="57855"/>
                  <a:pt x="519853" y="57121"/>
                  <a:pt x="517949" y="56359"/>
                </a:cubicBezTo>
                <a:cubicBezTo>
                  <a:pt x="516045" y="55598"/>
                  <a:pt x="513443" y="54727"/>
                  <a:pt x="510142" y="53748"/>
                </a:cubicBezTo>
                <a:cubicBezTo>
                  <a:pt x="507676" y="53023"/>
                  <a:pt x="505400" y="52198"/>
                  <a:pt x="503315" y="51273"/>
                </a:cubicBezTo>
                <a:cubicBezTo>
                  <a:pt x="501229" y="50348"/>
                  <a:pt x="499425" y="49251"/>
                  <a:pt x="497902" y="47982"/>
                </a:cubicBezTo>
                <a:cubicBezTo>
                  <a:pt x="496379" y="46712"/>
                  <a:pt x="495182" y="45225"/>
                  <a:pt x="494311" y="43521"/>
                </a:cubicBezTo>
                <a:cubicBezTo>
                  <a:pt x="493441" y="41816"/>
                  <a:pt x="493006" y="39803"/>
                  <a:pt x="493006" y="37482"/>
                </a:cubicBezTo>
                <a:cubicBezTo>
                  <a:pt x="493006" y="35959"/>
                  <a:pt x="493359" y="34291"/>
                  <a:pt x="494067" y="32477"/>
                </a:cubicBezTo>
                <a:cubicBezTo>
                  <a:pt x="494774" y="30664"/>
                  <a:pt x="495980" y="28978"/>
                  <a:pt x="497684" y="27418"/>
                </a:cubicBezTo>
                <a:cubicBezTo>
                  <a:pt x="499389" y="25859"/>
                  <a:pt x="501692" y="24562"/>
                  <a:pt x="504593" y="23528"/>
                </a:cubicBezTo>
                <a:cubicBezTo>
                  <a:pt x="507495" y="22495"/>
                  <a:pt x="511121" y="21978"/>
                  <a:pt x="515473" y="21978"/>
                </a:cubicBezTo>
                <a:cubicBezTo>
                  <a:pt x="517613" y="21978"/>
                  <a:pt x="519989" y="22096"/>
                  <a:pt x="522600" y="22332"/>
                </a:cubicBezTo>
                <a:cubicBezTo>
                  <a:pt x="525211" y="22567"/>
                  <a:pt x="527931" y="22975"/>
                  <a:pt x="530760" y="23556"/>
                </a:cubicBezTo>
                <a:lnTo>
                  <a:pt x="530760" y="31988"/>
                </a:lnTo>
                <a:cubicBezTo>
                  <a:pt x="527786" y="31262"/>
                  <a:pt x="524966" y="30728"/>
                  <a:pt x="522301" y="30383"/>
                </a:cubicBezTo>
                <a:cubicBezTo>
                  <a:pt x="519635" y="30038"/>
                  <a:pt x="517323" y="29866"/>
                  <a:pt x="515365" y="29866"/>
                </a:cubicBezTo>
                <a:cubicBezTo>
                  <a:pt x="513007" y="29866"/>
                  <a:pt x="511022" y="30047"/>
                  <a:pt x="509408" y="30410"/>
                </a:cubicBezTo>
                <a:cubicBezTo>
                  <a:pt x="507794" y="30773"/>
                  <a:pt x="506488" y="31272"/>
                  <a:pt x="505491" y="31906"/>
                </a:cubicBezTo>
                <a:cubicBezTo>
                  <a:pt x="504494" y="32541"/>
                  <a:pt x="503777" y="33284"/>
                  <a:pt x="503342" y="34137"/>
                </a:cubicBezTo>
                <a:cubicBezTo>
                  <a:pt x="502907" y="34989"/>
                  <a:pt x="502689" y="35905"/>
                  <a:pt x="502689" y="36884"/>
                </a:cubicBezTo>
                <a:cubicBezTo>
                  <a:pt x="502689" y="37863"/>
                  <a:pt x="502880" y="38752"/>
                  <a:pt x="503260" y="39550"/>
                </a:cubicBezTo>
                <a:cubicBezTo>
                  <a:pt x="503641" y="40347"/>
                  <a:pt x="504348" y="41118"/>
                  <a:pt x="505382" y="41862"/>
                </a:cubicBezTo>
                <a:cubicBezTo>
                  <a:pt x="506416" y="42605"/>
                  <a:pt x="507857" y="43349"/>
                  <a:pt x="509707" y="44092"/>
                </a:cubicBezTo>
                <a:cubicBezTo>
                  <a:pt x="511557" y="44836"/>
                  <a:pt x="513968" y="45642"/>
                  <a:pt x="516942" y="46513"/>
                </a:cubicBezTo>
                <a:cubicBezTo>
                  <a:pt x="520170" y="47456"/>
                  <a:pt x="522890" y="48444"/>
                  <a:pt x="525102" y="49478"/>
                </a:cubicBezTo>
                <a:cubicBezTo>
                  <a:pt x="527315" y="50511"/>
                  <a:pt x="529110" y="51663"/>
                  <a:pt x="530488" y="52932"/>
                </a:cubicBezTo>
                <a:cubicBezTo>
                  <a:pt x="531866" y="54202"/>
                  <a:pt x="532855" y="55634"/>
                  <a:pt x="533453" y="57230"/>
                </a:cubicBezTo>
                <a:cubicBezTo>
                  <a:pt x="534051" y="58826"/>
                  <a:pt x="534351" y="60639"/>
                  <a:pt x="534351" y="62670"/>
                </a:cubicBezTo>
                <a:close/>
                <a:moveTo>
                  <a:pt x="598703" y="47383"/>
                </a:moveTo>
                <a:cubicBezTo>
                  <a:pt x="598703" y="48725"/>
                  <a:pt x="598685" y="49849"/>
                  <a:pt x="598649" y="50756"/>
                </a:cubicBezTo>
                <a:cubicBezTo>
                  <a:pt x="598613" y="51663"/>
                  <a:pt x="598558" y="52515"/>
                  <a:pt x="598486" y="53313"/>
                </a:cubicBezTo>
                <a:lnTo>
                  <a:pt x="560133" y="53313"/>
                </a:lnTo>
                <a:cubicBezTo>
                  <a:pt x="560133" y="58898"/>
                  <a:pt x="561693" y="63187"/>
                  <a:pt x="564812" y="66179"/>
                </a:cubicBezTo>
                <a:cubicBezTo>
                  <a:pt x="567931" y="69171"/>
                  <a:pt x="572428" y="70667"/>
                  <a:pt x="578303" y="70667"/>
                </a:cubicBezTo>
                <a:cubicBezTo>
                  <a:pt x="579899" y="70667"/>
                  <a:pt x="581495" y="70602"/>
                  <a:pt x="583090" y="70473"/>
                </a:cubicBezTo>
                <a:cubicBezTo>
                  <a:pt x="584686" y="70343"/>
                  <a:pt x="586228" y="70167"/>
                  <a:pt x="587714" y="69944"/>
                </a:cubicBezTo>
                <a:cubicBezTo>
                  <a:pt x="589201" y="69721"/>
                  <a:pt x="590625" y="69471"/>
                  <a:pt x="591985" y="69193"/>
                </a:cubicBezTo>
                <a:cubicBezTo>
                  <a:pt x="593345" y="68914"/>
                  <a:pt x="594605" y="68608"/>
                  <a:pt x="595766" y="68273"/>
                </a:cubicBezTo>
                <a:lnTo>
                  <a:pt x="595766" y="76053"/>
                </a:lnTo>
                <a:cubicBezTo>
                  <a:pt x="593191" y="76794"/>
                  <a:pt x="590280" y="77396"/>
                  <a:pt x="587034" y="77860"/>
                </a:cubicBezTo>
                <a:cubicBezTo>
                  <a:pt x="583789" y="78323"/>
                  <a:pt x="580425" y="78555"/>
                  <a:pt x="576943" y="78555"/>
                </a:cubicBezTo>
                <a:cubicBezTo>
                  <a:pt x="572265" y="78555"/>
                  <a:pt x="568239" y="77920"/>
                  <a:pt x="564866" y="76651"/>
                </a:cubicBezTo>
                <a:cubicBezTo>
                  <a:pt x="561493" y="75382"/>
                  <a:pt x="558728" y="73541"/>
                  <a:pt x="556570" y="71129"/>
                </a:cubicBezTo>
                <a:cubicBezTo>
                  <a:pt x="554412" y="68718"/>
                  <a:pt x="552816" y="65762"/>
                  <a:pt x="551783" y="62262"/>
                </a:cubicBezTo>
                <a:cubicBezTo>
                  <a:pt x="550749" y="58762"/>
                  <a:pt x="550232" y="54800"/>
                  <a:pt x="550232" y="50375"/>
                </a:cubicBezTo>
                <a:cubicBezTo>
                  <a:pt x="550232" y="46531"/>
                  <a:pt x="550785" y="42895"/>
                  <a:pt x="551891" y="39468"/>
                </a:cubicBezTo>
                <a:cubicBezTo>
                  <a:pt x="552998" y="36041"/>
                  <a:pt x="554611" y="33030"/>
                  <a:pt x="556733" y="30437"/>
                </a:cubicBezTo>
                <a:cubicBezTo>
                  <a:pt x="558855" y="27844"/>
                  <a:pt x="561457" y="25786"/>
                  <a:pt x="564540" y="24263"/>
                </a:cubicBezTo>
                <a:cubicBezTo>
                  <a:pt x="567622" y="22740"/>
                  <a:pt x="571122" y="21978"/>
                  <a:pt x="575039" y="21978"/>
                </a:cubicBezTo>
                <a:cubicBezTo>
                  <a:pt x="578847" y="21978"/>
                  <a:pt x="582220" y="22576"/>
                  <a:pt x="585158" y="23773"/>
                </a:cubicBezTo>
                <a:cubicBezTo>
                  <a:pt x="588095" y="24970"/>
                  <a:pt x="590571" y="26666"/>
                  <a:pt x="592583" y="28860"/>
                </a:cubicBezTo>
                <a:cubicBezTo>
                  <a:pt x="594596" y="31054"/>
                  <a:pt x="596119" y="33720"/>
                  <a:pt x="597153" y="36857"/>
                </a:cubicBezTo>
                <a:cubicBezTo>
                  <a:pt x="598187" y="39994"/>
                  <a:pt x="598703" y="43503"/>
                  <a:pt x="598703" y="47383"/>
                </a:cubicBezTo>
                <a:moveTo>
                  <a:pt x="588857" y="46023"/>
                </a:moveTo>
                <a:cubicBezTo>
                  <a:pt x="588966" y="43593"/>
                  <a:pt x="588730" y="41372"/>
                  <a:pt x="588150" y="39359"/>
                </a:cubicBezTo>
                <a:cubicBezTo>
                  <a:pt x="587569" y="37346"/>
                  <a:pt x="586672" y="35615"/>
                  <a:pt x="585457" y="34164"/>
                </a:cubicBezTo>
                <a:cubicBezTo>
                  <a:pt x="584242" y="32713"/>
                  <a:pt x="582728" y="31580"/>
                  <a:pt x="580914" y="30764"/>
                </a:cubicBezTo>
                <a:cubicBezTo>
                  <a:pt x="579101" y="29948"/>
                  <a:pt x="576997" y="29540"/>
                  <a:pt x="574604" y="29540"/>
                </a:cubicBezTo>
                <a:cubicBezTo>
                  <a:pt x="572537" y="29540"/>
                  <a:pt x="570651" y="29939"/>
                  <a:pt x="568946" y="30737"/>
                </a:cubicBezTo>
                <a:cubicBezTo>
                  <a:pt x="567242" y="31534"/>
                  <a:pt x="565773" y="32659"/>
                  <a:pt x="564540" y="34109"/>
                </a:cubicBezTo>
                <a:cubicBezTo>
                  <a:pt x="563307" y="35560"/>
                  <a:pt x="562309" y="37301"/>
                  <a:pt x="561548" y="39332"/>
                </a:cubicBezTo>
                <a:cubicBezTo>
                  <a:pt x="560786" y="41363"/>
                  <a:pt x="560314" y="43593"/>
                  <a:pt x="560133" y="46023"/>
                </a:cubicBezTo>
                <a:lnTo>
                  <a:pt x="588857" y="46023"/>
                </a:lnTo>
                <a:close/>
                <a:moveTo>
                  <a:pt x="660173" y="47383"/>
                </a:moveTo>
                <a:cubicBezTo>
                  <a:pt x="660173" y="48725"/>
                  <a:pt x="660155" y="49849"/>
                  <a:pt x="660119" y="50756"/>
                </a:cubicBezTo>
                <a:cubicBezTo>
                  <a:pt x="660082" y="51663"/>
                  <a:pt x="660028" y="52515"/>
                  <a:pt x="659955" y="53313"/>
                </a:cubicBezTo>
                <a:lnTo>
                  <a:pt x="621603" y="53313"/>
                </a:lnTo>
                <a:cubicBezTo>
                  <a:pt x="621603" y="58898"/>
                  <a:pt x="623162" y="63187"/>
                  <a:pt x="626281" y="66179"/>
                </a:cubicBezTo>
                <a:cubicBezTo>
                  <a:pt x="629400" y="69171"/>
                  <a:pt x="633897" y="70667"/>
                  <a:pt x="639773" y="70667"/>
                </a:cubicBezTo>
                <a:cubicBezTo>
                  <a:pt x="641368" y="70667"/>
                  <a:pt x="642964" y="70602"/>
                  <a:pt x="644560" y="70473"/>
                </a:cubicBezTo>
                <a:cubicBezTo>
                  <a:pt x="646156" y="70343"/>
                  <a:pt x="647697" y="70167"/>
                  <a:pt x="649184" y="69944"/>
                </a:cubicBezTo>
                <a:cubicBezTo>
                  <a:pt x="650671" y="69721"/>
                  <a:pt x="652094" y="69471"/>
                  <a:pt x="653454" y="69193"/>
                </a:cubicBezTo>
                <a:cubicBezTo>
                  <a:pt x="654814" y="68914"/>
                  <a:pt x="656075" y="68608"/>
                  <a:pt x="657235" y="68273"/>
                </a:cubicBezTo>
                <a:lnTo>
                  <a:pt x="657235" y="76053"/>
                </a:lnTo>
                <a:cubicBezTo>
                  <a:pt x="654660" y="76794"/>
                  <a:pt x="651750" y="77396"/>
                  <a:pt x="648504" y="77860"/>
                </a:cubicBezTo>
                <a:cubicBezTo>
                  <a:pt x="645258" y="78323"/>
                  <a:pt x="641894" y="78555"/>
                  <a:pt x="638413" y="78555"/>
                </a:cubicBezTo>
                <a:cubicBezTo>
                  <a:pt x="633734" y="78555"/>
                  <a:pt x="629708" y="77920"/>
                  <a:pt x="626336" y="76651"/>
                </a:cubicBezTo>
                <a:cubicBezTo>
                  <a:pt x="622963" y="75382"/>
                  <a:pt x="620197" y="73541"/>
                  <a:pt x="618039" y="71129"/>
                </a:cubicBezTo>
                <a:cubicBezTo>
                  <a:pt x="615881" y="68718"/>
                  <a:pt x="614286" y="65762"/>
                  <a:pt x="613252" y="62262"/>
                </a:cubicBezTo>
                <a:cubicBezTo>
                  <a:pt x="612218" y="58762"/>
                  <a:pt x="611702" y="54800"/>
                  <a:pt x="611702" y="50375"/>
                </a:cubicBezTo>
                <a:cubicBezTo>
                  <a:pt x="611702" y="46531"/>
                  <a:pt x="612255" y="42895"/>
                  <a:pt x="613361" y="39468"/>
                </a:cubicBezTo>
                <a:cubicBezTo>
                  <a:pt x="614467" y="36041"/>
                  <a:pt x="616081" y="33030"/>
                  <a:pt x="618203" y="30437"/>
                </a:cubicBezTo>
                <a:cubicBezTo>
                  <a:pt x="620324" y="27844"/>
                  <a:pt x="622926" y="25786"/>
                  <a:pt x="626009" y="24263"/>
                </a:cubicBezTo>
                <a:cubicBezTo>
                  <a:pt x="629092" y="22740"/>
                  <a:pt x="632592" y="21978"/>
                  <a:pt x="636509" y="21978"/>
                </a:cubicBezTo>
                <a:cubicBezTo>
                  <a:pt x="640317" y="21978"/>
                  <a:pt x="643689" y="22576"/>
                  <a:pt x="646627" y="23773"/>
                </a:cubicBezTo>
                <a:cubicBezTo>
                  <a:pt x="649565" y="24970"/>
                  <a:pt x="652040" y="26666"/>
                  <a:pt x="654053" y="28860"/>
                </a:cubicBezTo>
                <a:cubicBezTo>
                  <a:pt x="656066" y="31054"/>
                  <a:pt x="657589" y="33720"/>
                  <a:pt x="658623" y="36857"/>
                </a:cubicBezTo>
                <a:cubicBezTo>
                  <a:pt x="659656" y="39994"/>
                  <a:pt x="660173" y="43503"/>
                  <a:pt x="660173" y="47383"/>
                </a:cubicBezTo>
                <a:moveTo>
                  <a:pt x="650326" y="46023"/>
                </a:moveTo>
                <a:cubicBezTo>
                  <a:pt x="650435" y="43593"/>
                  <a:pt x="650199" y="41372"/>
                  <a:pt x="649619" y="39359"/>
                </a:cubicBezTo>
                <a:cubicBezTo>
                  <a:pt x="649039" y="37346"/>
                  <a:pt x="648141" y="35615"/>
                  <a:pt x="646926" y="34164"/>
                </a:cubicBezTo>
                <a:cubicBezTo>
                  <a:pt x="645711" y="32713"/>
                  <a:pt x="644197" y="31580"/>
                  <a:pt x="642384" y="30764"/>
                </a:cubicBezTo>
                <a:cubicBezTo>
                  <a:pt x="640570" y="29948"/>
                  <a:pt x="638467" y="29540"/>
                  <a:pt x="636073" y="29540"/>
                </a:cubicBezTo>
                <a:cubicBezTo>
                  <a:pt x="634006" y="29540"/>
                  <a:pt x="632120" y="29939"/>
                  <a:pt x="630416" y="30737"/>
                </a:cubicBezTo>
                <a:cubicBezTo>
                  <a:pt x="628711" y="31534"/>
                  <a:pt x="627242" y="32659"/>
                  <a:pt x="626009" y="34109"/>
                </a:cubicBezTo>
                <a:cubicBezTo>
                  <a:pt x="624776" y="35560"/>
                  <a:pt x="623779" y="37301"/>
                  <a:pt x="623017" y="39332"/>
                </a:cubicBezTo>
                <a:cubicBezTo>
                  <a:pt x="622255" y="41363"/>
                  <a:pt x="621784" y="43593"/>
                  <a:pt x="621603" y="46023"/>
                </a:cubicBezTo>
                <a:lnTo>
                  <a:pt x="650326" y="46023"/>
                </a:lnTo>
                <a:close/>
                <a:moveTo>
                  <a:pt x="675511" y="22957"/>
                </a:moveTo>
                <a:lnTo>
                  <a:pt x="683943" y="22957"/>
                </a:lnTo>
                <a:lnTo>
                  <a:pt x="684324" y="31770"/>
                </a:lnTo>
                <a:cubicBezTo>
                  <a:pt x="685919" y="29884"/>
                  <a:pt x="687461" y="28316"/>
                  <a:pt x="688948" y="27065"/>
                </a:cubicBezTo>
                <a:cubicBezTo>
                  <a:pt x="690435" y="25813"/>
                  <a:pt x="691894" y="24807"/>
                  <a:pt x="693327" y="24045"/>
                </a:cubicBezTo>
                <a:cubicBezTo>
                  <a:pt x="694759" y="23284"/>
                  <a:pt x="696219" y="22749"/>
                  <a:pt x="697706" y="22440"/>
                </a:cubicBezTo>
                <a:cubicBezTo>
                  <a:pt x="699193" y="22132"/>
                  <a:pt x="700735" y="21978"/>
                  <a:pt x="702330" y="21978"/>
                </a:cubicBezTo>
                <a:cubicBezTo>
                  <a:pt x="707952" y="21978"/>
                  <a:pt x="712204" y="23637"/>
                  <a:pt x="715087" y="26956"/>
                </a:cubicBezTo>
                <a:cubicBezTo>
                  <a:pt x="717971" y="30274"/>
                  <a:pt x="719412" y="35270"/>
                  <a:pt x="719412" y="41943"/>
                </a:cubicBezTo>
                <a:lnTo>
                  <a:pt x="719412" y="77576"/>
                </a:lnTo>
                <a:lnTo>
                  <a:pt x="709946" y="77576"/>
                </a:lnTo>
                <a:lnTo>
                  <a:pt x="709946" y="42705"/>
                </a:lnTo>
                <a:cubicBezTo>
                  <a:pt x="709946" y="38425"/>
                  <a:pt x="709149" y="35261"/>
                  <a:pt x="707553" y="33212"/>
                </a:cubicBezTo>
                <a:cubicBezTo>
                  <a:pt x="705957" y="31163"/>
                  <a:pt x="703582" y="30138"/>
                  <a:pt x="700426" y="30138"/>
                </a:cubicBezTo>
                <a:cubicBezTo>
                  <a:pt x="699266" y="30138"/>
                  <a:pt x="698132" y="30310"/>
                  <a:pt x="697026" y="30655"/>
                </a:cubicBezTo>
                <a:cubicBezTo>
                  <a:pt x="695920" y="31000"/>
                  <a:pt x="694769" y="31598"/>
                  <a:pt x="693572" y="32450"/>
                </a:cubicBezTo>
                <a:cubicBezTo>
                  <a:pt x="692375" y="33302"/>
                  <a:pt x="691078" y="34454"/>
                  <a:pt x="689682" y="35905"/>
                </a:cubicBezTo>
                <a:cubicBezTo>
                  <a:pt x="688286" y="37355"/>
                  <a:pt x="686717" y="39169"/>
                  <a:pt x="684976" y="41345"/>
                </a:cubicBezTo>
                <a:lnTo>
                  <a:pt x="684976" y="77576"/>
                </a:lnTo>
                <a:lnTo>
                  <a:pt x="675511" y="77576"/>
                </a:lnTo>
                <a:lnTo>
                  <a:pt x="675511" y="22957"/>
                </a:lnTo>
                <a:close/>
                <a:moveTo>
                  <a:pt x="758903" y="21978"/>
                </a:moveTo>
                <a:cubicBezTo>
                  <a:pt x="760027" y="21978"/>
                  <a:pt x="761097" y="22205"/>
                  <a:pt x="762113" y="22658"/>
                </a:cubicBezTo>
                <a:cubicBezTo>
                  <a:pt x="763128" y="23111"/>
                  <a:pt x="764017" y="23719"/>
                  <a:pt x="764778" y="24480"/>
                </a:cubicBezTo>
                <a:cubicBezTo>
                  <a:pt x="765540" y="25242"/>
                  <a:pt x="766147" y="26131"/>
                  <a:pt x="766601" y="27146"/>
                </a:cubicBezTo>
                <a:cubicBezTo>
                  <a:pt x="767054" y="28162"/>
                  <a:pt x="767281" y="29231"/>
                  <a:pt x="767281" y="30356"/>
                </a:cubicBezTo>
                <a:cubicBezTo>
                  <a:pt x="767281" y="31516"/>
                  <a:pt x="767054" y="32595"/>
                  <a:pt x="766601" y="33593"/>
                </a:cubicBezTo>
                <a:cubicBezTo>
                  <a:pt x="766147" y="34590"/>
                  <a:pt x="765540" y="35469"/>
                  <a:pt x="764778" y="36231"/>
                </a:cubicBezTo>
                <a:cubicBezTo>
                  <a:pt x="764017" y="36993"/>
                  <a:pt x="763128" y="37591"/>
                  <a:pt x="762113" y="38026"/>
                </a:cubicBezTo>
                <a:cubicBezTo>
                  <a:pt x="761097" y="38462"/>
                  <a:pt x="760027" y="38679"/>
                  <a:pt x="758903" y="38679"/>
                </a:cubicBezTo>
                <a:cubicBezTo>
                  <a:pt x="757742" y="38679"/>
                  <a:pt x="756664" y="38462"/>
                  <a:pt x="755666" y="38026"/>
                </a:cubicBezTo>
                <a:cubicBezTo>
                  <a:pt x="754669" y="37591"/>
                  <a:pt x="753789" y="36993"/>
                  <a:pt x="753028" y="36231"/>
                </a:cubicBezTo>
                <a:cubicBezTo>
                  <a:pt x="752266" y="35469"/>
                  <a:pt x="751668" y="34590"/>
                  <a:pt x="751232" y="33593"/>
                </a:cubicBezTo>
                <a:cubicBezTo>
                  <a:pt x="750797" y="32595"/>
                  <a:pt x="750580" y="31516"/>
                  <a:pt x="750580" y="30356"/>
                </a:cubicBezTo>
                <a:cubicBezTo>
                  <a:pt x="750580" y="29231"/>
                  <a:pt x="750797" y="28162"/>
                  <a:pt x="751232" y="27146"/>
                </a:cubicBezTo>
                <a:cubicBezTo>
                  <a:pt x="751668" y="26131"/>
                  <a:pt x="752266" y="25242"/>
                  <a:pt x="753028" y="24480"/>
                </a:cubicBezTo>
                <a:cubicBezTo>
                  <a:pt x="753789" y="23719"/>
                  <a:pt x="754669" y="23111"/>
                  <a:pt x="755666" y="22658"/>
                </a:cubicBezTo>
                <a:cubicBezTo>
                  <a:pt x="756664" y="22205"/>
                  <a:pt x="757742" y="21978"/>
                  <a:pt x="758903" y="21978"/>
                </a:cubicBezTo>
                <a:moveTo>
                  <a:pt x="758903" y="61854"/>
                </a:moveTo>
                <a:cubicBezTo>
                  <a:pt x="760027" y="61854"/>
                  <a:pt x="761097" y="62081"/>
                  <a:pt x="762113" y="62534"/>
                </a:cubicBezTo>
                <a:cubicBezTo>
                  <a:pt x="763128" y="62987"/>
                  <a:pt x="764017" y="63595"/>
                  <a:pt x="764778" y="64356"/>
                </a:cubicBezTo>
                <a:cubicBezTo>
                  <a:pt x="765540" y="65118"/>
                  <a:pt x="766147" y="66007"/>
                  <a:pt x="766601" y="67022"/>
                </a:cubicBezTo>
                <a:cubicBezTo>
                  <a:pt x="767054" y="68038"/>
                  <a:pt x="767281" y="69107"/>
                  <a:pt x="767281" y="70232"/>
                </a:cubicBezTo>
                <a:cubicBezTo>
                  <a:pt x="767281" y="71392"/>
                  <a:pt x="767054" y="72471"/>
                  <a:pt x="766601" y="73469"/>
                </a:cubicBezTo>
                <a:cubicBezTo>
                  <a:pt x="766147" y="74466"/>
                  <a:pt x="765540" y="75345"/>
                  <a:pt x="764778" y="76107"/>
                </a:cubicBezTo>
                <a:cubicBezTo>
                  <a:pt x="764017" y="76869"/>
                  <a:pt x="763128" y="77467"/>
                  <a:pt x="762113" y="77902"/>
                </a:cubicBezTo>
                <a:cubicBezTo>
                  <a:pt x="761097" y="78337"/>
                  <a:pt x="760027" y="78555"/>
                  <a:pt x="758903" y="78555"/>
                </a:cubicBezTo>
                <a:cubicBezTo>
                  <a:pt x="757742" y="78555"/>
                  <a:pt x="756664" y="78337"/>
                  <a:pt x="755666" y="77902"/>
                </a:cubicBezTo>
                <a:cubicBezTo>
                  <a:pt x="754669" y="77467"/>
                  <a:pt x="753789" y="76869"/>
                  <a:pt x="753028" y="76107"/>
                </a:cubicBezTo>
                <a:cubicBezTo>
                  <a:pt x="752266" y="75345"/>
                  <a:pt x="751668" y="74466"/>
                  <a:pt x="751232" y="73469"/>
                </a:cubicBezTo>
                <a:cubicBezTo>
                  <a:pt x="750797" y="72471"/>
                  <a:pt x="750580" y="71392"/>
                  <a:pt x="750580" y="70232"/>
                </a:cubicBezTo>
                <a:cubicBezTo>
                  <a:pt x="750580" y="69107"/>
                  <a:pt x="750797" y="68038"/>
                  <a:pt x="751232" y="67022"/>
                </a:cubicBezTo>
                <a:cubicBezTo>
                  <a:pt x="751668" y="66007"/>
                  <a:pt x="752266" y="65118"/>
                  <a:pt x="753028" y="64356"/>
                </a:cubicBezTo>
                <a:cubicBezTo>
                  <a:pt x="753789" y="63595"/>
                  <a:pt x="754669" y="62987"/>
                  <a:pt x="755666" y="62534"/>
                </a:cubicBezTo>
                <a:cubicBezTo>
                  <a:pt x="756664" y="62081"/>
                  <a:pt x="757742" y="61854"/>
                  <a:pt x="758903" y="61854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2" name="Text 1)Execution-basedRepresentative">
            <a:extLst xmlns:a="http://schemas.openxmlformats.org/drawingml/2006/main">
              <a:ext uri="{FF2B5EF4-FFF2-40B4-BE49-F238E27FC236}">
                <a16:creationId xmlns:a16="http://schemas.microsoft.com/office/drawing/2014/main" id="{2EFF49DC-0784-4B8B-BD4E-126371991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5012" y="3323655"/>
            <a:ext cx="3224483" cy="183414"/>
          </a:xfrm>
          <a:custGeom xmlns:a="http://schemas.openxmlformats.org/drawingml/2006/main">
            <a:pathLst>
              <a:path w="3224483" h="183414">
                <a:moveTo>
                  <a:pt x="61392" y="142232"/>
                </a:moveTo>
                <a:lnTo>
                  <a:pt x="34605" y="142232"/>
                </a:lnTo>
                <a:lnTo>
                  <a:pt x="34605" y="41388"/>
                </a:lnTo>
                <a:cubicBezTo>
                  <a:pt x="24817" y="50575"/>
                  <a:pt x="13283" y="57371"/>
                  <a:pt x="0" y="61774"/>
                </a:cubicBezTo>
                <a:lnTo>
                  <a:pt x="0" y="37369"/>
                </a:lnTo>
                <a:cubicBezTo>
                  <a:pt x="6991" y="35075"/>
                  <a:pt x="14585" y="30727"/>
                  <a:pt x="22784" y="24324"/>
                </a:cubicBezTo>
                <a:cubicBezTo>
                  <a:pt x="30982" y="17919"/>
                  <a:pt x="36607" y="10447"/>
                  <a:pt x="39657" y="1907"/>
                </a:cubicBezTo>
                <a:lnTo>
                  <a:pt x="61392" y="1907"/>
                </a:lnTo>
                <a:lnTo>
                  <a:pt x="61392" y="142232"/>
                </a:lnTo>
                <a:close/>
                <a:moveTo>
                  <a:pt x="99753" y="183414"/>
                </a:moveTo>
                <a:cubicBezTo>
                  <a:pt x="105028" y="172090"/>
                  <a:pt x="108746" y="163406"/>
                  <a:pt x="110907" y="157362"/>
                </a:cubicBezTo>
                <a:cubicBezTo>
                  <a:pt x="113068" y="151319"/>
                  <a:pt x="115070" y="144353"/>
                  <a:pt x="116913" y="136464"/>
                </a:cubicBezTo>
                <a:cubicBezTo>
                  <a:pt x="118756" y="128574"/>
                  <a:pt x="120122" y="121083"/>
                  <a:pt x="121012" y="113990"/>
                </a:cubicBezTo>
                <a:cubicBezTo>
                  <a:pt x="121902" y="106896"/>
                  <a:pt x="122346" y="99627"/>
                  <a:pt x="122346" y="92184"/>
                </a:cubicBezTo>
                <a:cubicBezTo>
                  <a:pt x="122346" y="77042"/>
                  <a:pt x="120726" y="62712"/>
                  <a:pt x="117485" y="49193"/>
                </a:cubicBezTo>
                <a:cubicBezTo>
                  <a:pt x="114243" y="35674"/>
                  <a:pt x="108269" y="19276"/>
                  <a:pt x="99563" y="0"/>
                </a:cubicBezTo>
                <a:lnTo>
                  <a:pt x="117771" y="0"/>
                </a:lnTo>
                <a:cubicBezTo>
                  <a:pt x="127367" y="13678"/>
                  <a:pt x="134819" y="28183"/>
                  <a:pt x="140125" y="43515"/>
                </a:cubicBezTo>
                <a:cubicBezTo>
                  <a:pt x="145432" y="58847"/>
                  <a:pt x="148085" y="74402"/>
                  <a:pt x="148085" y="90179"/>
                </a:cubicBezTo>
                <a:cubicBezTo>
                  <a:pt x="148085" y="103475"/>
                  <a:pt x="145988" y="117726"/>
                  <a:pt x="141794" y="132931"/>
                </a:cubicBezTo>
                <a:cubicBezTo>
                  <a:pt x="137027" y="149981"/>
                  <a:pt x="129178" y="166809"/>
                  <a:pt x="118247" y="183414"/>
                </a:cubicBezTo>
                <a:lnTo>
                  <a:pt x="99753" y="183414"/>
                </a:lnTo>
                <a:close/>
                <a:moveTo>
                  <a:pt x="226827" y="142232"/>
                </a:moveTo>
                <a:lnTo>
                  <a:pt x="226827" y="2479"/>
                </a:lnTo>
                <a:lnTo>
                  <a:pt x="330450" y="2479"/>
                </a:lnTo>
                <a:lnTo>
                  <a:pt x="330450" y="26120"/>
                </a:lnTo>
                <a:lnTo>
                  <a:pt x="255044" y="26120"/>
                </a:lnTo>
                <a:lnTo>
                  <a:pt x="255044" y="57007"/>
                </a:lnTo>
                <a:lnTo>
                  <a:pt x="325207" y="57007"/>
                </a:lnTo>
                <a:lnTo>
                  <a:pt x="325207" y="80649"/>
                </a:lnTo>
                <a:lnTo>
                  <a:pt x="255044" y="80649"/>
                </a:lnTo>
                <a:lnTo>
                  <a:pt x="255044" y="118590"/>
                </a:lnTo>
                <a:lnTo>
                  <a:pt x="333119" y="118590"/>
                </a:lnTo>
                <a:lnTo>
                  <a:pt x="333119" y="142232"/>
                </a:lnTo>
                <a:lnTo>
                  <a:pt x="226827" y="142232"/>
                </a:lnTo>
                <a:close/>
                <a:moveTo>
                  <a:pt x="344389" y="142232"/>
                </a:moveTo>
                <a:lnTo>
                  <a:pt x="380900" y="90087"/>
                </a:lnTo>
                <a:lnTo>
                  <a:pt x="345914" y="40992"/>
                </a:lnTo>
                <a:lnTo>
                  <a:pt x="378612" y="40992"/>
                </a:lnTo>
                <a:lnTo>
                  <a:pt x="396534" y="68828"/>
                </a:lnTo>
                <a:lnTo>
                  <a:pt x="415409" y="40992"/>
                </a:lnTo>
                <a:lnTo>
                  <a:pt x="446868" y="40992"/>
                </a:lnTo>
                <a:lnTo>
                  <a:pt x="412549" y="88943"/>
                </a:lnTo>
                <a:lnTo>
                  <a:pt x="450014" y="142232"/>
                </a:lnTo>
                <a:lnTo>
                  <a:pt x="417125" y="142232"/>
                </a:lnTo>
                <a:lnTo>
                  <a:pt x="396534" y="110868"/>
                </a:lnTo>
                <a:lnTo>
                  <a:pt x="375752" y="142232"/>
                </a:lnTo>
                <a:lnTo>
                  <a:pt x="344389" y="142232"/>
                </a:lnTo>
                <a:close/>
                <a:moveTo>
                  <a:pt x="524505" y="110010"/>
                </a:moveTo>
                <a:lnTo>
                  <a:pt x="551197" y="114586"/>
                </a:lnTo>
                <a:cubicBezTo>
                  <a:pt x="547766" y="124342"/>
                  <a:pt x="542348" y="131769"/>
                  <a:pt x="534944" y="136870"/>
                </a:cubicBezTo>
                <a:cubicBezTo>
                  <a:pt x="527540" y="141970"/>
                  <a:pt x="518277" y="144520"/>
                  <a:pt x="507155" y="144520"/>
                </a:cubicBezTo>
                <a:cubicBezTo>
                  <a:pt x="489551" y="144520"/>
                  <a:pt x="476522" y="138768"/>
                  <a:pt x="468070" y="127265"/>
                </a:cubicBezTo>
                <a:cubicBezTo>
                  <a:pt x="461397" y="118050"/>
                  <a:pt x="458060" y="106420"/>
                  <a:pt x="458060" y="92374"/>
                </a:cubicBezTo>
                <a:cubicBezTo>
                  <a:pt x="458060" y="75596"/>
                  <a:pt x="462445" y="62457"/>
                  <a:pt x="471216" y="52956"/>
                </a:cubicBezTo>
                <a:cubicBezTo>
                  <a:pt x="479986" y="43454"/>
                  <a:pt x="491076" y="38704"/>
                  <a:pt x="504486" y="38704"/>
                </a:cubicBezTo>
                <a:cubicBezTo>
                  <a:pt x="519548" y="38704"/>
                  <a:pt x="531432" y="43677"/>
                  <a:pt x="540139" y="53623"/>
                </a:cubicBezTo>
                <a:cubicBezTo>
                  <a:pt x="548846" y="63569"/>
                  <a:pt x="553009" y="78806"/>
                  <a:pt x="552627" y="99334"/>
                </a:cubicBezTo>
                <a:lnTo>
                  <a:pt x="485515" y="99334"/>
                </a:lnTo>
                <a:cubicBezTo>
                  <a:pt x="485706" y="107278"/>
                  <a:pt x="487867" y="113458"/>
                  <a:pt x="491998" y="117875"/>
                </a:cubicBezTo>
                <a:cubicBezTo>
                  <a:pt x="496129" y="122292"/>
                  <a:pt x="501276" y="124501"/>
                  <a:pt x="507441" y="124501"/>
                </a:cubicBezTo>
                <a:cubicBezTo>
                  <a:pt x="511636" y="124501"/>
                  <a:pt x="515163" y="123357"/>
                  <a:pt x="518023" y="121069"/>
                </a:cubicBezTo>
                <a:cubicBezTo>
                  <a:pt x="520883" y="118781"/>
                  <a:pt x="523043" y="115095"/>
                  <a:pt x="524505" y="110010"/>
                </a:cubicBezTo>
                <a:moveTo>
                  <a:pt x="526030" y="82937"/>
                </a:moveTo>
                <a:cubicBezTo>
                  <a:pt x="525840" y="75215"/>
                  <a:pt x="523838" y="69344"/>
                  <a:pt x="520025" y="65325"/>
                </a:cubicBezTo>
                <a:cubicBezTo>
                  <a:pt x="516211" y="61305"/>
                  <a:pt x="511572" y="59295"/>
                  <a:pt x="506106" y="59295"/>
                </a:cubicBezTo>
                <a:cubicBezTo>
                  <a:pt x="500260" y="59295"/>
                  <a:pt x="495430" y="61415"/>
                  <a:pt x="491616" y="65655"/>
                </a:cubicBezTo>
                <a:cubicBezTo>
                  <a:pt x="487803" y="69898"/>
                  <a:pt x="485928" y="75658"/>
                  <a:pt x="485992" y="82937"/>
                </a:cubicBezTo>
                <a:lnTo>
                  <a:pt x="526030" y="82937"/>
                </a:lnTo>
                <a:close/>
                <a:moveTo>
                  <a:pt x="662771" y="70925"/>
                </a:moveTo>
                <a:lnTo>
                  <a:pt x="636365" y="75692"/>
                </a:lnTo>
                <a:cubicBezTo>
                  <a:pt x="635475" y="70449"/>
                  <a:pt x="633457" y="66500"/>
                  <a:pt x="630312" y="63847"/>
                </a:cubicBezTo>
                <a:cubicBezTo>
                  <a:pt x="627166" y="61194"/>
                  <a:pt x="623082" y="59867"/>
                  <a:pt x="618062" y="59867"/>
                </a:cubicBezTo>
                <a:cubicBezTo>
                  <a:pt x="611389" y="59867"/>
                  <a:pt x="606066" y="62164"/>
                  <a:pt x="602094" y="66758"/>
                </a:cubicBezTo>
                <a:cubicBezTo>
                  <a:pt x="598122" y="71351"/>
                  <a:pt x="596136" y="79033"/>
                  <a:pt x="596136" y="89804"/>
                </a:cubicBezTo>
                <a:cubicBezTo>
                  <a:pt x="596136" y="101779"/>
                  <a:pt x="598154" y="110239"/>
                  <a:pt x="602189" y="115182"/>
                </a:cubicBezTo>
                <a:cubicBezTo>
                  <a:pt x="606225" y="120123"/>
                  <a:pt x="611643" y="122594"/>
                  <a:pt x="618443" y="122594"/>
                </a:cubicBezTo>
                <a:cubicBezTo>
                  <a:pt x="623527" y="122594"/>
                  <a:pt x="627690" y="121148"/>
                  <a:pt x="630931" y="118256"/>
                </a:cubicBezTo>
                <a:cubicBezTo>
                  <a:pt x="634172" y="115365"/>
                  <a:pt x="636460" y="110392"/>
                  <a:pt x="637795" y="103337"/>
                </a:cubicBezTo>
                <a:lnTo>
                  <a:pt x="664106" y="107913"/>
                </a:lnTo>
                <a:cubicBezTo>
                  <a:pt x="661373" y="119988"/>
                  <a:pt x="656130" y="129108"/>
                  <a:pt x="648377" y="135273"/>
                </a:cubicBezTo>
                <a:cubicBezTo>
                  <a:pt x="640623" y="141437"/>
                  <a:pt x="630232" y="144520"/>
                  <a:pt x="617204" y="144520"/>
                </a:cubicBezTo>
                <a:cubicBezTo>
                  <a:pt x="602396" y="144520"/>
                  <a:pt x="590591" y="139849"/>
                  <a:pt x="581789" y="130506"/>
                </a:cubicBezTo>
                <a:cubicBezTo>
                  <a:pt x="572987" y="121164"/>
                  <a:pt x="568586" y="108231"/>
                  <a:pt x="568586" y="91707"/>
                </a:cubicBezTo>
                <a:cubicBezTo>
                  <a:pt x="568586" y="74993"/>
                  <a:pt x="573003" y="61980"/>
                  <a:pt x="581836" y="52670"/>
                </a:cubicBezTo>
                <a:cubicBezTo>
                  <a:pt x="590670" y="43359"/>
                  <a:pt x="602618" y="38704"/>
                  <a:pt x="617680" y="38704"/>
                </a:cubicBezTo>
                <a:cubicBezTo>
                  <a:pt x="630010" y="38704"/>
                  <a:pt x="639813" y="41357"/>
                  <a:pt x="647090" y="46664"/>
                </a:cubicBezTo>
                <a:cubicBezTo>
                  <a:pt x="654366" y="51971"/>
                  <a:pt x="659594" y="60058"/>
                  <a:pt x="662771" y="70925"/>
                </a:cubicBezTo>
                <a:close/>
                <a:moveTo>
                  <a:pt x="749751" y="142232"/>
                </a:moveTo>
                <a:lnTo>
                  <a:pt x="749751" y="127074"/>
                </a:lnTo>
                <a:cubicBezTo>
                  <a:pt x="746065" y="132476"/>
                  <a:pt x="741219" y="136735"/>
                  <a:pt x="735213" y="139849"/>
                </a:cubicBezTo>
                <a:cubicBezTo>
                  <a:pt x="729208" y="142963"/>
                  <a:pt x="722868" y="144520"/>
                  <a:pt x="716195" y="144520"/>
                </a:cubicBezTo>
                <a:cubicBezTo>
                  <a:pt x="709395" y="144520"/>
                  <a:pt x="703294" y="143026"/>
                  <a:pt x="697892" y="140039"/>
                </a:cubicBezTo>
                <a:cubicBezTo>
                  <a:pt x="692490" y="137052"/>
                  <a:pt x="688581" y="132858"/>
                  <a:pt x="686166" y="127456"/>
                </a:cubicBezTo>
                <a:cubicBezTo>
                  <a:pt x="683751" y="122054"/>
                  <a:pt x="682544" y="114586"/>
                  <a:pt x="682544" y="105053"/>
                </a:cubicBezTo>
                <a:lnTo>
                  <a:pt x="682544" y="40992"/>
                </a:lnTo>
                <a:lnTo>
                  <a:pt x="709331" y="40992"/>
                </a:lnTo>
                <a:lnTo>
                  <a:pt x="709331" y="87405"/>
                </a:lnTo>
                <a:cubicBezTo>
                  <a:pt x="709331" y="101610"/>
                  <a:pt x="709824" y="110312"/>
                  <a:pt x="710809" y="113514"/>
                </a:cubicBezTo>
                <a:cubicBezTo>
                  <a:pt x="711794" y="116715"/>
                  <a:pt x="713589" y="119251"/>
                  <a:pt x="716195" y="121122"/>
                </a:cubicBezTo>
                <a:cubicBezTo>
                  <a:pt x="718801" y="122993"/>
                  <a:pt x="722105" y="123929"/>
                  <a:pt x="726109" y="123929"/>
                </a:cubicBezTo>
                <a:cubicBezTo>
                  <a:pt x="730685" y="123929"/>
                  <a:pt x="734784" y="122676"/>
                  <a:pt x="738407" y="120172"/>
                </a:cubicBezTo>
                <a:cubicBezTo>
                  <a:pt x="742029" y="117668"/>
                  <a:pt x="744508" y="114560"/>
                  <a:pt x="745843" y="110851"/>
                </a:cubicBezTo>
                <a:cubicBezTo>
                  <a:pt x="747177" y="107141"/>
                  <a:pt x="747844" y="98058"/>
                  <a:pt x="747844" y="83601"/>
                </a:cubicBezTo>
                <a:lnTo>
                  <a:pt x="747844" y="40992"/>
                </a:lnTo>
                <a:lnTo>
                  <a:pt x="774632" y="40992"/>
                </a:lnTo>
                <a:lnTo>
                  <a:pt x="774632" y="142232"/>
                </a:lnTo>
                <a:lnTo>
                  <a:pt x="749751" y="142232"/>
                </a:lnTo>
                <a:close/>
                <a:moveTo>
                  <a:pt x="848988" y="40992"/>
                </a:moveTo>
                <a:lnTo>
                  <a:pt x="848988" y="62346"/>
                </a:lnTo>
                <a:lnTo>
                  <a:pt x="830684" y="62346"/>
                </a:lnTo>
                <a:lnTo>
                  <a:pt x="830684" y="103081"/>
                </a:lnTo>
                <a:cubicBezTo>
                  <a:pt x="830684" y="111331"/>
                  <a:pt x="830859" y="116138"/>
                  <a:pt x="831209" y="117503"/>
                </a:cubicBezTo>
                <a:cubicBezTo>
                  <a:pt x="831558" y="118865"/>
                  <a:pt x="832352" y="119991"/>
                  <a:pt x="833592" y="120881"/>
                </a:cubicBezTo>
                <a:cubicBezTo>
                  <a:pt x="834831" y="121769"/>
                  <a:pt x="836340" y="122213"/>
                  <a:pt x="838120" y="122213"/>
                </a:cubicBezTo>
                <a:cubicBezTo>
                  <a:pt x="840599" y="122213"/>
                  <a:pt x="844189" y="121355"/>
                  <a:pt x="848892" y="119639"/>
                </a:cubicBezTo>
                <a:lnTo>
                  <a:pt x="851180" y="140498"/>
                </a:lnTo>
                <a:cubicBezTo>
                  <a:pt x="844952" y="143179"/>
                  <a:pt x="837898" y="144520"/>
                  <a:pt x="830017" y="144520"/>
                </a:cubicBezTo>
                <a:cubicBezTo>
                  <a:pt x="825187" y="144520"/>
                  <a:pt x="820833" y="143710"/>
                  <a:pt x="816957" y="142089"/>
                </a:cubicBezTo>
                <a:cubicBezTo>
                  <a:pt x="813080" y="140468"/>
                  <a:pt x="810236" y="138371"/>
                  <a:pt x="808425" y="135797"/>
                </a:cubicBezTo>
                <a:cubicBezTo>
                  <a:pt x="806613" y="133223"/>
                  <a:pt x="805358" y="129744"/>
                  <a:pt x="804659" y="125359"/>
                </a:cubicBezTo>
                <a:cubicBezTo>
                  <a:pt x="804087" y="122244"/>
                  <a:pt x="803801" y="115953"/>
                  <a:pt x="803801" y="106483"/>
                </a:cubicBezTo>
                <a:lnTo>
                  <a:pt x="803801" y="62346"/>
                </a:lnTo>
                <a:lnTo>
                  <a:pt x="791504" y="62346"/>
                </a:lnTo>
                <a:lnTo>
                  <a:pt x="791504" y="40992"/>
                </a:lnTo>
                <a:lnTo>
                  <a:pt x="803801" y="40992"/>
                </a:lnTo>
                <a:lnTo>
                  <a:pt x="803801" y="20782"/>
                </a:lnTo>
                <a:lnTo>
                  <a:pt x="830684" y="4957"/>
                </a:lnTo>
                <a:lnTo>
                  <a:pt x="830684" y="40992"/>
                </a:lnTo>
                <a:lnTo>
                  <a:pt x="848988" y="40992"/>
                </a:lnTo>
                <a:close/>
                <a:moveTo>
                  <a:pt x="867524" y="27264"/>
                </a:moveTo>
                <a:lnTo>
                  <a:pt x="867524" y="2479"/>
                </a:lnTo>
                <a:lnTo>
                  <a:pt x="894311" y="2479"/>
                </a:lnTo>
                <a:lnTo>
                  <a:pt x="894311" y="27264"/>
                </a:lnTo>
                <a:lnTo>
                  <a:pt x="867524" y="27264"/>
                </a:lnTo>
                <a:moveTo>
                  <a:pt x="867524" y="142232"/>
                </a:moveTo>
                <a:lnTo>
                  <a:pt x="867524" y="40992"/>
                </a:lnTo>
                <a:lnTo>
                  <a:pt x="894311" y="40992"/>
                </a:lnTo>
                <a:lnTo>
                  <a:pt x="894311" y="142232"/>
                </a:lnTo>
                <a:lnTo>
                  <a:pt x="867524" y="142232"/>
                </a:lnTo>
                <a:close/>
                <a:moveTo>
                  <a:pt x="915811" y="90182"/>
                </a:moveTo>
                <a:cubicBezTo>
                  <a:pt x="915811" y="81284"/>
                  <a:pt x="918004" y="72673"/>
                  <a:pt x="922389" y="64348"/>
                </a:cubicBezTo>
                <a:cubicBezTo>
                  <a:pt x="926774" y="56022"/>
                  <a:pt x="932987" y="49667"/>
                  <a:pt x="941026" y="45282"/>
                </a:cubicBezTo>
                <a:cubicBezTo>
                  <a:pt x="949066" y="40896"/>
                  <a:pt x="958042" y="38704"/>
                  <a:pt x="967957" y="38704"/>
                </a:cubicBezTo>
                <a:cubicBezTo>
                  <a:pt x="983273" y="38704"/>
                  <a:pt x="995825" y="43677"/>
                  <a:pt x="1005612" y="53623"/>
                </a:cubicBezTo>
                <a:cubicBezTo>
                  <a:pt x="1015399" y="63569"/>
                  <a:pt x="1020293" y="76137"/>
                  <a:pt x="1020293" y="91326"/>
                </a:cubicBezTo>
                <a:cubicBezTo>
                  <a:pt x="1020293" y="106642"/>
                  <a:pt x="1015351" y="119337"/>
                  <a:pt x="1005469" y="129410"/>
                </a:cubicBezTo>
                <a:cubicBezTo>
                  <a:pt x="995586" y="139483"/>
                  <a:pt x="983146" y="144520"/>
                  <a:pt x="968147" y="144520"/>
                </a:cubicBezTo>
                <a:cubicBezTo>
                  <a:pt x="958869" y="144520"/>
                  <a:pt x="950019" y="142423"/>
                  <a:pt x="941598" y="138228"/>
                </a:cubicBezTo>
                <a:cubicBezTo>
                  <a:pt x="933177" y="134034"/>
                  <a:pt x="926774" y="127885"/>
                  <a:pt x="922389" y="119782"/>
                </a:cubicBezTo>
                <a:cubicBezTo>
                  <a:pt x="918004" y="111679"/>
                  <a:pt x="915811" y="101812"/>
                  <a:pt x="915811" y="90182"/>
                </a:cubicBezTo>
                <a:moveTo>
                  <a:pt x="943266" y="91612"/>
                </a:moveTo>
                <a:cubicBezTo>
                  <a:pt x="943266" y="101621"/>
                  <a:pt x="945650" y="109288"/>
                  <a:pt x="950416" y="114610"/>
                </a:cubicBezTo>
                <a:cubicBezTo>
                  <a:pt x="955182" y="119933"/>
                  <a:pt x="961061" y="122594"/>
                  <a:pt x="968052" y="122594"/>
                </a:cubicBezTo>
                <a:cubicBezTo>
                  <a:pt x="975043" y="122594"/>
                  <a:pt x="980906" y="119933"/>
                  <a:pt x="985640" y="114610"/>
                </a:cubicBezTo>
                <a:cubicBezTo>
                  <a:pt x="990375" y="109288"/>
                  <a:pt x="992742" y="101558"/>
                  <a:pt x="992742" y="91421"/>
                </a:cubicBezTo>
                <a:cubicBezTo>
                  <a:pt x="992742" y="81539"/>
                  <a:pt x="990375" y="73936"/>
                  <a:pt x="985640" y="68614"/>
                </a:cubicBezTo>
                <a:cubicBezTo>
                  <a:pt x="980906" y="63291"/>
                  <a:pt x="975043" y="60630"/>
                  <a:pt x="968052" y="60630"/>
                </a:cubicBezTo>
                <a:cubicBezTo>
                  <a:pt x="961061" y="60630"/>
                  <a:pt x="955182" y="63291"/>
                  <a:pt x="950416" y="68614"/>
                </a:cubicBezTo>
                <a:cubicBezTo>
                  <a:pt x="945650" y="73936"/>
                  <a:pt x="943266" y="81602"/>
                  <a:pt x="943266" y="91612"/>
                </a:cubicBezTo>
                <a:close/>
                <a:moveTo>
                  <a:pt x="1133543" y="142232"/>
                </a:moveTo>
                <a:lnTo>
                  <a:pt x="1106755" y="142232"/>
                </a:lnTo>
                <a:lnTo>
                  <a:pt x="1106755" y="90623"/>
                </a:lnTo>
                <a:cubicBezTo>
                  <a:pt x="1106755" y="79704"/>
                  <a:pt x="1106183" y="72641"/>
                  <a:pt x="1105039" y="69436"/>
                </a:cubicBezTo>
                <a:cubicBezTo>
                  <a:pt x="1103895" y="66230"/>
                  <a:pt x="1102036" y="63739"/>
                  <a:pt x="1099462" y="61961"/>
                </a:cubicBezTo>
                <a:cubicBezTo>
                  <a:pt x="1096888" y="60184"/>
                  <a:pt x="1093790" y="59295"/>
                  <a:pt x="1090168" y="59295"/>
                </a:cubicBezTo>
                <a:cubicBezTo>
                  <a:pt x="1085528" y="59295"/>
                  <a:pt x="1081365" y="60565"/>
                  <a:pt x="1077679" y="63105"/>
                </a:cubicBezTo>
                <a:cubicBezTo>
                  <a:pt x="1073993" y="65643"/>
                  <a:pt x="1071467" y="69008"/>
                  <a:pt x="1070101" y="73198"/>
                </a:cubicBezTo>
                <a:cubicBezTo>
                  <a:pt x="1068734" y="77387"/>
                  <a:pt x="1068051" y="85131"/>
                  <a:pt x="1068051" y="96432"/>
                </a:cubicBezTo>
                <a:lnTo>
                  <a:pt x="1068051" y="142232"/>
                </a:lnTo>
                <a:lnTo>
                  <a:pt x="1041263" y="142232"/>
                </a:lnTo>
                <a:lnTo>
                  <a:pt x="1041263" y="40992"/>
                </a:lnTo>
                <a:lnTo>
                  <a:pt x="1066145" y="40992"/>
                </a:lnTo>
                <a:lnTo>
                  <a:pt x="1066145" y="55863"/>
                </a:lnTo>
                <a:cubicBezTo>
                  <a:pt x="1074978" y="44424"/>
                  <a:pt x="1086100" y="38704"/>
                  <a:pt x="1099510" y="38704"/>
                </a:cubicBezTo>
                <a:cubicBezTo>
                  <a:pt x="1105420" y="38704"/>
                  <a:pt x="1110822" y="39768"/>
                  <a:pt x="1115716" y="41897"/>
                </a:cubicBezTo>
                <a:cubicBezTo>
                  <a:pt x="1120610" y="44026"/>
                  <a:pt x="1124312" y="46743"/>
                  <a:pt x="1126822" y="50048"/>
                </a:cubicBezTo>
                <a:cubicBezTo>
                  <a:pt x="1129332" y="53353"/>
                  <a:pt x="1131080" y="57102"/>
                  <a:pt x="1132065" y="61297"/>
                </a:cubicBezTo>
                <a:cubicBezTo>
                  <a:pt x="1133050" y="65491"/>
                  <a:pt x="1133543" y="71497"/>
                  <a:pt x="1133543" y="79314"/>
                </a:cubicBezTo>
                <a:lnTo>
                  <a:pt x="1133543" y="142232"/>
                </a:lnTo>
                <a:close/>
                <a:moveTo>
                  <a:pt x="1157850" y="104863"/>
                </a:moveTo>
                <a:lnTo>
                  <a:pt x="1157850" y="77980"/>
                </a:lnTo>
                <a:lnTo>
                  <a:pt x="1210472" y="77980"/>
                </a:lnTo>
                <a:lnTo>
                  <a:pt x="1210472" y="104863"/>
                </a:lnTo>
                <a:lnTo>
                  <a:pt x="1157850" y="104863"/>
                </a:lnTo>
                <a:close/>
                <a:moveTo>
                  <a:pt x="1224718" y="142232"/>
                </a:moveTo>
                <a:lnTo>
                  <a:pt x="1224718" y="2479"/>
                </a:lnTo>
                <a:lnTo>
                  <a:pt x="1251506" y="2479"/>
                </a:lnTo>
                <a:lnTo>
                  <a:pt x="1251506" y="52813"/>
                </a:lnTo>
                <a:cubicBezTo>
                  <a:pt x="1259768" y="43407"/>
                  <a:pt x="1269555" y="38704"/>
                  <a:pt x="1280868" y="38704"/>
                </a:cubicBezTo>
                <a:cubicBezTo>
                  <a:pt x="1293197" y="38704"/>
                  <a:pt x="1303397" y="43168"/>
                  <a:pt x="1311468" y="52098"/>
                </a:cubicBezTo>
                <a:cubicBezTo>
                  <a:pt x="1319540" y="61027"/>
                  <a:pt x="1323575" y="73849"/>
                  <a:pt x="1323575" y="90563"/>
                </a:cubicBezTo>
                <a:cubicBezTo>
                  <a:pt x="1323575" y="107850"/>
                  <a:pt x="1319460" y="121164"/>
                  <a:pt x="1311230" y="130506"/>
                </a:cubicBezTo>
                <a:cubicBezTo>
                  <a:pt x="1303000" y="139849"/>
                  <a:pt x="1293006" y="144520"/>
                  <a:pt x="1281249" y="144520"/>
                </a:cubicBezTo>
                <a:cubicBezTo>
                  <a:pt x="1275466" y="144520"/>
                  <a:pt x="1269762" y="143074"/>
                  <a:pt x="1264137" y="140182"/>
                </a:cubicBezTo>
                <a:cubicBezTo>
                  <a:pt x="1258513" y="137291"/>
                  <a:pt x="1253667" y="133017"/>
                  <a:pt x="1249599" y="127360"/>
                </a:cubicBezTo>
                <a:lnTo>
                  <a:pt x="1249599" y="142232"/>
                </a:lnTo>
                <a:lnTo>
                  <a:pt x="1224718" y="142232"/>
                </a:lnTo>
                <a:moveTo>
                  <a:pt x="1251315" y="89470"/>
                </a:moveTo>
                <a:cubicBezTo>
                  <a:pt x="1251315" y="99940"/>
                  <a:pt x="1252968" y="107682"/>
                  <a:pt x="1256272" y="112695"/>
                </a:cubicBezTo>
                <a:cubicBezTo>
                  <a:pt x="1260912" y="119803"/>
                  <a:pt x="1267077" y="123357"/>
                  <a:pt x="1274766" y="123357"/>
                </a:cubicBezTo>
                <a:cubicBezTo>
                  <a:pt x="1280677" y="123357"/>
                  <a:pt x="1285713" y="120834"/>
                  <a:pt x="1289876" y="115790"/>
                </a:cubicBezTo>
                <a:cubicBezTo>
                  <a:pt x="1294039" y="110745"/>
                  <a:pt x="1296120" y="102797"/>
                  <a:pt x="1296120" y="91945"/>
                </a:cubicBezTo>
                <a:cubicBezTo>
                  <a:pt x="1296120" y="80395"/>
                  <a:pt x="1294023" y="72065"/>
                  <a:pt x="1289829" y="66957"/>
                </a:cubicBezTo>
                <a:cubicBezTo>
                  <a:pt x="1285634" y="61849"/>
                  <a:pt x="1280264" y="59295"/>
                  <a:pt x="1273718" y="59295"/>
                </a:cubicBezTo>
                <a:cubicBezTo>
                  <a:pt x="1267299" y="59295"/>
                  <a:pt x="1261960" y="61787"/>
                  <a:pt x="1257702" y="66770"/>
                </a:cubicBezTo>
                <a:cubicBezTo>
                  <a:pt x="1253444" y="71750"/>
                  <a:pt x="1251315" y="79317"/>
                  <a:pt x="1251315" y="89470"/>
                </a:cubicBezTo>
                <a:close/>
                <a:moveTo>
                  <a:pt x="1365328" y="72260"/>
                </a:moveTo>
                <a:lnTo>
                  <a:pt x="1341019" y="67875"/>
                </a:lnTo>
                <a:cubicBezTo>
                  <a:pt x="1343752" y="57958"/>
                  <a:pt x="1348455" y="50618"/>
                  <a:pt x="1355128" y="45854"/>
                </a:cubicBezTo>
                <a:cubicBezTo>
                  <a:pt x="1361801" y="41087"/>
                  <a:pt x="1371715" y="38704"/>
                  <a:pt x="1384870" y="38704"/>
                </a:cubicBezTo>
                <a:cubicBezTo>
                  <a:pt x="1396818" y="38704"/>
                  <a:pt x="1405716" y="40118"/>
                  <a:pt x="1411563" y="42946"/>
                </a:cubicBezTo>
                <a:cubicBezTo>
                  <a:pt x="1417410" y="45774"/>
                  <a:pt x="1421525" y="49365"/>
                  <a:pt x="1423908" y="53718"/>
                </a:cubicBezTo>
                <a:cubicBezTo>
                  <a:pt x="1426291" y="58072"/>
                  <a:pt x="1427483" y="66063"/>
                  <a:pt x="1427483" y="77694"/>
                </a:cubicBezTo>
                <a:lnTo>
                  <a:pt x="1427197" y="108962"/>
                </a:lnTo>
                <a:cubicBezTo>
                  <a:pt x="1427197" y="117859"/>
                  <a:pt x="1427626" y="124421"/>
                  <a:pt x="1428484" y="128647"/>
                </a:cubicBezTo>
                <a:cubicBezTo>
                  <a:pt x="1429342" y="132874"/>
                  <a:pt x="1430947" y="137402"/>
                  <a:pt x="1433298" y="142232"/>
                </a:cubicBezTo>
                <a:lnTo>
                  <a:pt x="1406796" y="142232"/>
                </a:lnTo>
                <a:cubicBezTo>
                  <a:pt x="1406097" y="140452"/>
                  <a:pt x="1405239" y="137815"/>
                  <a:pt x="1404222" y="134320"/>
                </a:cubicBezTo>
                <a:cubicBezTo>
                  <a:pt x="1403778" y="132731"/>
                  <a:pt x="1403460" y="131682"/>
                  <a:pt x="1403269" y="131174"/>
                </a:cubicBezTo>
                <a:cubicBezTo>
                  <a:pt x="1398693" y="135622"/>
                  <a:pt x="1393800" y="138959"/>
                  <a:pt x="1388588" y="141183"/>
                </a:cubicBezTo>
                <a:cubicBezTo>
                  <a:pt x="1383377" y="143408"/>
                  <a:pt x="1377816" y="144520"/>
                  <a:pt x="1371906" y="144520"/>
                </a:cubicBezTo>
                <a:cubicBezTo>
                  <a:pt x="1361483" y="144520"/>
                  <a:pt x="1353269" y="141704"/>
                  <a:pt x="1347263" y="136071"/>
                </a:cubicBezTo>
                <a:cubicBezTo>
                  <a:pt x="1341257" y="130439"/>
                  <a:pt x="1338254" y="123319"/>
                  <a:pt x="1338254" y="114711"/>
                </a:cubicBezTo>
                <a:cubicBezTo>
                  <a:pt x="1338254" y="109015"/>
                  <a:pt x="1339621" y="103937"/>
                  <a:pt x="1342353" y="99477"/>
                </a:cubicBezTo>
                <a:cubicBezTo>
                  <a:pt x="1345086" y="95014"/>
                  <a:pt x="1348915" y="91596"/>
                  <a:pt x="1353841" y="89223"/>
                </a:cubicBezTo>
                <a:cubicBezTo>
                  <a:pt x="1358766" y="86849"/>
                  <a:pt x="1365868" y="84777"/>
                  <a:pt x="1375147" y="83005"/>
                </a:cubicBezTo>
                <a:cubicBezTo>
                  <a:pt x="1387667" y="80664"/>
                  <a:pt x="1396342" y="78480"/>
                  <a:pt x="1401172" y="76454"/>
                </a:cubicBezTo>
                <a:lnTo>
                  <a:pt x="1401172" y="73755"/>
                </a:lnTo>
                <a:cubicBezTo>
                  <a:pt x="1401172" y="68550"/>
                  <a:pt x="1399901" y="64839"/>
                  <a:pt x="1397359" y="62623"/>
                </a:cubicBezTo>
                <a:cubicBezTo>
                  <a:pt x="1394817" y="60404"/>
                  <a:pt x="1390018" y="59295"/>
                  <a:pt x="1382964" y="59295"/>
                </a:cubicBezTo>
                <a:cubicBezTo>
                  <a:pt x="1378197" y="59295"/>
                  <a:pt x="1374480" y="60254"/>
                  <a:pt x="1371810" y="62173"/>
                </a:cubicBezTo>
                <a:cubicBezTo>
                  <a:pt x="1369141" y="64089"/>
                  <a:pt x="1366980" y="67452"/>
                  <a:pt x="1365328" y="72260"/>
                </a:cubicBezTo>
                <a:moveTo>
                  <a:pt x="1401172" y="93995"/>
                </a:moveTo>
                <a:cubicBezTo>
                  <a:pt x="1397740" y="95125"/>
                  <a:pt x="1392306" y="96476"/>
                  <a:pt x="1384870" y="98047"/>
                </a:cubicBezTo>
                <a:cubicBezTo>
                  <a:pt x="1377435" y="99616"/>
                  <a:pt x="1372573" y="101154"/>
                  <a:pt x="1370285" y="102661"/>
                </a:cubicBezTo>
                <a:cubicBezTo>
                  <a:pt x="1366790" y="105110"/>
                  <a:pt x="1365042" y="108218"/>
                  <a:pt x="1365042" y="111986"/>
                </a:cubicBezTo>
                <a:cubicBezTo>
                  <a:pt x="1365042" y="115692"/>
                  <a:pt x="1366440" y="118895"/>
                  <a:pt x="1369236" y="121596"/>
                </a:cubicBezTo>
                <a:cubicBezTo>
                  <a:pt x="1372033" y="124295"/>
                  <a:pt x="1375592" y="125645"/>
                  <a:pt x="1379913" y="125645"/>
                </a:cubicBezTo>
                <a:cubicBezTo>
                  <a:pt x="1384743" y="125645"/>
                  <a:pt x="1389351" y="124075"/>
                  <a:pt x="1393736" y="120935"/>
                </a:cubicBezTo>
                <a:cubicBezTo>
                  <a:pt x="1396977" y="118549"/>
                  <a:pt x="1399106" y="115629"/>
                  <a:pt x="1400123" y="112173"/>
                </a:cubicBezTo>
                <a:cubicBezTo>
                  <a:pt x="1400822" y="109913"/>
                  <a:pt x="1401172" y="105612"/>
                  <a:pt x="1401172" y="99271"/>
                </a:cubicBezTo>
                <a:lnTo>
                  <a:pt x="1401172" y="93995"/>
                </a:lnTo>
                <a:close/>
                <a:moveTo>
                  <a:pt x="1444490" y="113442"/>
                </a:moveTo>
                <a:lnTo>
                  <a:pt x="1471373" y="109248"/>
                </a:lnTo>
                <a:cubicBezTo>
                  <a:pt x="1472517" y="114427"/>
                  <a:pt x="1474837" y="118360"/>
                  <a:pt x="1478332" y="121045"/>
                </a:cubicBezTo>
                <a:cubicBezTo>
                  <a:pt x="1481827" y="123730"/>
                  <a:pt x="1486721" y="125073"/>
                  <a:pt x="1493013" y="125073"/>
                </a:cubicBezTo>
                <a:cubicBezTo>
                  <a:pt x="1499940" y="125073"/>
                  <a:pt x="1505151" y="123803"/>
                  <a:pt x="1508647" y="121265"/>
                </a:cubicBezTo>
                <a:cubicBezTo>
                  <a:pt x="1510998" y="119488"/>
                  <a:pt x="1512174" y="117108"/>
                  <a:pt x="1512174" y="114125"/>
                </a:cubicBezTo>
                <a:cubicBezTo>
                  <a:pt x="1512174" y="112093"/>
                  <a:pt x="1511539" y="110411"/>
                  <a:pt x="1510268" y="109078"/>
                </a:cubicBezTo>
                <a:cubicBezTo>
                  <a:pt x="1508933" y="107809"/>
                  <a:pt x="1505946" y="106635"/>
                  <a:pt x="1501307" y="105557"/>
                </a:cubicBezTo>
                <a:cubicBezTo>
                  <a:pt x="1479698" y="100798"/>
                  <a:pt x="1466003" y="96451"/>
                  <a:pt x="1460219" y="92514"/>
                </a:cubicBezTo>
                <a:cubicBezTo>
                  <a:pt x="1452212" y="87053"/>
                  <a:pt x="1448208" y="79465"/>
                  <a:pt x="1448208" y="69752"/>
                </a:cubicBezTo>
                <a:cubicBezTo>
                  <a:pt x="1448208" y="60989"/>
                  <a:pt x="1451672" y="53624"/>
                  <a:pt x="1458599" y="47656"/>
                </a:cubicBezTo>
                <a:cubicBezTo>
                  <a:pt x="1465526" y="41688"/>
                  <a:pt x="1476267" y="38704"/>
                  <a:pt x="1490820" y="38704"/>
                </a:cubicBezTo>
                <a:cubicBezTo>
                  <a:pt x="1504675" y="38704"/>
                  <a:pt x="1514970" y="40952"/>
                  <a:pt x="1521707" y="45448"/>
                </a:cubicBezTo>
                <a:cubicBezTo>
                  <a:pt x="1528444" y="49945"/>
                  <a:pt x="1533083" y="56594"/>
                  <a:pt x="1535625" y="65396"/>
                </a:cubicBezTo>
                <a:lnTo>
                  <a:pt x="1510363" y="70163"/>
                </a:lnTo>
                <a:cubicBezTo>
                  <a:pt x="1509282" y="66222"/>
                  <a:pt x="1507233" y="63204"/>
                  <a:pt x="1504214" y="61106"/>
                </a:cubicBezTo>
                <a:cubicBezTo>
                  <a:pt x="1501195" y="59009"/>
                  <a:pt x="1496890" y="57960"/>
                  <a:pt x="1491297" y="57960"/>
                </a:cubicBezTo>
                <a:cubicBezTo>
                  <a:pt x="1484243" y="57960"/>
                  <a:pt x="1479190" y="58945"/>
                  <a:pt x="1476139" y="60913"/>
                </a:cubicBezTo>
                <a:cubicBezTo>
                  <a:pt x="1474106" y="62307"/>
                  <a:pt x="1473089" y="64115"/>
                  <a:pt x="1473089" y="66338"/>
                </a:cubicBezTo>
                <a:cubicBezTo>
                  <a:pt x="1473089" y="68240"/>
                  <a:pt x="1473979" y="69858"/>
                  <a:pt x="1475758" y="71190"/>
                </a:cubicBezTo>
                <a:cubicBezTo>
                  <a:pt x="1478173" y="72968"/>
                  <a:pt x="1486515" y="75475"/>
                  <a:pt x="1500782" y="78713"/>
                </a:cubicBezTo>
                <a:cubicBezTo>
                  <a:pt x="1515050" y="81950"/>
                  <a:pt x="1525012" y="85921"/>
                  <a:pt x="1530668" y="90626"/>
                </a:cubicBezTo>
                <a:cubicBezTo>
                  <a:pt x="1536261" y="95396"/>
                  <a:pt x="1539057" y="102041"/>
                  <a:pt x="1539057" y="110562"/>
                </a:cubicBezTo>
                <a:cubicBezTo>
                  <a:pt x="1539057" y="119846"/>
                  <a:pt x="1535180" y="127827"/>
                  <a:pt x="1527427" y="134504"/>
                </a:cubicBezTo>
                <a:cubicBezTo>
                  <a:pt x="1519673" y="141181"/>
                  <a:pt x="1508202" y="144520"/>
                  <a:pt x="1493013" y="144520"/>
                </a:cubicBezTo>
                <a:cubicBezTo>
                  <a:pt x="1479222" y="144520"/>
                  <a:pt x="1468307" y="141732"/>
                  <a:pt x="1460267" y="136158"/>
                </a:cubicBezTo>
                <a:cubicBezTo>
                  <a:pt x="1452228" y="130581"/>
                  <a:pt x="1446969" y="123009"/>
                  <a:pt x="1444490" y="113442"/>
                </a:cubicBezTo>
                <a:close/>
                <a:moveTo>
                  <a:pt x="1621175" y="110010"/>
                </a:moveTo>
                <a:lnTo>
                  <a:pt x="1647867" y="114586"/>
                </a:lnTo>
                <a:cubicBezTo>
                  <a:pt x="1644435" y="124342"/>
                  <a:pt x="1639017" y="131769"/>
                  <a:pt x="1631613" y="136870"/>
                </a:cubicBezTo>
                <a:cubicBezTo>
                  <a:pt x="1624209" y="141970"/>
                  <a:pt x="1614947" y="144520"/>
                  <a:pt x="1603825" y="144520"/>
                </a:cubicBezTo>
                <a:cubicBezTo>
                  <a:pt x="1586220" y="144520"/>
                  <a:pt x="1573192" y="138768"/>
                  <a:pt x="1564740" y="127265"/>
                </a:cubicBezTo>
                <a:cubicBezTo>
                  <a:pt x="1558066" y="118050"/>
                  <a:pt x="1554730" y="106420"/>
                  <a:pt x="1554730" y="92374"/>
                </a:cubicBezTo>
                <a:cubicBezTo>
                  <a:pt x="1554730" y="75596"/>
                  <a:pt x="1559115" y="62457"/>
                  <a:pt x="1567885" y="52956"/>
                </a:cubicBezTo>
                <a:cubicBezTo>
                  <a:pt x="1576656" y="43454"/>
                  <a:pt x="1587746" y="38704"/>
                  <a:pt x="1601155" y="38704"/>
                </a:cubicBezTo>
                <a:cubicBezTo>
                  <a:pt x="1616218" y="38704"/>
                  <a:pt x="1628102" y="43677"/>
                  <a:pt x="1636809" y="53623"/>
                </a:cubicBezTo>
                <a:cubicBezTo>
                  <a:pt x="1645516" y="63569"/>
                  <a:pt x="1649678" y="78806"/>
                  <a:pt x="1649297" y="99334"/>
                </a:cubicBezTo>
                <a:lnTo>
                  <a:pt x="1582185" y="99334"/>
                </a:lnTo>
                <a:cubicBezTo>
                  <a:pt x="1582376" y="107278"/>
                  <a:pt x="1584536" y="113458"/>
                  <a:pt x="1588667" y="117875"/>
                </a:cubicBezTo>
                <a:cubicBezTo>
                  <a:pt x="1592798" y="122292"/>
                  <a:pt x="1597946" y="124501"/>
                  <a:pt x="1604111" y="124501"/>
                </a:cubicBezTo>
                <a:cubicBezTo>
                  <a:pt x="1608305" y="124501"/>
                  <a:pt x="1611832" y="123357"/>
                  <a:pt x="1614692" y="121069"/>
                </a:cubicBezTo>
                <a:cubicBezTo>
                  <a:pt x="1617552" y="118781"/>
                  <a:pt x="1619713" y="115095"/>
                  <a:pt x="1621175" y="110010"/>
                </a:cubicBezTo>
                <a:moveTo>
                  <a:pt x="1622700" y="82937"/>
                </a:moveTo>
                <a:cubicBezTo>
                  <a:pt x="1622509" y="75215"/>
                  <a:pt x="1620507" y="69344"/>
                  <a:pt x="1616694" y="65325"/>
                </a:cubicBezTo>
                <a:cubicBezTo>
                  <a:pt x="1612881" y="61305"/>
                  <a:pt x="1608242" y="59295"/>
                  <a:pt x="1602776" y="59295"/>
                </a:cubicBezTo>
                <a:cubicBezTo>
                  <a:pt x="1596929" y="59295"/>
                  <a:pt x="1592099" y="61415"/>
                  <a:pt x="1588286" y="65655"/>
                </a:cubicBezTo>
                <a:cubicBezTo>
                  <a:pt x="1584473" y="69898"/>
                  <a:pt x="1582598" y="75658"/>
                  <a:pt x="1582662" y="82937"/>
                </a:cubicBezTo>
                <a:lnTo>
                  <a:pt x="1622700" y="82937"/>
                </a:lnTo>
                <a:close/>
                <a:moveTo>
                  <a:pt x="1764017" y="142232"/>
                </a:moveTo>
                <a:lnTo>
                  <a:pt x="1739136" y="142232"/>
                </a:lnTo>
                <a:lnTo>
                  <a:pt x="1739136" y="127360"/>
                </a:lnTo>
                <a:cubicBezTo>
                  <a:pt x="1735005" y="133144"/>
                  <a:pt x="1730127" y="137450"/>
                  <a:pt x="1724503" y="140278"/>
                </a:cubicBezTo>
                <a:cubicBezTo>
                  <a:pt x="1718878" y="143106"/>
                  <a:pt x="1713206" y="144520"/>
                  <a:pt x="1707487" y="144520"/>
                </a:cubicBezTo>
                <a:cubicBezTo>
                  <a:pt x="1695856" y="144520"/>
                  <a:pt x="1685894" y="139833"/>
                  <a:pt x="1677601" y="130459"/>
                </a:cubicBezTo>
                <a:cubicBezTo>
                  <a:pt x="1669307" y="121085"/>
                  <a:pt x="1665160" y="108009"/>
                  <a:pt x="1665160" y="91231"/>
                </a:cubicBezTo>
                <a:cubicBezTo>
                  <a:pt x="1665160" y="74071"/>
                  <a:pt x="1669196" y="61027"/>
                  <a:pt x="1677267" y="52098"/>
                </a:cubicBezTo>
                <a:cubicBezTo>
                  <a:pt x="1685338" y="43168"/>
                  <a:pt x="1695539" y="38704"/>
                  <a:pt x="1707868" y="38704"/>
                </a:cubicBezTo>
                <a:cubicBezTo>
                  <a:pt x="1719180" y="38704"/>
                  <a:pt x="1728968" y="43407"/>
                  <a:pt x="1737229" y="52813"/>
                </a:cubicBezTo>
                <a:lnTo>
                  <a:pt x="1737229" y="2479"/>
                </a:lnTo>
                <a:lnTo>
                  <a:pt x="1764017" y="2479"/>
                </a:lnTo>
                <a:lnTo>
                  <a:pt x="1764017" y="142232"/>
                </a:lnTo>
                <a:moveTo>
                  <a:pt x="1692520" y="89470"/>
                </a:moveTo>
                <a:cubicBezTo>
                  <a:pt x="1692520" y="100258"/>
                  <a:pt x="1694013" y="108063"/>
                  <a:pt x="1697000" y="112885"/>
                </a:cubicBezTo>
                <a:cubicBezTo>
                  <a:pt x="1701322" y="119866"/>
                  <a:pt x="1707359" y="123357"/>
                  <a:pt x="1715113" y="123357"/>
                </a:cubicBezTo>
                <a:cubicBezTo>
                  <a:pt x="1721278" y="123357"/>
                  <a:pt x="1726521" y="120739"/>
                  <a:pt x="1730842" y="115504"/>
                </a:cubicBezTo>
                <a:cubicBezTo>
                  <a:pt x="1735164" y="110269"/>
                  <a:pt x="1737325" y="102448"/>
                  <a:pt x="1737325" y="92041"/>
                </a:cubicBezTo>
                <a:cubicBezTo>
                  <a:pt x="1737325" y="80426"/>
                  <a:pt x="1735228" y="72065"/>
                  <a:pt x="1731033" y="66957"/>
                </a:cubicBezTo>
                <a:cubicBezTo>
                  <a:pt x="1726838" y="61849"/>
                  <a:pt x="1721468" y="59295"/>
                  <a:pt x="1714922" y="59295"/>
                </a:cubicBezTo>
                <a:cubicBezTo>
                  <a:pt x="1708567" y="59295"/>
                  <a:pt x="1703244" y="61817"/>
                  <a:pt x="1698955" y="66862"/>
                </a:cubicBezTo>
                <a:cubicBezTo>
                  <a:pt x="1694665" y="71906"/>
                  <a:pt x="1692520" y="79442"/>
                  <a:pt x="1692520" y="89470"/>
                </a:cubicBezTo>
                <a:close/>
                <a:moveTo>
                  <a:pt x="1845383" y="142232"/>
                </a:moveTo>
                <a:lnTo>
                  <a:pt x="1845383" y="2479"/>
                </a:lnTo>
                <a:lnTo>
                  <a:pt x="1904773" y="2479"/>
                </a:lnTo>
                <a:cubicBezTo>
                  <a:pt x="1919708" y="2479"/>
                  <a:pt x="1930560" y="3734"/>
                  <a:pt x="1937328" y="6244"/>
                </a:cubicBezTo>
                <a:cubicBezTo>
                  <a:pt x="1944097" y="8754"/>
                  <a:pt x="1949515" y="13219"/>
                  <a:pt x="1953582" y="19638"/>
                </a:cubicBezTo>
                <a:cubicBezTo>
                  <a:pt x="1957649" y="26057"/>
                  <a:pt x="1959683" y="33397"/>
                  <a:pt x="1959683" y="41659"/>
                </a:cubicBezTo>
                <a:cubicBezTo>
                  <a:pt x="1959683" y="52145"/>
                  <a:pt x="1956601" y="60804"/>
                  <a:pt x="1950436" y="67636"/>
                </a:cubicBezTo>
                <a:cubicBezTo>
                  <a:pt x="1944271" y="74468"/>
                  <a:pt x="1935056" y="78774"/>
                  <a:pt x="1922791" y="80554"/>
                </a:cubicBezTo>
                <a:cubicBezTo>
                  <a:pt x="1928892" y="84113"/>
                  <a:pt x="1933928" y="88021"/>
                  <a:pt x="1937900" y="92279"/>
                </a:cubicBezTo>
                <a:cubicBezTo>
                  <a:pt x="1941872" y="96537"/>
                  <a:pt x="1947227" y="104100"/>
                  <a:pt x="1953963" y="114968"/>
                </a:cubicBezTo>
                <a:lnTo>
                  <a:pt x="1971027" y="142232"/>
                </a:lnTo>
                <a:lnTo>
                  <a:pt x="1937281" y="142232"/>
                </a:lnTo>
                <a:lnTo>
                  <a:pt x="1916880" y="111813"/>
                </a:lnTo>
                <a:cubicBezTo>
                  <a:pt x="1909635" y="100949"/>
                  <a:pt x="1904678" y="94104"/>
                  <a:pt x="1902009" y="91278"/>
                </a:cubicBezTo>
                <a:cubicBezTo>
                  <a:pt x="1899339" y="88450"/>
                  <a:pt x="1896511" y="86512"/>
                  <a:pt x="1893524" y="85463"/>
                </a:cubicBezTo>
                <a:cubicBezTo>
                  <a:pt x="1890537" y="84414"/>
                  <a:pt x="1885803" y="83890"/>
                  <a:pt x="1879320" y="83890"/>
                </a:cubicBezTo>
                <a:lnTo>
                  <a:pt x="1873600" y="83890"/>
                </a:lnTo>
                <a:lnTo>
                  <a:pt x="1873600" y="142232"/>
                </a:lnTo>
                <a:lnTo>
                  <a:pt x="1845383" y="142232"/>
                </a:lnTo>
                <a:moveTo>
                  <a:pt x="1873600" y="61583"/>
                </a:moveTo>
                <a:lnTo>
                  <a:pt x="1894478" y="61583"/>
                </a:lnTo>
                <a:cubicBezTo>
                  <a:pt x="1908014" y="61583"/>
                  <a:pt x="1916467" y="61011"/>
                  <a:pt x="1919835" y="59867"/>
                </a:cubicBezTo>
                <a:cubicBezTo>
                  <a:pt x="1923204" y="58723"/>
                  <a:pt x="1925841" y="56753"/>
                  <a:pt x="1927748" y="53957"/>
                </a:cubicBezTo>
                <a:cubicBezTo>
                  <a:pt x="1929654" y="51160"/>
                  <a:pt x="1930608" y="47665"/>
                  <a:pt x="1930608" y="43470"/>
                </a:cubicBezTo>
                <a:cubicBezTo>
                  <a:pt x="1930608" y="38767"/>
                  <a:pt x="1929352" y="34970"/>
                  <a:pt x="1926842" y="32078"/>
                </a:cubicBezTo>
                <a:cubicBezTo>
                  <a:pt x="1924332" y="29187"/>
                  <a:pt x="1920789" y="27360"/>
                  <a:pt x="1916213" y="26597"/>
                </a:cubicBezTo>
                <a:cubicBezTo>
                  <a:pt x="1913925" y="26279"/>
                  <a:pt x="1907061" y="26120"/>
                  <a:pt x="1895622" y="26120"/>
                </a:cubicBezTo>
                <a:lnTo>
                  <a:pt x="1873600" y="26120"/>
                </a:lnTo>
                <a:lnTo>
                  <a:pt x="1873600" y="61583"/>
                </a:lnTo>
                <a:close/>
                <a:moveTo>
                  <a:pt x="2044825" y="110010"/>
                </a:moveTo>
                <a:lnTo>
                  <a:pt x="2071517" y="114586"/>
                </a:lnTo>
                <a:cubicBezTo>
                  <a:pt x="2068085" y="124342"/>
                  <a:pt x="2062667" y="131769"/>
                  <a:pt x="2055263" y="136870"/>
                </a:cubicBezTo>
                <a:cubicBezTo>
                  <a:pt x="2047859" y="141970"/>
                  <a:pt x="2038596" y="144520"/>
                  <a:pt x="2027475" y="144520"/>
                </a:cubicBezTo>
                <a:cubicBezTo>
                  <a:pt x="2009870" y="144520"/>
                  <a:pt x="1996842" y="138768"/>
                  <a:pt x="1988389" y="127265"/>
                </a:cubicBezTo>
                <a:cubicBezTo>
                  <a:pt x="1981716" y="118050"/>
                  <a:pt x="1978380" y="106420"/>
                  <a:pt x="1978380" y="92374"/>
                </a:cubicBezTo>
                <a:cubicBezTo>
                  <a:pt x="1978380" y="75596"/>
                  <a:pt x="1982765" y="62457"/>
                  <a:pt x="1991535" y="52956"/>
                </a:cubicBezTo>
                <a:cubicBezTo>
                  <a:pt x="2000306" y="43454"/>
                  <a:pt x="2011396" y="38704"/>
                  <a:pt x="2024805" y="38704"/>
                </a:cubicBezTo>
                <a:cubicBezTo>
                  <a:pt x="2039867" y="38704"/>
                  <a:pt x="2051752" y="43677"/>
                  <a:pt x="2060459" y="53623"/>
                </a:cubicBezTo>
                <a:cubicBezTo>
                  <a:pt x="2069165" y="63569"/>
                  <a:pt x="2073328" y="78806"/>
                  <a:pt x="2072947" y="99334"/>
                </a:cubicBezTo>
                <a:lnTo>
                  <a:pt x="2005835" y="99334"/>
                </a:lnTo>
                <a:cubicBezTo>
                  <a:pt x="2006025" y="107278"/>
                  <a:pt x="2008186" y="113458"/>
                  <a:pt x="2012317" y="117875"/>
                </a:cubicBezTo>
                <a:cubicBezTo>
                  <a:pt x="2016448" y="122292"/>
                  <a:pt x="2021596" y="124501"/>
                  <a:pt x="2027761" y="124501"/>
                </a:cubicBezTo>
                <a:cubicBezTo>
                  <a:pt x="2031955" y="124501"/>
                  <a:pt x="2035482" y="123357"/>
                  <a:pt x="2038342" y="121069"/>
                </a:cubicBezTo>
                <a:cubicBezTo>
                  <a:pt x="2041202" y="118781"/>
                  <a:pt x="2043363" y="115095"/>
                  <a:pt x="2044825" y="110010"/>
                </a:cubicBezTo>
                <a:moveTo>
                  <a:pt x="2046350" y="82937"/>
                </a:moveTo>
                <a:cubicBezTo>
                  <a:pt x="2046159" y="75215"/>
                  <a:pt x="2044157" y="69344"/>
                  <a:pt x="2040344" y="65325"/>
                </a:cubicBezTo>
                <a:cubicBezTo>
                  <a:pt x="2036531" y="61305"/>
                  <a:pt x="2031891" y="59295"/>
                  <a:pt x="2026426" y="59295"/>
                </a:cubicBezTo>
                <a:cubicBezTo>
                  <a:pt x="2020579" y="59295"/>
                  <a:pt x="2015749" y="61415"/>
                  <a:pt x="2011936" y="65655"/>
                </a:cubicBezTo>
                <a:cubicBezTo>
                  <a:pt x="2008123" y="69898"/>
                  <a:pt x="2006248" y="75658"/>
                  <a:pt x="2006311" y="82937"/>
                </a:cubicBezTo>
                <a:lnTo>
                  <a:pt x="2046350" y="82937"/>
                </a:lnTo>
                <a:close/>
                <a:moveTo>
                  <a:pt x="2094053" y="40992"/>
                </a:moveTo>
                <a:lnTo>
                  <a:pt x="2119030" y="40992"/>
                </a:lnTo>
                <a:lnTo>
                  <a:pt x="2119030" y="55863"/>
                </a:lnTo>
                <a:cubicBezTo>
                  <a:pt x="2122271" y="50779"/>
                  <a:pt x="2126656" y="46648"/>
                  <a:pt x="2132185" y="43470"/>
                </a:cubicBezTo>
                <a:cubicBezTo>
                  <a:pt x="2137714" y="40293"/>
                  <a:pt x="2143847" y="38704"/>
                  <a:pt x="2150584" y="38704"/>
                </a:cubicBezTo>
                <a:cubicBezTo>
                  <a:pt x="2162341" y="38704"/>
                  <a:pt x="2172319" y="43311"/>
                  <a:pt x="2180517" y="52527"/>
                </a:cubicBezTo>
                <a:cubicBezTo>
                  <a:pt x="2188716" y="61742"/>
                  <a:pt x="2192815" y="74580"/>
                  <a:pt x="2192815" y="91040"/>
                </a:cubicBezTo>
                <a:cubicBezTo>
                  <a:pt x="2192815" y="107945"/>
                  <a:pt x="2188684" y="121085"/>
                  <a:pt x="2180422" y="130459"/>
                </a:cubicBezTo>
                <a:cubicBezTo>
                  <a:pt x="2172160" y="139833"/>
                  <a:pt x="2162151" y="144520"/>
                  <a:pt x="2150393" y="144520"/>
                </a:cubicBezTo>
                <a:cubicBezTo>
                  <a:pt x="2144801" y="144520"/>
                  <a:pt x="2139732" y="143408"/>
                  <a:pt x="2135188" y="141183"/>
                </a:cubicBezTo>
                <a:cubicBezTo>
                  <a:pt x="2130644" y="138959"/>
                  <a:pt x="2125862" y="135146"/>
                  <a:pt x="2120841" y="129744"/>
                </a:cubicBezTo>
                <a:lnTo>
                  <a:pt x="2120841" y="180745"/>
                </a:lnTo>
                <a:lnTo>
                  <a:pt x="2094053" y="180745"/>
                </a:lnTo>
                <a:lnTo>
                  <a:pt x="2094053" y="40992"/>
                </a:lnTo>
                <a:moveTo>
                  <a:pt x="2120555" y="89851"/>
                </a:moveTo>
                <a:cubicBezTo>
                  <a:pt x="2120555" y="101209"/>
                  <a:pt x="2122811" y="109601"/>
                  <a:pt x="2127323" y="115027"/>
                </a:cubicBezTo>
                <a:cubicBezTo>
                  <a:pt x="2131836" y="120453"/>
                  <a:pt x="2137333" y="123166"/>
                  <a:pt x="2143816" y="123166"/>
                </a:cubicBezTo>
                <a:cubicBezTo>
                  <a:pt x="2150044" y="123166"/>
                  <a:pt x="2155223" y="120675"/>
                  <a:pt x="2159354" y="115694"/>
                </a:cubicBezTo>
                <a:cubicBezTo>
                  <a:pt x="2163485" y="110714"/>
                  <a:pt x="2165551" y="102543"/>
                  <a:pt x="2165551" y="91183"/>
                </a:cubicBezTo>
                <a:cubicBezTo>
                  <a:pt x="2165551" y="80585"/>
                  <a:pt x="2163422" y="72717"/>
                  <a:pt x="2159164" y="67577"/>
                </a:cubicBezTo>
                <a:cubicBezTo>
                  <a:pt x="2154906" y="62437"/>
                  <a:pt x="2149631" y="59867"/>
                  <a:pt x="2143339" y="59867"/>
                </a:cubicBezTo>
                <a:cubicBezTo>
                  <a:pt x="2136793" y="59867"/>
                  <a:pt x="2131359" y="62389"/>
                  <a:pt x="2127037" y="67434"/>
                </a:cubicBezTo>
                <a:cubicBezTo>
                  <a:pt x="2122716" y="72478"/>
                  <a:pt x="2120555" y="79951"/>
                  <a:pt x="2120555" y="89851"/>
                </a:cubicBezTo>
                <a:close/>
                <a:moveTo>
                  <a:pt x="2239906" y="142232"/>
                </a:moveTo>
                <a:lnTo>
                  <a:pt x="2213118" y="142232"/>
                </a:lnTo>
                <a:lnTo>
                  <a:pt x="2213118" y="40992"/>
                </a:lnTo>
                <a:lnTo>
                  <a:pt x="2238000" y="40992"/>
                </a:lnTo>
                <a:lnTo>
                  <a:pt x="2238000" y="55387"/>
                </a:lnTo>
                <a:cubicBezTo>
                  <a:pt x="2242258" y="48586"/>
                  <a:pt x="2246087" y="44106"/>
                  <a:pt x="2249487" y="41945"/>
                </a:cubicBezTo>
                <a:cubicBezTo>
                  <a:pt x="2252887" y="39784"/>
                  <a:pt x="2256748" y="38704"/>
                  <a:pt x="2261069" y="38704"/>
                </a:cubicBezTo>
                <a:cubicBezTo>
                  <a:pt x="2267170" y="38704"/>
                  <a:pt x="2273049" y="40388"/>
                  <a:pt x="2278705" y="43756"/>
                </a:cubicBezTo>
                <a:lnTo>
                  <a:pt x="2270412" y="67112"/>
                </a:lnTo>
                <a:cubicBezTo>
                  <a:pt x="2265899" y="64189"/>
                  <a:pt x="2261705" y="62727"/>
                  <a:pt x="2257828" y="62727"/>
                </a:cubicBezTo>
                <a:cubicBezTo>
                  <a:pt x="2254078" y="62727"/>
                  <a:pt x="2250901" y="63760"/>
                  <a:pt x="2248295" y="65825"/>
                </a:cubicBezTo>
                <a:cubicBezTo>
                  <a:pt x="2245689" y="67891"/>
                  <a:pt x="2243640" y="71624"/>
                  <a:pt x="2242146" y="77026"/>
                </a:cubicBezTo>
                <a:cubicBezTo>
                  <a:pt x="2240653" y="82428"/>
                  <a:pt x="2239906" y="93741"/>
                  <a:pt x="2239906" y="110964"/>
                </a:cubicBezTo>
                <a:lnTo>
                  <a:pt x="2239906" y="142232"/>
                </a:lnTo>
                <a:close/>
                <a:moveTo>
                  <a:pt x="2349028" y="110010"/>
                </a:moveTo>
                <a:lnTo>
                  <a:pt x="2375721" y="114586"/>
                </a:lnTo>
                <a:cubicBezTo>
                  <a:pt x="2372289" y="124342"/>
                  <a:pt x="2366871" y="131769"/>
                  <a:pt x="2359467" y="136870"/>
                </a:cubicBezTo>
                <a:cubicBezTo>
                  <a:pt x="2352063" y="141970"/>
                  <a:pt x="2342800" y="144520"/>
                  <a:pt x="2331678" y="144520"/>
                </a:cubicBezTo>
                <a:cubicBezTo>
                  <a:pt x="2314074" y="144520"/>
                  <a:pt x="2301046" y="138768"/>
                  <a:pt x="2292593" y="127265"/>
                </a:cubicBezTo>
                <a:cubicBezTo>
                  <a:pt x="2285920" y="118050"/>
                  <a:pt x="2282583" y="106420"/>
                  <a:pt x="2282583" y="92374"/>
                </a:cubicBezTo>
                <a:cubicBezTo>
                  <a:pt x="2282583" y="75596"/>
                  <a:pt x="2286969" y="62457"/>
                  <a:pt x="2295739" y="52956"/>
                </a:cubicBezTo>
                <a:cubicBezTo>
                  <a:pt x="2304509" y="43454"/>
                  <a:pt x="2315599" y="38704"/>
                  <a:pt x="2329009" y="38704"/>
                </a:cubicBezTo>
                <a:cubicBezTo>
                  <a:pt x="2344071" y="38704"/>
                  <a:pt x="2355956" y="43677"/>
                  <a:pt x="2364662" y="53623"/>
                </a:cubicBezTo>
                <a:cubicBezTo>
                  <a:pt x="2373369" y="63569"/>
                  <a:pt x="2377532" y="78806"/>
                  <a:pt x="2377151" y="99334"/>
                </a:cubicBezTo>
                <a:lnTo>
                  <a:pt x="2310038" y="99334"/>
                </a:lnTo>
                <a:cubicBezTo>
                  <a:pt x="2310229" y="107278"/>
                  <a:pt x="2312390" y="113458"/>
                  <a:pt x="2316521" y="117875"/>
                </a:cubicBezTo>
                <a:cubicBezTo>
                  <a:pt x="2320652" y="122292"/>
                  <a:pt x="2325800" y="124501"/>
                  <a:pt x="2331964" y="124501"/>
                </a:cubicBezTo>
                <a:cubicBezTo>
                  <a:pt x="2336159" y="124501"/>
                  <a:pt x="2339686" y="123357"/>
                  <a:pt x="2342546" y="121069"/>
                </a:cubicBezTo>
                <a:cubicBezTo>
                  <a:pt x="2345406" y="118781"/>
                  <a:pt x="2347567" y="115095"/>
                  <a:pt x="2349028" y="110010"/>
                </a:cubicBezTo>
                <a:moveTo>
                  <a:pt x="2350554" y="82937"/>
                </a:moveTo>
                <a:cubicBezTo>
                  <a:pt x="2350363" y="75215"/>
                  <a:pt x="2348361" y="69344"/>
                  <a:pt x="2344548" y="65325"/>
                </a:cubicBezTo>
                <a:cubicBezTo>
                  <a:pt x="2340735" y="61305"/>
                  <a:pt x="2336095" y="59295"/>
                  <a:pt x="2330630" y="59295"/>
                </a:cubicBezTo>
                <a:cubicBezTo>
                  <a:pt x="2324783" y="59295"/>
                  <a:pt x="2319953" y="61415"/>
                  <a:pt x="2316140" y="65655"/>
                </a:cubicBezTo>
                <a:cubicBezTo>
                  <a:pt x="2312326" y="69898"/>
                  <a:pt x="2310452" y="75658"/>
                  <a:pt x="2310515" y="82937"/>
                </a:cubicBezTo>
                <a:lnTo>
                  <a:pt x="2350554" y="82937"/>
                </a:lnTo>
                <a:close/>
                <a:moveTo>
                  <a:pt x="2389582" y="113442"/>
                </a:moveTo>
                <a:lnTo>
                  <a:pt x="2416465" y="109248"/>
                </a:lnTo>
                <a:cubicBezTo>
                  <a:pt x="2417609" y="114427"/>
                  <a:pt x="2419928" y="118360"/>
                  <a:pt x="2423424" y="121045"/>
                </a:cubicBezTo>
                <a:cubicBezTo>
                  <a:pt x="2426919" y="123730"/>
                  <a:pt x="2431813" y="125073"/>
                  <a:pt x="2438104" y="125073"/>
                </a:cubicBezTo>
                <a:cubicBezTo>
                  <a:pt x="2445032" y="125073"/>
                  <a:pt x="2450243" y="123803"/>
                  <a:pt x="2453738" y="121265"/>
                </a:cubicBezTo>
                <a:cubicBezTo>
                  <a:pt x="2456090" y="119488"/>
                  <a:pt x="2457266" y="117108"/>
                  <a:pt x="2457266" y="114125"/>
                </a:cubicBezTo>
                <a:cubicBezTo>
                  <a:pt x="2457266" y="112093"/>
                  <a:pt x="2456630" y="110411"/>
                  <a:pt x="2455359" y="109078"/>
                </a:cubicBezTo>
                <a:cubicBezTo>
                  <a:pt x="2454024" y="107809"/>
                  <a:pt x="2451037" y="106635"/>
                  <a:pt x="2446398" y="105557"/>
                </a:cubicBezTo>
                <a:cubicBezTo>
                  <a:pt x="2424790" y="100798"/>
                  <a:pt x="2411094" y="96451"/>
                  <a:pt x="2405311" y="92514"/>
                </a:cubicBezTo>
                <a:cubicBezTo>
                  <a:pt x="2397303" y="87053"/>
                  <a:pt x="2393299" y="79465"/>
                  <a:pt x="2393299" y="69752"/>
                </a:cubicBezTo>
                <a:cubicBezTo>
                  <a:pt x="2393299" y="60989"/>
                  <a:pt x="2396763" y="53624"/>
                  <a:pt x="2403690" y="47656"/>
                </a:cubicBezTo>
                <a:cubicBezTo>
                  <a:pt x="2410618" y="41688"/>
                  <a:pt x="2421358" y="38704"/>
                  <a:pt x="2435912" y="38704"/>
                </a:cubicBezTo>
                <a:cubicBezTo>
                  <a:pt x="2449766" y="38704"/>
                  <a:pt x="2460062" y="40952"/>
                  <a:pt x="2466799" y="45448"/>
                </a:cubicBezTo>
                <a:cubicBezTo>
                  <a:pt x="2473535" y="49945"/>
                  <a:pt x="2478175" y="56594"/>
                  <a:pt x="2480717" y="65396"/>
                </a:cubicBezTo>
                <a:lnTo>
                  <a:pt x="2455454" y="70163"/>
                </a:lnTo>
                <a:cubicBezTo>
                  <a:pt x="2454374" y="66222"/>
                  <a:pt x="2452324" y="63204"/>
                  <a:pt x="2449306" y="61106"/>
                </a:cubicBezTo>
                <a:cubicBezTo>
                  <a:pt x="2446287" y="59009"/>
                  <a:pt x="2441981" y="57960"/>
                  <a:pt x="2436388" y="57960"/>
                </a:cubicBezTo>
                <a:cubicBezTo>
                  <a:pt x="2429334" y="57960"/>
                  <a:pt x="2424282" y="58945"/>
                  <a:pt x="2421231" y="60913"/>
                </a:cubicBezTo>
                <a:cubicBezTo>
                  <a:pt x="2419197" y="62307"/>
                  <a:pt x="2418180" y="64115"/>
                  <a:pt x="2418180" y="66338"/>
                </a:cubicBezTo>
                <a:cubicBezTo>
                  <a:pt x="2418180" y="68240"/>
                  <a:pt x="2419070" y="69858"/>
                  <a:pt x="2420850" y="71190"/>
                </a:cubicBezTo>
                <a:cubicBezTo>
                  <a:pt x="2423265" y="72968"/>
                  <a:pt x="2431606" y="75475"/>
                  <a:pt x="2445874" y="78713"/>
                </a:cubicBezTo>
                <a:cubicBezTo>
                  <a:pt x="2460141" y="81950"/>
                  <a:pt x="2470103" y="85921"/>
                  <a:pt x="2475760" y="90626"/>
                </a:cubicBezTo>
                <a:cubicBezTo>
                  <a:pt x="2481352" y="95396"/>
                  <a:pt x="2484149" y="102041"/>
                  <a:pt x="2484149" y="110562"/>
                </a:cubicBezTo>
                <a:cubicBezTo>
                  <a:pt x="2484149" y="119846"/>
                  <a:pt x="2480272" y="127827"/>
                  <a:pt x="2472518" y="134504"/>
                </a:cubicBezTo>
                <a:cubicBezTo>
                  <a:pt x="2464765" y="141181"/>
                  <a:pt x="2453294" y="144520"/>
                  <a:pt x="2438104" y="144520"/>
                </a:cubicBezTo>
                <a:cubicBezTo>
                  <a:pt x="2424313" y="144520"/>
                  <a:pt x="2413398" y="141732"/>
                  <a:pt x="2405359" y="136158"/>
                </a:cubicBezTo>
                <a:cubicBezTo>
                  <a:pt x="2397319" y="130581"/>
                  <a:pt x="2392060" y="123009"/>
                  <a:pt x="2389582" y="113442"/>
                </a:cubicBezTo>
                <a:close/>
                <a:moveTo>
                  <a:pt x="2566267" y="110010"/>
                </a:moveTo>
                <a:lnTo>
                  <a:pt x="2592959" y="114586"/>
                </a:lnTo>
                <a:cubicBezTo>
                  <a:pt x="2589527" y="124342"/>
                  <a:pt x="2584109" y="131769"/>
                  <a:pt x="2576705" y="136870"/>
                </a:cubicBezTo>
                <a:cubicBezTo>
                  <a:pt x="2569301" y="141970"/>
                  <a:pt x="2560038" y="144520"/>
                  <a:pt x="2548917" y="144520"/>
                </a:cubicBezTo>
                <a:cubicBezTo>
                  <a:pt x="2531312" y="144520"/>
                  <a:pt x="2518284" y="138768"/>
                  <a:pt x="2509831" y="127265"/>
                </a:cubicBezTo>
                <a:cubicBezTo>
                  <a:pt x="2503158" y="118050"/>
                  <a:pt x="2499822" y="106420"/>
                  <a:pt x="2499822" y="92374"/>
                </a:cubicBezTo>
                <a:cubicBezTo>
                  <a:pt x="2499822" y="75596"/>
                  <a:pt x="2504207" y="62457"/>
                  <a:pt x="2512977" y="52956"/>
                </a:cubicBezTo>
                <a:cubicBezTo>
                  <a:pt x="2521748" y="43454"/>
                  <a:pt x="2532838" y="38704"/>
                  <a:pt x="2546247" y="38704"/>
                </a:cubicBezTo>
                <a:cubicBezTo>
                  <a:pt x="2561309" y="38704"/>
                  <a:pt x="2573194" y="43677"/>
                  <a:pt x="2581901" y="53623"/>
                </a:cubicBezTo>
                <a:cubicBezTo>
                  <a:pt x="2590607" y="63569"/>
                  <a:pt x="2594770" y="78806"/>
                  <a:pt x="2594389" y="99334"/>
                </a:cubicBezTo>
                <a:lnTo>
                  <a:pt x="2527277" y="99334"/>
                </a:lnTo>
                <a:cubicBezTo>
                  <a:pt x="2527467" y="107278"/>
                  <a:pt x="2529628" y="113458"/>
                  <a:pt x="2533759" y="117875"/>
                </a:cubicBezTo>
                <a:cubicBezTo>
                  <a:pt x="2537890" y="122292"/>
                  <a:pt x="2543038" y="124501"/>
                  <a:pt x="2549203" y="124501"/>
                </a:cubicBezTo>
                <a:cubicBezTo>
                  <a:pt x="2553397" y="124501"/>
                  <a:pt x="2556924" y="123357"/>
                  <a:pt x="2559784" y="121069"/>
                </a:cubicBezTo>
                <a:cubicBezTo>
                  <a:pt x="2562644" y="118781"/>
                  <a:pt x="2564805" y="115095"/>
                  <a:pt x="2566267" y="110010"/>
                </a:cubicBezTo>
                <a:moveTo>
                  <a:pt x="2567792" y="82937"/>
                </a:moveTo>
                <a:cubicBezTo>
                  <a:pt x="2567601" y="75215"/>
                  <a:pt x="2565599" y="69344"/>
                  <a:pt x="2561786" y="65325"/>
                </a:cubicBezTo>
                <a:cubicBezTo>
                  <a:pt x="2557973" y="61305"/>
                  <a:pt x="2553333" y="59295"/>
                  <a:pt x="2547868" y="59295"/>
                </a:cubicBezTo>
                <a:cubicBezTo>
                  <a:pt x="2542021" y="59295"/>
                  <a:pt x="2537191" y="61415"/>
                  <a:pt x="2533378" y="65655"/>
                </a:cubicBezTo>
                <a:cubicBezTo>
                  <a:pt x="2529565" y="69898"/>
                  <a:pt x="2527690" y="75658"/>
                  <a:pt x="2527753" y="82937"/>
                </a:cubicBezTo>
                <a:lnTo>
                  <a:pt x="2567792" y="82937"/>
                </a:lnTo>
                <a:close/>
                <a:moveTo>
                  <a:pt x="2708346" y="142232"/>
                </a:moveTo>
                <a:lnTo>
                  <a:pt x="2681559" y="142232"/>
                </a:lnTo>
                <a:lnTo>
                  <a:pt x="2681559" y="90623"/>
                </a:lnTo>
                <a:cubicBezTo>
                  <a:pt x="2681559" y="79704"/>
                  <a:pt x="2680987" y="72641"/>
                  <a:pt x="2679843" y="69436"/>
                </a:cubicBezTo>
                <a:cubicBezTo>
                  <a:pt x="2678699" y="66230"/>
                  <a:pt x="2676840" y="63739"/>
                  <a:pt x="2674266" y="61961"/>
                </a:cubicBezTo>
                <a:cubicBezTo>
                  <a:pt x="2671692" y="60184"/>
                  <a:pt x="2668594" y="59295"/>
                  <a:pt x="2664971" y="59295"/>
                </a:cubicBezTo>
                <a:cubicBezTo>
                  <a:pt x="2660332" y="59295"/>
                  <a:pt x="2656169" y="60565"/>
                  <a:pt x="2652483" y="63105"/>
                </a:cubicBezTo>
                <a:cubicBezTo>
                  <a:pt x="2648797" y="65643"/>
                  <a:pt x="2646271" y="69008"/>
                  <a:pt x="2644904" y="73198"/>
                </a:cubicBezTo>
                <a:cubicBezTo>
                  <a:pt x="2643538" y="77387"/>
                  <a:pt x="2642855" y="85131"/>
                  <a:pt x="2642855" y="96432"/>
                </a:cubicBezTo>
                <a:lnTo>
                  <a:pt x="2642855" y="142232"/>
                </a:lnTo>
                <a:lnTo>
                  <a:pt x="2616067" y="142232"/>
                </a:lnTo>
                <a:lnTo>
                  <a:pt x="2616067" y="40992"/>
                </a:lnTo>
                <a:lnTo>
                  <a:pt x="2640948" y="40992"/>
                </a:lnTo>
                <a:lnTo>
                  <a:pt x="2640948" y="55863"/>
                </a:lnTo>
                <a:cubicBezTo>
                  <a:pt x="2649782" y="44424"/>
                  <a:pt x="2660904" y="38704"/>
                  <a:pt x="2674314" y="38704"/>
                </a:cubicBezTo>
                <a:cubicBezTo>
                  <a:pt x="2680224" y="38704"/>
                  <a:pt x="2685626" y="39768"/>
                  <a:pt x="2690520" y="41897"/>
                </a:cubicBezTo>
                <a:cubicBezTo>
                  <a:pt x="2695413" y="44026"/>
                  <a:pt x="2699115" y="46743"/>
                  <a:pt x="2701626" y="50048"/>
                </a:cubicBezTo>
                <a:cubicBezTo>
                  <a:pt x="2704136" y="53353"/>
                  <a:pt x="2705884" y="57102"/>
                  <a:pt x="2706869" y="61297"/>
                </a:cubicBezTo>
                <a:cubicBezTo>
                  <a:pt x="2707854" y="65491"/>
                  <a:pt x="2708346" y="71497"/>
                  <a:pt x="2708346" y="79314"/>
                </a:cubicBezTo>
                <a:lnTo>
                  <a:pt x="2708346" y="142232"/>
                </a:lnTo>
                <a:close/>
                <a:moveTo>
                  <a:pt x="2782130" y="40992"/>
                </a:moveTo>
                <a:lnTo>
                  <a:pt x="2782130" y="62346"/>
                </a:lnTo>
                <a:lnTo>
                  <a:pt x="2763827" y="62346"/>
                </a:lnTo>
                <a:lnTo>
                  <a:pt x="2763827" y="103081"/>
                </a:lnTo>
                <a:cubicBezTo>
                  <a:pt x="2763827" y="111331"/>
                  <a:pt x="2764002" y="116138"/>
                  <a:pt x="2764351" y="117503"/>
                </a:cubicBezTo>
                <a:cubicBezTo>
                  <a:pt x="2764701" y="118865"/>
                  <a:pt x="2765495" y="119991"/>
                  <a:pt x="2766735" y="120881"/>
                </a:cubicBezTo>
                <a:cubicBezTo>
                  <a:pt x="2767974" y="121769"/>
                  <a:pt x="2769483" y="122213"/>
                  <a:pt x="2771263" y="122213"/>
                </a:cubicBezTo>
                <a:cubicBezTo>
                  <a:pt x="2773741" y="122213"/>
                  <a:pt x="2777332" y="121355"/>
                  <a:pt x="2782035" y="119639"/>
                </a:cubicBezTo>
                <a:lnTo>
                  <a:pt x="2784323" y="140498"/>
                </a:lnTo>
                <a:cubicBezTo>
                  <a:pt x="2778095" y="143179"/>
                  <a:pt x="2771040" y="144520"/>
                  <a:pt x="2763160" y="144520"/>
                </a:cubicBezTo>
                <a:cubicBezTo>
                  <a:pt x="2758330" y="144520"/>
                  <a:pt x="2753976" y="143710"/>
                  <a:pt x="2750100" y="142089"/>
                </a:cubicBezTo>
                <a:cubicBezTo>
                  <a:pt x="2746223" y="140468"/>
                  <a:pt x="2743379" y="138371"/>
                  <a:pt x="2741568" y="135797"/>
                </a:cubicBezTo>
                <a:cubicBezTo>
                  <a:pt x="2739756" y="133223"/>
                  <a:pt x="2738501" y="129744"/>
                  <a:pt x="2737802" y="125359"/>
                </a:cubicBezTo>
                <a:cubicBezTo>
                  <a:pt x="2737230" y="122244"/>
                  <a:pt x="2736944" y="115953"/>
                  <a:pt x="2736944" y="106483"/>
                </a:cubicBezTo>
                <a:lnTo>
                  <a:pt x="2736944" y="62346"/>
                </a:lnTo>
                <a:lnTo>
                  <a:pt x="2724646" y="62346"/>
                </a:lnTo>
                <a:lnTo>
                  <a:pt x="2724646" y="40992"/>
                </a:lnTo>
                <a:lnTo>
                  <a:pt x="2736944" y="40992"/>
                </a:lnTo>
                <a:lnTo>
                  <a:pt x="2736944" y="20782"/>
                </a:lnTo>
                <a:lnTo>
                  <a:pt x="2763827" y="4957"/>
                </a:lnTo>
                <a:lnTo>
                  <a:pt x="2763827" y="40992"/>
                </a:lnTo>
                <a:lnTo>
                  <a:pt x="2782130" y="40992"/>
                </a:lnTo>
                <a:close/>
                <a:moveTo>
                  <a:pt x="2820685" y="72260"/>
                </a:moveTo>
                <a:lnTo>
                  <a:pt x="2796376" y="67875"/>
                </a:lnTo>
                <a:cubicBezTo>
                  <a:pt x="2799109" y="57958"/>
                  <a:pt x="2803812" y="50618"/>
                  <a:pt x="2810485" y="45854"/>
                </a:cubicBezTo>
                <a:cubicBezTo>
                  <a:pt x="2817158" y="41087"/>
                  <a:pt x="2827072" y="38704"/>
                  <a:pt x="2840228" y="38704"/>
                </a:cubicBezTo>
                <a:cubicBezTo>
                  <a:pt x="2852176" y="38704"/>
                  <a:pt x="2861073" y="40118"/>
                  <a:pt x="2866920" y="42946"/>
                </a:cubicBezTo>
                <a:cubicBezTo>
                  <a:pt x="2872767" y="45774"/>
                  <a:pt x="2876882" y="49365"/>
                  <a:pt x="2879265" y="53718"/>
                </a:cubicBezTo>
                <a:cubicBezTo>
                  <a:pt x="2881649" y="58072"/>
                  <a:pt x="2882840" y="66063"/>
                  <a:pt x="2882840" y="77694"/>
                </a:cubicBezTo>
                <a:lnTo>
                  <a:pt x="2882554" y="108962"/>
                </a:lnTo>
                <a:cubicBezTo>
                  <a:pt x="2882554" y="117859"/>
                  <a:pt x="2882983" y="124421"/>
                  <a:pt x="2883841" y="128647"/>
                </a:cubicBezTo>
                <a:cubicBezTo>
                  <a:pt x="2884699" y="132874"/>
                  <a:pt x="2886304" y="137402"/>
                  <a:pt x="2888655" y="142232"/>
                </a:cubicBezTo>
                <a:lnTo>
                  <a:pt x="2862154" y="142232"/>
                </a:lnTo>
                <a:cubicBezTo>
                  <a:pt x="2861455" y="140452"/>
                  <a:pt x="2860597" y="137815"/>
                  <a:pt x="2859580" y="134320"/>
                </a:cubicBezTo>
                <a:cubicBezTo>
                  <a:pt x="2859135" y="132731"/>
                  <a:pt x="2858817" y="131682"/>
                  <a:pt x="2858626" y="131174"/>
                </a:cubicBezTo>
                <a:cubicBezTo>
                  <a:pt x="2854051" y="135622"/>
                  <a:pt x="2849157" y="138959"/>
                  <a:pt x="2843946" y="141183"/>
                </a:cubicBezTo>
                <a:cubicBezTo>
                  <a:pt x="2838734" y="143408"/>
                  <a:pt x="2833173" y="144520"/>
                  <a:pt x="2827263" y="144520"/>
                </a:cubicBezTo>
                <a:cubicBezTo>
                  <a:pt x="2816840" y="144520"/>
                  <a:pt x="2808626" y="141704"/>
                  <a:pt x="2802620" y="136071"/>
                </a:cubicBezTo>
                <a:cubicBezTo>
                  <a:pt x="2796614" y="130439"/>
                  <a:pt x="2793612" y="123319"/>
                  <a:pt x="2793612" y="114711"/>
                </a:cubicBezTo>
                <a:cubicBezTo>
                  <a:pt x="2793612" y="109015"/>
                  <a:pt x="2794978" y="103937"/>
                  <a:pt x="2797711" y="99477"/>
                </a:cubicBezTo>
                <a:cubicBezTo>
                  <a:pt x="2800444" y="95014"/>
                  <a:pt x="2804273" y="91596"/>
                  <a:pt x="2809198" y="89223"/>
                </a:cubicBezTo>
                <a:cubicBezTo>
                  <a:pt x="2814123" y="86849"/>
                  <a:pt x="2821225" y="84777"/>
                  <a:pt x="2830504" y="83005"/>
                </a:cubicBezTo>
                <a:cubicBezTo>
                  <a:pt x="2843024" y="80664"/>
                  <a:pt x="2851699" y="78480"/>
                  <a:pt x="2856529" y="76454"/>
                </a:cubicBezTo>
                <a:lnTo>
                  <a:pt x="2856529" y="73755"/>
                </a:lnTo>
                <a:cubicBezTo>
                  <a:pt x="2856529" y="68550"/>
                  <a:pt x="2855258" y="64839"/>
                  <a:pt x="2852716" y="62623"/>
                </a:cubicBezTo>
                <a:cubicBezTo>
                  <a:pt x="2850174" y="60404"/>
                  <a:pt x="2845376" y="59295"/>
                  <a:pt x="2838321" y="59295"/>
                </a:cubicBezTo>
                <a:cubicBezTo>
                  <a:pt x="2833555" y="59295"/>
                  <a:pt x="2829837" y="60254"/>
                  <a:pt x="2827168" y="62173"/>
                </a:cubicBezTo>
                <a:cubicBezTo>
                  <a:pt x="2824498" y="64089"/>
                  <a:pt x="2822338" y="67452"/>
                  <a:pt x="2820685" y="72260"/>
                </a:cubicBezTo>
                <a:moveTo>
                  <a:pt x="2856529" y="93995"/>
                </a:moveTo>
                <a:cubicBezTo>
                  <a:pt x="2853097" y="95125"/>
                  <a:pt x="2847664" y="96476"/>
                  <a:pt x="2840228" y="98047"/>
                </a:cubicBezTo>
                <a:cubicBezTo>
                  <a:pt x="2832792" y="99616"/>
                  <a:pt x="2827930" y="101154"/>
                  <a:pt x="2825642" y="102661"/>
                </a:cubicBezTo>
                <a:cubicBezTo>
                  <a:pt x="2822147" y="105110"/>
                  <a:pt x="2820399" y="108218"/>
                  <a:pt x="2820399" y="111986"/>
                </a:cubicBezTo>
                <a:cubicBezTo>
                  <a:pt x="2820399" y="115692"/>
                  <a:pt x="2821797" y="118895"/>
                  <a:pt x="2824594" y="121596"/>
                </a:cubicBezTo>
                <a:cubicBezTo>
                  <a:pt x="2827390" y="124295"/>
                  <a:pt x="2830949" y="125645"/>
                  <a:pt x="2835271" y="125645"/>
                </a:cubicBezTo>
                <a:cubicBezTo>
                  <a:pt x="2840101" y="125645"/>
                  <a:pt x="2844708" y="124075"/>
                  <a:pt x="2849093" y="120935"/>
                </a:cubicBezTo>
                <a:cubicBezTo>
                  <a:pt x="2852335" y="118549"/>
                  <a:pt x="2854464" y="115629"/>
                  <a:pt x="2855481" y="112173"/>
                </a:cubicBezTo>
                <a:cubicBezTo>
                  <a:pt x="2856180" y="109913"/>
                  <a:pt x="2856529" y="105612"/>
                  <a:pt x="2856529" y="99271"/>
                </a:cubicBezTo>
                <a:lnTo>
                  <a:pt x="2856529" y="93995"/>
                </a:lnTo>
                <a:close/>
                <a:moveTo>
                  <a:pt x="2955711" y="40992"/>
                </a:moveTo>
                <a:lnTo>
                  <a:pt x="2955711" y="62346"/>
                </a:lnTo>
                <a:lnTo>
                  <a:pt x="2937408" y="62346"/>
                </a:lnTo>
                <a:lnTo>
                  <a:pt x="2937408" y="103081"/>
                </a:lnTo>
                <a:cubicBezTo>
                  <a:pt x="2937408" y="111331"/>
                  <a:pt x="2937583" y="116138"/>
                  <a:pt x="2937932" y="117503"/>
                </a:cubicBezTo>
                <a:cubicBezTo>
                  <a:pt x="2938282" y="118865"/>
                  <a:pt x="2939076" y="119991"/>
                  <a:pt x="2940315" y="120881"/>
                </a:cubicBezTo>
                <a:cubicBezTo>
                  <a:pt x="2941555" y="121769"/>
                  <a:pt x="2943064" y="122213"/>
                  <a:pt x="2944844" y="122213"/>
                </a:cubicBezTo>
                <a:cubicBezTo>
                  <a:pt x="2947322" y="122213"/>
                  <a:pt x="2950913" y="121355"/>
                  <a:pt x="2955616" y="119639"/>
                </a:cubicBezTo>
                <a:lnTo>
                  <a:pt x="2957904" y="140498"/>
                </a:lnTo>
                <a:cubicBezTo>
                  <a:pt x="2951676" y="143179"/>
                  <a:pt x="2944621" y="144520"/>
                  <a:pt x="2936741" y="144520"/>
                </a:cubicBezTo>
                <a:cubicBezTo>
                  <a:pt x="2931910" y="144520"/>
                  <a:pt x="2927557" y="143710"/>
                  <a:pt x="2923680" y="142089"/>
                </a:cubicBezTo>
                <a:cubicBezTo>
                  <a:pt x="2919804" y="140468"/>
                  <a:pt x="2916960" y="138371"/>
                  <a:pt x="2915148" y="135797"/>
                </a:cubicBezTo>
                <a:cubicBezTo>
                  <a:pt x="2913337" y="133223"/>
                  <a:pt x="2912082" y="129744"/>
                  <a:pt x="2911383" y="125359"/>
                </a:cubicBezTo>
                <a:cubicBezTo>
                  <a:pt x="2910811" y="122244"/>
                  <a:pt x="2910525" y="115953"/>
                  <a:pt x="2910525" y="106483"/>
                </a:cubicBezTo>
                <a:lnTo>
                  <a:pt x="2910525" y="62346"/>
                </a:lnTo>
                <a:lnTo>
                  <a:pt x="2898227" y="62346"/>
                </a:lnTo>
                <a:lnTo>
                  <a:pt x="2898227" y="40992"/>
                </a:lnTo>
                <a:lnTo>
                  <a:pt x="2910525" y="40992"/>
                </a:lnTo>
                <a:lnTo>
                  <a:pt x="2910525" y="20782"/>
                </a:lnTo>
                <a:lnTo>
                  <a:pt x="2937408" y="4957"/>
                </a:lnTo>
                <a:lnTo>
                  <a:pt x="2937408" y="40992"/>
                </a:lnTo>
                <a:lnTo>
                  <a:pt x="2955711" y="40992"/>
                </a:lnTo>
                <a:close/>
                <a:moveTo>
                  <a:pt x="2974248" y="27264"/>
                </a:moveTo>
                <a:lnTo>
                  <a:pt x="2974248" y="2479"/>
                </a:lnTo>
                <a:lnTo>
                  <a:pt x="3001036" y="2479"/>
                </a:lnTo>
                <a:lnTo>
                  <a:pt x="3001036" y="27264"/>
                </a:lnTo>
                <a:lnTo>
                  <a:pt x="2974248" y="27264"/>
                </a:lnTo>
                <a:moveTo>
                  <a:pt x="2974248" y="142232"/>
                </a:moveTo>
                <a:lnTo>
                  <a:pt x="2974248" y="40992"/>
                </a:lnTo>
                <a:lnTo>
                  <a:pt x="3001036" y="40992"/>
                </a:lnTo>
                <a:lnTo>
                  <a:pt x="3001036" y="142232"/>
                </a:lnTo>
                <a:lnTo>
                  <a:pt x="2974248" y="142232"/>
                </a:lnTo>
                <a:close/>
                <a:moveTo>
                  <a:pt x="3056568" y="142232"/>
                </a:moveTo>
                <a:lnTo>
                  <a:pt x="3015767" y="40992"/>
                </a:lnTo>
                <a:lnTo>
                  <a:pt x="3043890" y="40992"/>
                </a:lnTo>
                <a:lnTo>
                  <a:pt x="3062956" y="92660"/>
                </a:lnTo>
                <a:lnTo>
                  <a:pt x="3068485" y="109915"/>
                </a:lnTo>
                <a:cubicBezTo>
                  <a:pt x="3069946" y="105530"/>
                  <a:pt x="3070868" y="102638"/>
                  <a:pt x="3071249" y="101240"/>
                </a:cubicBezTo>
                <a:cubicBezTo>
                  <a:pt x="3072139" y="98380"/>
                  <a:pt x="3073092" y="95520"/>
                  <a:pt x="3074109" y="92660"/>
                </a:cubicBezTo>
                <a:lnTo>
                  <a:pt x="3093366" y="40992"/>
                </a:lnTo>
                <a:lnTo>
                  <a:pt x="3120916" y="40992"/>
                </a:lnTo>
                <a:lnTo>
                  <a:pt x="3080687" y="142232"/>
                </a:lnTo>
                <a:lnTo>
                  <a:pt x="3056568" y="142232"/>
                </a:lnTo>
                <a:close/>
                <a:moveTo>
                  <a:pt x="3195979" y="110010"/>
                </a:moveTo>
                <a:lnTo>
                  <a:pt x="3222671" y="114586"/>
                </a:lnTo>
                <a:cubicBezTo>
                  <a:pt x="3219239" y="124342"/>
                  <a:pt x="3213822" y="131769"/>
                  <a:pt x="3206418" y="136870"/>
                </a:cubicBezTo>
                <a:cubicBezTo>
                  <a:pt x="3199014" y="141970"/>
                  <a:pt x="3189751" y="144520"/>
                  <a:pt x="3178629" y="144520"/>
                </a:cubicBezTo>
                <a:cubicBezTo>
                  <a:pt x="3161025" y="144520"/>
                  <a:pt x="3147996" y="138768"/>
                  <a:pt x="3139544" y="127265"/>
                </a:cubicBezTo>
                <a:cubicBezTo>
                  <a:pt x="3132871" y="118050"/>
                  <a:pt x="3129534" y="106420"/>
                  <a:pt x="3129534" y="92374"/>
                </a:cubicBezTo>
                <a:cubicBezTo>
                  <a:pt x="3129534" y="75596"/>
                  <a:pt x="3133919" y="62457"/>
                  <a:pt x="3142690" y="52956"/>
                </a:cubicBezTo>
                <a:cubicBezTo>
                  <a:pt x="3151460" y="43454"/>
                  <a:pt x="3162550" y="38704"/>
                  <a:pt x="3175960" y="38704"/>
                </a:cubicBezTo>
                <a:cubicBezTo>
                  <a:pt x="3191022" y="38704"/>
                  <a:pt x="3202906" y="43677"/>
                  <a:pt x="3211613" y="53623"/>
                </a:cubicBezTo>
                <a:cubicBezTo>
                  <a:pt x="3220320" y="63569"/>
                  <a:pt x="3224483" y="78806"/>
                  <a:pt x="3224101" y="99334"/>
                </a:cubicBezTo>
                <a:lnTo>
                  <a:pt x="3156989" y="99334"/>
                </a:lnTo>
                <a:cubicBezTo>
                  <a:pt x="3157180" y="107278"/>
                  <a:pt x="3159341" y="113458"/>
                  <a:pt x="3163472" y="117875"/>
                </a:cubicBezTo>
                <a:cubicBezTo>
                  <a:pt x="3167603" y="122292"/>
                  <a:pt x="3172750" y="124501"/>
                  <a:pt x="3178915" y="124501"/>
                </a:cubicBezTo>
                <a:cubicBezTo>
                  <a:pt x="3183109" y="124501"/>
                  <a:pt x="3186637" y="123357"/>
                  <a:pt x="3189497" y="121069"/>
                </a:cubicBezTo>
                <a:cubicBezTo>
                  <a:pt x="3192356" y="118781"/>
                  <a:pt x="3194517" y="115095"/>
                  <a:pt x="3195979" y="110010"/>
                </a:cubicBezTo>
                <a:moveTo>
                  <a:pt x="3197504" y="82937"/>
                </a:moveTo>
                <a:cubicBezTo>
                  <a:pt x="3197314" y="75215"/>
                  <a:pt x="3195312" y="69344"/>
                  <a:pt x="3191498" y="65325"/>
                </a:cubicBezTo>
                <a:cubicBezTo>
                  <a:pt x="3187685" y="61305"/>
                  <a:pt x="3183046" y="59295"/>
                  <a:pt x="3177580" y="59295"/>
                </a:cubicBezTo>
                <a:cubicBezTo>
                  <a:pt x="3171733" y="59295"/>
                  <a:pt x="3166903" y="61415"/>
                  <a:pt x="3163090" y="65655"/>
                </a:cubicBezTo>
                <a:cubicBezTo>
                  <a:pt x="3159277" y="69898"/>
                  <a:pt x="3157402" y="75658"/>
                  <a:pt x="3157466" y="82937"/>
                </a:cubicBezTo>
                <a:lnTo>
                  <a:pt x="3197504" y="8293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3" name="Text SampleSelection">
            <a:extLst xmlns:a="http://schemas.openxmlformats.org/drawingml/2006/main">
              <a:ext uri="{FF2B5EF4-FFF2-40B4-BE49-F238E27FC236}">
                <a16:creationId xmlns:a16="http://schemas.microsoft.com/office/drawing/2014/main" id="{00CA26A1-71AA-4E41-9EDA-B9C6B7B62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0744" y="3558356"/>
            <a:ext cx="1599110" cy="180745"/>
          </a:xfrm>
          <a:custGeom xmlns:a="http://schemas.openxmlformats.org/drawingml/2006/main">
            <a:pathLst>
              <a:path w="1599110" h="180745">
                <a:moveTo>
                  <a:pt x="0" y="96855"/>
                </a:moveTo>
                <a:lnTo>
                  <a:pt x="27455" y="94186"/>
                </a:lnTo>
                <a:cubicBezTo>
                  <a:pt x="29107" y="103435"/>
                  <a:pt x="32460" y="110228"/>
                  <a:pt x="37512" y="114565"/>
                </a:cubicBezTo>
                <a:cubicBezTo>
                  <a:pt x="42565" y="118901"/>
                  <a:pt x="49381" y="121069"/>
                  <a:pt x="57960" y="121069"/>
                </a:cubicBezTo>
                <a:cubicBezTo>
                  <a:pt x="67049" y="121069"/>
                  <a:pt x="73896" y="119140"/>
                  <a:pt x="78504" y="115283"/>
                </a:cubicBezTo>
                <a:cubicBezTo>
                  <a:pt x="83112" y="111426"/>
                  <a:pt x="85415" y="106915"/>
                  <a:pt x="85415" y="101750"/>
                </a:cubicBezTo>
                <a:cubicBezTo>
                  <a:pt x="85415" y="98435"/>
                  <a:pt x="84446" y="95615"/>
                  <a:pt x="82508" y="93289"/>
                </a:cubicBezTo>
                <a:cubicBezTo>
                  <a:pt x="80569" y="90961"/>
                  <a:pt x="77185" y="88937"/>
                  <a:pt x="72355" y="87215"/>
                </a:cubicBezTo>
                <a:cubicBezTo>
                  <a:pt x="69050" y="86069"/>
                  <a:pt x="61519" y="84031"/>
                  <a:pt x="49762" y="81102"/>
                </a:cubicBezTo>
                <a:cubicBezTo>
                  <a:pt x="34636" y="77344"/>
                  <a:pt x="24023" y="72727"/>
                  <a:pt x="17922" y="67249"/>
                </a:cubicBezTo>
                <a:cubicBezTo>
                  <a:pt x="9342" y="59543"/>
                  <a:pt x="5052" y="50150"/>
                  <a:pt x="5052" y="39070"/>
                </a:cubicBezTo>
                <a:cubicBezTo>
                  <a:pt x="5052" y="31938"/>
                  <a:pt x="7070" y="25268"/>
                  <a:pt x="11106" y="19060"/>
                </a:cubicBezTo>
                <a:cubicBezTo>
                  <a:pt x="15142" y="12850"/>
                  <a:pt x="20957" y="8121"/>
                  <a:pt x="28551" y="4874"/>
                </a:cubicBezTo>
                <a:cubicBezTo>
                  <a:pt x="36146" y="1625"/>
                  <a:pt x="45313" y="0"/>
                  <a:pt x="56054" y="0"/>
                </a:cubicBezTo>
                <a:cubicBezTo>
                  <a:pt x="73595" y="0"/>
                  <a:pt x="86798" y="3863"/>
                  <a:pt x="95663" y="11589"/>
                </a:cubicBezTo>
                <a:cubicBezTo>
                  <a:pt x="104529" y="19312"/>
                  <a:pt x="109184" y="29622"/>
                  <a:pt x="109629" y="42517"/>
                </a:cubicBezTo>
                <a:lnTo>
                  <a:pt x="81412" y="43661"/>
                </a:lnTo>
                <a:cubicBezTo>
                  <a:pt x="80204" y="36479"/>
                  <a:pt x="77614" y="31316"/>
                  <a:pt x="73642" y="28170"/>
                </a:cubicBezTo>
                <a:cubicBezTo>
                  <a:pt x="69670" y="25024"/>
                  <a:pt x="63712" y="23451"/>
                  <a:pt x="55768" y="23451"/>
                </a:cubicBezTo>
                <a:cubicBezTo>
                  <a:pt x="47570" y="23451"/>
                  <a:pt x="41151" y="25136"/>
                  <a:pt x="36511" y="28507"/>
                </a:cubicBezTo>
                <a:cubicBezTo>
                  <a:pt x="33524" y="30667"/>
                  <a:pt x="32031" y="33560"/>
                  <a:pt x="32031" y="37185"/>
                </a:cubicBezTo>
                <a:cubicBezTo>
                  <a:pt x="32031" y="40491"/>
                  <a:pt x="33429" y="43320"/>
                  <a:pt x="36225" y="45672"/>
                </a:cubicBezTo>
                <a:cubicBezTo>
                  <a:pt x="39784" y="48661"/>
                  <a:pt x="48427" y="51779"/>
                  <a:pt x="62155" y="55026"/>
                </a:cubicBezTo>
                <a:cubicBezTo>
                  <a:pt x="75882" y="58273"/>
                  <a:pt x="86035" y="61633"/>
                  <a:pt x="92613" y="65104"/>
                </a:cubicBezTo>
                <a:cubicBezTo>
                  <a:pt x="99191" y="68574"/>
                  <a:pt x="104338" y="73317"/>
                  <a:pt x="108056" y="79335"/>
                </a:cubicBezTo>
                <a:cubicBezTo>
                  <a:pt x="111774" y="85351"/>
                  <a:pt x="113633" y="92785"/>
                  <a:pt x="113633" y="101636"/>
                </a:cubicBezTo>
                <a:cubicBezTo>
                  <a:pt x="113633" y="109658"/>
                  <a:pt x="111409" y="117171"/>
                  <a:pt x="106960" y="124176"/>
                </a:cubicBezTo>
                <a:cubicBezTo>
                  <a:pt x="102511" y="131181"/>
                  <a:pt x="96219" y="136386"/>
                  <a:pt x="88085" y="139792"/>
                </a:cubicBezTo>
                <a:cubicBezTo>
                  <a:pt x="79950" y="143198"/>
                  <a:pt x="69813" y="144901"/>
                  <a:pt x="57674" y="144901"/>
                </a:cubicBezTo>
                <a:cubicBezTo>
                  <a:pt x="40007" y="144901"/>
                  <a:pt x="26438" y="140810"/>
                  <a:pt x="16969" y="132627"/>
                </a:cubicBezTo>
                <a:cubicBezTo>
                  <a:pt x="7499" y="124445"/>
                  <a:pt x="1843" y="112521"/>
                  <a:pt x="0" y="96855"/>
                </a:cubicBezTo>
                <a:close/>
                <a:moveTo>
                  <a:pt x="157601" y="72260"/>
                </a:moveTo>
                <a:lnTo>
                  <a:pt x="133292" y="67875"/>
                </a:lnTo>
                <a:cubicBezTo>
                  <a:pt x="136024" y="57958"/>
                  <a:pt x="140727" y="50618"/>
                  <a:pt x="147400" y="45854"/>
                </a:cubicBezTo>
                <a:cubicBezTo>
                  <a:pt x="154073" y="41087"/>
                  <a:pt x="163988" y="38704"/>
                  <a:pt x="177143" y="38704"/>
                </a:cubicBezTo>
                <a:cubicBezTo>
                  <a:pt x="189091" y="38704"/>
                  <a:pt x="197989" y="40118"/>
                  <a:pt x="203836" y="42946"/>
                </a:cubicBezTo>
                <a:cubicBezTo>
                  <a:pt x="209682" y="45774"/>
                  <a:pt x="213797" y="49365"/>
                  <a:pt x="216181" y="53718"/>
                </a:cubicBezTo>
                <a:cubicBezTo>
                  <a:pt x="218564" y="58072"/>
                  <a:pt x="219756" y="66063"/>
                  <a:pt x="219756" y="77694"/>
                </a:cubicBezTo>
                <a:lnTo>
                  <a:pt x="219470" y="108962"/>
                </a:lnTo>
                <a:cubicBezTo>
                  <a:pt x="219470" y="117859"/>
                  <a:pt x="219899" y="124421"/>
                  <a:pt x="220757" y="128647"/>
                </a:cubicBezTo>
                <a:cubicBezTo>
                  <a:pt x="221615" y="132874"/>
                  <a:pt x="223219" y="137402"/>
                  <a:pt x="225571" y="142232"/>
                </a:cubicBezTo>
                <a:lnTo>
                  <a:pt x="199069" y="142232"/>
                </a:lnTo>
                <a:cubicBezTo>
                  <a:pt x="198370" y="140452"/>
                  <a:pt x="197512" y="137815"/>
                  <a:pt x="196495" y="134320"/>
                </a:cubicBezTo>
                <a:cubicBezTo>
                  <a:pt x="196050" y="132731"/>
                  <a:pt x="195733" y="131682"/>
                  <a:pt x="195542" y="131174"/>
                </a:cubicBezTo>
                <a:cubicBezTo>
                  <a:pt x="190966" y="135622"/>
                  <a:pt x="186072" y="138959"/>
                  <a:pt x="180861" y="141183"/>
                </a:cubicBezTo>
                <a:cubicBezTo>
                  <a:pt x="175650" y="143408"/>
                  <a:pt x="170089" y="144520"/>
                  <a:pt x="164178" y="144520"/>
                </a:cubicBezTo>
                <a:cubicBezTo>
                  <a:pt x="153756" y="144520"/>
                  <a:pt x="145541" y="141704"/>
                  <a:pt x="139536" y="136071"/>
                </a:cubicBezTo>
                <a:cubicBezTo>
                  <a:pt x="133530" y="130439"/>
                  <a:pt x="130527" y="123319"/>
                  <a:pt x="130527" y="114711"/>
                </a:cubicBezTo>
                <a:cubicBezTo>
                  <a:pt x="130527" y="109015"/>
                  <a:pt x="131893" y="103937"/>
                  <a:pt x="134626" y="99477"/>
                </a:cubicBezTo>
                <a:cubicBezTo>
                  <a:pt x="137359" y="95014"/>
                  <a:pt x="141188" y="91596"/>
                  <a:pt x="146113" y="89223"/>
                </a:cubicBezTo>
                <a:cubicBezTo>
                  <a:pt x="151039" y="86849"/>
                  <a:pt x="158141" y="84777"/>
                  <a:pt x="167420" y="83005"/>
                </a:cubicBezTo>
                <a:cubicBezTo>
                  <a:pt x="179940" y="80664"/>
                  <a:pt x="188615" y="78480"/>
                  <a:pt x="193445" y="76454"/>
                </a:cubicBezTo>
                <a:lnTo>
                  <a:pt x="193445" y="73755"/>
                </a:lnTo>
                <a:cubicBezTo>
                  <a:pt x="193445" y="68550"/>
                  <a:pt x="192174" y="64839"/>
                  <a:pt x="189631" y="62623"/>
                </a:cubicBezTo>
                <a:cubicBezTo>
                  <a:pt x="187089" y="60404"/>
                  <a:pt x="182291" y="59295"/>
                  <a:pt x="175237" y="59295"/>
                </a:cubicBezTo>
                <a:cubicBezTo>
                  <a:pt x="170470" y="59295"/>
                  <a:pt x="166752" y="60254"/>
                  <a:pt x="164083" y="62173"/>
                </a:cubicBezTo>
                <a:cubicBezTo>
                  <a:pt x="161414" y="64089"/>
                  <a:pt x="159253" y="67452"/>
                  <a:pt x="157601" y="72260"/>
                </a:cubicBezTo>
                <a:moveTo>
                  <a:pt x="193445" y="93995"/>
                </a:moveTo>
                <a:cubicBezTo>
                  <a:pt x="190013" y="95125"/>
                  <a:pt x="184579" y="96476"/>
                  <a:pt x="177143" y="98047"/>
                </a:cubicBezTo>
                <a:cubicBezTo>
                  <a:pt x="169707" y="99616"/>
                  <a:pt x="164846" y="101154"/>
                  <a:pt x="162558" y="102661"/>
                </a:cubicBezTo>
                <a:cubicBezTo>
                  <a:pt x="159062" y="105110"/>
                  <a:pt x="157315" y="108218"/>
                  <a:pt x="157315" y="111986"/>
                </a:cubicBezTo>
                <a:cubicBezTo>
                  <a:pt x="157315" y="115692"/>
                  <a:pt x="158713" y="118895"/>
                  <a:pt x="161509" y="121596"/>
                </a:cubicBezTo>
                <a:cubicBezTo>
                  <a:pt x="164305" y="124295"/>
                  <a:pt x="167864" y="125645"/>
                  <a:pt x="172186" y="125645"/>
                </a:cubicBezTo>
                <a:cubicBezTo>
                  <a:pt x="177016" y="125645"/>
                  <a:pt x="181624" y="124075"/>
                  <a:pt x="186009" y="120935"/>
                </a:cubicBezTo>
                <a:cubicBezTo>
                  <a:pt x="189250" y="118549"/>
                  <a:pt x="191379" y="115629"/>
                  <a:pt x="192396" y="112173"/>
                </a:cubicBezTo>
                <a:cubicBezTo>
                  <a:pt x="193095" y="109913"/>
                  <a:pt x="193445" y="105612"/>
                  <a:pt x="193445" y="99271"/>
                </a:cubicBezTo>
                <a:lnTo>
                  <a:pt x="193445" y="93995"/>
                </a:lnTo>
                <a:close/>
                <a:moveTo>
                  <a:pt x="244199" y="40992"/>
                </a:moveTo>
                <a:lnTo>
                  <a:pt x="268889" y="40992"/>
                </a:lnTo>
                <a:lnTo>
                  <a:pt x="268889" y="54815"/>
                </a:lnTo>
                <a:cubicBezTo>
                  <a:pt x="277723" y="44074"/>
                  <a:pt x="288241" y="38704"/>
                  <a:pt x="300444" y="38704"/>
                </a:cubicBezTo>
                <a:cubicBezTo>
                  <a:pt x="306926" y="38704"/>
                  <a:pt x="312550" y="40044"/>
                  <a:pt x="317317" y="42726"/>
                </a:cubicBezTo>
                <a:cubicBezTo>
                  <a:pt x="322083" y="45407"/>
                  <a:pt x="325992" y="49461"/>
                  <a:pt x="329042" y="54889"/>
                </a:cubicBezTo>
                <a:cubicBezTo>
                  <a:pt x="333491" y="49461"/>
                  <a:pt x="338289" y="45407"/>
                  <a:pt x="343437" y="42726"/>
                </a:cubicBezTo>
                <a:cubicBezTo>
                  <a:pt x="348585" y="40044"/>
                  <a:pt x="354082" y="38704"/>
                  <a:pt x="359929" y="38704"/>
                </a:cubicBezTo>
                <a:cubicBezTo>
                  <a:pt x="367365" y="38704"/>
                  <a:pt x="373657" y="40213"/>
                  <a:pt x="378805" y="43232"/>
                </a:cubicBezTo>
                <a:cubicBezTo>
                  <a:pt x="383952" y="46251"/>
                  <a:pt x="387797" y="50684"/>
                  <a:pt x="390339" y="56530"/>
                </a:cubicBezTo>
                <a:cubicBezTo>
                  <a:pt x="392182" y="60852"/>
                  <a:pt x="393104" y="67843"/>
                  <a:pt x="393104" y="77503"/>
                </a:cubicBezTo>
                <a:lnTo>
                  <a:pt x="393104" y="142232"/>
                </a:lnTo>
                <a:lnTo>
                  <a:pt x="366316" y="142232"/>
                </a:lnTo>
                <a:lnTo>
                  <a:pt x="366316" y="84432"/>
                </a:lnTo>
                <a:cubicBezTo>
                  <a:pt x="366316" y="74403"/>
                  <a:pt x="365395" y="67928"/>
                  <a:pt x="363552" y="65009"/>
                </a:cubicBezTo>
                <a:cubicBezTo>
                  <a:pt x="361073" y="61200"/>
                  <a:pt x="357260" y="59295"/>
                  <a:pt x="352112" y="59295"/>
                </a:cubicBezTo>
                <a:cubicBezTo>
                  <a:pt x="348363" y="59295"/>
                  <a:pt x="344835" y="60438"/>
                  <a:pt x="341531" y="62724"/>
                </a:cubicBezTo>
                <a:cubicBezTo>
                  <a:pt x="338226" y="65008"/>
                  <a:pt x="335843" y="68356"/>
                  <a:pt x="334381" y="72769"/>
                </a:cubicBezTo>
                <a:cubicBezTo>
                  <a:pt x="332919" y="77180"/>
                  <a:pt x="332188" y="84147"/>
                  <a:pt x="332188" y="93670"/>
                </a:cubicBezTo>
                <a:lnTo>
                  <a:pt x="332188" y="142232"/>
                </a:lnTo>
                <a:lnTo>
                  <a:pt x="305401" y="142232"/>
                </a:lnTo>
                <a:lnTo>
                  <a:pt x="305401" y="86813"/>
                </a:lnTo>
                <a:cubicBezTo>
                  <a:pt x="305401" y="76974"/>
                  <a:pt x="304924" y="70626"/>
                  <a:pt x="303971" y="67770"/>
                </a:cubicBezTo>
                <a:cubicBezTo>
                  <a:pt x="303017" y="64913"/>
                  <a:pt x="301540" y="62786"/>
                  <a:pt x="299538" y="61389"/>
                </a:cubicBezTo>
                <a:cubicBezTo>
                  <a:pt x="297536" y="59993"/>
                  <a:pt x="294819" y="59295"/>
                  <a:pt x="291387" y="59295"/>
                </a:cubicBezTo>
                <a:cubicBezTo>
                  <a:pt x="287256" y="59295"/>
                  <a:pt x="283538" y="60406"/>
                  <a:pt x="280234" y="62629"/>
                </a:cubicBezTo>
                <a:cubicBezTo>
                  <a:pt x="276929" y="64849"/>
                  <a:pt x="274562" y="68054"/>
                  <a:pt x="273132" y="72245"/>
                </a:cubicBezTo>
                <a:cubicBezTo>
                  <a:pt x="271702" y="76436"/>
                  <a:pt x="270987" y="83387"/>
                  <a:pt x="270987" y="93098"/>
                </a:cubicBezTo>
                <a:lnTo>
                  <a:pt x="270987" y="142232"/>
                </a:lnTo>
                <a:lnTo>
                  <a:pt x="244199" y="142232"/>
                </a:lnTo>
                <a:lnTo>
                  <a:pt x="244199" y="40992"/>
                </a:lnTo>
                <a:close/>
                <a:moveTo>
                  <a:pt x="419368" y="40992"/>
                </a:moveTo>
                <a:lnTo>
                  <a:pt x="444345" y="40992"/>
                </a:lnTo>
                <a:lnTo>
                  <a:pt x="444345" y="55863"/>
                </a:lnTo>
                <a:cubicBezTo>
                  <a:pt x="447586" y="50779"/>
                  <a:pt x="451971" y="46648"/>
                  <a:pt x="457500" y="43470"/>
                </a:cubicBezTo>
                <a:cubicBezTo>
                  <a:pt x="463029" y="40293"/>
                  <a:pt x="469162" y="38704"/>
                  <a:pt x="475899" y="38704"/>
                </a:cubicBezTo>
                <a:cubicBezTo>
                  <a:pt x="487656" y="38704"/>
                  <a:pt x="497634" y="43311"/>
                  <a:pt x="505832" y="52527"/>
                </a:cubicBezTo>
                <a:cubicBezTo>
                  <a:pt x="514031" y="61742"/>
                  <a:pt x="518130" y="74580"/>
                  <a:pt x="518130" y="91040"/>
                </a:cubicBezTo>
                <a:cubicBezTo>
                  <a:pt x="518130" y="107945"/>
                  <a:pt x="513999" y="121085"/>
                  <a:pt x="505737" y="130459"/>
                </a:cubicBezTo>
                <a:cubicBezTo>
                  <a:pt x="497475" y="139833"/>
                  <a:pt x="487466" y="144520"/>
                  <a:pt x="475708" y="144520"/>
                </a:cubicBezTo>
                <a:cubicBezTo>
                  <a:pt x="470116" y="144520"/>
                  <a:pt x="465047" y="143408"/>
                  <a:pt x="460503" y="141183"/>
                </a:cubicBezTo>
                <a:cubicBezTo>
                  <a:pt x="455959" y="138959"/>
                  <a:pt x="451177" y="135146"/>
                  <a:pt x="446156" y="129744"/>
                </a:cubicBezTo>
                <a:lnTo>
                  <a:pt x="446156" y="180745"/>
                </a:lnTo>
                <a:lnTo>
                  <a:pt x="419368" y="180745"/>
                </a:lnTo>
                <a:lnTo>
                  <a:pt x="419368" y="40992"/>
                </a:lnTo>
                <a:moveTo>
                  <a:pt x="445870" y="89851"/>
                </a:moveTo>
                <a:cubicBezTo>
                  <a:pt x="445870" y="101209"/>
                  <a:pt x="448126" y="109601"/>
                  <a:pt x="452638" y="115027"/>
                </a:cubicBezTo>
                <a:cubicBezTo>
                  <a:pt x="457151" y="120453"/>
                  <a:pt x="462648" y="123166"/>
                  <a:pt x="469130" y="123166"/>
                </a:cubicBezTo>
                <a:cubicBezTo>
                  <a:pt x="475359" y="123166"/>
                  <a:pt x="480538" y="120675"/>
                  <a:pt x="484669" y="115694"/>
                </a:cubicBezTo>
                <a:cubicBezTo>
                  <a:pt x="488800" y="110714"/>
                  <a:pt x="490866" y="102543"/>
                  <a:pt x="490866" y="91183"/>
                </a:cubicBezTo>
                <a:cubicBezTo>
                  <a:pt x="490866" y="80585"/>
                  <a:pt x="488737" y="72717"/>
                  <a:pt x="484479" y="67577"/>
                </a:cubicBezTo>
                <a:cubicBezTo>
                  <a:pt x="480220" y="62437"/>
                  <a:pt x="474946" y="59867"/>
                  <a:pt x="468654" y="59867"/>
                </a:cubicBezTo>
                <a:cubicBezTo>
                  <a:pt x="462108" y="59867"/>
                  <a:pt x="456674" y="62389"/>
                  <a:pt x="452352" y="67434"/>
                </a:cubicBezTo>
                <a:cubicBezTo>
                  <a:pt x="448031" y="72478"/>
                  <a:pt x="445870" y="79951"/>
                  <a:pt x="445870" y="89851"/>
                </a:cubicBezTo>
                <a:close/>
                <a:moveTo>
                  <a:pt x="539577" y="142232"/>
                </a:moveTo>
                <a:lnTo>
                  <a:pt x="539577" y="2479"/>
                </a:lnTo>
                <a:lnTo>
                  <a:pt x="566365" y="2479"/>
                </a:lnTo>
                <a:lnTo>
                  <a:pt x="566365" y="142232"/>
                </a:lnTo>
                <a:lnTo>
                  <a:pt x="539577" y="142232"/>
                </a:lnTo>
                <a:close/>
                <a:moveTo>
                  <a:pt x="652689" y="110010"/>
                </a:moveTo>
                <a:lnTo>
                  <a:pt x="679382" y="114586"/>
                </a:lnTo>
                <a:cubicBezTo>
                  <a:pt x="675950" y="124342"/>
                  <a:pt x="670532" y="131769"/>
                  <a:pt x="663128" y="136870"/>
                </a:cubicBezTo>
                <a:cubicBezTo>
                  <a:pt x="655724" y="141970"/>
                  <a:pt x="646461" y="144520"/>
                  <a:pt x="635339" y="144520"/>
                </a:cubicBezTo>
                <a:cubicBezTo>
                  <a:pt x="617735" y="144520"/>
                  <a:pt x="604707" y="138768"/>
                  <a:pt x="596254" y="127265"/>
                </a:cubicBezTo>
                <a:cubicBezTo>
                  <a:pt x="589581" y="118050"/>
                  <a:pt x="586245" y="106420"/>
                  <a:pt x="586245" y="92374"/>
                </a:cubicBezTo>
                <a:cubicBezTo>
                  <a:pt x="586245" y="75596"/>
                  <a:pt x="590630" y="62457"/>
                  <a:pt x="599400" y="52956"/>
                </a:cubicBezTo>
                <a:cubicBezTo>
                  <a:pt x="608170" y="43454"/>
                  <a:pt x="619260" y="38704"/>
                  <a:pt x="632670" y="38704"/>
                </a:cubicBezTo>
                <a:cubicBezTo>
                  <a:pt x="647732" y="38704"/>
                  <a:pt x="659617" y="43677"/>
                  <a:pt x="668323" y="53623"/>
                </a:cubicBezTo>
                <a:cubicBezTo>
                  <a:pt x="677030" y="63569"/>
                  <a:pt x="681193" y="78806"/>
                  <a:pt x="680812" y="99334"/>
                </a:cubicBezTo>
                <a:lnTo>
                  <a:pt x="613700" y="99334"/>
                </a:lnTo>
                <a:cubicBezTo>
                  <a:pt x="613890" y="107278"/>
                  <a:pt x="616051" y="113458"/>
                  <a:pt x="620182" y="117875"/>
                </a:cubicBezTo>
                <a:cubicBezTo>
                  <a:pt x="624313" y="122292"/>
                  <a:pt x="629461" y="124501"/>
                  <a:pt x="635625" y="124501"/>
                </a:cubicBezTo>
                <a:cubicBezTo>
                  <a:pt x="639820" y="124501"/>
                  <a:pt x="643347" y="123357"/>
                  <a:pt x="646207" y="121069"/>
                </a:cubicBezTo>
                <a:cubicBezTo>
                  <a:pt x="649067" y="118781"/>
                  <a:pt x="651228" y="115095"/>
                  <a:pt x="652689" y="110010"/>
                </a:cubicBezTo>
                <a:moveTo>
                  <a:pt x="654215" y="82937"/>
                </a:moveTo>
                <a:cubicBezTo>
                  <a:pt x="654024" y="75215"/>
                  <a:pt x="652022" y="69344"/>
                  <a:pt x="648209" y="65325"/>
                </a:cubicBezTo>
                <a:cubicBezTo>
                  <a:pt x="644396" y="61305"/>
                  <a:pt x="639756" y="59295"/>
                  <a:pt x="634291" y="59295"/>
                </a:cubicBezTo>
                <a:cubicBezTo>
                  <a:pt x="628444" y="59295"/>
                  <a:pt x="623614" y="61415"/>
                  <a:pt x="619801" y="65655"/>
                </a:cubicBezTo>
                <a:cubicBezTo>
                  <a:pt x="615987" y="69898"/>
                  <a:pt x="614113" y="75658"/>
                  <a:pt x="614176" y="82937"/>
                </a:cubicBezTo>
                <a:lnTo>
                  <a:pt x="654215" y="82937"/>
                </a:lnTo>
                <a:close/>
                <a:moveTo>
                  <a:pt x="750205" y="96855"/>
                </a:moveTo>
                <a:lnTo>
                  <a:pt x="777660" y="94186"/>
                </a:lnTo>
                <a:cubicBezTo>
                  <a:pt x="779313" y="103435"/>
                  <a:pt x="782665" y="110228"/>
                  <a:pt x="787717" y="114565"/>
                </a:cubicBezTo>
                <a:cubicBezTo>
                  <a:pt x="792770" y="118901"/>
                  <a:pt x="799586" y="121069"/>
                  <a:pt x="808166" y="121069"/>
                </a:cubicBezTo>
                <a:cubicBezTo>
                  <a:pt x="817254" y="121069"/>
                  <a:pt x="824102" y="119140"/>
                  <a:pt x="828709" y="115283"/>
                </a:cubicBezTo>
                <a:cubicBezTo>
                  <a:pt x="833317" y="111426"/>
                  <a:pt x="835621" y="106915"/>
                  <a:pt x="835621" y="101750"/>
                </a:cubicBezTo>
                <a:cubicBezTo>
                  <a:pt x="835621" y="98435"/>
                  <a:pt x="834651" y="95615"/>
                  <a:pt x="832713" y="93289"/>
                </a:cubicBezTo>
                <a:cubicBezTo>
                  <a:pt x="830775" y="90961"/>
                  <a:pt x="827390" y="88937"/>
                  <a:pt x="822560" y="87215"/>
                </a:cubicBezTo>
                <a:cubicBezTo>
                  <a:pt x="819256" y="86069"/>
                  <a:pt x="811725" y="84031"/>
                  <a:pt x="799967" y="81102"/>
                </a:cubicBezTo>
                <a:cubicBezTo>
                  <a:pt x="784842" y="77344"/>
                  <a:pt x="774228" y="72727"/>
                  <a:pt x="768127" y="67249"/>
                </a:cubicBezTo>
                <a:cubicBezTo>
                  <a:pt x="759548" y="59543"/>
                  <a:pt x="755258" y="50150"/>
                  <a:pt x="755258" y="39070"/>
                </a:cubicBezTo>
                <a:cubicBezTo>
                  <a:pt x="755258" y="31938"/>
                  <a:pt x="757275" y="25268"/>
                  <a:pt x="761311" y="19060"/>
                </a:cubicBezTo>
                <a:cubicBezTo>
                  <a:pt x="765347" y="12850"/>
                  <a:pt x="771162" y="8121"/>
                  <a:pt x="778756" y="4874"/>
                </a:cubicBezTo>
                <a:cubicBezTo>
                  <a:pt x="786351" y="1625"/>
                  <a:pt x="795519" y="0"/>
                  <a:pt x="806259" y="0"/>
                </a:cubicBezTo>
                <a:cubicBezTo>
                  <a:pt x="823800" y="0"/>
                  <a:pt x="837003" y="3863"/>
                  <a:pt x="845869" y="11589"/>
                </a:cubicBezTo>
                <a:cubicBezTo>
                  <a:pt x="854734" y="19312"/>
                  <a:pt x="859389" y="29622"/>
                  <a:pt x="859834" y="42517"/>
                </a:cubicBezTo>
                <a:lnTo>
                  <a:pt x="831617" y="43661"/>
                </a:lnTo>
                <a:cubicBezTo>
                  <a:pt x="830409" y="36479"/>
                  <a:pt x="827819" y="31316"/>
                  <a:pt x="823847" y="28170"/>
                </a:cubicBezTo>
                <a:cubicBezTo>
                  <a:pt x="819875" y="25024"/>
                  <a:pt x="813917" y="23451"/>
                  <a:pt x="805973" y="23451"/>
                </a:cubicBezTo>
                <a:cubicBezTo>
                  <a:pt x="797775" y="23451"/>
                  <a:pt x="791356" y="25136"/>
                  <a:pt x="786716" y="28507"/>
                </a:cubicBezTo>
                <a:cubicBezTo>
                  <a:pt x="783729" y="30667"/>
                  <a:pt x="782236" y="33560"/>
                  <a:pt x="782236" y="37185"/>
                </a:cubicBezTo>
                <a:cubicBezTo>
                  <a:pt x="782236" y="40491"/>
                  <a:pt x="783634" y="43320"/>
                  <a:pt x="786430" y="45672"/>
                </a:cubicBezTo>
                <a:cubicBezTo>
                  <a:pt x="789989" y="48661"/>
                  <a:pt x="798633" y="51779"/>
                  <a:pt x="812360" y="55026"/>
                </a:cubicBezTo>
                <a:cubicBezTo>
                  <a:pt x="826088" y="58273"/>
                  <a:pt x="836240" y="61633"/>
                  <a:pt x="842818" y="65104"/>
                </a:cubicBezTo>
                <a:cubicBezTo>
                  <a:pt x="849396" y="68574"/>
                  <a:pt x="854544" y="73317"/>
                  <a:pt x="858261" y="79335"/>
                </a:cubicBezTo>
                <a:cubicBezTo>
                  <a:pt x="861979" y="85351"/>
                  <a:pt x="863838" y="92785"/>
                  <a:pt x="863838" y="101636"/>
                </a:cubicBezTo>
                <a:cubicBezTo>
                  <a:pt x="863838" y="109658"/>
                  <a:pt x="861614" y="117171"/>
                  <a:pt x="857165" y="124176"/>
                </a:cubicBezTo>
                <a:cubicBezTo>
                  <a:pt x="852716" y="131181"/>
                  <a:pt x="846425" y="136386"/>
                  <a:pt x="838290" y="139792"/>
                </a:cubicBezTo>
                <a:cubicBezTo>
                  <a:pt x="830155" y="143198"/>
                  <a:pt x="820018" y="144901"/>
                  <a:pt x="807880" y="144901"/>
                </a:cubicBezTo>
                <a:cubicBezTo>
                  <a:pt x="790212" y="144901"/>
                  <a:pt x="776643" y="140810"/>
                  <a:pt x="767174" y="132627"/>
                </a:cubicBezTo>
                <a:cubicBezTo>
                  <a:pt x="757704" y="124445"/>
                  <a:pt x="752048" y="112521"/>
                  <a:pt x="750205" y="96855"/>
                </a:cubicBezTo>
                <a:close/>
                <a:moveTo>
                  <a:pt x="946415" y="110010"/>
                </a:moveTo>
                <a:lnTo>
                  <a:pt x="973107" y="114586"/>
                </a:lnTo>
                <a:cubicBezTo>
                  <a:pt x="969675" y="124342"/>
                  <a:pt x="964257" y="131769"/>
                  <a:pt x="956854" y="136870"/>
                </a:cubicBezTo>
                <a:cubicBezTo>
                  <a:pt x="949450" y="141970"/>
                  <a:pt x="940187" y="144520"/>
                  <a:pt x="929065" y="144520"/>
                </a:cubicBezTo>
                <a:cubicBezTo>
                  <a:pt x="911461" y="144520"/>
                  <a:pt x="898432" y="138768"/>
                  <a:pt x="889980" y="127265"/>
                </a:cubicBezTo>
                <a:cubicBezTo>
                  <a:pt x="883307" y="118050"/>
                  <a:pt x="879970" y="106420"/>
                  <a:pt x="879970" y="92374"/>
                </a:cubicBezTo>
                <a:cubicBezTo>
                  <a:pt x="879970" y="75596"/>
                  <a:pt x="884355" y="62457"/>
                  <a:pt x="893126" y="52956"/>
                </a:cubicBezTo>
                <a:cubicBezTo>
                  <a:pt x="901896" y="43454"/>
                  <a:pt x="912986" y="38704"/>
                  <a:pt x="926396" y="38704"/>
                </a:cubicBezTo>
                <a:cubicBezTo>
                  <a:pt x="941458" y="38704"/>
                  <a:pt x="953342" y="43677"/>
                  <a:pt x="962049" y="53623"/>
                </a:cubicBezTo>
                <a:cubicBezTo>
                  <a:pt x="970756" y="63569"/>
                  <a:pt x="974918" y="78806"/>
                  <a:pt x="974537" y="99334"/>
                </a:cubicBezTo>
                <a:lnTo>
                  <a:pt x="907425" y="99334"/>
                </a:lnTo>
                <a:cubicBezTo>
                  <a:pt x="907616" y="107278"/>
                  <a:pt x="909777" y="113458"/>
                  <a:pt x="913907" y="117875"/>
                </a:cubicBezTo>
                <a:cubicBezTo>
                  <a:pt x="918038" y="122292"/>
                  <a:pt x="923186" y="124501"/>
                  <a:pt x="929351" y="124501"/>
                </a:cubicBezTo>
                <a:cubicBezTo>
                  <a:pt x="933545" y="124501"/>
                  <a:pt x="937073" y="123357"/>
                  <a:pt x="939932" y="121069"/>
                </a:cubicBezTo>
                <a:cubicBezTo>
                  <a:pt x="942792" y="118781"/>
                  <a:pt x="944953" y="115095"/>
                  <a:pt x="946415" y="110010"/>
                </a:cubicBezTo>
                <a:moveTo>
                  <a:pt x="947940" y="82937"/>
                </a:moveTo>
                <a:cubicBezTo>
                  <a:pt x="947750" y="75215"/>
                  <a:pt x="945748" y="69344"/>
                  <a:pt x="941934" y="65325"/>
                </a:cubicBezTo>
                <a:cubicBezTo>
                  <a:pt x="938121" y="61305"/>
                  <a:pt x="933482" y="59295"/>
                  <a:pt x="928016" y="59295"/>
                </a:cubicBezTo>
                <a:cubicBezTo>
                  <a:pt x="922169" y="59295"/>
                  <a:pt x="917339" y="61415"/>
                  <a:pt x="913526" y="65655"/>
                </a:cubicBezTo>
                <a:cubicBezTo>
                  <a:pt x="909713" y="69898"/>
                  <a:pt x="907838" y="75658"/>
                  <a:pt x="907902" y="82937"/>
                </a:cubicBezTo>
                <a:lnTo>
                  <a:pt x="947940" y="82937"/>
                </a:lnTo>
                <a:close/>
                <a:moveTo>
                  <a:pt x="996406" y="142232"/>
                </a:moveTo>
                <a:lnTo>
                  <a:pt x="996406" y="2479"/>
                </a:lnTo>
                <a:lnTo>
                  <a:pt x="1023194" y="2479"/>
                </a:lnTo>
                <a:lnTo>
                  <a:pt x="1023194" y="142232"/>
                </a:lnTo>
                <a:lnTo>
                  <a:pt x="996406" y="142232"/>
                </a:lnTo>
                <a:close/>
                <a:moveTo>
                  <a:pt x="1109519" y="110010"/>
                </a:moveTo>
                <a:lnTo>
                  <a:pt x="1136211" y="114586"/>
                </a:lnTo>
                <a:cubicBezTo>
                  <a:pt x="1132779" y="124342"/>
                  <a:pt x="1127361" y="131769"/>
                  <a:pt x="1119957" y="136870"/>
                </a:cubicBezTo>
                <a:cubicBezTo>
                  <a:pt x="1112553" y="141970"/>
                  <a:pt x="1103291" y="144520"/>
                  <a:pt x="1092169" y="144520"/>
                </a:cubicBezTo>
                <a:cubicBezTo>
                  <a:pt x="1074565" y="144520"/>
                  <a:pt x="1061536" y="138768"/>
                  <a:pt x="1053084" y="127265"/>
                </a:cubicBezTo>
                <a:cubicBezTo>
                  <a:pt x="1046410" y="118050"/>
                  <a:pt x="1043074" y="106420"/>
                  <a:pt x="1043074" y="92374"/>
                </a:cubicBezTo>
                <a:cubicBezTo>
                  <a:pt x="1043074" y="75596"/>
                  <a:pt x="1047459" y="62457"/>
                  <a:pt x="1056229" y="52956"/>
                </a:cubicBezTo>
                <a:cubicBezTo>
                  <a:pt x="1065000" y="43454"/>
                  <a:pt x="1076090" y="38704"/>
                  <a:pt x="1089499" y="38704"/>
                </a:cubicBezTo>
                <a:cubicBezTo>
                  <a:pt x="1104562" y="38704"/>
                  <a:pt x="1116446" y="43677"/>
                  <a:pt x="1125153" y="53623"/>
                </a:cubicBezTo>
                <a:cubicBezTo>
                  <a:pt x="1133860" y="63569"/>
                  <a:pt x="1138022" y="78806"/>
                  <a:pt x="1137641" y="99334"/>
                </a:cubicBezTo>
                <a:lnTo>
                  <a:pt x="1070529" y="99334"/>
                </a:lnTo>
                <a:cubicBezTo>
                  <a:pt x="1070720" y="107278"/>
                  <a:pt x="1072880" y="113458"/>
                  <a:pt x="1077011" y="117875"/>
                </a:cubicBezTo>
                <a:cubicBezTo>
                  <a:pt x="1081142" y="122292"/>
                  <a:pt x="1086290" y="124501"/>
                  <a:pt x="1092455" y="124501"/>
                </a:cubicBezTo>
                <a:cubicBezTo>
                  <a:pt x="1096649" y="124501"/>
                  <a:pt x="1100176" y="123357"/>
                  <a:pt x="1103036" y="121069"/>
                </a:cubicBezTo>
                <a:cubicBezTo>
                  <a:pt x="1105896" y="118781"/>
                  <a:pt x="1108057" y="115095"/>
                  <a:pt x="1109519" y="110010"/>
                </a:cubicBezTo>
                <a:moveTo>
                  <a:pt x="1111044" y="82937"/>
                </a:moveTo>
                <a:cubicBezTo>
                  <a:pt x="1110853" y="75215"/>
                  <a:pt x="1108851" y="69344"/>
                  <a:pt x="1105038" y="65325"/>
                </a:cubicBezTo>
                <a:cubicBezTo>
                  <a:pt x="1101225" y="61305"/>
                  <a:pt x="1096586" y="59295"/>
                  <a:pt x="1091120" y="59295"/>
                </a:cubicBezTo>
                <a:cubicBezTo>
                  <a:pt x="1085273" y="59295"/>
                  <a:pt x="1080443" y="61415"/>
                  <a:pt x="1076630" y="65655"/>
                </a:cubicBezTo>
                <a:cubicBezTo>
                  <a:pt x="1072817" y="69898"/>
                  <a:pt x="1070942" y="75658"/>
                  <a:pt x="1071006" y="82937"/>
                </a:cubicBezTo>
                <a:lnTo>
                  <a:pt x="1111044" y="82937"/>
                </a:lnTo>
                <a:close/>
                <a:moveTo>
                  <a:pt x="1247786" y="70925"/>
                </a:moveTo>
                <a:lnTo>
                  <a:pt x="1221380" y="75692"/>
                </a:lnTo>
                <a:cubicBezTo>
                  <a:pt x="1220490" y="70449"/>
                  <a:pt x="1218472" y="66500"/>
                  <a:pt x="1215326" y="63847"/>
                </a:cubicBezTo>
                <a:cubicBezTo>
                  <a:pt x="1212180" y="61194"/>
                  <a:pt x="1208097" y="59867"/>
                  <a:pt x="1203076" y="59867"/>
                </a:cubicBezTo>
                <a:cubicBezTo>
                  <a:pt x="1196403" y="59867"/>
                  <a:pt x="1191081" y="62164"/>
                  <a:pt x="1187108" y="66758"/>
                </a:cubicBezTo>
                <a:cubicBezTo>
                  <a:pt x="1183136" y="71351"/>
                  <a:pt x="1181150" y="79033"/>
                  <a:pt x="1181150" y="89804"/>
                </a:cubicBezTo>
                <a:cubicBezTo>
                  <a:pt x="1181150" y="101779"/>
                  <a:pt x="1183168" y="110239"/>
                  <a:pt x="1187204" y="115182"/>
                </a:cubicBezTo>
                <a:cubicBezTo>
                  <a:pt x="1191239" y="120123"/>
                  <a:pt x="1196657" y="122594"/>
                  <a:pt x="1203458" y="122594"/>
                </a:cubicBezTo>
                <a:cubicBezTo>
                  <a:pt x="1208542" y="122594"/>
                  <a:pt x="1212705" y="121148"/>
                  <a:pt x="1215946" y="118256"/>
                </a:cubicBezTo>
                <a:cubicBezTo>
                  <a:pt x="1219187" y="115365"/>
                  <a:pt x="1221475" y="110392"/>
                  <a:pt x="1222809" y="103337"/>
                </a:cubicBezTo>
                <a:lnTo>
                  <a:pt x="1249120" y="107913"/>
                </a:lnTo>
                <a:cubicBezTo>
                  <a:pt x="1246388" y="119988"/>
                  <a:pt x="1241145" y="129108"/>
                  <a:pt x="1233391" y="135273"/>
                </a:cubicBezTo>
                <a:cubicBezTo>
                  <a:pt x="1225638" y="141437"/>
                  <a:pt x="1215247" y="144520"/>
                  <a:pt x="1202218" y="144520"/>
                </a:cubicBezTo>
                <a:cubicBezTo>
                  <a:pt x="1187410" y="144520"/>
                  <a:pt x="1175605" y="139849"/>
                  <a:pt x="1166803" y="130506"/>
                </a:cubicBezTo>
                <a:cubicBezTo>
                  <a:pt x="1158001" y="121164"/>
                  <a:pt x="1153600" y="108231"/>
                  <a:pt x="1153600" y="91707"/>
                </a:cubicBezTo>
                <a:cubicBezTo>
                  <a:pt x="1153600" y="74993"/>
                  <a:pt x="1158017" y="61980"/>
                  <a:pt x="1166851" y="52670"/>
                </a:cubicBezTo>
                <a:cubicBezTo>
                  <a:pt x="1175685" y="43359"/>
                  <a:pt x="1187633" y="38704"/>
                  <a:pt x="1202695" y="38704"/>
                </a:cubicBezTo>
                <a:cubicBezTo>
                  <a:pt x="1215024" y="38704"/>
                  <a:pt x="1224827" y="41357"/>
                  <a:pt x="1232104" y="46664"/>
                </a:cubicBezTo>
                <a:cubicBezTo>
                  <a:pt x="1239381" y="51971"/>
                  <a:pt x="1244608" y="60058"/>
                  <a:pt x="1247786" y="70925"/>
                </a:cubicBezTo>
                <a:close/>
                <a:moveTo>
                  <a:pt x="1314555" y="40992"/>
                </a:moveTo>
                <a:lnTo>
                  <a:pt x="1314555" y="62346"/>
                </a:lnTo>
                <a:lnTo>
                  <a:pt x="1296252" y="62346"/>
                </a:lnTo>
                <a:lnTo>
                  <a:pt x="1296252" y="103081"/>
                </a:lnTo>
                <a:cubicBezTo>
                  <a:pt x="1296252" y="111331"/>
                  <a:pt x="1296427" y="116138"/>
                  <a:pt x="1296776" y="117503"/>
                </a:cubicBezTo>
                <a:cubicBezTo>
                  <a:pt x="1297126" y="118865"/>
                  <a:pt x="1297920" y="119991"/>
                  <a:pt x="1299159" y="120881"/>
                </a:cubicBezTo>
                <a:cubicBezTo>
                  <a:pt x="1300399" y="121769"/>
                  <a:pt x="1301908" y="122213"/>
                  <a:pt x="1303688" y="122213"/>
                </a:cubicBezTo>
                <a:cubicBezTo>
                  <a:pt x="1306166" y="122213"/>
                  <a:pt x="1309757" y="121355"/>
                  <a:pt x="1314460" y="119639"/>
                </a:cubicBezTo>
                <a:lnTo>
                  <a:pt x="1316748" y="140498"/>
                </a:lnTo>
                <a:cubicBezTo>
                  <a:pt x="1310519" y="143179"/>
                  <a:pt x="1303465" y="144520"/>
                  <a:pt x="1295585" y="144520"/>
                </a:cubicBezTo>
                <a:cubicBezTo>
                  <a:pt x="1290754" y="144520"/>
                  <a:pt x="1286401" y="143710"/>
                  <a:pt x="1282524" y="142089"/>
                </a:cubicBezTo>
                <a:cubicBezTo>
                  <a:pt x="1278648" y="140468"/>
                  <a:pt x="1275804" y="138371"/>
                  <a:pt x="1273992" y="135797"/>
                </a:cubicBezTo>
                <a:cubicBezTo>
                  <a:pt x="1272181" y="133223"/>
                  <a:pt x="1270926" y="129744"/>
                  <a:pt x="1270227" y="125359"/>
                </a:cubicBezTo>
                <a:cubicBezTo>
                  <a:pt x="1269655" y="122244"/>
                  <a:pt x="1269369" y="115953"/>
                  <a:pt x="1269369" y="106483"/>
                </a:cubicBezTo>
                <a:lnTo>
                  <a:pt x="1269369" y="62346"/>
                </a:lnTo>
                <a:lnTo>
                  <a:pt x="1257071" y="62346"/>
                </a:lnTo>
                <a:lnTo>
                  <a:pt x="1257071" y="40992"/>
                </a:lnTo>
                <a:lnTo>
                  <a:pt x="1269369" y="40992"/>
                </a:lnTo>
                <a:lnTo>
                  <a:pt x="1269369" y="20782"/>
                </a:lnTo>
                <a:lnTo>
                  <a:pt x="1296252" y="4957"/>
                </a:lnTo>
                <a:lnTo>
                  <a:pt x="1296252" y="40992"/>
                </a:lnTo>
                <a:lnTo>
                  <a:pt x="1314555" y="40992"/>
                </a:lnTo>
                <a:close/>
                <a:moveTo>
                  <a:pt x="1333091" y="27264"/>
                </a:moveTo>
                <a:lnTo>
                  <a:pt x="1333091" y="2479"/>
                </a:lnTo>
                <a:lnTo>
                  <a:pt x="1359879" y="2479"/>
                </a:lnTo>
                <a:lnTo>
                  <a:pt x="1359879" y="27264"/>
                </a:lnTo>
                <a:lnTo>
                  <a:pt x="1333091" y="27264"/>
                </a:lnTo>
                <a:moveTo>
                  <a:pt x="1333091" y="142232"/>
                </a:moveTo>
                <a:lnTo>
                  <a:pt x="1333091" y="40992"/>
                </a:lnTo>
                <a:lnTo>
                  <a:pt x="1359879" y="40992"/>
                </a:lnTo>
                <a:lnTo>
                  <a:pt x="1359879" y="142232"/>
                </a:lnTo>
                <a:lnTo>
                  <a:pt x="1333091" y="142232"/>
                </a:lnTo>
                <a:close/>
                <a:moveTo>
                  <a:pt x="1381379" y="90182"/>
                </a:moveTo>
                <a:cubicBezTo>
                  <a:pt x="1381379" y="81284"/>
                  <a:pt x="1383571" y="72673"/>
                  <a:pt x="1387957" y="64348"/>
                </a:cubicBezTo>
                <a:cubicBezTo>
                  <a:pt x="1392342" y="56022"/>
                  <a:pt x="1398554" y="49667"/>
                  <a:pt x="1406594" y="45282"/>
                </a:cubicBezTo>
                <a:cubicBezTo>
                  <a:pt x="1414633" y="40896"/>
                  <a:pt x="1423610" y="38704"/>
                  <a:pt x="1433524" y="38704"/>
                </a:cubicBezTo>
                <a:cubicBezTo>
                  <a:pt x="1448841" y="38704"/>
                  <a:pt x="1461392" y="43677"/>
                  <a:pt x="1471179" y="53623"/>
                </a:cubicBezTo>
                <a:cubicBezTo>
                  <a:pt x="1480967" y="63569"/>
                  <a:pt x="1485860" y="76137"/>
                  <a:pt x="1485860" y="91326"/>
                </a:cubicBezTo>
                <a:cubicBezTo>
                  <a:pt x="1485860" y="106642"/>
                  <a:pt x="1480919" y="119337"/>
                  <a:pt x="1471036" y="129410"/>
                </a:cubicBezTo>
                <a:cubicBezTo>
                  <a:pt x="1461154" y="139483"/>
                  <a:pt x="1448713" y="144520"/>
                  <a:pt x="1433715" y="144520"/>
                </a:cubicBezTo>
                <a:cubicBezTo>
                  <a:pt x="1424436" y="144520"/>
                  <a:pt x="1415586" y="142423"/>
                  <a:pt x="1407166" y="138228"/>
                </a:cubicBezTo>
                <a:cubicBezTo>
                  <a:pt x="1398745" y="134034"/>
                  <a:pt x="1392342" y="127885"/>
                  <a:pt x="1387957" y="119782"/>
                </a:cubicBezTo>
                <a:cubicBezTo>
                  <a:pt x="1383571" y="111679"/>
                  <a:pt x="1381379" y="101812"/>
                  <a:pt x="1381379" y="90182"/>
                </a:cubicBezTo>
                <a:moveTo>
                  <a:pt x="1408834" y="91612"/>
                </a:moveTo>
                <a:cubicBezTo>
                  <a:pt x="1408834" y="101621"/>
                  <a:pt x="1411217" y="109288"/>
                  <a:pt x="1415984" y="114610"/>
                </a:cubicBezTo>
                <a:cubicBezTo>
                  <a:pt x="1420750" y="119933"/>
                  <a:pt x="1426629" y="122594"/>
                  <a:pt x="1433620" y="122594"/>
                </a:cubicBezTo>
                <a:cubicBezTo>
                  <a:pt x="1440610" y="122594"/>
                  <a:pt x="1446473" y="119933"/>
                  <a:pt x="1451208" y="114610"/>
                </a:cubicBezTo>
                <a:cubicBezTo>
                  <a:pt x="1455943" y="109288"/>
                  <a:pt x="1458310" y="101558"/>
                  <a:pt x="1458310" y="91421"/>
                </a:cubicBezTo>
                <a:cubicBezTo>
                  <a:pt x="1458310" y="81539"/>
                  <a:pt x="1455943" y="73936"/>
                  <a:pt x="1451208" y="68614"/>
                </a:cubicBezTo>
                <a:cubicBezTo>
                  <a:pt x="1446473" y="63291"/>
                  <a:pt x="1440610" y="60630"/>
                  <a:pt x="1433620" y="60630"/>
                </a:cubicBezTo>
                <a:cubicBezTo>
                  <a:pt x="1426629" y="60630"/>
                  <a:pt x="1420750" y="63291"/>
                  <a:pt x="1415984" y="68614"/>
                </a:cubicBezTo>
                <a:cubicBezTo>
                  <a:pt x="1411217" y="73936"/>
                  <a:pt x="1408834" y="81602"/>
                  <a:pt x="1408834" y="91612"/>
                </a:cubicBezTo>
                <a:close/>
                <a:moveTo>
                  <a:pt x="1599110" y="142232"/>
                </a:moveTo>
                <a:lnTo>
                  <a:pt x="1572323" y="142232"/>
                </a:lnTo>
                <a:lnTo>
                  <a:pt x="1572323" y="90623"/>
                </a:lnTo>
                <a:cubicBezTo>
                  <a:pt x="1572323" y="79704"/>
                  <a:pt x="1571751" y="72641"/>
                  <a:pt x="1570607" y="69436"/>
                </a:cubicBezTo>
                <a:cubicBezTo>
                  <a:pt x="1569463" y="66230"/>
                  <a:pt x="1567604" y="63739"/>
                  <a:pt x="1565030" y="61961"/>
                </a:cubicBezTo>
                <a:cubicBezTo>
                  <a:pt x="1562456" y="60184"/>
                  <a:pt x="1559358" y="59295"/>
                  <a:pt x="1555735" y="59295"/>
                </a:cubicBezTo>
                <a:cubicBezTo>
                  <a:pt x="1551096" y="59295"/>
                  <a:pt x="1546933" y="60565"/>
                  <a:pt x="1543247" y="63105"/>
                </a:cubicBezTo>
                <a:cubicBezTo>
                  <a:pt x="1539561" y="65643"/>
                  <a:pt x="1537035" y="69008"/>
                  <a:pt x="1535668" y="73198"/>
                </a:cubicBezTo>
                <a:cubicBezTo>
                  <a:pt x="1534302" y="77387"/>
                  <a:pt x="1533619" y="85131"/>
                  <a:pt x="1533619" y="96432"/>
                </a:cubicBezTo>
                <a:lnTo>
                  <a:pt x="1533619" y="142232"/>
                </a:lnTo>
                <a:lnTo>
                  <a:pt x="1506831" y="142232"/>
                </a:lnTo>
                <a:lnTo>
                  <a:pt x="1506831" y="40992"/>
                </a:lnTo>
                <a:lnTo>
                  <a:pt x="1531712" y="40992"/>
                </a:lnTo>
                <a:lnTo>
                  <a:pt x="1531712" y="55863"/>
                </a:lnTo>
                <a:cubicBezTo>
                  <a:pt x="1540546" y="44424"/>
                  <a:pt x="1551668" y="38704"/>
                  <a:pt x="1565077" y="38704"/>
                </a:cubicBezTo>
                <a:cubicBezTo>
                  <a:pt x="1570988" y="38704"/>
                  <a:pt x="1576390" y="39768"/>
                  <a:pt x="1581284" y="41897"/>
                </a:cubicBezTo>
                <a:cubicBezTo>
                  <a:pt x="1586177" y="44026"/>
                  <a:pt x="1589879" y="46743"/>
                  <a:pt x="1592389" y="50048"/>
                </a:cubicBezTo>
                <a:cubicBezTo>
                  <a:pt x="1594900" y="53353"/>
                  <a:pt x="1596647" y="57102"/>
                  <a:pt x="1597633" y="61297"/>
                </a:cubicBezTo>
                <a:cubicBezTo>
                  <a:pt x="1598618" y="65491"/>
                  <a:pt x="1599110" y="71497"/>
                  <a:pt x="1599110" y="79314"/>
                </a:cubicBezTo>
                <a:lnTo>
                  <a:pt x="1599110" y="14223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85A1F27-F7C4-466C-81EE-DE3DED368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4480" y="3033631"/>
            <a:ext cx="5811304" cy="222526"/>
          </a:xfrm>
          <a:custGeom xmlns:a="http://schemas.openxmlformats.org/drawingml/2006/main">
            <a:pathLst>
              <a:path w="5811304" h="222526">
                <a:moveTo>
                  <a:pt x="5800412" y="85841"/>
                </a:moveTo>
                <a:lnTo>
                  <a:pt x="5801258" y="84115"/>
                </a:lnTo>
                <a:lnTo>
                  <a:pt x="5802070" y="82210"/>
                </a:lnTo>
                <a:lnTo>
                  <a:pt x="5803465" y="78170"/>
                </a:lnTo>
                <a:lnTo>
                  <a:pt x="5804744" y="73491"/>
                </a:lnTo>
                <a:lnTo>
                  <a:pt x="5805917" y="68239"/>
                </a:lnTo>
                <a:lnTo>
                  <a:pt x="5806979" y="62426"/>
                </a:lnTo>
                <a:lnTo>
                  <a:pt x="5807945" y="56091"/>
                </a:lnTo>
                <a:lnTo>
                  <a:pt x="5808795" y="49259"/>
                </a:lnTo>
                <a:lnTo>
                  <a:pt x="5809534" y="41975"/>
                </a:lnTo>
                <a:lnTo>
                  <a:pt x="5810149" y="34262"/>
                </a:lnTo>
                <a:lnTo>
                  <a:pt x="5810646" y="26173"/>
                </a:lnTo>
                <a:lnTo>
                  <a:pt x="5811002" y="17749"/>
                </a:lnTo>
                <a:lnTo>
                  <a:pt x="5811227" y="9025"/>
                </a:lnTo>
                <a:lnTo>
                  <a:pt x="5811304" y="99"/>
                </a:lnTo>
                <a:lnTo>
                  <a:pt x="5799079" y="0"/>
                </a:lnTo>
                <a:lnTo>
                  <a:pt x="5799002" y="8871"/>
                </a:lnTo>
                <a:lnTo>
                  <a:pt x="5799002" y="8766"/>
                </a:lnTo>
                <a:lnTo>
                  <a:pt x="5798787" y="17386"/>
                </a:lnTo>
                <a:lnTo>
                  <a:pt x="5798794" y="17281"/>
                </a:lnTo>
                <a:lnTo>
                  <a:pt x="5798438" y="25594"/>
                </a:lnTo>
                <a:lnTo>
                  <a:pt x="5798438" y="25489"/>
                </a:lnTo>
                <a:lnTo>
                  <a:pt x="5797956" y="33459"/>
                </a:lnTo>
                <a:lnTo>
                  <a:pt x="5797963" y="33340"/>
                </a:lnTo>
                <a:lnTo>
                  <a:pt x="5797356" y="40926"/>
                </a:lnTo>
                <a:lnTo>
                  <a:pt x="5797363" y="40800"/>
                </a:lnTo>
                <a:lnTo>
                  <a:pt x="5796650" y="47874"/>
                </a:lnTo>
                <a:lnTo>
                  <a:pt x="5795839" y="54372"/>
                </a:lnTo>
                <a:lnTo>
                  <a:pt x="5794910" y="60505"/>
                </a:lnTo>
                <a:lnTo>
                  <a:pt x="5794945" y="60317"/>
                </a:lnTo>
                <a:lnTo>
                  <a:pt x="5793918" y="65919"/>
                </a:lnTo>
                <a:lnTo>
                  <a:pt x="5793960" y="65688"/>
                </a:lnTo>
                <a:lnTo>
                  <a:pt x="5792894" y="70485"/>
                </a:lnTo>
                <a:lnTo>
                  <a:pt x="5791772" y="74572"/>
                </a:lnTo>
                <a:lnTo>
                  <a:pt x="5790638" y="77849"/>
                </a:lnTo>
                <a:lnTo>
                  <a:pt x="5790139" y="79027"/>
                </a:lnTo>
                <a:lnTo>
                  <a:pt x="5789664" y="79993"/>
                </a:lnTo>
                <a:lnTo>
                  <a:pt x="5789236" y="80727"/>
                </a:lnTo>
                <a:lnTo>
                  <a:pt x="2918148" y="80727"/>
                </a:lnTo>
                <a:lnTo>
                  <a:pt x="2916101" y="81035"/>
                </a:lnTo>
                <a:lnTo>
                  <a:pt x="2913971" y="82013"/>
                </a:lnTo>
                <a:lnTo>
                  <a:pt x="2912287" y="83291"/>
                </a:lnTo>
                <a:lnTo>
                  <a:pt x="2910960" y="84716"/>
                </a:lnTo>
                <a:lnTo>
                  <a:pt x="2909870" y="86225"/>
                </a:lnTo>
                <a:lnTo>
                  <a:pt x="2908920" y="87838"/>
                </a:lnTo>
                <a:lnTo>
                  <a:pt x="2908075" y="89564"/>
                </a:lnTo>
                <a:lnTo>
                  <a:pt x="2907272" y="91471"/>
                </a:lnTo>
                <a:lnTo>
                  <a:pt x="2905875" y="95507"/>
                </a:lnTo>
                <a:lnTo>
                  <a:pt x="2904590" y="100188"/>
                </a:lnTo>
                <a:lnTo>
                  <a:pt x="2904145" y="102180"/>
                </a:lnTo>
                <a:lnTo>
                  <a:pt x="2903703" y="100188"/>
                </a:lnTo>
                <a:lnTo>
                  <a:pt x="2902417" y="95507"/>
                </a:lnTo>
                <a:lnTo>
                  <a:pt x="2901020" y="91471"/>
                </a:lnTo>
                <a:lnTo>
                  <a:pt x="2900210" y="89564"/>
                </a:lnTo>
                <a:lnTo>
                  <a:pt x="2899365" y="87838"/>
                </a:lnTo>
                <a:lnTo>
                  <a:pt x="2898422" y="86225"/>
                </a:lnTo>
                <a:lnTo>
                  <a:pt x="2897325" y="84716"/>
                </a:lnTo>
                <a:lnTo>
                  <a:pt x="2895998" y="83291"/>
                </a:lnTo>
                <a:lnTo>
                  <a:pt x="2894321" y="82013"/>
                </a:lnTo>
                <a:lnTo>
                  <a:pt x="2892184" y="81035"/>
                </a:lnTo>
                <a:lnTo>
                  <a:pt x="2890137" y="80727"/>
                </a:lnTo>
                <a:lnTo>
                  <a:pt x="22067" y="80727"/>
                </a:lnTo>
                <a:lnTo>
                  <a:pt x="21640" y="79996"/>
                </a:lnTo>
                <a:lnTo>
                  <a:pt x="21167" y="79030"/>
                </a:lnTo>
                <a:lnTo>
                  <a:pt x="20667" y="77849"/>
                </a:lnTo>
                <a:lnTo>
                  <a:pt x="19526" y="74552"/>
                </a:lnTo>
                <a:lnTo>
                  <a:pt x="18410" y="70486"/>
                </a:lnTo>
                <a:lnTo>
                  <a:pt x="17344" y="65688"/>
                </a:lnTo>
                <a:lnTo>
                  <a:pt x="17386" y="65919"/>
                </a:lnTo>
                <a:lnTo>
                  <a:pt x="16359" y="60317"/>
                </a:lnTo>
                <a:lnTo>
                  <a:pt x="16394" y="60505"/>
                </a:lnTo>
                <a:lnTo>
                  <a:pt x="15463" y="54373"/>
                </a:lnTo>
                <a:lnTo>
                  <a:pt x="14648" y="47820"/>
                </a:lnTo>
                <a:lnTo>
                  <a:pt x="14662" y="47960"/>
                </a:lnTo>
                <a:lnTo>
                  <a:pt x="13935" y="40800"/>
                </a:lnTo>
                <a:lnTo>
                  <a:pt x="13949" y="40926"/>
                </a:lnTo>
                <a:lnTo>
                  <a:pt x="13342" y="33340"/>
                </a:lnTo>
                <a:lnTo>
                  <a:pt x="13349" y="33459"/>
                </a:lnTo>
                <a:lnTo>
                  <a:pt x="12860" y="25489"/>
                </a:lnTo>
                <a:lnTo>
                  <a:pt x="12867" y="25594"/>
                </a:lnTo>
                <a:lnTo>
                  <a:pt x="12510" y="17281"/>
                </a:lnTo>
                <a:lnTo>
                  <a:pt x="12517" y="17386"/>
                </a:lnTo>
                <a:lnTo>
                  <a:pt x="12294" y="8766"/>
                </a:lnTo>
                <a:lnTo>
                  <a:pt x="12301" y="8871"/>
                </a:lnTo>
                <a:lnTo>
                  <a:pt x="12224" y="0"/>
                </a:lnTo>
                <a:lnTo>
                  <a:pt x="0" y="99"/>
                </a:lnTo>
                <a:lnTo>
                  <a:pt x="77" y="9025"/>
                </a:lnTo>
                <a:lnTo>
                  <a:pt x="300" y="17749"/>
                </a:lnTo>
                <a:lnTo>
                  <a:pt x="657" y="26173"/>
                </a:lnTo>
                <a:lnTo>
                  <a:pt x="1153" y="34262"/>
                </a:lnTo>
                <a:lnTo>
                  <a:pt x="1767" y="41975"/>
                </a:lnTo>
                <a:lnTo>
                  <a:pt x="2508" y="49259"/>
                </a:lnTo>
                <a:lnTo>
                  <a:pt x="3360" y="56091"/>
                </a:lnTo>
                <a:lnTo>
                  <a:pt x="4317" y="62426"/>
                </a:lnTo>
                <a:lnTo>
                  <a:pt x="5386" y="68239"/>
                </a:lnTo>
                <a:lnTo>
                  <a:pt x="6559" y="73491"/>
                </a:lnTo>
                <a:lnTo>
                  <a:pt x="7837" y="78170"/>
                </a:lnTo>
                <a:lnTo>
                  <a:pt x="9234" y="82210"/>
                </a:lnTo>
                <a:lnTo>
                  <a:pt x="10045" y="84115"/>
                </a:lnTo>
                <a:lnTo>
                  <a:pt x="10890" y="85841"/>
                </a:lnTo>
                <a:lnTo>
                  <a:pt x="11840" y="87449"/>
                </a:lnTo>
                <a:lnTo>
                  <a:pt x="12930" y="88963"/>
                </a:lnTo>
                <a:lnTo>
                  <a:pt x="14257" y="90388"/>
                </a:lnTo>
                <a:lnTo>
                  <a:pt x="15940" y="91666"/>
                </a:lnTo>
                <a:lnTo>
                  <a:pt x="18071" y="92644"/>
                </a:lnTo>
                <a:lnTo>
                  <a:pt x="20117" y="92952"/>
                </a:lnTo>
                <a:lnTo>
                  <a:pt x="2888190" y="92952"/>
                </a:lnTo>
                <a:lnTo>
                  <a:pt x="2888570" y="93591"/>
                </a:lnTo>
                <a:lnTo>
                  <a:pt x="2889093" y="94660"/>
                </a:lnTo>
                <a:lnTo>
                  <a:pt x="2889635" y="95942"/>
                </a:lnTo>
                <a:lnTo>
                  <a:pt x="2890767" y="99237"/>
                </a:lnTo>
                <a:lnTo>
                  <a:pt x="2891837" y="103157"/>
                </a:lnTo>
                <a:lnTo>
                  <a:pt x="2892880" y="107825"/>
                </a:lnTo>
                <a:lnTo>
                  <a:pt x="2893895" y="113362"/>
                </a:lnTo>
                <a:lnTo>
                  <a:pt x="2893860" y="113174"/>
                </a:lnTo>
                <a:lnTo>
                  <a:pt x="2894791" y="119307"/>
                </a:lnTo>
                <a:lnTo>
                  <a:pt x="2895608" y="125859"/>
                </a:lnTo>
                <a:lnTo>
                  <a:pt x="2895594" y="125719"/>
                </a:lnTo>
                <a:lnTo>
                  <a:pt x="2896319" y="132879"/>
                </a:lnTo>
                <a:lnTo>
                  <a:pt x="2896305" y="132746"/>
                </a:lnTo>
                <a:lnTo>
                  <a:pt x="2896913" y="140339"/>
                </a:lnTo>
                <a:lnTo>
                  <a:pt x="2896906" y="140220"/>
                </a:lnTo>
                <a:lnTo>
                  <a:pt x="2897395" y="148190"/>
                </a:lnTo>
                <a:lnTo>
                  <a:pt x="2897388" y="148085"/>
                </a:lnTo>
                <a:lnTo>
                  <a:pt x="2897744" y="156398"/>
                </a:lnTo>
                <a:lnTo>
                  <a:pt x="2897737" y="156293"/>
                </a:lnTo>
                <a:lnTo>
                  <a:pt x="2897961" y="164913"/>
                </a:lnTo>
                <a:lnTo>
                  <a:pt x="2897954" y="164808"/>
                </a:lnTo>
                <a:lnTo>
                  <a:pt x="2898443" y="222526"/>
                </a:lnTo>
                <a:lnTo>
                  <a:pt x="2909843" y="222526"/>
                </a:lnTo>
                <a:lnTo>
                  <a:pt x="2910331" y="164808"/>
                </a:lnTo>
                <a:lnTo>
                  <a:pt x="2910331" y="164913"/>
                </a:lnTo>
                <a:lnTo>
                  <a:pt x="2910548" y="156293"/>
                </a:lnTo>
                <a:lnTo>
                  <a:pt x="2910541" y="156398"/>
                </a:lnTo>
                <a:lnTo>
                  <a:pt x="2910897" y="148085"/>
                </a:lnTo>
                <a:lnTo>
                  <a:pt x="2910897" y="148190"/>
                </a:lnTo>
                <a:lnTo>
                  <a:pt x="2911379" y="140220"/>
                </a:lnTo>
                <a:lnTo>
                  <a:pt x="2911372" y="140339"/>
                </a:lnTo>
                <a:lnTo>
                  <a:pt x="2911980" y="132746"/>
                </a:lnTo>
                <a:lnTo>
                  <a:pt x="2911973" y="132879"/>
                </a:lnTo>
                <a:lnTo>
                  <a:pt x="2912692" y="125719"/>
                </a:lnTo>
                <a:lnTo>
                  <a:pt x="2912678" y="125859"/>
                </a:lnTo>
                <a:lnTo>
                  <a:pt x="2913510" y="119181"/>
                </a:lnTo>
                <a:lnTo>
                  <a:pt x="2913490" y="119341"/>
                </a:lnTo>
                <a:lnTo>
                  <a:pt x="2914425" y="113174"/>
                </a:lnTo>
                <a:lnTo>
                  <a:pt x="2914390" y="113362"/>
                </a:lnTo>
                <a:lnTo>
                  <a:pt x="2915417" y="107760"/>
                </a:lnTo>
                <a:lnTo>
                  <a:pt x="2915375" y="107991"/>
                </a:lnTo>
                <a:lnTo>
                  <a:pt x="2916448" y="103157"/>
                </a:lnTo>
                <a:lnTo>
                  <a:pt x="2917556" y="99129"/>
                </a:lnTo>
                <a:lnTo>
                  <a:pt x="2918684" y="95861"/>
                </a:lnTo>
                <a:lnTo>
                  <a:pt x="2919201" y="94641"/>
                </a:lnTo>
                <a:lnTo>
                  <a:pt x="2919688" y="93648"/>
                </a:lnTo>
                <a:lnTo>
                  <a:pt x="2920097" y="92952"/>
                </a:lnTo>
                <a:lnTo>
                  <a:pt x="5791186" y="92952"/>
                </a:lnTo>
                <a:lnTo>
                  <a:pt x="5793234" y="92644"/>
                </a:lnTo>
                <a:lnTo>
                  <a:pt x="5795364" y="91666"/>
                </a:lnTo>
                <a:lnTo>
                  <a:pt x="5797048" y="90388"/>
                </a:lnTo>
                <a:lnTo>
                  <a:pt x="5798373" y="88963"/>
                </a:lnTo>
                <a:lnTo>
                  <a:pt x="5799463" y="87449"/>
                </a:lnTo>
                <a:lnTo>
                  <a:pt x="5800412" y="85841"/>
                </a:lnTo>
                <a:close/>
              </a:path>
            </a:pathLst>
          </a:custGeom>
          <a:solidFill xmlns:a="http://schemas.openxmlformats.org/drawingml/2006/main">
            <a:srgbClr val="4874CB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7D2AD2F-D92C-4959-9FF2-6C19A223C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3961" y="3036774"/>
            <a:ext cx="3119223" cy="226717"/>
          </a:xfrm>
          <a:custGeom xmlns:a="http://schemas.openxmlformats.org/drawingml/2006/main">
            <a:pathLst>
              <a:path w="3119223" h="226717">
                <a:moveTo>
                  <a:pt x="21899" y="82022"/>
                </a:moveTo>
                <a:lnTo>
                  <a:pt x="21374" y="80964"/>
                </a:lnTo>
                <a:lnTo>
                  <a:pt x="20865" y="79756"/>
                </a:lnTo>
                <a:lnTo>
                  <a:pt x="19715" y="76418"/>
                </a:lnTo>
                <a:lnTo>
                  <a:pt x="18572" y="72252"/>
                </a:lnTo>
                <a:lnTo>
                  <a:pt x="17475" y="67337"/>
                </a:lnTo>
                <a:lnTo>
                  <a:pt x="16464" y="61798"/>
                </a:lnTo>
                <a:lnTo>
                  <a:pt x="16492" y="61988"/>
                </a:lnTo>
                <a:lnTo>
                  <a:pt x="15536" y="55672"/>
                </a:lnTo>
                <a:lnTo>
                  <a:pt x="15556" y="55832"/>
                </a:lnTo>
                <a:lnTo>
                  <a:pt x="14705" y="48987"/>
                </a:lnTo>
                <a:lnTo>
                  <a:pt x="14726" y="49127"/>
                </a:lnTo>
                <a:lnTo>
                  <a:pt x="13976" y="41799"/>
                </a:lnTo>
                <a:lnTo>
                  <a:pt x="13991" y="41925"/>
                </a:lnTo>
                <a:lnTo>
                  <a:pt x="13370" y="34157"/>
                </a:lnTo>
                <a:lnTo>
                  <a:pt x="13377" y="34276"/>
                </a:lnTo>
                <a:lnTo>
                  <a:pt x="12882" y="26110"/>
                </a:lnTo>
                <a:lnTo>
                  <a:pt x="12882" y="26222"/>
                </a:lnTo>
                <a:lnTo>
                  <a:pt x="12516" y="17700"/>
                </a:lnTo>
                <a:lnTo>
                  <a:pt x="12524" y="17805"/>
                </a:lnTo>
                <a:lnTo>
                  <a:pt x="12302" y="8983"/>
                </a:lnTo>
                <a:lnTo>
                  <a:pt x="12302" y="9088"/>
                </a:lnTo>
                <a:lnTo>
                  <a:pt x="12225" y="0"/>
                </a:lnTo>
                <a:lnTo>
                  <a:pt x="0" y="99"/>
                </a:lnTo>
                <a:lnTo>
                  <a:pt x="75" y="9241"/>
                </a:lnTo>
                <a:lnTo>
                  <a:pt x="307" y="18168"/>
                </a:lnTo>
                <a:lnTo>
                  <a:pt x="669" y="26795"/>
                </a:lnTo>
                <a:lnTo>
                  <a:pt x="1183" y="35079"/>
                </a:lnTo>
                <a:lnTo>
                  <a:pt x="1811" y="42973"/>
                </a:lnTo>
                <a:lnTo>
                  <a:pt x="2572" y="50433"/>
                </a:lnTo>
                <a:lnTo>
                  <a:pt x="3435" y="57425"/>
                </a:lnTo>
                <a:lnTo>
                  <a:pt x="4424" y="63907"/>
                </a:lnTo>
                <a:lnTo>
                  <a:pt x="5511" y="69852"/>
                </a:lnTo>
                <a:lnTo>
                  <a:pt x="6713" y="75230"/>
                </a:lnTo>
                <a:lnTo>
                  <a:pt x="8028" y="80015"/>
                </a:lnTo>
                <a:lnTo>
                  <a:pt x="9452" y="84145"/>
                </a:lnTo>
                <a:lnTo>
                  <a:pt x="10267" y="86085"/>
                </a:lnTo>
                <a:lnTo>
                  <a:pt x="11133" y="87838"/>
                </a:lnTo>
                <a:lnTo>
                  <a:pt x="12098" y="89480"/>
                </a:lnTo>
                <a:lnTo>
                  <a:pt x="13208" y="91017"/>
                </a:lnTo>
                <a:lnTo>
                  <a:pt x="14550" y="92456"/>
                </a:lnTo>
                <a:lnTo>
                  <a:pt x="16247" y="93755"/>
                </a:lnTo>
                <a:lnTo>
                  <a:pt x="18400" y="94733"/>
                </a:lnTo>
                <a:lnTo>
                  <a:pt x="20467" y="95047"/>
                </a:lnTo>
                <a:lnTo>
                  <a:pt x="1542546" y="95047"/>
                </a:lnTo>
                <a:lnTo>
                  <a:pt x="1542581" y="95097"/>
                </a:lnTo>
                <a:lnTo>
                  <a:pt x="1542982" y="95780"/>
                </a:lnTo>
                <a:lnTo>
                  <a:pt x="1543526" y="96878"/>
                </a:lnTo>
                <a:lnTo>
                  <a:pt x="1544034" y="98083"/>
                </a:lnTo>
                <a:lnTo>
                  <a:pt x="1545236" y="101561"/>
                </a:lnTo>
                <a:lnTo>
                  <a:pt x="1546351" y="105649"/>
                </a:lnTo>
                <a:lnTo>
                  <a:pt x="1547450" y="110561"/>
                </a:lnTo>
                <a:lnTo>
                  <a:pt x="1547400" y="110339"/>
                </a:lnTo>
                <a:lnTo>
                  <a:pt x="1548449" y="116072"/>
                </a:lnTo>
                <a:lnTo>
                  <a:pt x="1548421" y="115884"/>
                </a:lnTo>
                <a:lnTo>
                  <a:pt x="1549373" y="122164"/>
                </a:lnTo>
                <a:lnTo>
                  <a:pt x="1550209" y="128876"/>
                </a:lnTo>
                <a:lnTo>
                  <a:pt x="1550195" y="128736"/>
                </a:lnTo>
                <a:lnTo>
                  <a:pt x="1550936" y="136071"/>
                </a:lnTo>
                <a:lnTo>
                  <a:pt x="1550922" y="135938"/>
                </a:lnTo>
                <a:lnTo>
                  <a:pt x="1551545" y="143714"/>
                </a:lnTo>
                <a:lnTo>
                  <a:pt x="1551538" y="143594"/>
                </a:lnTo>
                <a:lnTo>
                  <a:pt x="1552039" y="151760"/>
                </a:lnTo>
                <a:lnTo>
                  <a:pt x="1552032" y="151648"/>
                </a:lnTo>
                <a:lnTo>
                  <a:pt x="1552396" y="160170"/>
                </a:lnTo>
                <a:lnTo>
                  <a:pt x="1552396" y="160065"/>
                </a:lnTo>
                <a:lnTo>
                  <a:pt x="1552619" y="168887"/>
                </a:lnTo>
                <a:lnTo>
                  <a:pt x="1552612" y="168782"/>
                </a:lnTo>
                <a:lnTo>
                  <a:pt x="1553103" y="226717"/>
                </a:lnTo>
                <a:lnTo>
                  <a:pt x="1564500" y="226717"/>
                </a:lnTo>
                <a:lnTo>
                  <a:pt x="1564990" y="168782"/>
                </a:lnTo>
                <a:lnTo>
                  <a:pt x="1564990" y="168887"/>
                </a:lnTo>
                <a:lnTo>
                  <a:pt x="1565211" y="160065"/>
                </a:lnTo>
                <a:lnTo>
                  <a:pt x="1565211" y="160170"/>
                </a:lnTo>
                <a:lnTo>
                  <a:pt x="1565577" y="151675"/>
                </a:lnTo>
                <a:lnTo>
                  <a:pt x="1566066" y="143594"/>
                </a:lnTo>
                <a:lnTo>
                  <a:pt x="1566060" y="143714"/>
                </a:lnTo>
                <a:lnTo>
                  <a:pt x="1566679" y="135938"/>
                </a:lnTo>
                <a:lnTo>
                  <a:pt x="1566673" y="136071"/>
                </a:lnTo>
                <a:lnTo>
                  <a:pt x="1567412" y="128736"/>
                </a:lnTo>
                <a:lnTo>
                  <a:pt x="1567400" y="128876"/>
                </a:lnTo>
                <a:lnTo>
                  <a:pt x="1568251" y="122038"/>
                </a:lnTo>
                <a:lnTo>
                  <a:pt x="1568231" y="122198"/>
                </a:lnTo>
                <a:lnTo>
                  <a:pt x="1569189" y="115884"/>
                </a:lnTo>
                <a:lnTo>
                  <a:pt x="1569154" y="116072"/>
                </a:lnTo>
                <a:lnTo>
                  <a:pt x="1570197" y="110389"/>
                </a:lnTo>
                <a:lnTo>
                  <a:pt x="1571253" y="105647"/>
                </a:lnTo>
                <a:lnTo>
                  <a:pt x="1572410" y="101430"/>
                </a:lnTo>
                <a:lnTo>
                  <a:pt x="1573546" y="98143"/>
                </a:lnTo>
                <a:lnTo>
                  <a:pt x="1574085" y="96873"/>
                </a:lnTo>
                <a:lnTo>
                  <a:pt x="1574589" y="95844"/>
                </a:lnTo>
                <a:lnTo>
                  <a:pt x="1575042" y="95073"/>
                </a:lnTo>
                <a:lnTo>
                  <a:pt x="1575060" y="95047"/>
                </a:lnTo>
                <a:lnTo>
                  <a:pt x="3098758" y="95047"/>
                </a:lnTo>
                <a:lnTo>
                  <a:pt x="3100817" y="94733"/>
                </a:lnTo>
                <a:lnTo>
                  <a:pt x="3102970" y="93755"/>
                </a:lnTo>
                <a:lnTo>
                  <a:pt x="3104666" y="92456"/>
                </a:lnTo>
                <a:lnTo>
                  <a:pt x="3106016" y="91017"/>
                </a:lnTo>
                <a:lnTo>
                  <a:pt x="3107126" y="89480"/>
                </a:lnTo>
                <a:lnTo>
                  <a:pt x="3108088" y="87838"/>
                </a:lnTo>
                <a:lnTo>
                  <a:pt x="3108946" y="86085"/>
                </a:lnTo>
                <a:lnTo>
                  <a:pt x="3109772" y="84145"/>
                </a:lnTo>
                <a:lnTo>
                  <a:pt x="3111197" y="80015"/>
                </a:lnTo>
                <a:lnTo>
                  <a:pt x="3112509" y="75230"/>
                </a:lnTo>
                <a:lnTo>
                  <a:pt x="3113713" y="69852"/>
                </a:lnTo>
                <a:lnTo>
                  <a:pt x="3114800" y="63907"/>
                </a:lnTo>
                <a:lnTo>
                  <a:pt x="3115779" y="57425"/>
                </a:lnTo>
                <a:lnTo>
                  <a:pt x="3116652" y="50433"/>
                </a:lnTo>
                <a:lnTo>
                  <a:pt x="3117406" y="42973"/>
                </a:lnTo>
                <a:lnTo>
                  <a:pt x="3118041" y="35079"/>
                </a:lnTo>
                <a:lnTo>
                  <a:pt x="3118546" y="26795"/>
                </a:lnTo>
                <a:lnTo>
                  <a:pt x="3118914" y="18168"/>
                </a:lnTo>
                <a:lnTo>
                  <a:pt x="3119146" y="9241"/>
                </a:lnTo>
                <a:lnTo>
                  <a:pt x="3119223" y="99"/>
                </a:lnTo>
                <a:lnTo>
                  <a:pt x="3106999" y="0"/>
                </a:lnTo>
                <a:lnTo>
                  <a:pt x="3106922" y="9088"/>
                </a:lnTo>
                <a:lnTo>
                  <a:pt x="3106922" y="8983"/>
                </a:lnTo>
                <a:lnTo>
                  <a:pt x="3106698" y="17805"/>
                </a:lnTo>
                <a:lnTo>
                  <a:pt x="3106707" y="17700"/>
                </a:lnTo>
                <a:lnTo>
                  <a:pt x="3106335" y="26222"/>
                </a:lnTo>
                <a:lnTo>
                  <a:pt x="3106342" y="26110"/>
                </a:lnTo>
                <a:lnTo>
                  <a:pt x="3105847" y="34276"/>
                </a:lnTo>
                <a:lnTo>
                  <a:pt x="3105854" y="34157"/>
                </a:lnTo>
                <a:lnTo>
                  <a:pt x="3105230" y="41925"/>
                </a:lnTo>
                <a:lnTo>
                  <a:pt x="3105238" y="41799"/>
                </a:lnTo>
                <a:lnTo>
                  <a:pt x="3104498" y="49127"/>
                </a:lnTo>
                <a:lnTo>
                  <a:pt x="3104512" y="48987"/>
                </a:lnTo>
                <a:lnTo>
                  <a:pt x="3103660" y="55832"/>
                </a:lnTo>
                <a:lnTo>
                  <a:pt x="3103688" y="55672"/>
                </a:lnTo>
                <a:lnTo>
                  <a:pt x="3102757" y="61815"/>
                </a:lnTo>
                <a:lnTo>
                  <a:pt x="3101747" y="67334"/>
                </a:lnTo>
                <a:lnTo>
                  <a:pt x="3100650" y="72253"/>
                </a:lnTo>
                <a:lnTo>
                  <a:pt x="3099510" y="76417"/>
                </a:lnTo>
                <a:lnTo>
                  <a:pt x="3098374" y="79709"/>
                </a:lnTo>
                <a:lnTo>
                  <a:pt x="3097818" y="81016"/>
                </a:lnTo>
                <a:lnTo>
                  <a:pt x="3097319" y="82034"/>
                </a:lnTo>
                <a:lnTo>
                  <a:pt x="3096875" y="82792"/>
                </a:lnTo>
                <a:lnTo>
                  <a:pt x="3096853" y="82823"/>
                </a:lnTo>
                <a:lnTo>
                  <a:pt x="1573157" y="82823"/>
                </a:lnTo>
                <a:lnTo>
                  <a:pt x="1571095" y="83137"/>
                </a:lnTo>
                <a:lnTo>
                  <a:pt x="1568943" y="84115"/>
                </a:lnTo>
                <a:lnTo>
                  <a:pt x="1567247" y="85414"/>
                </a:lnTo>
                <a:lnTo>
                  <a:pt x="1565898" y="86853"/>
                </a:lnTo>
                <a:lnTo>
                  <a:pt x="1564786" y="88390"/>
                </a:lnTo>
                <a:lnTo>
                  <a:pt x="1563830" y="90032"/>
                </a:lnTo>
                <a:lnTo>
                  <a:pt x="1562966" y="91785"/>
                </a:lnTo>
                <a:lnTo>
                  <a:pt x="1562140" y="93727"/>
                </a:lnTo>
                <a:lnTo>
                  <a:pt x="1560716" y="97856"/>
                </a:lnTo>
                <a:lnTo>
                  <a:pt x="1559403" y="102640"/>
                </a:lnTo>
                <a:lnTo>
                  <a:pt x="1558803" y="105321"/>
                </a:lnTo>
                <a:lnTo>
                  <a:pt x="1558206" y="102640"/>
                </a:lnTo>
                <a:lnTo>
                  <a:pt x="1556893" y="97856"/>
                </a:lnTo>
                <a:lnTo>
                  <a:pt x="1555462" y="93727"/>
                </a:lnTo>
                <a:lnTo>
                  <a:pt x="1554645" y="91785"/>
                </a:lnTo>
                <a:lnTo>
                  <a:pt x="1553779" y="90032"/>
                </a:lnTo>
                <a:lnTo>
                  <a:pt x="1552815" y="88390"/>
                </a:lnTo>
                <a:lnTo>
                  <a:pt x="1551706" y="86853"/>
                </a:lnTo>
                <a:lnTo>
                  <a:pt x="1550363" y="85414"/>
                </a:lnTo>
                <a:lnTo>
                  <a:pt x="1548667" y="84115"/>
                </a:lnTo>
                <a:lnTo>
                  <a:pt x="1546514" y="83137"/>
                </a:lnTo>
                <a:lnTo>
                  <a:pt x="1544455" y="82823"/>
                </a:lnTo>
                <a:lnTo>
                  <a:pt x="22370" y="82823"/>
                </a:lnTo>
                <a:lnTo>
                  <a:pt x="22350" y="82796"/>
                </a:lnTo>
                <a:lnTo>
                  <a:pt x="21899" y="82022"/>
                </a:lnTo>
                <a:close/>
              </a:path>
            </a:pathLst>
          </a:custGeom>
          <a:solidFill xmlns:a="http://schemas.openxmlformats.org/drawingml/2006/main">
            <a:srgbClr val="4874CB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E24A1D4-28D1-44FC-9D86-37FA376F8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9540" y="3010929"/>
            <a:ext cx="3083946" cy="245228"/>
          </a:xfrm>
          <a:custGeom xmlns:a="http://schemas.openxmlformats.org/drawingml/2006/main">
            <a:pathLst>
              <a:path w="3083946" h="245228">
                <a:moveTo>
                  <a:pt x="1547288" y="196283"/>
                </a:moveTo>
                <a:lnTo>
                  <a:pt x="1547289" y="196283"/>
                </a:lnTo>
                <a:lnTo>
                  <a:pt x="1547289" y="196211"/>
                </a:lnTo>
                <a:lnTo>
                  <a:pt x="1547372" y="186350"/>
                </a:lnTo>
                <a:lnTo>
                  <a:pt x="1547364" y="186455"/>
                </a:lnTo>
                <a:lnTo>
                  <a:pt x="1547618" y="176711"/>
                </a:lnTo>
                <a:lnTo>
                  <a:pt x="1547609" y="176815"/>
                </a:lnTo>
                <a:lnTo>
                  <a:pt x="1548016" y="167406"/>
                </a:lnTo>
                <a:lnTo>
                  <a:pt x="1548009" y="167518"/>
                </a:lnTo>
                <a:lnTo>
                  <a:pt x="1548557" y="158559"/>
                </a:lnTo>
                <a:lnTo>
                  <a:pt x="1549237" y="150041"/>
                </a:lnTo>
                <a:lnTo>
                  <a:pt x="1549230" y="150167"/>
                </a:lnTo>
                <a:lnTo>
                  <a:pt x="1550049" y="142078"/>
                </a:lnTo>
                <a:lnTo>
                  <a:pt x="1550035" y="142218"/>
                </a:lnTo>
                <a:lnTo>
                  <a:pt x="1550976" y="134660"/>
                </a:lnTo>
                <a:lnTo>
                  <a:pt x="1550948" y="134821"/>
                </a:lnTo>
                <a:lnTo>
                  <a:pt x="1552010" y="127849"/>
                </a:lnTo>
                <a:lnTo>
                  <a:pt x="1551975" y="128038"/>
                </a:lnTo>
                <a:lnTo>
                  <a:pt x="1553097" y="121908"/>
                </a:lnTo>
                <a:lnTo>
                  <a:pt x="1554305" y="116477"/>
                </a:lnTo>
                <a:lnTo>
                  <a:pt x="1555595" y="111771"/>
                </a:lnTo>
                <a:lnTo>
                  <a:pt x="1556207" y="109889"/>
                </a:lnTo>
                <a:lnTo>
                  <a:pt x="1556849" y="108157"/>
                </a:lnTo>
                <a:lnTo>
                  <a:pt x="1557476" y="106668"/>
                </a:lnTo>
                <a:lnTo>
                  <a:pt x="1558077" y="105449"/>
                </a:lnTo>
                <a:lnTo>
                  <a:pt x="1558560" y="104634"/>
                </a:lnTo>
                <a:lnTo>
                  <a:pt x="1558800" y="104302"/>
                </a:lnTo>
                <a:lnTo>
                  <a:pt x="3061936" y="104302"/>
                </a:lnTo>
                <a:lnTo>
                  <a:pt x="3064084" y="103974"/>
                </a:lnTo>
                <a:lnTo>
                  <a:pt x="3066306" y="102961"/>
                </a:lnTo>
                <a:lnTo>
                  <a:pt x="3068086" y="101606"/>
                </a:lnTo>
                <a:lnTo>
                  <a:pt x="3069501" y="100083"/>
                </a:lnTo>
                <a:lnTo>
                  <a:pt x="3070688" y="98442"/>
                </a:lnTo>
                <a:lnTo>
                  <a:pt x="3071722" y="96682"/>
                </a:lnTo>
                <a:lnTo>
                  <a:pt x="3072658" y="94775"/>
                </a:lnTo>
                <a:lnTo>
                  <a:pt x="3073531" y="92728"/>
                </a:lnTo>
                <a:lnTo>
                  <a:pt x="3074342" y="90514"/>
                </a:lnTo>
                <a:lnTo>
                  <a:pt x="3075134" y="88097"/>
                </a:lnTo>
                <a:lnTo>
                  <a:pt x="3076556" y="82900"/>
                </a:lnTo>
                <a:lnTo>
                  <a:pt x="3077869" y="76997"/>
                </a:lnTo>
                <a:lnTo>
                  <a:pt x="3079071" y="70452"/>
                </a:lnTo>
                <a:lnTo>
                  <a:pt x="3080153" y="63313"/>
                </a:lnTo>
                <a:lnTo>
                  <a:pt x="3081110" y="55609"/>
                </a:lnTo>
                <a:lnTo>
                  <a:pt x="3081948" y="47380"/>
                </a:lnTo>
                <a:lnTo>
                  <a:pt x="3082647" y="38677"/>
                </a:lnTo>
                <a:lnTo>
                  <a:pt x="3083206" y="29547"/>
                </a:lnTo>
                <a:lnTo>
                  <a:pt x="3083610" y="20033"/>
                </a:lnTo>
                <a:lnTo>
                  <a:pt x="3083862" y="10184"/>
                </a:lnTo>
                <a:lnTo>
                  <a:pt x="3083946" y="99"/>
                </a:lnTo>
                <a:lnTo>
                  <a:pt x="3071722" y="0"/>
                </a:lnTo>
                <a:lnTo>
                  <a:pt x="3071642" y="10031"/>
                </a:lnTo>
                <a:lnTo>
                  <a:pt x="3071642" y="9926"/>
                </a:lnTo>
                <a:lnTo>
                  <a:pt x="3071394" y="19672"/>
                </a:lnTo>
                <a:lnTo>
                  <a:pt x="3071394" y="19565"/>
                </a:lnTo>
                <a:lnTo>
                  <a:pt x="3070989" y="28974"/>
                </a:lnTo>
                <a:lnTo>
                  <a:pt x="3070999" y="28863"/>
                </a:lnTo>
                <a:lnTo>
                  <a:pt x="3070451" y="37880"/>
                </a:lnTo>
                <a:lnTo>
                  <a:pt x="3070458" y="37762"/>
                </a:lnTo>
                <a:lnTo>
                  <a:pt x="3069766" y="46340"/>
                </a:lnTo>
                <a:lnTo>
                  <a:pt x="3069780" y="46214"/>
                </a:lnTo>
                <a:lnTo>
                  <a:pt x="3068956" y="54304"/>
                </a:lnTo>
                <a:lnTo>
                  <a:pt x="3068978" y="54163"/>
                </a:lnTo>
                <a:lnTo>
                  <a:pt x="3068050" y="61594"/>
                </a:lnTo>
                <a:lnTo>
                  <a:pt x="3067000" y="68531"/>
                </a:lnTo>
                <a:lnTo>
                  <a:pt x="3067028" y="68343"/>
                </a:lnTo>
                <a:lnTo>
                  <a:pt x="3065874" y="74649"/>
                </a:lnTo>
                <a:lnTo>
                  <a:pt x="3064665" y="80062"/>
                </a:lnTo>
                <a:lnTo>
                  <a:pt x="3063458" y="84451"/>
                </a:lnTo>
                <a:lnTo>
                  <a:pt x="3062760" y="86623"/>
                </a:lnTo>
                <a:lnTo>
                  <a:pt x="3062830" y="86399"/>
                </a:lnTo>
                <a:lnTo>
                  <a:pt x="3062161" y="88226"/>
                </a:lnTo>
                <a:lnTo>
                  <a:pt x="3061536" y="89696"/>
                </a:lnTo>
                <a:lnTo>
                  <a:pt x="3060978" y="90838"/>
                </a:lnTo>
                <a:lnTo>
                  <a:pt x="3060451" y="91741"/>
                </a:lnTo>
                <a:lnTo>
                  <a:pt x="3060208" y="92078"/>
                </a:lnTo>
                <a:lnTo>
                  <a:pt x="1557069" y="92078"/>
                </a:lnTo>
                <a:lnTo>
                  <a:pt x="1554931" y="92400"/>
                </a:lnTo>
                <a:lnTo>
                  <a:pt x="1552695" y="93420"/>
                </a:lnTo>
                <a:lnTo>
                  <a:pt x="1550920" y="94775"/>
                </a:lnTo>
                <a:lnTo>
                  <a:pt x="1549502" y="96297"/>
                </a:lnTo>
                <a:lnTo>
                  <a:pt x="1548315" y="97939"/>
                </a:lnTo>
                <a:lnTo>
                  <a:pt x="1547283" y="99699"/>
                </a:lnTo>
                <a:lnTo>
                  <a:pt x="1546345" y="101606"/>
                </a:lnTo>
                <a:lnTo>
                  <a:pt x="1545478" y="103653"/>
                </a:lnTo>
                <a:lnTo>
                  <a:pt x="1544662" y="105867"/>
                </a:lnTo>
                <a:lnTo>
                  <a:pt x="1543879" y="108277"/>
                </a:lnTo>
                <a:lnTo>
                  <a:pt x="1542454" y="113474"/>
                </a:lnTo>
                <a:lnTo>
                  <a:pt x="1541172" y="119214"/>
                </a:lnTo>
                <a:lnTo>
                  <a:pt x="1539899" y="113474"/>
                </a:lnTo>
                <a:lnTo>
                  <a:pt x="1538473" y="108277"/>
                </a:lnTo>
                <a:lnTo>
                  <a:pt x="1537682" y="105867"/>
                </a:lnTo>
                <a:lnTo>
                  <a:pt x="1536868" y="103653"/>
                </a:lnTo>
                <a:lnTo>
                  <a:pt x="1536001" y="101606"/>
                </a:lnTo>
                <a:lnTo>
                  <a:pt x="1535063" y="99699"/>
                </a:lnTo>
                <a:lnTo>
                  <a:pt x="1534032" y="97939"/>
                </a:lnTo>
                <a:lnTo>
                  <a:pt x="1532844" y="96297"/>
                </a:lnTo>
                <a:lnTo>
                  <a:pt x="1531423" y="94775"/>
                </a:lnTo>
                <a:lnTo>
                  <a:pt x="1529651" y="93420"/>
                </a:lnTo>
                <a:lnTo>
                  <a:pt x="1527421" y="92400"/>
                </a:lnTo>
                <a:lnTo>
                  <a:pt x="1525279" y="92078"/>
                </a:lnTo>
                <a:lnTo>
                  <a:pt x="23738" y="92078"/>
                </a:lnTo>
                <a:lnTo>
                  <a:pt x="23499" y="91747"/>
                </a:lnTo>
                <a:lnTo>
                  <a:pt x="22959" y="90825"/>
                </a:lnTo>
                <a:lnTo>
                  <a:pt x="22402" y="89695"/>
                </a:lnTo>
                <a:lnTo>
                  <a:pt x="21772" y="88199"/>
                </a:lnTo>
                <a:lnTo>
                  <a:pt x="21152" y="86524"/>
                </a:lnTo>
                <a:lnTo>
                  <a:pt x="20525" y="84593"/>
                </a:lnTo>
                <a:lnTo>
                  <a:pt x="19246" y="79931"/>
                </a:lnTo>
                <a:lnTo>
                  <a:pt x="18073" y="74654"/>
                </a:lnTo>
                <a:lnTo>
                  <a:pt x="16910" y="68343"/>
                </a:lnTo>
                <a:lnTo>
                  <a:pt x="16945" y="68531"/>
                </a:lnTo>
                <a:lnTo>
                  <a:pt x="15895" y="61595"/>
                </a:lnTo>
                <a:lnTo>
                  <a:pt x="14968" y="54163"/>
                </a:lnTo>
                <a:lnTo>
                  <a:pt x="14982" y="54304"/>
                </a:lnTo>
                <a:lnTo>
                  <a:pt x="14165" y="46214"/>
                </a:lnTo>
                <a:lnTo>
                  <a:pt x="14178" y="46340"/>
                </a:lnTo>
                <a:lnTo>
                  <a:pt x="13487" y="37762"/>
                </a:lnTo>
                <a:lnTo>
                  <a:pt x="13494" y="37880"/>
                </a:lnTo>
                <a:lnTo>
                  <a:pt x="12950" y="28863"/>
                </a:lnTo>
                <a:lnTo>
                  <a:pt x="12950" y="28974"/>
                </a:lnTo>
                <a:lnTo>
                  <a:pt x="12550" y="19565"/>
                </a:lnTo>
                <a:lnTo>
                  <a:pt x="12550" y="19672"/>
                </a:lnTo>
                <a:lnTo>
                  <a:pt x="12305" y="9926"/>
                </a:lnTo>
                <a:lnTo>
                  <a:pt x="12305" y="10031"/>
                </a:lnTo>
                <a:lnTo>
                  <a:pt x="12223" y="0"/>
                </a:lnTo>
                <a:lnTo>
                  <a:pt x="0" y="99"/>
                </a:lnTo>
                <a:lnTo>
                  <a:pt x="82" y="10184"/>
                </a:lnTo>
                <a:lnTo>
                  <a:pt x="334" y="20033"/>
                </a:lnTo>
                <a:lnTo>
                  <a:pt x="739" y="29547"/>
                </a:lnTo>
                <a:lnTo>
                  <a:pt x="1298" y="38677"/>
                </a:lnTo>
                <a:lnTo>
                  <a:pt x="1996" y="47380"/>
                </a:lnTo>
                <a:lnTo>
                  <a:pt x="2829" y="55609"/>
                </a:lnTo>
                <a:lnTo>
                  <a:pt x="3792" y="63313"/>
                </a:lnTo>
                <a:lnTo>
                  <a:pt x="4876" y="70452"/>
                </a:lnTo>
                <a:lnTo>
                  <a:pt x="6070" y="76997"/>
                </a:lnTo>
                <a:lnTo>
                  <a:pt x="7390" y="82900"/>
                </a:lnTo>
                <a:lnTo>
                  <a:pt x="8812" y="88097"/>
                </a:lnTo>
                <a:lnTo>
                  <a:pt x="9598" y="90514"/>
                </a:lnTo>
                <a:lnTo>
                  <a:pt x="10413" y="92728"/>
                </a:lnTo>
                <a:lnTo>
                  <a:pt x="11281" y="94775"/>
                </a:lnTo>
                <a:lnTo>
                  <a:pt x="12216" y="96682"/>
                </a:lnTo>
                <a:lnTo>
                  <a:pt x="13259" y="98442"/>
                </a:lnTo>
                <a:lnTo>
                  <a:pt x="14437" y="100083"/>
                </a:lnTo>
                <a:lnTo>
                  <a:pt x="15861" y="101606"/>
                </a:lnTo>
                <a:lnTo>
                  <a:pt x="17636" y="102961"/>
                </a:lnTo>
                <a:lnTo>
                  <a:pt x="19863" y="103974"/>
                </a:lnTo>
                <a:lnTo>
                  <a:pt x="22002" y="104302"/>
                </a:lnTo>
                <a:lnTo>
                  <a:pt x="1523548" y="104302"/>
                </a:lnTo>
                <a:lnTo>
                  <a:pt x="1523802" y="104655"/>
                </a:lnTo>
                <a:lnTo>
                  <a:pt x="1524269" y="105450"/>
                </a:lnTo>
                <a:lnTo>
                  <a:pt x="1524880" y="106689"/>
                </a:lnTo>
                <a:lnTo>
                  <a:pt x="1525493" y="108144"/>
                </a:lnTo>
                <a:lnTo>
                  <a:pt x="1526129" y="109861"/>
                </a:lnTo>
                <a:lnTo>
                  <a:pt x="1526736" y="111722"/>
                </a:lnTo>
                <a:lnTo>
                  <a:pt x="1528032" y="116450"/>
                </a:lnTo>
                <a:lnTo>
                  <a:pt x="1529252" y="121933"/>
                </a:lnTo>
                <a:lnTo>
                  <a:pt x="1529211" y="121702"/>
                </a:lnTo>
                <a:lnTo>
                  <a:pt x="1530367" y="128012"/>
                </a:lnTo>
                <a:lnTo>
                  <a:pt x="1531395" y="134821"/>
                </a:lnTo>
                <a:lnTo>
                  <a:pt x="1531376" y="134660"/>
                </a:lnTo>
                <a:lnTo>
                  <a:pt x="1532312" y="142218"/>
                </a:lnTo>
                <a:lnTo>
                  <a:pt x="1532299" y="142078"/>
                </a:lnTo>
                <a:lnTo>
                  <a:pt x="1533115" y="150167"/>
                </a:lnTo>
                <a:lnTo>
                  <a:pt x="1533108" y="150041"/>
                </a:lnTo>
                <a:lnTo>
                  <a:pt x="1533794" y="158619"/>
                </a:lnTo>
                <a:lnTo>
                  <a:pt x="1533787" y="158500"/>
                </a:lnTo>
                <a:lnTo>
                  <a:pt x="1534334" y="167475"/>
                </a:lnTo>
                <a:lnTo>
                  <a:pt x="1534737" y="176815"/>
                </a:lnTo>
                <a:lnTo>
                  <a:pt x="1534730" y="176711"/>
                </a:lnTo>
                <a:lnTo>
                  <a:pt x="1534980" y="186455"/>
                </a:lnTo>
                <a:lnTo>
                  <a:pt x="1534973" y="186350"/>
                </a:lnTo>
                <a:lnTo>
                  <a:pt x="1535469" y="245228"/>
                </a:lnTo>
                <a:lnTo>
                  <a:pt x="1546876" y="245228"/>
                </a:lnTo>
                <a:lnTo>
                  <a:pt x="1547288" y="196283"/>
                </a:lnTo>
                <a:close/>
              </a:path>
            </a:pathLst>
          </a:custGeom>
          <a:solidFill xmlns:a="http://schemas.openxmlformats.org/drawingml/2006/main">
            <a:srgbClr val="4874CB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7" name="Text FitnessScores">
            <a:extLst xmlns:a="http://schemas.openxmlformats.org/drawingml/2006/main">
              <a:ext uri="{FF2B5EF4-FFF2-40B4-BE49-F238E27FC236}">
                <a16:creationId xmlns:a16="http://schemas.microsoft.com/office/drawing/2014/main" id="{F0E00B64-A04E-48EE-A6AF-C8A55DC71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9374" y="2802536"/>
            <a:ext cx="906373" cy="103672"/>
          </a:xfrm>
          <a:custGeom xmlns:a="http://schemas.openxmlformats.org/drawingml/2006/main">
            <a:pathLst>
              <a:path w="906373" h="103672">
                <a:moveTo>
                  <a:pt x="0" y="102030"/>
                </a:moveTo>
                <a:lnTo>
                  <a:pt x="0" y="1778"/>
                </a:lnTo>
                <a:lnTo>
                  <a:pt x="67633" y="1778"/>
                </a:lnTo>
                <a:lnTo>
                  <a:pt x="67633" y="13609"/>
                </a:lnTo>
                <a:lnTo>
                  <a:pt x="13267" y="13609"/>
                </a:lnTo>
                <a:lnTo>
                  <a:pt x="13267" y="44587"/>
                </a:lnTo>
                <a:lnTo>
                  <a:pt x="60316" y="44587"/>
                </a:lnTo>
                <a:lnTo>
                  <a:pt x="60316" y="56418"/>
                </a:lnTo>
                <a:lnTo>
                  <a:pt x="13267" y="56418"/>
                </a:lnTo>
                <a:lnTo>
                  <a:pt x="13267" y="102030"/>
                </a:lnTo>
                <a:lnTo>
                  <a:pt x="0" y="102030"/>
                </a:lnTo>
                <a:close/>
                <a:moveTo>
                  <a:pt x="83031" y="16002"/>
                </a:moveTo>
                <a:lnTo>
                  <a:pt x="83031" y="1778"/>
                </a:lnTo>
                <a:lnTo>
                  <a:pt x="95340" y="1778"/>
                </a:lnTo>
                <a:lnTo>
                  <a:pt x="95340" y="16002"/>
                </a:lnTo>
                <a:lnTo>
                  <a:pt x="83031" y="16002"/>
                </a:lnTo>
                <a:moveTo>
                  <a:pt x="83031" y="102030"/>
                </a:moveTo>
                <a:lnTo>
                  <a:pt x="83031" y="29406"/>
                </a:lnTo>
                <a:lnTo>
                  <a:pt x="95340" y="29406"/>
                </a:lnTo>
                <a:lnTo>
                  <a:pt x="95340" y="102030"/>
                </a:lnTo>
                <a:lnTo>
                  <a:pt x="83031" y="102030"/>
                </a:lnTo>
                <a:close/>
                <a:moveTo>
                  <a:pt x="140921" y="91157"/>
                </a:moveTo>
                <a:lnTo>
                  <a:pt x="142699" y="102030"/>
                </a:lnTo>
                <a:cubicBezTo>
                  <a:pt x="139235" y="102669"/>
                  <a:pt x="136134" y="102988"/>
                  <a:pt x="133399" y="102988"/>
                </a:cubicBezTo>
                <a:cubicBezTo>
                  <a:pt x="128931" y="102988"/>
                  <a:pt x="125466" y="102281"/>
                  <a:pt x="123005" y="100868"/>
                </a:cubicBezTo>
                <a:cubicBezTo>
                  <a:pt x="120543" y="99455"/>
                  <a:pt x="118810" y="97597"/>
                  <a:pt x="117807" y="95294"/>
                </a:cubicBezTo>
                <a:cubicBezTo>
                  <a:pt x="116804" y="92992"/>
                  <a:pt x="116303" y="88148"/>
                  <a:pt x="116303" y="80763"/>
                </a:cubicBezTo>
                <a:lnTo>
                  <a:pt x="116303" y="38979"/>
                </a:lnTo>
                <a:lnTo>
                  <a:pt x="107276" y="38979"/>
                </a:lnTo>
                <a:lnTo>
                  <a:pt x="107276" y="29406"/>
                </a:lnTo>
                <a:lnTo>
                  <a:pt x="116303" y="29406"/>
                </a:lnTo>
                <a:lnTo>
                  <a:pt x="116303" y="11371"/>
                </a:lnTo>
                <a:lnTo>
                  <a:pt x="128544" y="3966"/>
                </a:lnTo>
                <a:lnTo>
                  <a:pt x="128544" y="29406"/>
                </a:lnTo>
                <a:lnTo>
                  <a:pt x="140921" y="29406"/>
                </a:lnTo>
                <a:lnTo>
                  <a:pt x="140921" y="38979"/>
                </a:lnTo>
                <a:lnTo>
                  <a:pt x="128544" y="38979"/>
                </a:lnTo>
                <a:lnTo>
                  <a:pt x="128544" y="81447"/>
                </a:lnTo>
                <a:cubicBezTo>
                  <a:pt x="128544" y="84957"/>
                  <a:pt x="128760" y="87214"/>
                  <a:pt x="129193" y="88217"/>
                </a:cubicBezTo>
                <a:cubicBezTo>
                  <a:pt x="129626" y="89220"/>
                  <a:pt x="130333" y="90017"/>
                  <a:pt x="131313" y="90610"/>
                </a:cubicBezTo>
                <a:cubicBezTo>
                  <a:pt x="132294" y="91203"/>
                  <a:pt x="133695" y="91499"/>
                  <a:pt x="135519" y="91499"/>
                </a:cubicBezTo>
                <a:cubicBezTo>
                  <a:pt x="136887" y="91499"/>
                  <a:pt x="138688" y="91385"/>
                  <a:pt x="140921" y="91157"/>
                </a:cubicBezTo>
                <a:close/>
                <a:moveTo>
                  <a:pt x="152814" y="102030"/>
                </a:moveTo>
                <a:lnTo>
                  <a:pt x="152814" y="29406"/>
                </a:lnTo>
                <a:lnTo>
                  <a:pt x="163892" y="29406"/>
                </a:lnTo>
                <a:lnTo>
                  <a:pt x="163892" y="39663"/>
                </a:lnTo>
                <a:cubicBezTo>
                  <a:pt x="169227" y="31731"/>
                  <a:pt x="176931" y="27764"/>
                  <a:pt x="187007" y="27764"/>
                </a:cubicBezTo>
                <a:cubicBezTo>
                  <a:pt x="191383" y="27764"/>
                  <a:pt x="195407" y="28551"/>
                  <a:pt x="199077" y="30124"/>
                </a:cubicBezTo>
                <a:cubicBezTo>
                  <a:pt x="202747" y="31696"/>
                  <a:pt x="205493" y="33759"/>
                  <a:pt x="207317" y="36312"/>
                </a:cubicBezTo>
                <a:cubicBezTo>
                  <a:pt x="209141" y="38865"/>
                  <a:pt x="210417" y="41897"/>
                  <a:pt x="211146" y="45408"/>
                </a:cubicBezTo>
                <a:cubicBezTo>
                  <a:pt x="211602" y="47687"/>
                  <a:pt x="211830" y="51676"/>
                  <a:pt x="211830" y="57375"/>
                </a:cubicBezTo>
                <a:lnTo>
                  <a:pt x="211830" y="102030"/>
                </a:lnTo>
                <a:lnTo>
                  <a:pt x="199521" y="102030"/>
                </a:lnTo>
                <a:lnTo>
                  <a:pt x="199521" y="57807"/>
                </a:lnTo>
                <a:cubicBezTo>
                  <a:pt x="199521" y="52786"/>
                  <a:pt x="199042" y="49032"/>
                  <a:pt x="198085" y="46545"/>
                </a:cubicBezTo>
                <a:cubicBezTo>
                  <a:pt x="197128" y="44057"/>
                  <a:pt x="195429" y="42072"/>
                  <a:pt x="192990" y="40589"/>
                </a:cubicBezTo>
                <a:cubicBezTo>
                  <a:pt x="190551" y="39106"/>
                  <a:pt x="187690" y="38364"/>
                  <a:pt x="184408" y="38364"/>
                </a:cubicBezTo>
                <a:cubicBezTo>
                  <a:pt x="179165" y="38364"/>
                  <a:pt x="174640" y="40030"/>
                  <a:pt x="170834" y="43362"/>
                </a:cubicBezTo>
                <a:cubicBezTo>
                  <a:pt x="167027" y="46693"/>
                  <a:pt x="165123" y="53014"/>
                  <a:pt x="165123" y="62324"/>
                </a:cubicBezTo>
                <a:lnTo>
                  <a:pt x="165123" y="102030"/>
                </a:lnTo>
                <a:lnTo>
                  <a:pt x="152814" y="102030"/>
                </a:lnTo>
                <a:close/>
                <a:moveTo>
                  <a:pt x="280065" y="78643"/>
                </a:moveTo>
                <a:lnTo>
                  <a:pt x="292784" y="80216"/>
                </a:lnTo>
                <a:cubicBezTo>
                  <a:pt x="290778" y="87647"/>
                  <a:pt x="287063" y="93414"/>
                  <a:pt x="281638" y="97517"/>
                </a:cubicBezTo>
                <a:cubicBezTo>
                  <a:pt x="276212" y="101620"/>
                  <a:pt x="269283" y="103672"/>
                  <a:pt x="260849" y="103672"/>
                </a:cubicBezTo>
                <a:cubicBezTo>
                  <a:pt x="250226" y="103672"/>
                  <a:pt x="241803" y="100401"/>
                  <a:pt x="235580" y="93858"/>
                </a:cubicBezTo>
                <a:cubicBezTo>
                  <a:pt x="229357" y="87316"/>
                  <a:pt x="226246" y="78141"/>
                  <a:pt x="226246" y="66333"/>
                </a:cubicBezTo>
                <a:cubicBezTo>
                  <a:pt x="226246" y="54115"/>
                  <a:pt x="229392" y="44633"/>
                  <a:pt x="235683" y="37885"/>
                </a:cubicBezTo>
                <a:cubicBezTo>
                  <a:pt x="241974" y="31138"/>
                  <a:pt x="250135" y="27764"/>
                  <a:pt x="260165" y="27764"/>
                </a:cubicBezTo>
                <a:cubicBezTo>
                  <a:pt x="269875" y="27764"/>
                  <a:pt x="277808" y="31065"/>
                  <a:pt x="283963" y="37665"/>
                </a:cubicBezTo>
                <a:cubicBezTo>
                  <a:pt x="290117" y="44264"/>
                  <a:pt x="293195" y="53549"/>
                  <a:pt x="293195" y="65519"/>
                </a:cubicBezTo>
                <a:cubicBezTo>
                  <a:pt x="293195" y="66247"/>
                  <a:pt x="293172" y="67339"/>
                  <a:pt x="293126" y="68795"/>
                </a:cubicBezTo>
                <a:lnTo>
                  <a:pt x="238965" y="68795"/>
                </a:lnTo>
                <a:cubicBezTo>
                  <a:pt x="239421" y="76751"/>
                  <a:pt x="241678" y="82843"/>
                  <a:pt x="245736" y="87071"/>
                </a:cubicBezTo>
                <a:cubicBezTo>
                  <a:pt x="249793" y="91300"/>
                  <a:pt x="254854" y="93414"/>
                  <a:pt x="260917" y="93414"/>
                </a:cubicBezTo>
                <a:cubicBezTo>
                  <a:pt x="265430" y="93414"/>
                  <a:pt x="269283" y="92240"/>
                  <a:pt x="272474" y="89892"/>
                </a:cubicBezTo>
                <a:cubicBezTo>
                  <a:pt x="275665" y="87543"/>
                  <a:pt x="278196" y="83793"/>
                  <a:pt x="280065" y="78643"/>
                </a:cubicBezTo>
                <a:moveTo>
                  <a:pt x="239649" y="58538"/>
                </a:moveTo>
                <a:lnTo>
                  <a:pt x="280202" y="58538"/>
                </a:lnTo>
                <a:cubicBezTo>
                  <a:pt x="279655" y="52528"/>
                  <a:pt x="278104" y="48021"/>
                  <a:pt x="275551" y="45017"/>
                </a:cubicBezTo>
                <a:cubicBezTo>
                  <a:pt x="271631" y="40354"/>
                  <a:pt x="266547" y="38022"/>
                  <a:pt x="260302" y="38022"/>
                </a:cubicBezTo>
                <a:cubicBezTo>
                  <a:pt x="254648" y="38022"/>
                  <a:pt x="249896" y="39883"/>
                  <a:pt x="246043" y="43606"/>
                </a:cubicBezTo>
                <a:cubicBezTo>
                  <a:pt x="242191" y="47327"/>
                  <a:pt x="240060" y="52305"/>
                  <a:pt x="239649" y="58538"/>
                </a:cubicBezTo>
                <a:close/>
                <a:moveTo>
                  <a:pt x="302961" y="80284"/>
                </a:moveTo>
                <a:lnTo>
                  <a:pt x="315133" y="78369"/>
                </a:lnTo>
                <a:cubicBezTo>
                  <a:pt x="315817" y="83226"/>
                  <a:pt x="317721" y="86948"/>
                  <a:pt x="320844" y="89535"/>
                </a:cubicBezTo>
                <a:cubicBezTo>
                  <a:pt x="323966" y="92121"/>
                  <a:pt x="328332" y="93414"/>
                  <a:pt x="333939" y="93414"/>
                </a:cubicBezTo>
                <a:cubicBezTo>
                  <a:pt x="339592" y="93414"/>
                  <a:pt x="343787" y="92272"/>
                  <a:pt x="346522" y="89988"/>
                </a:cubicBezTo>
                <a:cubicBezTo>
                  <a:pt x="349258" y="87703"/>
                  <a:pt x="350625" y="85023"/>
                  <a:pt x="350625" y="81949"/>
                </a:cubicBezTo>
                <a:cubicBezTo>
                  <a:pt x="350625" y="79189"/>
                  <a:pt x="349417" y="77018"/>
                  <a:pt x="347001" y="75435"/>
                </a:cubicBezTo>
                <a:cubicBezTo>
                  <a:pt x="345314" y="74349"/>
                  <a:pt x="341120" y="72970"/>
                  <a:pt x="334418" y="71296"/>
                </a:cubicBezTo>
                <a:cubicBezTo>
                  <a:pt x="325391" y="69015"/>
                  <a:pt x="319134" y="67041"/>
                  <a:pt x="315646" y="65376"/>
                </a:cubicBezTo>
                <a:cubicBezTo>
                  <a:pt x="312159" y="63711"/>
                  <a:pt x="309514" y="61406"/>
                  <a:pt x="307714" y="58463"/>
                </a:cubicBezTo>
                <a:cubicBezTo>
                  <a:pt x="305913" y="55519"/>
                  <a:pt x="305012" y="52268"/>
                  <a:pt x="305012" y="48709"/>
                </a:cubicBezTo>
                <a:cubicBezTo>
                  <a:pt x="305012" y="45470"/>
                  <a:pt x="305753" y="42469"/>
                  <a:pt x="307235" y="39708"/>
                </a:cubicBezTo>
                <a:cubicBezTo>
                  <a:pt x="308717" y="36947"/>
                  <a:pt x="310734" y="34654"/>
                  <a:pt x="313287" y="32829"/>
                </a:cubicBezTo>
                <a:cubicBezTo>
                  <a:pt x="315202" y="31414"/>
                  <a:pt x="317812" y="30217"/>
                  <a:pt x="321117" y="29237"/>
                </a:cubicBezTo>
                <a:cubicBezTo>
                  <a:pt x="324422" y="28255"/>
                  <a:pt x="327967" y="27764"/>
                  <a:pt x="331751" y="27764"/>
                </a:cubicBezTo>
                <a:cubicBezTo>
                  <a:pt x="337450" y="27764"/>
                  <a:pt x="342453" y="28591"/>
                  <a:pt x="346761" y="30243"/>
                </a:cubicBezTo>
                <a:cubicBezTo>
                  <a:pt x="351070" y="31894"/>
                  <a:pt x="354250" y="34132"/>
                  <a:pt x="356301" y="36956"/>
                </a:cubicBezTo>
                <a:cubicBezTo>
                  <a:pt x="358353" y="39778"/>
                  <a:pt x="359766" y="43553"/>
                  <a:pt x="360541" y="48280"/>
                </a:cubicBezTo>
                <a:lnTo>
                  <a:pt x="348505" y="49921"/>
                </a:lnTo>
                <a:cubicBezTo>
                  <a:pt x="347958" y="46183"/>
                  <a:pt x="346374" y="43265"/>
                  <a:pt x="343753" y="41168"/>
                </a:cubicBezTo>
                <a:cubicBezTo>
                  <a:pt x="341131" y="39071"/>
                  <a:pt x="337427" y="38022"/>
                  <a:pt x="332640" y="38022"/>
                </a:cubicBezTo>
                <a:cubicBezTo>
                  <a:pt x="326987" y="38022"/>
                  <a:pt x="322952" y="38952"/>
                  <a:pt x="320536" y="40813"/>
                </a:cubicBezTo>
                <a:cubicBezTo>
                  <a:pt x="318120" y="42672"/>
                  <a:pt x="316911" y="44850"/>
                  <a:pt x="316911" y="47346"/>
                </a:cubicBezTo>
                <a:cubicBezTo>
                  <a:pt x="316911" y="48933"/>
                  <a:pt x="317413" y="50362"/>
                  <a:pt x="318416" y="51633"/>
                </a:cubicBezTo>
                <a:cubicBezTo>
                  <a:pt x="319419" y="52948"/>
                  <a:pt x="320992" y="54036"/>
                  <a:pt x="323134" y="54898"/>
                </a:cubicBezTo>
                <a:cubicBezTo>
                  <a:pt x="324365" y="55353"/>
                  <a:pt x="327990" y="56396"/>
                  <a:pt x="334008" y="58029"/>
                </a:cubicBezTo>
                <a:cubicBezTo>
                  <a:pt x="342715" y="60353"/>
                  <a:pt x="348790" y="62255"/>
                  <a:pt x="352232" y="63735"/>
                </a:cubicBezTo>
                <a:cubicBezTo>
                  <a:pt x="355674" y="65215"/>
                  <a:pt x="358376" y="67368"/>
                  <a:pt x="360336" y="70193"/>
                </a:cubicBezTo>
                <a:cubicBezTo>
                  <a:pt x="362296" y="73017"/>
                  <a:pt x="363276" y="76524"/>
                  <a:pt x="363276" y="80714"/>
                </a:cubicBezTo>
                <a:cubicBezTo>
                  <a:pt x="363276" y="84814"/>
                  <a:pt x="362080" y="88675"/>
                  <a:pt x="359686" y="92296"/>
                </a:cubicBezTo>
                <a:cubicBezTo>
                  <a:pt x="357293" y="95916"/>
                  <a:pt x="353839" y="98717"/>
                  <a:pt x="349326" y="100699"/>
                </a:cubicBezTo>
                <a:cubicBezTo>
                  <a:pt x="344813" y="102681"/>
                  <a:pt x="339706" y="103672"/>
                  <a:pt x="334008" y="103672"/>
                </a:cubicBezTo>
                <a:cubicBezTo>
                  <a:pt x="324571" y="103672"/>
                  <a:pt x="317379" y="101706"/>
                  <a:pt x="312432" y="97773"/>
                </a:cubicBezTo>
                <a:cubicBezTo>
                  <a:pt x="307486" y="93841"/>
                  <a:pt x="304329" y="88011"/>
                  <a:pt x="302961" y="80284"/>
                </a:cubicBezTo>
                <a:close/>
                <a:moveTo>
                  <a:pt x="372812" y="80284"/>
                </a:moveTo>
                <a:lnTo>
                  <a:pt x="384985" y="78369"/>
                </a:lnTo>
                <a:cubicBezTo>
                  <a:pt x="385669" y="83226"/>
                  <a:pt x="387572" y="86948"/>
                  <a:pt x="390695" y="89535"/>
                </a:cubicBezTo>
                <a:cubicBezTo>
                  <a:pt x="393818" y="92121"/>
                  <a:pt x="398183" y="93414"/>
                  <a:pt x="403791" y="93414"/>
                </a:cubicBezTo>
                <a:cubicBezTo>
                  <a:pt x="409444" y="93414"/>
                  <a:pt x="413638" y="92272"/>
                  <a:pt x="416374" y="89988"/>
                </a:cubicBezTo>
                <a:cubicBezTo>
                  <a:pt x="419109" y="87703"/>
                  <a:pt x="420477" y="85023"/>
                  <a:pt x="420477" y="81949"/>
                </a:cubicBezTo>
                <a:cubicBezTo>
                  <a:pt x="420477" y="79189"/>
                  <a:pt x="419269" y="77018"/>
                  <a:pt x="416852" y="75435"/>
                </a:cubicBezTo>
                <a:cubicBezTo>
                  <a:pt x="415166" y="74349"/>
                  <a:pt x="410971" y="72970"/>
                  <a:pt x="404270" y="71296"/>
                </a:cubicBezTo>
                <a:cubicBezTo>
                  <a:pt x="395243" y="69015"/>
                  <a:pt x="388986" y="67041"/>
                  <a:pt x="385498" y="65376"/>
                </a:cubicBezTo>
                <a:cubicBezTo>
                  <a:pt x="382010" y="63711"/>
                  <a:pt x="379366" y="61406"/>
                  <a:pt x="377565" y="58463"/>
                </a:cubicBezTo>
                <a:cubicBezTo>
                  <a:pt x="375764" y="55519"/>
                  <a:pt x="374864" y="52268"/>
                  <a:pt x="374864" y="48709"/>
                </a:cubicBezTo>
                <a:cubicBezTo>
                  <a:pt x="374864" y="45470"/>
                  <a:pt x="375605" y="42469"/>
                  <a:pt x="377087" y="39708"/>
                </a:cubicBezTo>
                <a:cubicBezTo>
                  <a:pt x="378568" y="36947"/>
                  <a:pt x="380586" y="34654"/>
                  <a:pt x="383139" y="32829"/>
                </a:cubicBezTo>
                <a:cubicBezTo>
                  <a:pt x="385053" y="31414"/>
                  <a:pt x="387663" y="30217"/>
                  <a:pt x="390969" y="29237"/>
                </a:cubicBezTo>
                <a:cubicBezTo>
                  <a:pt x="394274" y="28255"/>
                  <a:pt x="397819" y="27764"/>
                  <a:pt x="401603" y="27764"/>
                </a:cubicBezTo>
                <a:cubicBezTo>
                  <a:pt x="407301" y="27764"/>
                  <a:pt x="412305" y="28591"/>
                  <a:pt x="416613" y="30243"/>
                </a:cubicBezTo>
                <a:cubicBezTo>
                  <a:pt x="420921" y="31894"/>
                  <a:pt x="424101" y="34132"/>
                  <a:pt x="426153" y="36956"/>
                </a:cubicBezTo>
                <a:cubicBezTo>
                  <a:pt x="428204" y="39778"/>
                  <a:pt x="429618" y="43553"/>
                  <a:pt x="430393" y="48280"/>
                </a:cubicBezTo>
                <a:lnTo>
                  <a:pt x="418357" y="49921"/>
                </a:lnTo>
                <a:cubicBezTo>
                  <a:pt x="417810" y="46183"/>
                  <a:pt x="416226" y="43265"/>
                  <a:pt x="413604" y="41168"/>
                </a:cubicBezTo>
                <a:cubicBezTo>
                  <a:pt x="410983" y="39071"/>
                  <a:pt x="407279" y="38022"/>
                  <a:pt x="402492" y="38022"/>
                </a:cubicBezTo>
                <a:cubicBezTo>
                  <a:pt x="396838" y="38022"/>
                  <a:pt x="392804" y="38952"/>
                  <a:pt x="390387" y="40813"/>
                </a:cubicBezTo>
                <a:cubicBezTo>
                  <a:pt x="387971" y="42672"/>
                  <a:pt x="386763" y="44850"/>
                  <a:pt x="386763" y="47346"/>
                </a:cubicBezTo>
                <a:cubicBezTo>
                  <a:pt x="386763" y="48933"/>
                  <a:pt x="387265" y="50362"/>
                  <a:pt x="388268" y="51633"/>
                </a:cubicBezTo>
                <a:cubicBezTo>
                  <a:pt x="389270" y="52948"/>
                  <a:pt x="390843" y="54036"/>
                  <a:pt x="392986" y="54898"/>
                </a:cubicBezTo>
                <a:cubicBezTo>
                  <a:pt x="394217" y="55353"/>
                  <a:pt x="397841" y="56396"/>
                  <a:pt x="403859" y="58029"/>
                </a:cubicBezTo>
                <a:cubicBezTo>
                  <a:pt x="412567" y="60353"/>
                  <a:pt x="418642" y="62255"/>
                  <a:pt x="422084" y="63735"/>
                </a:cubicBezTo>
                <a:cubicBezTo>
                  <a:pt x="425526" y="65215"/>
                  <a:pt x="428227" y="67368"/>
                  <a:pt x="430188" y="70193"/>
                </a:cubicBezTo>
                <a:cubicBezTo>
                  <a:pt x="432148" y="73017"/>
                  <a:pt x="433128" y="76524"/>
                  <a:pt x="433128" y="80714"/>
                </a:cubicBezTo>
                <a:cubicBezTo>
                  <a:pt x="433128" y="84814"/>
                  <a:pt x="431931" y="88675"/>
                  <a:pt x="429538" y="92296"/>
                </a:cubicBezTo>
                <a:cubicBezTo>
                  <a:pt x="427144" y="95916"/>
                  <a:pt x="423691" y="98717"/>
                  <a:pt x="419178" y="100699"/>
                </a:cubicBezTo>
                <a:cubicBezTo>
                  <a:pt x="414664" y="102681"/>
                  <a:pt x="409558" y="103672"/>
                  <a:pt x="403859" y="103672"/>
                </a:cubicBezTo>
                <a:cubicBezTo>
                  <a:pt x="394422" y="103672"/>
                  <a:pt x="387230" y="101706"/>
                  <a:pt x="382284" y="97773"/>
                </a:cubicBezTo>
                <a:cubicBezTo>
                  <a:pt x="377337" y="93841"/>
                  <a:pt x="374180" y="88011"/>
                  <a:pt x="372812" y="80284"/>
                </a:cubicBezTo>
                <a:close/>
                <a:moveTo>
                  <a:pt x="483415" y="69753"/>
                </a:moveTo>
                <a:lnTo>
                  <a:pt x="495929" y="68659"/>
                </a:lnTo>
                <a:cubicBezTo>
                  <a:pt x="496522" y="73673"/>
                  <a:pt x="497901" y="77788"/>
                  <a:pt x="500066" y="81002"/>
                </a:cubicBezTo>
                <a:cubicBezTo>
                  <a:pt x="502232" y="84216"/>
                  <a:pt x="505594" y="86815"/>
                  <a:pt x="510153" y="88798"/>
                </a:cubicBezTo>
                <a:cubicBezTo>
                  <a:pt x="514712" y="90781"/>
                  <a:pt x="519841" y="91773"/>
                  <a:pt x="525540" y="91773"/>
                </a:cubicBezTo>
                <a:cubicBezTo>
                  <a:pt x="530600" y="91773"/>
                  <a:pt x="535068" y="91020"/>
                  <a:pt x="538943" y="89516"/>
                </a:cubicBezTo>
                <a:cubicBezTo>
                  <a:pt x="542818" y="88011"/>
                  <a:pt x="545702" y="85949"/>
                  <a:pt x="547594" y="83327"/>
                </a:cubicBezTo>
                <a:cubicBezTo>
                  <a:pt x="549486" y="80706"/>
                  <a:pt x="550432" y="77845"/>
                  <a:pt x="550432" y="74745"/>
                </a:cubicBezTo>
                <a:cubicBezTo>
                  <a:pt x="550432" y="71599"/>
                  <a:pt x="549520" y="68852"/>
                  <a:pt x="547697" y="66504"/>
                </a:cubicBezTo>
                <a:cubicBezTo>
                  <a:pt x="545873" y="64157"/>
                  <a:pt x="542864" y="62185"/>
                  <a:pt x="538670" y="60589"/>
                </a:cubicBezTo>
                <a:cubicBezTo>
                  <a:pt x="535980" y="59541"/>
                  <a:pt x="530030" y="57911"/>
                  <a:pt x="520821" y="55700"/>
                </a:cubicBezTo>
                <a:cubicBezTo>
                  <a:pt x="511612" y="53488"/>
                  <a:pt x="505161" y="51403"/>
                  <a:pt x="501468" y="49442"/>
                </a:cubicBezTo>
                <a:cubicBezTo>
                  <a:pt x="496681" y="46935"/>
                  <a:pt x="493114" y="43823"/>
                  <a:pt x="490766" y="40108"/>
                </a:cubicBezTo>
                <a:cubicBezTo>
                  <a:pt x="488418" y="36392"/>
                  <a:pt x="487244" y="32232"/>
                  <a:pt x="487244" y="27628"/>
                </a:cubicBezTo>
                <a:cubicBezTo>
                  <a:pt x="487244" y="22567"/>
                  <a:pt x="488680" y="17837"/>
                  <a:pt x="491552" y="13438"/>
                </a:cubicBezTo>
                <a:cubicBezTo>
                  <a:pt x="494425" y="9038"/>
                  <a:pt x="498619" y="5699"/>
                  <a:pt x="504135" y="3419"/>
                </a:cubicBezTo>
                <a:cubicBezTo>
                  <a:pt x="509652" y="1140"/>
                  <a:pt x="515784" y="0"/>
                  <a:pt x="522531" y="0"/>
                </a:cubicBezTo>
                <a:cubicBezTo>
                  <a:pt x="529962" y="0"/>
                  <a:pt x="536516" y="1197"/>
                  <a:pt x="542192" y="3590"/>
                </a:cubicBezTo>
                <a:cubicBezTo>
                  <a:pt x="547868" y="5984"/>
                  <a:pt x="552233" y="9506"/>
                  <a:pt x="555287" y="14156"/>
                </a:cubicBezTo>
                <a:cubicBezTo>
                  <a:pt x="558342" y="18806"/>
                  <a:pt x="559983" y="24072"/>
                  <a:pt x="560211" y="29953"/>
                </a:cubicBezTo>
                <a:lnTo>
                  <a:pt x="547491" y="30910"/>
                </a:lnTo>
                <a:cubicBezTo>
                  <a:pt x="546808" y="24550"/>
                  <a:pt x="544494" y="19746"/>
                  <a:pt x="540550" y="16498"/>
                </a:cubicBezTo>
                <a:cubicBezTo>
                  <a:pt x="536607" y="13250"/>
                  <a:pt x="530783" y="11625"/>
                  <a:pt x="523078" y="11625"/>
                </a:cubicBezTo>
                <a:cubicBezTo>
                  <a:pt x="515054" y="11625"/>
                  <a:pt x="509207" y="13097"/>
                  <a:pt x="505537" y="16041"/>
                </a:cubicBezTo>
                <a:cubicBezTo>
                  <a:pt x="501867" y="18983"/>
                  <a:pt x="500032" y="22529"/>
                  <a:pt x="500032" y="26681"/>
                </a:cubicBezTo>
                <a:cubicBezTo>
                  <a:pt x="500032" y="30285"/>
                  <a:pt x="501332" y="33251"/>
                  <a:pt x="503930" y="35577"/>
                </a:cubicBezTo>
                <a:cubicBezTo>
                  <a:pt x="506483" y="37905"/>
                  <a:pt x="513151" y="40289"/>
                  <a:pt x="523933" y="42730"/>
                </a:cubicBezTo>
                <a:cubicBezTo>
                  <a:pt x="534715" y="45170"/>
                  <a:pt x="542112" y="47303"/>
                  <a:pt x="546124" y="49128"/>
                </a:cubicBezTo>
                <a:cubicBezTo>
                  <a:pt x="551959" y="51819"/>
                  <a:pt x="556267" y="55230"/>
                  <a:pt x="559048" y="59360"/>
                </a:cubicBezTo>
                <a:cubicBezTo>
                  <a:pt x="561829" y="63489"/>
                  <a:pt x="563220" y="68245"/>
                  <a:pt x="563220" y="73629"/>
                </a:cubicBezTo>
                <a:cubicBezTo>
                  <a:pt x="563220" y="78966"/>
                  <a:pt x="561693" y="83996"/>
                  <a:pt x="558638" y="88719"/>
                </a:cubicBezTo>
                <a:cubicBezTo>
                  <a:pt x="555584" y="93440"/>
                  <a:pt x="551196" y="97113"/>
                  <a:pt x="545474" y="99737"/>
                </a:cubicBezTo>
                <a:cubicBezTo>
                  <a:pt x="539752" y="102360"/>
                  <a:pt x="533313" y="103672"/>
                  <a:pt x="526155" y="103672"/>
                </a:cubicBezTo>
                <a:cubicBezTo>
                  <a:pt x="517083" y="103672"/>
                  <a:pt x="509481" y="102350"/>
                  <a:pt x="503349" y="99705"/>
                </a:cubicBezTo>
                <a:cubicBezTo>
                  <a:pt x="497217" y="97061"/>
                  <a:pt x="492407" y="93083"/>
                  <a:pt x="488920" y="87772"/>
                </a:cubicBezTo>
                <a:cubicBezTo>
                  <a:pt x="485432" y="82461"/>
                  <a:pt x="483597" y="76454"/>
                  <a:pt x="483415" y="69753"/>
                </a:cubicBezTo>
                <a:close/>
                <a:moveTo>
                  <a:pt x="626997" y="75360"/>
                </a:moveTo>
                <a:lnTo>
                  <a:pt x="639102" y="76933"/>
                </a:lnTo>
                <a:cubicBezTo>
                  <a:pt x="637779" y="85297"/>
                  <a:pt x="634394" y="91845"/>
                  <a:pt x="628946" y="96577"/>
                </a:cubicBezTo>
                <a:cubicBezTo>
                  <a:pt x="623498" y="101307"/>
                  <a:pt x="616808" y="103672"/>
                  <a:pt x="608875" y="103672"/>
                </a:cubicBezTo>
                <a:cubicBezTo>
                  <a:pt x="598937" y="103672"/>
                  <a:pt x="590947" y="100423"/>
                  <a:pt x="584906" y="93927"/>
                </a:cubicBezTo>
                <a:cubicBezTo>
                  <a:pt x="578866" y="87430"/>
                  <a:pt x="575845" y="78118"/>
                  <a:pt x="575845" y="65992"/>
                </a:cubicBezTo>
                <a:cubicBezTo>
                  <a:pt x="575845" y="58150"/>
                  <a:pt x="577145" y="51289"/>
                  <a:pt x="579743" y="45408"/>
                </a:cubicBezTo>
                <a:cubicBezTo>
                  <a:pt x="582342" y="39527"/>
                  <a:pt x="586297" y="35116"/>
                  <a:pt x="591608" y="32175"/>
                </a:cubicBezTo>
                <a:cubicBezTo>
                  <a:pt x="596919" y="29235"/>
                  <a:pt x="602698" y="27764"/>
                  <a:pt x="608944" y="27764"/>
                </a:cubicBezTo>
                <a:cubicBezTo>
                  <a:pt x="616831" y="27764"/>
                  <a:pt x="623282" y="29765"/>
                  <a:pt x="628297" y="33767"/>
                </a:cubicBezTo>
                <a:cubicBezTo>
                  <a:pt x="633312" y="37768"/>
                  <a:pt x="636526" y="43449"/>
                  <a:pt x="637939" y="50810"/>
                </a:cubicBezTo>
                <a:lnTo>
                  <a:pt x="625972" y="52656"/>
                </a:lnTo>
                <a:cubicBezTo>
                  <a:pt x="624832" y="47801"/>
                  <a:pt x="622815" y="44148"/>
                  <a:pt x="619920" y="41698"/>
                </a:cubicBezTo>
                <a:cubicBezTo>
                  <a:pt x="617025" y="39247"/>
                  <a:pt x="613526" y="38022"/>
                  <a:pt x="609422" y="38022"/>
                </a:cubicBezTo>
                <a:cubicBezTo>
                  <a:pt x="603222" y="38022"/>
                  <a:pt x="598185" y="40234"/>
                  <a:pt x="594309" y="44658"/>
                </a:cubicBezTo>
                <a:cubicBezTo>
                  <a:pt x="590434" y="49080"/>
                  <a:pt x="588497" y="56077"/>
                  <a:pt x="588497" y="65650"/>
                </a:cubicBezTo>
                <a:cubicBezTo>
                  <a:pt x="588497" y="75359"/>
                  <a:pt x="590366" y="82414"/>
                  <a:pt x="594104" y="86815"/>
                </a:cubicBezTo>
                <a:cubicBezTo>
                  <a:pt x="597843" y="91214"/>
                  <a:pt x="602721" y="93414"/>
                  <a:pt x="608739" y="93414"/>
                </a:cubicBezTo>
                <a:cubicBezTo>
                  <a:pt x="613571" y="93414"/>
                  <a:pt x="617606" y="91938"/>
                  <a:pt x="620843" y="88986"/>
                </a:cubicBezTo>
                <a:cubicBezTo>
                  <a:pt x="624080" y="86034"/>
                  <a:pt x="626131" y="81492"/>
                  <a:pt x="626997" y="75360"/>
                </a:cubicBezTo>
                <a:close/>
                <a:moveTo>
                  <a:pt x="644876" y="65718"/>
                </a:moveTo>
                <a:cubicBezTo>
                  <a:pt x="644876" y="52269"/>
                  <a:pt x="648615" y="42308"/>
                  <a:pt x="656092" y="35834"/>
                </a:cubicBezTo>
                <a:cubicBezTo>
                  <a:pt x="662337" y="30454"/>
                  <a:pt x="669951" y="27764"/>
                  <a:pt x="678932" y="27764"/>
                </a:cubicBezTo>
                <a:cubicBezTo>
                  <a:pt x="688916" y="27764"/>
                  <a:pt x="697077" y="31035"/>
                  <a:pt x="703414" y="37578"/>
                </a:cubicBezTo>
                <a:cubicBezTo>
                  <a:pt x="709751" y="44120"/>
                  <a:pt x="712919" y="53158"/>
                  <a:pt x="712919" y="64692"/>
                </a:cubicBezTo>
                <a:cubicBezTo>
                  <a:pt x="712919" y="74038"/>
                  <a:pt x="711518" y="81390"/>
                  <a:pt x="708714" y="86746"/>
                </a:cubicBezTo>
                <a:cubicBezTo>
                  <a:pt x="705910" y="92103"/>
                  <a:pt x="701830" y="96263"/>
                  <a:pt x="696473" y="99227"/>
                </a:cubicBezTo>
                <a:cubicBezTo>
                  <a:pt x="691116" y="102190"/>
                  <a:pt x="685269" y="103672"/>
                  <a:pt x="678932" y="103672"/>
                </a:cubicBezTo>
                <a:cubicBezTo>
                  <a:pt x="668766" y="103672"/>
                  <a:pt x="660548" y="100412"/>
                  <a:pt x="654279" y="93893"/>
                </a:cubicBezTo>
                <a:cubicBezTo>
                  <a:pt x="648011" y="87373"/>
                  <a:pt x="644876" y="77982"/>
                  <a:pt x="644876" y="65718"/>
                </a:cubicBezTo>
                <a:moveTo>
                  <a:pt x="657528" y="65684"/>
                </a:moveTo>
                <a:cubicBezTo>
                  <a:pt x="657528" y="74950"/>
                  <a:pt x="659556" y="81888"/>
                  <a:pt x="663614" y="86498"/>
                </a:cubicBezTo>
                <a:cubicBezTo>
                  <a:pt x="667671" y="91109"/>
                  <a:pt x="672777" y="93414"/>
                  <a:pt x="678932" y="93414"/>
                </a:cubicBezTo>
                <a:cubicBezTo>
                  <a:pt x="685041" y="93414"/>
                  <a:pt x="690124" y="91097"/>
                  <a:pt x="694182" y="86464"/>
                </a:cubicBezTo>
                <a:cubicBezTo>
                  <a:pt x="698239" y="81831"/>
                  <a:pt x="700268" y="74768"/>
                  <a:pt x="700268" y="65276"/>
                </a:cubicBezTo>
                <a:cubicBezTo>
                  <a:pt x="700268" y="56327"/>
                  <a:pt x="698228" y="49548"/>
                  <a:pt x="694148" y="44937"/>
                </a:cubicBezTo>
                <a:cubicBezTo>
                  <a:pt x="690067" y="40327"/>
                  <a:pt x="684996" y="38022"/>
                  <a:pt x="678932" y="38022"/>
                </a:cubicBezTo>
                <a:cubicBezTo>
                  <a:pt x="672777" y="38022"/>
                  <a:pt x="667671" y="40316"/>
                  <a:pt x="663614" y="44903"/>
                </a:cubicBezTo>
                <a:cubicBezTo>
                  <a:pt x="659556" y="49491"/>
                  <a:pt x="657528" y="56418"/>
                  <a:pt x="657528" y="65684"/>
                </a:cubicBezTo>
                <a:close/>
                <a:moveTo>
                  <a:pt x="726857" y="102030"/>
                </a:moveTo>
                <a:lnTo>
                  <a:pt x="726857" y="29406"/>
                </a:lnTo>
                <a:lnTo>
                  <a:pt x="737936" y="29406"/>
                </a:lnTo>
                <a:lnTo>
                  <a:pt x="737936" y="40347"/>
                </a:lnTo>
                <a:cubicBezTo>
                  <a:pt x="740762" y="35224"/>
                  <a:pt x="743372" y="31846"/>
                  <a:pt x="745766" y="30213"/>
                </a:cubicBezTo>
                <a:cubicBezTo>
                  <a:pt x="748159" y="28581"/>
                  <a:pt x="750792" y="27764"/>
                  <a:pt x="753664" y="27764"/>
                </a:cubicBezTo>
                <a:cubicBezTo>
                  <a:pt x="757813" y="27764"/>
                  <a:pt x="762030" y="29081"/>
                  <a:pt x="766316" y="31714"/>
                </a:cubicBezTo>
                <a:lnTo>
                  <a:pt x="762076" y="43083"/>
                </a:lnTo>
                <a:cubicBezTo>
                  <a:pt x="759067" y="41305"/>
                  <a:pt x="756058" y="40416"/>
                  <a:pt x="753049" y="40416"/>
                </a:cubicBezTo>
                <a:cubicBezTo>
                  <a:pt x="750359" y="40416"/>
                  <a:pt x="747943" y="41226"/>
                  <a:pt x="745800" y="42847"/>
                </a:cubicBezTo>
                <a:cubicBezTo>
                  <a:pt x="743657" y="44467"/>
                  <a:pt x="742130" y="46715"/>
                  <a:pt x="741218" y="49590"/>
                </a:cubicBezTo>
                <a:cubicBezTo>
                  <a:pt x="739851" y="53971"/>
                  <a:pt x="739167" y="58763"/>
                  <a:pt x="739167" y="63966"/>
                </a:cubicBezTo>
                <a:lnTo>
                  <a:pt x="739167" y="102030"/>
                </a:lnTo>
                <a:lnTo>
                  <a:pt x="726857" y="102030"/>
                </a:lnTo>
                <a:close/>
                <a:moveTo>
                  <a:pt x="823161" y="78643"/>
                </a:moveTo>
                <a:lnTo>
                  <a:pt x="835880" y="80216"/>
                </a:lnTo>
                <a:cubicBezTo>
                  <a:pt x="833874" y="87647"/>
                  <a:pt x="830159" y="93414"/>
                  <a:pt x="824734" y="97517"/>
                </a:cubicBezTo>
                <a:cubicBezTo>
                  <a:pt x="819308" y="101620"/>
                  <a:pt x="812379" y="103672"/>
                  <a:pt x="803945" y="103672"/>
                </a:cubicBezTo>
                <a:cubicBezTo>
                  <a:pt x="793322" y="103672"/>
                  <a:pt x="784899" y="100401"/>
                  <a:pt x="778676" y="93858"/>
                </a:cubicBezTo>
                <a:cubicBezTo>
                  <a:pt x="772453" y="87316"/>
                  <a:pt x="769342" y="78141"/>
                  <a:pt x="769342" y="66333"/>
                </a:cubicBezTo>
                <a:cubicBezTo>
                  <a:pt x="769342" y="54115"/>
                  <a:pt x="772487" y="44633"/>
                  <a:pt x="778779" y="37885"/>
                </a:cubicBezTo>
                <a:cubicBezTo>
                  <a:pt x="785070" y="31138"/>
                  <a:pt x="793231" y="27764"/>
                  <a:pt x="803261" y="27764"/>
                </a:cubicBezTo>
                <a:cubicBezTo>
                  <a:pt x="812971" y="27764"/>
                  <a:pt x="820904" y="31065"/>
                  <a:pt x="827059" y="37665"/>
                </a:cubicBezTo>
                <a:cubicBezTo>
                  <a:pt x="833213" y="44264"/>
                  <a:pt x="836291" y="53549"/>
                  <a:pt x="836291" y="65519"/>
                </a:cubicBezTo>
                <a:cubicBezTo>
                  <a:pt x="836291" y="66247"/>
                  <a:pt x="836268" y="67339"/>
                  <a:pt x="836222" y="68795"/>
                </a:cubicBezTo>
                <a:lnTo>
                  <a:pt x="782061" y="68795"/>
                </a:lnTo>
                <a:cubicBezTo>
                  <a:pt x="782517" y="76751"/>
                  <a:pt x="784774" y="82843"/>
                  <a:pt x="788831" y="87071"/>
                </a:cubicBezTo>
                <a:cubicBezTo>
                  <a:pt x="792889" y="91300"/>
                  <a:pt x="797949" y="93414"/>
                  <a:pt x="804013" y="93414"/>
                </a:cubicBezTo>
                <a:cubicBezTo>
                  <a:pt x="808526" y="93414"/>
                  <a:pt x="812379" y="92240"/>
                  <a:pt x="815570" y="89892"/>
                </a:cubicBezTo>
                <a:cubicBezTo>
                  <a:pt x="818761" y="87543"/>
                  <a:pt x="821292" y="83793"/>
                  <a:pt x="823161" y="78643"/>
                </a:cubicBezTo>
                <a:moveTo>
                  <a:pt x="782745" y="58538"/>
                </a:moveTo>
                <a:lnTo>
                  <a:pt x="823297" y="58538"/>
                </a:lnTo>
                <a:cubicBezTo>
                  <a:pt x="822750" y="52528"/>
                  <a:pt x="821200" y="48021"/>
                  <a:pt x="818647" y="45017"/>
                </a:cubicBezTo>
                <a:cubicBezTo>
                  <a:pt x="814727" y="40354"/>
                  <a:pt x="809643" y="38022"/>
                  <a:pt x="803397" y="38022"/>
                </a:cubicBezTo>
                <a:cubicBezTo>
                  <a:pt x="797744" y="38022"/>
                  <a:pt x="792992" y="39883"/>
                  <a:pt x="789139" y="43606"/>
                </a:cubicBezTo>
                <a:cubicBezTo>
                  <a:pt x="785287" y="47327"/>
                  <a:pt x="783155" y="52305"/>
                  <a:pt x="782745" y="58538"/>
                </a:cubicBezTo>
                <a:close/>
                <a:moveTo>
                  <a:pt x="846057" y="80284"/>
                </a:moveTo>
                <a:lnTo>
                  <a:pt x="858230" y="78369"/>
                </a:lnTo>
                <a:cubicBezTo>
                  <a:pt x="858913" y="83226"/>
                  <a:pt x="860817" y="86948"/>
                  <a:pt x="863940" y="89535"/>
                </a:cubicBezTo>
                <a:cubicBezTo>
                  <a:pt x="867063" y="92121"/>
                  <a:pt x="871428" y="93414"/>
                  <a:pt x="877035" y="93414"/>
                </a:cubicBezTo>
                <a:cubicBezTo>
                  <a:pt x="882689" y="93414"/>
                  <a:pt x="886883" y="92272"/>
                  <a:pt x="889618" y="89988"/>
                </a:cubicBezTo>
                <a:cubicBezTo>
                  <a:pt x="892354" y="87703"/>
                  <a:pt x="893721" y="85023"/>
                  <a:pt x="893721" y="81949"/>
                </a:cubicBezTo>
                <a:cubicBezTo>
                  <a:pt x="893721" y="79189"/>
                  <a:pt x="892513" y="77018"/>
                  <a:pt x="890097" y="75435"/>
                </a:cubicBezTo>
                <a:cubicBezTo>
                  <a:pt x="888410" y="74349"/>
                  <a:pt x="884216" y="72970"/>
                  <a:pt x="877514" y="71296"/>
                </a:cubicBezTo>
                <a:cubicBezTo>
                  <a:pt x="868487" y="69015"/>
                  <a:pt x="862230" y="67041"/>
                  <a:pt x="858742" y="65376"/>
                </a:cubicBezTo>
                <a:cubicBezTo>
                  <a:pt x="855255" y="63711"/>
                  <a:pt x="852611" y="61406"/>
                  <a:pt x="850810" y="58463"/>
                </a:cubicBezTo>
                <a:cubicBezTo>
                  <a:pt x="849009" y="55519"/>
                  <a:pt x="848109" y="52268"/>
                  <a:pt x="848109" y="48709"/>
                </a:cubicBezTo>
                <a:cubicBezTo>
                  <a:pt x="848109" y="45470"/>
                  <a:pt x="848849" y="42469"/>
                  <a:pt x="850331" y="39708"/>
                </a:cubicBezTo>
                <a:cubicBezTo>
                  <a:pt x="851813" y="36947"/>
                  <a:pt x="853830" y="34654"/>
                  <a:pt x="856383" y="32829"/>
                </a:cubicBezTo>
                <a:cubicBezTo>
                  <a:pt x="858298" y="31414"/>
                  <a:pt x="860908" y="30217"/>
                  <a:pt x="864213" y="29237"/>
                </a:cubicBezTo>
                <a:cubicBezTo>
                  <a:pt x="867519" y="28255"/>
                  <a:pt x="871063" y="27764"/>
                  <a:pt x="874847" y="27764"/>
                </a:cubicBezTo>
                <a:cubicBezTo>
                  <a:pt x="880546" y="27764"/>
                  <a:pt x="885549" y="28591"/>
                  <a:pt x="889858" y="30243"/>
                </a:cubicBezTo>
                <a:cubicBezTo>
                  <a:pt x="894166" y="31894"/>
                  <a:pt x="897346" y="34132"/>
                  <a:pt x="899397" y="36956"/>
                </a:cubicBezTo>
                <a:cubicBezTo>
                  <a:pt x="901449" y="39778"/>
                  <a:pt x="902862" y="43553"/>
                  <a:pt x="903637" y="48280"/>
                </a:cubicBezTo>
                <a:lnTo>
                  <a:pt x="891601" y="49921"/>
                </a:lnTo>
                <a:cubicBezTo>
                  <a:pt x="891054" y="46183"/>
                  <a:pt x="889470" y="43265"/>
                  <a:pt x="886849" y="41168"/>
                </a:cubicBezTo>
                <a:cubicBezTo>
                  <a:pt x="884227" y="39071"/>
                  <a:pt x="880523" y="38022"/>
                  <a:pt x="875736" y="38022"/>
                </a:cubicBezTo>
                <a:cubicBezTo>
                  <a:pt x="870083" y="38022"/>
                  <a:pt x="866048" y="38952"/>
                  <a:pt x="863632" y="40813"/>
                </a:cubicBezTo>
                <a:cubicBezTo>
                  <a:pt x="861216" y="42672"/>
                  <a:pt x="860008" y="44850"/>
                  <a:pt x="860008" y="47346"/>
                </a:cubicBezTo>
                <a:cubicBezTo>
                  <a:pt x="860008" y="48933"/>
                  <a:pt x="860509" y="50362"/>
                  <a:pt x="861512" y="51633"/>
                </a:cubicBezTo>
                <a:cubicBezTo>
                  <a:pt x="862515" y="52948"/>
                  <a:pt x="864088" y="54036"/>
                  <a:pt x="866231" y="54898"/>
                </a:cubicBezTo>
                <a:cubicBezTo>
                  <a:pt x="867462" y="55353"/>
                  <a:pt x="871086" y="56396"/>
                  <a:pt x="877104" y="58029"/>
                </a:cubicBezTo>
                <a:cubicBezTo>
                  <a:pt x="885812" y="60353"/>
                  <a:pt x="891886" y="62255"/>
                  <a:pt x="895328" y="63735"/>
                </a:cubicBezTo>
                <a:cubicBezTo>
                  <a:pt x="898770" y="65215"/>
                  <a:pt x="901472" y="67368"/>
                  <a:pt x="903432" y="70193"/>
                </a:cubicBezTo>
                <a:cubicBezTo>
                  <a:pt x="905392" y="73017"/>
                  <a:pt x="906373" y="76524"/>
                  <a:pt x="906373" y="80714"/>
                </a:cubicBezTo>
                <a:cubicBezTo>
                  <a:pt x="906373" y="84814"/>
                  <a:pt x="905176" y="88675"/>
                  <a:pt x="902782" y="92296"/>
                </a:cubicBezTo>
                <a:cubicBezTo>
                  <a:pt x="900389" y="95916"/>
                  <a:pt x="896936" y="98717"/>
                  <a:pt x="892422" y="100699"/>
                </a:cubicBezTo>
                <a:cubicBezTo>
                  <a:pt x="887909" y="102681"/>
                  <a:pt x="882803" y="103672"/>
                  <a:pt x="877104" y="103672"/>
                </a:cubicBezTo>
                <a:cubicBezTo>
                  <a:pt x="867667" y="103672"/>
                  <a:pt x="860475" y="101706"/>
                  <a:pt x="855528" y="97773"/>
                </a:cubicBezTo>
                <a:cubicBezTo>
                  <a:pt x="850582" y="93841"/>
                  <a:pt x="847425" y="88011"/>
                  <a:pt x="846057" y="80284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8" name="Text Representative">
            <a:extLst xmlns:a="http://schemas.openxmlformats.org/drawingml/2006/main">
              <a:ext uri="{FF2B5EF4-FFF2-40B4-BE49-F238E27FC236}">
                <a16:creationId xmlns:a16="http://schemas.microsoft.com/office/drawing/2014/main" id="{FA2CBE8F-B0B5-4623-AE6A-FB3363475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897" y="2608394"/>
            <a:ext cx="921988" cy="128153"/>
          </a:xfrm>
          <a:custGeom xmlns:a="http://schemas.openxmlformats.org/drawingml/2006/main">
            <a:pathLst>
              <a:path w="921988" h="128153">
                <a:moveTo>
                  <a:pt x="0" y="100252"/>
                </a:moveTo>
                <a:lnTo>
                  <a:pt x="0" y="0"/>
                </a:lnTo>
                <a:lnTo>
                  <a:pt x="44450" y="0"/>
                </a:lnTo>
                <a:cubicBezTo>
                  <a:pt x="53386" y="0"/>
                  <a:pt x="60179" y="900"/>
                  <a:pt x="64829" y="2699"/>
                </a:cubicBezTo>
                <a:cubicBezTo>
                  <a:pt x="69479" y="4497"/>
                  <a:pt x="73195" y="7673"/>
                  <a:pt x="75976" y="12226"/>
                </a:cubicBezTo>
                <a:cubicBezTo>
                  <a:pt x="78757" y="16779"/>
                  <a:pt x="80147" y="21811"/>
                  <a:pt x="80147" y="27320"/>
                </a:cubicBezTo>
                <a:cubicBezTo>
                  <a:pt x="80147" y="34423"/>
                  <a:pt x="77845" y="40411"/>
                  <a:pt x="73240" y="45284"/>
                </a:cubicBezTo>
                <a:cubicBezTo>
                  <a:pt x="68636" y="50155"/>
                  <a:pt x="61524" y="53251"/>
                  <a:pt x="51904" y="54571"/>
                </a:cubicBezTo>
                <a:cubicBezTo>
                  <a:pt x="55415" y="56261"/>
                  <a:pt x="58082" y="57928"/>
                  <a:pt x="59905" y="59572"/>
                </a:cubicBezTo>
                <a:cubicBezTo>
                  <a:pt x="63780" y="63132"/>
                  <a:pt x="67450" y="67584"/>
                  <a:pt x="70915" y="72926"/>
                </a:cubicBezTo>
                <a:lnTo>
                  <a:pt x="88353" y="100252"/>
                </a:lnTo>
                <a:lnTo>
                  <a:pt x="71667" y="100252"/>
                </a:lnTo>
                <a:lnTo>
                  <a:pt x="58401" y="79363"/>
                </a:lnTo>
                <a:cubicBezTo>
                  <a:pt x="54526" y="73336"/>
                  <a:pt x="51334" y="68725"/>
                  <a:pt x="48827" y="65530"/>
                </a:cubicBezTo>
                <a:cubicBezTo>
                  <a:pt x="46319" y="62333"/>
                  <a:pt x="44074" y="60095"/>
                  <a:pt x="42091" y="58817"/>
                </a:cubicBezTo>
                <a:cubicBezTo>
                  <a:pt x="40108" y="57538"/>
                  <a:pt x="38090" y="56647"/>
                  <a:pt x="36039" y="56144"/>
                </a:cubicBezTo>
                <a:cubicBezTo>
                  <a:pt x="34534" y="55825"/>
                  <a:pt x="32073" y="55665"/>
                  <a:pt x="28653" y="55665"/>
                </a:cubicBezTo>
                <a:lnTo>
                  <a:pt x="13267" y="55665"/>
                </a:lnTo>
                <a:lnTo>
                  <a:pt x="13267" y="100252"/>
                </a:lnTo>
                <a:lnTo>
                  <a:pt x="0" y="100252"/>
                </a:lnTo>
                <a:moveTo>
                  <a:pt x="13267" y="44177"/>
                </a:moveTo>
                <a:lnTo>
                  <a:pt x="41783" y="44177"/>
                </a:lnTo>
                <a:cubicBezTo>
                  <a:pt x="47847" y="44177"/>
                  <a:pt x="52588" y="43551"/>
                  <a:pt x="56007" y="42300"/>
                </a:cubicBezTo>
                <a:cubicBezTo>
                  <a:pt x="59427" y="41050"/>
                  <a:pt x="62025" y="39048"/>
                  <a:pt x="63803" y="36295"/>
                </a:cubicBezTo>
                <a:cubicBezTo>
                  <a:pt x="65581" y="33543"/>
                  <a:pt x="66470" y="30551"/>
                  <a:pt x="66470" y="27320"/>
                </a:cubicBezTo>
                <a:cubicBezTo>
                  <a:pt x="66470" y="22588"/>
                  <a:pt x="64749" y="18699"/>
                  <a:pt x="61307" y="15652"/>
                </a:cubicBezTo>
                <a:cubicBezTo>
                  <a:pt x="57865" y="12603"/>
                  <a:pt x="52428" y="11078"/>
                  <a:pt x="44997" y="11078"/>
                </a:cubicBezTo>
                <a:lnTo>
                  <a:pt x="13267" y="11078"/>
                </a:lnTo>
                <a:lnTo>
                  <a:pt x="13267" y="44177"/>
                </a:lnTo>
                <a:close/>
                <a:moveTo>
                  <a:pt x="148872" y="76865"/>
                </a:moveTo>
                <a:lnTo>
                  <a:pt x="161592" y="78438"/>
                </a:lnTo>
                <a:cubicBezTo>
                  <a:pt x="159586" y="85869"/>
                  <a:pt x="155871" y="91636"/>
                  <a:pt x="150445" y="95739"/>
                </a:cubicBezTo>
                <a:cubicBezTo>
                  <a:pt x="145020" y="99842"/>
                  <a:pt x="138090" y="101894"/>
                  <a:pt x="129656" y="101894"/>
                </a:cubicBezTo>
                <a:cubicBezTo>
                  <a:pt x="119034" y="101894"/>
                  <a:pt x="110611" y="98623"/>
                  <a:pt x="104388" y="92080"/>
                </a:cubicBezTo>
                <a:cubicBezTo>
                  <a:pt x="98165" y="85538"/>
                  <a:pt x="95054" y="76363"/>
                  <a:pt x="95054" y="64555"/>
                </a:cubicBezTo>
                <a:cubicBezTo>
                  <a:pt x="95054" y="52337"/>
                  <a:pt x="98199" y="42855"/>
                  <a:pt x="104491" y="36107"/>
                </a:cubicBezTo>
                <a:cubicBezTo>
                  <a:pt x="110782" y="29360"/>
                  <a:pt x="118943" y="25986"/>
                  <a:pt x="128972" y="25986"/>
                </a:cubicBezTo>
                <a:cubicBezTo>
                  <a:pt x="138683" y="25986"/>
                  <a:pt x="146616" y="29287"/>
                  <a:pt x="152770" y="35887"/>
                </a:cubicBezTo>
                <a:cubicBezTo>
                  <a:pt x="158925" y="42486"/>
                  <a:pt x="162002" y="51771"/>
                  <a:pt x="162002" y="63741"/>
                </a:cubicBezTo>
                <a:cubicBezTo>
                  <a:pt x="162002" y="64469"/>
                  <a:pt x="161980" y="65561"/>
                  <a:pt x="161934" y="67017"/>
                </a:cubicBezTo>
                <a:lnTo>
                  <a:pt x="107773" y="67017"/>
                </a:lnTo>
                <a:cubicBezTo>
                  <a:pt x="108229" y="74973"/>
                  <a:pt x="110486" y="81065"/>
                  <a:pt x="114543" y="85293"/>
                </a:cubicBezTo>
                <a:cubicBezTo>
                  <a:pt x="118601" y="89522"/>
                  <a:pt x="123661" y="91636"/>
                  <a:pt x="129725" y="91636"/>
                </a:cubicBezTo>
                <a:cubicBezTo>
                  <a:pt x="134238" y="91636"/>
                  <a:pt x="138090" y="90462"/>
                  <a:pt x="141282" y="88114"/>
                </a:cubicBezTo>
                <a:cubicBezTo>
                  <a:pt x="144473" y="85765"/>
                  <a:pt x="147003" y="82015"/>
                  <a:pt x="148872" y="76865"/>
                </a:cubicBezTo>
                <a:moveTo>
                  <a:pt x="108457" y="56760"/>
                </a:moveTo>
                <a:lnTo>
                  <a:pt x="149009" y="56760"/>
                </a:lnTo>
                <a:cubicBezTo>
                  <a:pt x="148462" y="50750"/>
                  <a:pt x="146912" y="46243"/>
                  <a:pt x="144359" y="43239"/>
                </a:cubicBezTo>
                <a:cubicBezTo>
                  <a:pt x="140438" y="38576"/>
                  <a:pt x="135355" y="36244"/>
                  <a:pt x="129109" y="36244"/>
                </a:cubicBezTo>
                <a:cubicBezTo>
                  <a:pt x="123456" y="36244"/>
                  <a:pt x="118703" y="38105"/>
                  <a:pt x="114851" y="41828"/>
                </a:cubicBezTo>
                <a:cubicBezTo>
                  <a:pt x="110999" y="45549"/>
                  <a:pt x="108867" y="50527"/>
                  <a:pt x="108457" y="56760"/>
                </a:cubicBezTo>
                <a:close/>
                <a:moveTo>
                  <a:pt x="176693" y="128153"/>
                </a:moveTo>
                <a:lnTo>
                  <a:pt x="176693" y="27628"/>
                </a:lnTo>
                <a:lnTo>
                  <a:pt x="187908" y="27628"/>
                </a:lnTo>
                <a:lnTo>
                  <a:pt x="187908" y="36996"/>
                </a:lnTo>
                <a:cubicBezTo>
                  <a:pt x="190552" y="33326"/>
                  <a:pt x="193538" y="30574"/>
                  <a:pt x="196866" y="28739"/>
                </a:cubicBezTo>
                <a:cubicBezTo>
                  <a:pt x="200195" y="26904"/>
                  <a:pt x="204229" y="25986"/>
                  <a:pt x="208971" y="25986"/>
                </a:cubicBezTo>
                <a:cubicBezTo>
                  <a:pt x="215171" y="25986"/>
                  <a:pt x="220642" y="27582"/>
                  <a:pt x="225383" y="30773"/>
                </a:cubicBezTo>
                <a:cubicBezTo>
                  <a:pt x="230124" y="33965"/>
                  <a:pt x="233703" y="38467"/>
                  <a:pt x="236119" y="44279"/>
                </a:cubicBezTo>
                <a:cubicBezTo>
                  <a:pt x="238536" y="50092"/>
                  <a:pt x="239744" y="56463"/>
                  <a:pt x="239744" y="63393"/>
                </a:cubicBezTo>
                <a:cubicBezTo>
                  <a:pt x="239744" y="70824"/>
                  <a:pt x="238410" y="77514"/>
                  <a:pt x="235743" y="83464"/>
                </a:cubicBezTo>
                <a:cubicBezTo>
                  <a:pt x="233076" y="89413"/>
                  <a:pt x="229201" y="93972"/>
                  <a:pt x="224118" y="97141"/>
                </a:cubicBezTo>
                <a:cubicBezTo>
                  <a:pt x="219035" y="100309"/>
                  <a:pt x="213689" y="101894"/>
                  <a:pt x="208082" y="101894"/>
                </a:cubicBezTo>
                <a:cubicBezTo>
                  <a:pt x="203978" y="101894"/>
                  <a:pt x="200297" y="101016"/>
                  <a:pt x="197037" y="99261"/>
                </a:cubicBezTo>
                <a:cubicBezTo>
                  <a:pt x="193778" y="97504"/>
                  <a:pt x="191099" y="95286"/>
                  <a:pt x="189002" y="92606"/>
                </a:cubicBezTo>
                <a:lnTo>
                  <a:pt x="189002" y="128153"/>
                </a:lnTo>
                <a:lnTo>
                  <a:pt x="176693" y="128153"/>
                </a:lnTo>
                <a:moveTo>
                  <a:pt x="187840" y="64248"/>
                </a:moveTo>
                <a:cubicBezTo>
                  <a:pt x="187840" y="73582"/>
                  <a:pt x="189732" y="80481"/>
                  <a:pt x="193516" y="84943"/>
                </a:cubicBezTo>
                <a:cubicBezTo>
                  <a:pt x="197300" y="89405"/>
                  <a:pt x="201881" y="91636"/>
                  <a:pt x="207261" y="91636"/>
                </a:cubicBezTo>
                <a:cubicBezTo>
                  <a:pt x="212732" y="91636"/>
                  <a:pt x="217416" y="89325"/>
                  <a:pt x="221314" y="84703"/>
                </a:cubicBezTo>
                <a:cubicBezTo>
                  <a:pt x="225212" y="80082"/>
                  <a:pt x="227161" y="72921"/>
                  <a:pt x="227161" y="63222"/>
                </a:cubicBezTo>
                <a:cubicBezTo>
                  <a:pt x="227161" y="53979"/>
                  <a:pt x="225258" y="47057"/>
                  <a:pt x="221451" y="42459"/>
                </a:cubicBezTo>
                <a:cubicBezTo>
                  <a:pt x="217644" y="37860"/>
                  <a:pt x="213096" y="35560"/>
                  <a:pt x="207808" y="35560"/>
                </a:cubicBezTo>
                <a:cubicBezTo>
                  <a:pt x="202565" y="35560"/>
                  <a:pt x="197926" y="38008"/>
                  <a:pt x="193892" y="42903"/>
                </a:cubicBezTo>
                <a:cubicBezTo>
                  <a:pt x="189857" y="47798"/>
                  <a:pt x="187840" y="54913"/>
                  <a:pt x="187840" y="64248"/>
                </a:cubicBezTo>
                <a:close/>
                <a:moveTo>
                  <a:pt x="254092" y="100252"/>
                </a:moveTo>
                <a:lnTo>
                  <a:pt x="254092" y="27628"/>
                </a:lnTo>
                <a:lnTo>
                  <a:pt x="265170" y="27628"/>
                </a:lnTo>
                <a:lnTo>
                  <a:pt x="265170" y="38569"/>
                </a:lnTo>
                <a:cubicBezTo>
                  <a:pt x="267997" y="33446"/>
                  <a:pt x="270607" y="30068"/>
                  <a:pt x="273000" y="28435"/>
                </a:cubicBezTo>
                <a:cubicBezTo>
                  <a:pt x="275394" y="26803"/>
                  <a:pt x="278027" y="25986"/>
                  <a:pt x="280899" y="25986"/>
                </a:cubicBezTo>
                <a:cubicBezTo>
                  <a:pt x="285047" y="25986"/>
                  <a:pt x="289264" y="27303"/>
                  <a:pt x="293550" y="29936"/>
                </a:cubicBezTo>
                <a:lnTo>
                  <a:pt x="289310" y="41305"/>
                </a:lnTo>
                <a:cubicBezTo>
                  <a:pt x="286301" y="39527"/>
                  <a:pt x="283292" y="38638"/>
                  <a:pt x="280283" y="38638"/>
                </a:cubicBezTo>
                <a:cubicBezTo>
                  <a:pt x="277593" y="38638"/>
                  <a:pt x="275177" y="39448"/>
                  <a:pt x="273034" y="41069"/>
                </a:cubicBezTo>
                <a:cubicBezTo>
                  <a:pt x="270892" y="42689"/>
                  <a:pt x="269364" y="44937"/>
                  <a:pt x="268453" y="47812"/>
                </a:cubicBezTo>
                <a:cubicBezTo>
                  <a:pt x="267085" y="52193"/>
                  <a:pt x="266401" y="56985"/>
                  <a:pt x="266401" y="62188"/>
                </a:cubicBezTo>
                <a:lnTo>
                  <a:pt x="266401" y="100252"/>
                </a:lnTo>
                <a:lnTo>
                  <a:pt x="254092" y="100252"/>
                </a:lnTo>
                <a:close/>
                <a:moveTo>
                  <a:pt x="350395" y="76865"/>
                </a:moveTo>
                <a:lnTo>
                  <a:pt x="363114" y="78438"/>
                </a:lnTo>
                <a:cubicBezTo>
                  <a:pt x="361108" y="85869"/>
                  <a:pt x="357393" y="91636"/>
                  <a:pt x="351967" y="95739"/>
                </a:cubicBezTo>
                <a:cubicBezTo>
                  <a:pt x="346542" y="99842"/>
                  <a:pt x="339613" y="101894"/>
                  <a:pt x="331178" y="101894"/>
                </a:cubicBezTo>
                <a:cubicBezTo>
                  <a:pt x="320556" y="101894"/>
                  <a:pt x="312133" y="98623"/>
                  <a:pt x="305910" y="92080"/>
                </a:cubicBezTo>
                <a:cubicBezTo>
                  <a:pt x="299687" y="85538"/>
                  <a:pt x="296576" y="76363"/>
                  <a:pt x="296576" y="64555"/>
                </a:cubicBezTo>
                <a:cubicBezTo>
                  <a:pt x="296576" y="52337"/>
                  <a:pt x="299721" y="42855"/>
                  <a:pt x="306013" y="36107"/>
                </a:cubicBezTo>
                <a:cubicBezTo>
                  <a:pt x="312304" y="29360"/>
                  <a:pt x="320465" y="25986"/>
                  <a:pt x="330495" y="25986"/>
                </a:cubicBezTo>
                <a:cubicBezTo>
                  <a:pt x="340205" y="25986"/>
                  <a:pt x="348138" y="29287"/>
                  <a:pt x="354292" y="35887"/>
                </a:cubicBezTo>
                <a:cubicBezTo>
                  <a:pt x="360447" y="42486"/>
                  <a:pt x="363524" y="51771"/>
                  <a:pt x="363524" y="63741"/>
                </a:cubicBezTo>
                <a:cubicBezTo>
                  <a:pt x="363524" y="64469"/>
                  <a:pt x="363502" y="65561"/>
                  <a:pt x="363456" y="67017"/>
                </a:cubicBezTo>
                <a:lnTo>
                  <a:pt x="309295" y="67017"/>
                </a:lnTo>
                <a:cubicBezTo>
                  <a:pt x="309751" y="74973"/>
                  <a:pt x="312008" y="81065"/>
                  <a:pt x="316065" y="85293"/>
                </a:cubicBezTo>
                <a:cubicBezTo>
                  <a:pt x="320123" y="89522"/>
                  <a:pt x="325183" y="91636"/>
                  <a:pt x="331247" y="91636"/>
                </a:cubicBezTo>
                <a:cubicBezTo>
                  <a:pt x="335760" y="91636"/>
                  <a:pt x="339613" y="90462"/>
                  <a:pt x="342804" y="88114"/>
                </a:cubicBezTo>
                <a:cubicBezTo>
                  <a:pt x="345995" y="85765"/>
                  <a:pt x="348525" y="82015"/>
                  <a:pt x="350395" y="76865"/>
                </a:cubicBezTo>
                <a:moveTo>
                  <a:pt x="309979" y="56760"/>
                </a:moveTo>
                <a:lnTo>
                  <a:pt x="350531" y="56760"/>
                </a:lnTo>
                <a:cubicBezTo>
                  <a:pt x="349984" y="50750"/>
                  <a:pt x="348434" y="46243"/>
                  <a:pt x="345881" y="43239"/>
                </a:cubicBezTo>
                <a:cubicBezTo>
                  <a:pt x="341960" y="38576"/>
                  <a:pt x="336877" y="36244"/>
                  <a:pt x="330631" y="36244"/>
                </a:cubicBezTo>
                <a:cubicBezTo>
                  <a:pt x="324978" y="36244"/>
                  <a:pt x="320225" y="38105"/>
                  <a:pt x="316373" y="41828"/>
                </a:cubicBezTo>
                <a:cubicBezTo>
                  <a:pt x="312521" y="45549"/>
                  <a:pt x="310389" y="50527"/>
                  <a:pt x="309979" y="56760"/>
                </a:cubicBezTo>
                <a:close/>
                <a:moveTo>
                  <a:pt x="373291" y="78506"/>
                </a:moveTo>
                <a:lnTo>
                  <a:pt x="385464" y="76591"/>
                </a:lnTo>
                <a:cubicBezTo>
                  <a:pt x="386148" y="81448"/>
                  <a:pt x="388051" y="85170"/>
                  <a:pt x="391174" y="87757"/>
                </a:cubicBezTo>
                <a:cubicBezTo>
                  <a:pt x="394297" y="90343"/>
                  <a:pt x="398662" y="91636"/>
                  <a:pt x="404270" y="91636"/>
                </a:cubicBezTo>
                <a:cubicBezTo>
                  <a:pt x="409923" y="91636"/>
                  <a:pt x="414117" y="90494"/>
                  <a:pt x="416853" y="88210"/>
                </a:cubicBezTo>
                <a:cubicBezTo>
                  <a:pt x="419588" y="85925"/>
                  <a:pt x="420956" y="83245"/>
                  <a:pt x="420956" y="80171"/>
                </a:cubicBezTo>
                <a:cubicBezTo>
                  <a:pt x="420956" y="77411"/>
                  <a:pt x="419748" y="75240"/>
                  <a:pt x="417331" y="73657"/>
                </a:cubicBezTo>
                <a:cubicBezTo>
                  <a:pt x="415645" y="72571"/>
                  <a:pt x="411450" y="71192"/>
                  <a:pt x="404749" y="69518"/>
                </a:cubicBezTo>
                <a:cubicBezTo>
                  <a:pt x="395722" y="67237"/>
                  <a:pt x="389465" y="65263"/>
                  <a:pt x="385977" y="63598"/>
                </a:cubicBezTo>
                <a:cubicBezTo>
                  <a:pt x="382489" y="61933"/>
                  <a:pt x="379845" y="59628"/>
                  <a:pt x="378044" y="56685"/>
                </a:cubicBezTo>
                <a:cubicBezTo>
                  <a:pt x="376243" y="53741"/>
                  <a:pt x="375343" y="50490"/>
                  <a:pt x="375343" y="46931"/>
                </a:cubicBezTo>
                <a:cubicBezTo>
                  <a:pt x="375343" y="43692"/>
                  <a:pt x="376084" y="40691"/>
                  <a:pt x="377566" y="37930"/>
                </a:cubicBezTo>
                <a:cubicBezTo>
                  <a:pt x="379047" y="35169"/>
                  <a:pt x="381065" y="32876"/>
                  <a:pt x="383618" y="31051"/>
                </a:cubicBezTo>
                <a:cubicBezTo>
                  <a:pt x="385532" y="29636"/>
                  <a:pt x="388142" y="28439"/>
                  <a:pt x="391448" y="27459"/>
                </a:cubicBezTo>
                <a:cubicBezTo>
                  <a:pt x="394753" y="26477"/>
                  <a:pt x="398298" y="25986"/>
                  <a:pt x="402082" y="25986"/>
                </a:cubicBezTo>
                <a:cubicBezTo>
                  <a:pt x="407780" y="25986"/>
                  <a:pt x="412784" y="26813"/>
                  <a:pt x="417092" y="28465"/>
                </a:cubicBezTo>
                <a:cubicBezTo>
                  <a:pt x="421400" y="30116"/>
                  <a:pt x="424580" y="32354"/>
                  <a:pt x="426632" y="35178"/>
                </a:cubicBezTo>
                <a:cubicBezTo>
                  <a:pt x="428683" y="38000"/>
                  <a:pt x="430097" y="41775"/>
                  <a:pt x="430872" y="46502"/>
                </a:cubicBezTo>
                <a:lnTo>
                  <a:pt x="418836" y="48143"/>
                </a:lnTo>
                <a:cubicBezTo>
                  <a:pt x="418289" y="44405"/>
                  <a:pt x="416705" y="41487"/>
                  <a:pt x="414083" y="39390"/>
                </a:cubicBezTo>
                <a:cubicBezTo>
                  <a:pt x="411462" y="37293"/>
                  <a:pt x="407758" y="36244"/>
                  <a:pt x="402971" y="36244"/>
                </a:cubicBezTo>
                <a:cubicBezTo>
                  <a:pt x="397317" y="36244"/>
                  <a:pt x="393283" y="37174"/>
                  <a:pt x="390866" y="39035"/>
                </a:cubicBezTo>
                <a:cubicBezTo>
                  <a:pt x="388450" y="40894"/>
                  <a:pt x="387242" y="43072"/>
                  <a:pt x="387242" y="45568"/>
                </a:cubicBezTo>
                <a:cubicBezTo>
                  <a:pt x="387242" y="47155"/>
                  <a:pt x="387744" y="48584"/>
                  <a:pt x="388746" y="49855"/>
                </a:cubicBezTo>
                <a:cubicBezTo>
                  <a:pt x="389749" y="51170"/>
                  <a:pt x="391322" y="52258"/>
                  <a:pt x="393465" y="53120"/>
                </a:cubicBezTo>
                <a:cubicBezTo>
                  <a:pt x="394696" y="53575"/>
                  <a:pt x="398320" y="54618"/>
                  <a:pt x="404338" y="56251"/>
                </a:cubicBezTo>
                <a:cubicBezTo>
                  <a:pt x="413046" y="58575"/>
                  <a:pt x="419121" y="60477"/>
                  <a:pt x="422563" y="61957"/>
                </a:cubicBezTo>
                <a:cubicBezTo>
                  <a:pt x="426005" y="63437"/>
                  <a:pt x="428706" y="65590"/>
                  <a:pt x="430666" y="68415"/>
                </a:cubicBezTo>
                <a:cubicBezTo>
                  <a:pt x="432627" y="71239"/>
                  <a:pt x="433607" y="74745"/>
                  <a:pt x="433607" y="78936"/>
                </a:cubicBezTo>
                <a:cubicBezTo>
                  <a:pt x="433607" y="83036"/>
                  <a:pt x="432410" y="86897"/>
                  <a:pt x="430017" y="90518"/>
                </a:cubicBezTo>
                <a:cubicBezTo>
                  <a:pt x="427623" y="94138"/>
                  <a:pt x="424170" y="96939"/>
                  <a:pt x="419656" y="98921"/>
                </a:cubicBezTo>
                <a:cubicBezTo>
                  <a:pt x="415143" y="100903"/>
                  <a:pt x="410037" y="101894"/>
                  <a:pt x="404338" y="101894"/>
                </a:cubicBezTo>
                <a:cubicBezTo>
                  <a:pt x="394901" y="101894"/>
                  <a:pt x="387709" y="99928"/>
                  <a:pt x="382763" y="95995"/>
                </a:cubicBezTo>
                <a:cubicBezTo>
                  <a:pt x="377816" y="92063"/>
                  <a:pt x="374659" y="86233"/>
                  <a:pt x="373291" y="78506"/>
                </a:cubicBezTo>
                <a:close/>
                <a:moveTo>
                  <a:pt x="497782" y="76865"/>
                </a:moveTo>
                <a:lnTo>
                  <a:pt x="510501" y="78438"/>
                </a:lnTo>
                <a:cubicBezTo>
                  <a:pt x="508495" y="85869"/>
                  <a:pt x="504780" y="91636"/>
                  <a:pt x="499355" y="95739"/>
                </a:cubicBezTo>
                <a:cubicBezTo>
                  <a:pt x="493929" y="99842"/>
                  <a:pt x="487000" y="101894"/>
                  <a:pt x="478566" y="101894"/>
                </a:cubicBezTo>
                <a:cubicBezTo>
                  <a:pt x="467943" y="101894"/>
                  <a:pt x="459520" y="98623"/>
                  <a:pt x="453297" y="92080"/>
                </a:cubicBezTo>
                <a:cubicBezTo>
                  <a:pt x="447074" y="85538"/>
                  <a:pt x="443963" y="76363"/>
                  <a:pt x="443963" y="64555"/>
                </a:cubicBezTo>
                <a:cubicBezTo>
                  <a:pt x="443963" y="52337"/>
                  <a:pt x="447109" y="42855"/>
                  <a:pt x="453400" y="36107"/>
                </a:cubicBezTo>
                <a:cubicBezTo>
                  <a:pt x="459691" y="29360"/>
                  <a:pt x="467852" y="25986"/>
                  <a:pt x="477882" y="25986"/>
                </a:cubicBezTo>
                <a:cubicBezTo>
                  <a:pt x="487592" y="25986"/>
                  <a:pt x="495525" y="29287"/>
                  <a:pt x="501680" y="35887"/>
                </a:cubicBezTo>
                <a:cubicBezTo>
                  <a:pt x="507834" y="42486"/>
                  <a:pt x="510912" y="51771"/>
                  <a:pt x="510912" y="63741"/>
                </a:cubicBezTo>
                <a:cubicBezTo>
                  <a:pt x="510912" y="64469"/>
                  <a:pt x="510889" y="65561"/>
                  <a:pt x="510843" y="67017"/>
                </a:cubicBezTo>
                <a:lnTo>
                  <a:pt x="456682" y="67017"/>
                </a:lnTo>
                <a:cubicBezTo>
                  <a:pt x="457138" y="74973"/>
                  <a:pt x="459395" y="81065"/>
                  <a:pt x="463453" y="85293"/>
                </a:cubicBezTo>
                <a:cubicBezTo>
                  <a:pt x="467510" y="89522"/>
                  <a:pt x="472571" y="91636"/>
                  <a:pt x="478634" y="91636"/>
                </a:cubicBezTo>
                <a:cubicBezTo>
                  <a:pt x="483147" y="91636"/>
                  <a:pt x="487000" y="90462"/>
                  <a:pt x="490191" y="88114"/>
                </a:cubicBezTo>
                <a:cubicBezTo>
                  <a:pt x="493382" y="85765"/>
                  <a:pt x="495913" y="82015"/>
                  <a:pt x="497782" y="76865"/>
                </a:cubicBezTo>
                <a:moveTo>
                  <a:pt x="457366" y="56760"/>
                </a:moveTo>
                <a:lnTo>
                  <a:pt x="497919" y="56760"/>
                </a:lnTo>
                <a:cubicBezTo>
                  <a:pt x="497372" y="50750"/>
                  <a:pt x="495821" y="46243"/>
                  <a:pt x="493268" y="43239"/>
                </a:cubicBezTo>
                <a:cubicBezTo>
                  <a:pt x="489348" y="38576"/>
                  <a:pt x="484264" y="36244"/>
                  <a:pt x="478019" y="36244"/>
                </a:cubicBezTo>
                <a:cubicBezTo>
                  <a:pt x="472365" y="36244"/>
                  <a:pt x="467613" y="38105"/>
                  <a:pt x="463760" y="41828"/>
                </a:cubicBezTo>
                <a:cubicBezTo>
                  <a:pt x="459908" y="45549"/>
                  <a:pt x="457777" y="50527"/>
                  <a:pt x="457366" y="56760"/>
                </a:cubicBezTo>
                <a:close/>
                <a:moveTo>
                  <a:pt x="525601" y="100252"/>
                </a:moveTo>
                <a:lnTo>
                  <a:pt x="525601" y="27628"/>
                </a:lnTo>
                <a:lnTo>
                  <a:pt x="536679" y="27628"/>
                </a:lnTo>
                <a:lnTo>
                  <a:pt x="536679" y="37885"/>
                </a:lnTo>
                <a:cubicBezTo>
                  <a:pt x="542013" y="29953"/>
                  <a:pt x="549718" y="25986"/>
                  <a:pt x="559794" y="25986"/>
                </a:cubicBezTo>
                <a:cubicBezTo>
                  <a:pt x="564170" y="25986"/>
                  <a:pt x="568193" y="26773"/>
                  <a:pt x="571863" y="28346"/>
                </a:cubicBezTo>
                <a:cubicBezTo>
                  <a:pt x="575533" y="29918"/>
                  <a:pt x="578280" y="31981"/>
                  <a:pt x="580104" y="34534"/>
                </a:cubicBezTo>
                <a:cubicBezTo>
                  <a:pt x="581927" y="37087"/>
                  <a:pt x="583204" y="40119"/>
                  <a:pt x="583933" y="43630"/>
                </a:cubicBezTo>
                <a:cubicBezTo>
                  <a:pt x="584389" y="45909"/>
                  <a:pt x="584617" y="49898"/>
                  <a:pt x="584617" y="55597"/>
                </a:cubicBezTo>
                <a:lnTo>
                  <a:pt x="584617" y="100252"/>
                </a:lnTo>
                <a:lnTo>
                  <a:pt x="572308" y="100252"/>
                </a:lnTo>
                <a:lnTo>
                  <a:pt x="572308" y="56029"/>
                </a:lnTo>
                <a:cubicBezTo>
                  <a:pt x="572308" y="51008"/>
                  <a:pt x="571829" y="47254"/>
                  <a:pt x="570872" y="44767"/>
                </a:cubicBezTo>
                <a:cubicBezTo>
                  <a:pt x="569915" y="42279"/>
                  <a:pt x="568216" y="40294"/>
                  <a:pt x="565777" y="38811"/>
                </a:cubicBezTo>
                <a:cubicBezTo>
                  <a:pt x="563338" y="37328"/>
                  <a:pt x="560477" y="36586"/>
                  <a:pt x="557195" y="36586"/>
                </a:cubicBezTo>
                <a:cubicBezTo>
                  <a:pt x="551952" y="36586"/>
                  <a:pt x="547427" y="38252"/>
                  <a:pt x="543620" y="41584"/>
                </a:cubicBezTo>
                <a:cubicBezTo>
                  <a:pt x="539814" y="44915"/>
                  <a:pt x="537910" y="51236"/>
                  <a:pt x="537910" y="60546"/>
                </a:cubicBezTo>
                <a:lnTo>
                  <a:pt x="537910" y="100252"/>
                </a:lnTo>
                <a:lnTo>
                  <a:pt x="525601" y="100252"/>
                </a:lnTo>
                <a:close/>
                <a:moveTo>
                  <a:pt x="630011" y="89379"/>
                </a:moveTo>
                <a:lnTo>
                  <a:pt x="631789" y="100252"/>
                </a:lnTo>
                <a:cubicBezTo>
                  <a:pt x="628324" y="100891"/>
                  <a:pt x="625224" y="101210"/>
                  <a:pt x="622489" y="101210"/>
                </a:cubicBezTo>
                <a:cubicBezTo>
                  <a:pt x="618021" y="101210"/>
                  <a:pt x="614556" y="100503"/>
                  <a:pt x="612094" y="99090"/>
                </a:cubicBezTo>
                <a:cubicBezTo>
                  <a:pt x="609632" y="97677"/>
                  <a:pt x="607900" y="95819"/>
                  <a:pt x="606897" y="93516"/>
                </a:cubicBezTo>
                <a:cubicBezTo>
                  <a:pt x="605894" y="91214"/>
                  <a:pt x="605393" y="86370"/>
                  <a:pt x="605393" y="78985"/>
                </a:cubicBezTo>
                <a:lnTo>
                  <a:pt x="605393" y="37201"/>
                </a:lnTo>
                <a:lnTo>
                  <a:pt x="596366" y="37201"/>
                </a:lnTo>
                <a:lnTo>
                  <a:pt x="596366" y="27628"/>
                </a:lnTo>
                <a:lnTo>
                  <a:pt x="605393" y="27628"/>
                </a:lnTo>
                <a:lnTo>
                  <a:pt x="605393" y="9593"/>
                </a:lnTo>
                <a:lnTo>
                  <a:pt x="617633" y="2188"/>
                </a:lnTo>
                <a:lnTo>
                  <a:pt x="617633" y="27628"/>
                </a:lnTo>
                <a:lnTo>
                  <a:pt x="630011" y="27628"/>
                </a:lnTo>
                <a:lnTo>
                  <a:pt x="630011" y="37201"/>
                </a:lnTo>
                <a:lnTo>
                  <a:pt x="617633" y="37201"/>
                </a:lnTo>
                <a:lnTo>
                  <a:pt x="617633" y="79669"/>
                </a:lnTo>
                <a:cubicBezTo>
                  <a:pt x="617633" y="83179"/>
                  <a:pt x="617850" y="85436"/>
                  <a:pt x="618283" y="86439"/>
                </a:cubicBezTo>
                <a:cubicBezTo>
                  <a:pt x="618716" y="87442"/>
                  <a:pt x="619423" y="88239"/>
                  <a:pt x="620403" y="88832"/>
                </a:cubicBezTo>
                <a:cubicBezTo>
                  <a:pt x="621383" y="89425"/>
                  <a:pt x="622785" y="89721"/>
                  <a:pt x="624609" y="89721"/>
                </a:cubicBezTo>
                <a:cubicBezTo>
                  <a:pt x="625976" y="89721"/>
                  <a:pt x="627777" y="89607"/>
                  <a:pt x="630011" y="89379"/>
                </a:cubicBezTo>
                <a:close/>
                <a:moveTo>
                  <a:pt x="689295" y="91285"/>
                </a:moveTo>
                <a:cubicBezTo>
                  <a:pt x="684736" y="95163"/>
                  <a:pt x="680348" y="97901"/>
                  <a:pt x="676131" y="99498"/>
                </a:cubicBezTo>
                <a:cubicBezTo>
                  <a:pt x="671914" y="101095"/>
                  <a:pt x="667389" y="101894"/>
                  <a:pt x="662556" y="101894"/>
                </a:cubicBezTo>
                <a:cubicBezTo>
                  <a:pt x="654578" y="101894"/>
                  <a:pt x="648446" y="99943"/>
                  <a:pt x="644161" y="96042"/>
                </a:cubicBezTo>
                <a:cubicBezTo>
                  <a:pt x="639875" y="92142"/>
                  <a:pt x="637733" y="87157"/>
                  <a:pt x="637733" y="81090"/>
                </a:cubicBezTo>
                <a:cubicBezTo>
                  <a:pt x="637733" y="77532"/>
                  <a:pt x="638542" y="74282"/>
                  <a:pt x="640160" y="71340"/>
                </a:cubicBezTo>
                <a:cubicBezTo>
                  <a:pt x="641779" y="68397"/>
                  <a:pt x="643899" y="66036"/>
                  <a:pt x="646520" y="64256"/>
                </a:cubicBezTo>
                <a:cubicBezTo>
                  <a:pt x="649142" y="62477"/>
                  <a:pt x="652094" y="61131"/>
                  <a:pt x="655376" y="60219"/>
                </a:cubicBezTo>
                <a:cubicBezTo>
                  <a:pt x="657792" y="59580"/>
                  <a:pt x="661439" y="58964"/>
                  <a:pt x="666318" y="58371"/>
                </a:cubicBezTo>
                <a:cubicBezTo>
                  <a:pt x="676256" y="57194"/>
                  <a:pt x="683573" y="55791"/>
                  <a:pt x="688269" y="54161"/>
                </a:cubicBezTo>
                <a:cubicBezTo>
                  <a:pt x="688315" y="52481"/>
                  <a:pt x="688338" y="51414"/>
                  <a:pt x="688338" y="50960"/>
                </a:cubicBezTo>
                <a:cubicBezTo>
                  <a:pt x="688338" y="45963"/>
                  <a:pt x="687175" y="42444"/>
                  <a:pt x="684850" y="40401"/>
                </a:cubicBezTo>
                <a:cubicBezTo>
                  <a:pt x="681704" y="37630"/>
                  <a:pt x="677031" y="36244"/>
                  <a:pt x="670831" y="36244"/>
                </a:cubicBezTo>
                <a:cubicBezTo>
                  <a:pt x="665041" y="36244"/>
                  <a:pt x="660767" y="37258"/>
                  <a:pt x="658009" y="39287"/>
                </a:cubicBezTo>
                <a:cubicBezTo>
                  <a:pt x="655251" y="41316"/>
                  <a:pt x="653210" y="44906"/>
                  <a:pt x="651888" y="50058"/>
                </a:cubicBezTo>
                <a:lnTo>
                  <a:pt x="639853" y="48417"/>
                </a:lnTo>
                <a:cubicBezTo>
                  <a:pt x="640947" y="43249"/>
                  <a:pt x="642748" y="39076"/>
                  <a:pt x="645255" y="35898"/>
                </a:cubicBezTo>
                <a:cubicBezTo>
                  <a:pt x="647762" y="32719"/>
                  <a:pt x="651387" y="30273"/>
                  <a:pt x="656128" y="28559"/>
                </a:cubicBezTo>
                <a:cubicBezTo>
                  <a:pt x="660870" y="26844"/>
                  <a:pt x="666363" y="25986"/>
                  <a:pt x="672609" y="25986"/>
                </a:cubicBezTo>
                <a:cubicBezTo>
                  <a:pt x="678809" y="25986"/>
                  <a:pt x="683847" y="26716"/>
                  <a:pt x="687722" y="28175"/>
                </a:cubicBezTo>
                <a:cubicBezTo>
                  <a:pt x="691597" y="29633"/>
                  <a:pt x="694447" y="31468"/>
                  <a:pt x="696270" y="33680"/>
                </a:cubicBezTo>
                <a:cubicBezTo>
                  <a:pt x="698094" y="35891"/>
                  <a:pt x="699370" y="38683"/>
                  <a:pt x="700100" y="42057"/>
                </a:cubicBezTo>
                <a:cubicBezTo>
                  <a:pt x="700510" y="44154"/>
                  <a:pt x="700715" y="47938"/>
                  <a:pt x="700715" y="53409"/>
                </a:cubicBezTo>
                <a:lnTo>
                  <a:pt x="700715" y="69821"/>
                </a:lnTo>
                <a:cubicBezTo>
                  <a:pt x="700715" y="81264"/>
                  <a:pt x="700977" y="88502"/>
                  <a:pt x="701502" y="91533"/>
                </a:cubicBezTo>
                <a:cubicBezTo>
                  <a:pt x="702026" y="94565"/>
                  <a:pt x="703063" y="97471"/>
                  <a:pt x="704613" y="100252"/>
                </a:cubicBezTo>
                <a:lnTo>
                  <a:pt x="691757" y="100252"/>
                </a:lnTo>
                <a:cubicBezTo>
                  <a:pt x="690480" y="97696"/>
                  <a:pt x="689660" y="94708"/>
                  <a:pt x="689295" y="91285"/>
                </a:cubicBezTo>
                <a:moveTo>
                  <a:pt x="688269" y="63735"/>
                </a:moveTo>
                <a:cubicBezTo>
                  <a:pt x="683801" y="65574"/>
                  <a:pt x="677100" y="67137"/>
                  <a:pt x="668164" y="68423"/>
                </a:cubicBezTo>
                <a:cubicBezTo>
                  <a:pt x="663104" y="69156"/>
                  <a:pt x="659525" y="69980"/>
                  <a:pt x="657428" y="70896"/>
                </a:cubicBezTo>
                <a:cubicBezTo>
                  <a:pt x="655330" y="71811"/>
                  <a:pt x="653712" y="73150"/>
                  <a:pt x="652572" y="74914"/>
                </a:cubicBezTo>
                <a:cubicBezTo>
                  <a:pt x="651432" y="76676"/>
                  <a:pt x="650863" y="78633"/>
                  <a:pt x="650863" y="80784"/>
                </a:cubicBezTo>
                <a:cubicBezTo>
                  <a:pt x="650863" y="84079"/>
                  <a:pt x="652105" y="86826"/>
                  <a:pt x="654590" y="89024"/>
                </a:cubicBezTo>
                <a:cubicBezTo>
                  <a:pt x="657074" y="91221"/>
                  <a:pt x="660710" y="92320"/>
                  <a:pt x="665497" y="92320"/>
                </a:cubicBezTo>
                <a:cubicBezTo>
                  <a:pt x="670238" y="92320"/>
                  <a:pt x="674455" y="91278"/>
                  <a:pt x="678148" y="89193"/>
                </a:cubicBezTo>
                <a:cubicBezTo>
                  <a:pt x="681841" y="87109"/>
                  <a:pt x="684554" y="84257"/>
                  <a:pt x="686286" y="80639"/>
                </a:cubicBezTo>
                <a:cubicBezTo>
                  <a:pt x="687608" y="77843"/>
                  <a:pt x="688269" y="73720"/>
                  <a:pt x="688269" y="68270"/>
                </a:cubicBezTo>
                <a:lnTo>
                  <a:pt x="688269" y="63735"/>
                </a:lnTo>
                <a:close/>
                <a:moveTo>
                  <a:pt x="746315" y="89379"/>
                </a:moveTo>
                <a:lnTo>
                  <a:pt x="748093" y="100252"/>
                </a:lnTo>
                <a:cubicBezTo>
                  <a:pt x="744628" y="100891"/>
                  <a:pt x="741528" y="101210"/>
                  <a:pt x="738793" y="101210"/>
                </a:cubicBezTo>
                <a:cubicBezTo>
                  <a:pt x="734325" y="101210"/>
                  <a:pt x="730860" y="100503"/>
                  <a:pt x="728398" y="99090"/>
                </a:cubicBezTo>
                <a:cubicBezTo>
                  <a:pt x="725936" y="97677"/>
                  <a:pt x="724204" y="95819"/>
                  <a:pt x="723201" y="93516"/>
                </a:cubicBezTo>
                <a:cubicBezTo>
                  <a:pt x="722198" y="91214"/>
                  <a:pt x="721697" y="86370"/>
                  <a:pt x="721697" y="78985"/>
                </a:cubicBezTo>
                <a:lnTo>
                  <a:pt x="721697" y="37201"/>
                </a:lnTo>
                <a:lnTo>
                  <a:pt x="712670" y="37201"/>
                </a:lnTo>
                <a:lnTo>
                  <a:pt x="712670" y="27628"/>
                </a:lnTo>
                <a:lnTo>
                  <a:pt x="721697" y="27628"/>
                </a:lnTo>
                <a:lnTo>
                  <a:pt x="721697" y="9593"/>
                </a:lnTo>
                <a:lnTo>
                  <a:pt x="733937" y="2188"/>
                </a:lnTo>
                <a:lnTo>
                  <a:pt x="733937" y="27628"/>
                </a:lnTo>
                <a:lnTo>
                  <a:pt x="746315" y="27628"/>
                </a:lnTo>
                <a:lnTo>
                  <a:pt x="746315" y="37201"/>
                </a:lnTo>
                <a:lnTo>
                  <a:pt x="733937" y="37201"/>
                </a:lnTo>
                <a:lnTo>
                  <a:pt x="733937" y="79669"/>
                </a:lnTo>
                <a:cubicBezTo>
                  <a:pt x="733937" y="83179"/>
                  <a:pt x="734154" y="85436"/>
                  <a:pt x="734587" y="86439"/>
                </a:cubicBezTo>
                <a:cubicBezTo>
                  <a:pt x="735020" y="87442"/>
                  <a:pt x="735727" y="88239"/>
                  <a:pt x="736707" y="88832"/>
                </a:cubicBezTo>
                <a:cubicBezTo>
                  <a:pt x="737687" y="89425"/>
                  <a:pt x="739089" y="89721"/>
                  <a:pt x="740913" y="89721"/>
                </a:cubicBezTo>
                <a:cubicBezTo>
                  <a:pt x="742280" y="89721"/>
                  <a:pt x="744081" y="89607"/>
                  <a:pt x="746315" y="89379"/>
                </a:cubicBezTo>
                <a:close/>
                <a:moveTo>
                  <a:pt x="758275" y="14224"/>
                </a:moveTo>
                <a:lnTo>
                  <a:pt x="758275" y="0"/>
                </a:lnTo>
                <a:lnTo>
                  <a:pt x="770584" y="0"/>
                </a:lnTo>
                <a:lnTo>
                  <a:pt x="770584" y="14224"/>
                </a:lnTo>
                <a:lnTo>
                  <a:pt x="758275" y="14224"/>
                </a:lnTo>
                <a:moveTo>
                  <a:pt x="758275" y="100252"/>
                </a:moveTo>
                <a:lnTo>
                  <a:pt x="758275" y="27628"/>
                </a:lnTo>
                <a:lnTo>
                  <a:pt x="770584" y="27628"/>
                </a:lnTo>
                <a:lnTo>
                  <a:pt x="770584" y="100252"/>
                </a:lnTo>
                <a:lnTo>
                  <a:pt x="758275" y="100252"/>
                </a:lnTo>
                <a:close/>
                <a:moveTo>
                  <a:pt x="809465" y="100252"/>
                </a:moveTo>
                <a:lnTo>
                  <a:pt x="781837" y="27628"/>
                </a:lnTo>
                <a:lnTo>
                  <a:pt x="794830" y="27628"/>
                </a:lnTo>
                <a:lnTo>
                  <a:pt x="810422" y="71120"/>
                </a:lnTo>
                <a:cubicBezTo>
                  <a:pt x="812109" y="75816"/>
                  <a:pt x="813659" y="80694"/>
                  <a:pt x="815072" y="85755"/>
                </a:cubicBezTo>
                <a:cubicBezTo>
                  <a:pt x="816166" y="81925"/>
                  <a:pt x="817694" y="77321"/>
                  <a:pt x="819654" y="71941"/>
                </a:cubicBezTo>
                <a:lnTo>
                  <a:pt x="835793" y="27628"/>
                </a:lnTo>
                <a:lnTo>
                  <a:pt x="848444" y="27628"/>
                </a:lnTo>
                <a:lnTo>
                  <a:pt x="820953" y="100252"/>
                </a:lnTo>
                <a:lnTo>
                  <a:pt x="809465" y="100252"/>
                </a:lnTo>
                <a:close/>
                <a:moveTo>
                  <a:pt x="908858" y="76865"/>
                </a:moveTo>
                <a:lnTo>
                  <a:pt x="921578" y="78438"/>
                </a:lnTo>
                <a:cubicBezTo>
                  <a:pt x="919572" y="85869"/>
                  <a:pt x="915856" y="91636"/>
                  <a:pt x="910431" y="95739"/>
                </a:cubicBezTo>
                <a:cubicBezTo>
                  <a:pt x="905006" y="99842"/>
                  <a:pt x="898076" y="101894"/>
                  <a:pt x="889642" y="101894"/>
                </a:cubicBezTo>
                <a:cubicBezTo>
                  <a:pt x="879020" y="101894"/>
                  <a:pt x="870597" y="98623"/>
                  <a:pt x="864374" y="92080"/>
                </a:cubicBezTo>
                <a:cubicBezTo>
                  <a:pt x="858151" y="85538"/>
                  <a:pt x="855039" y="76363"/>
                  <a:pt x="855039" y="64555"/>
                </a:cubicBezTo>
                <a:cubicBezTo>
                  <a:pt x="855039" y="52337"/>
                  <a:pt x="858185" y="42855"/>
                  <a:pt x="864476" y="36107"/>
                </a:cubicBezTo>
                <a:cubicBezTo>
                  <a:pt x="870768" y="29360"/>
                  <a:pt x="878929" y="25986"/>
                  <a:pt x="888958" y="25986"/>
                </a:cubicBezTo>
                <a:cubicBezTo>
                  <a:pt x="898669" y="25986"/>
                  <a:pt x="906602" y="29287"/>
                  <a:pt x="912756" y="35887"/>
                </a:cubicBezTo>
                <a:cubicBezTo>
                  <a:pt x="918911" y="42486"/>
                  <a:pt x="921988" y="51771"/>
                  <a:pt x="921988" y="63741"/>
                </a:cubicBezTo>
                <a:cubicBezTo>
                  <a:pt x="921988" y="64469"/>
                  <a:pt x="921965" y="65561"/>
                  <a:pt x="921920" y="67017"/>
                </a:cubicBezTo>
                <a:lnTo>
                  <a:pt x="867759" y="67017"/>
                </a:lnTo>
                <a:cubicBezTo>
                  <a:pt x="868215" y="74973"/>
                  <a:pt x="870472" y="81065"/>
                  <a:pt x="874529" y="85293"/>
                </a:cubicBezTo>
                <a:cubicBezTo>
                  <a:pt x="878587" y="89522"/>
                  <a:pt x="883647" y="91636"/>
                  <a:pt x="889711" y="91636"/>
                </a:cubicBezTo>
                <a:cubicBezTo>
                  <a:pt x="894224" y="91636"/>
                  <a:pt x="898076" y="90462"/>
                  <a:pt x="901268" y="88114"/>
                </a:cubicBezTo>
                <a:cubicBezTo>
                  <a:pt x="904459" y="85765"/>
                  <a:pt x="906989" y="82015"/>
                  <a:pt x="908858" y="76865"/>
                </a:cubicBezTo>
                <a:moveTo>
                  <a:pt x="868443" y="56760"/>
                </a:moveTo>
                <a:lnTo>
                  <a:pt x="908995" y="56760"/>
                </a:lnTo>
                <a:cubicBezTo>
                  <a:pt x="908448" y="50750"/>
                  <a:pt x="906898" y="46243"/>
                  <a:pt x="904345" y="43239"/>
                </a:cubicBezTo>
                <a:cubicBezTo>
                  <a:pt x="900424" y="38576"/>
                  <a:pt x="895341" y="36244"/>
                  <a:pt x="889095" y="36244"/>
                </a:cubicBezTo>
                <a:cubicBezTo>
                  <a:pt x="883442" y="36244"/>
                  <a:pt x="878689" y="38105"/>
                  <a:pt x="874837" y="41828"/>
                </a:cubicBezTo>
                <a:cubicBezTo>
                  <a:pt x="870984" y="45549"/>
                  <a:pt x="868853" y="50527"/>
                  <a:pt x="868443" y="5676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9" name="Text Samples">
            <a:extLst xmlns:a="http://schemas.openxmlformats.org/drawingml/2006/main">
              <a:ext uri="{FF2B5EF4-FFF2-40B4-BE49-F238E27FC236}">
                <a16:creationId xmlns:a16="http://schemas.microsoft.com/office/drawing/2014/main" id="{9D9BC00D-FF62-4039-A8CB-C40E86B18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5856" y="2774260"/>
            <a:ext cx="531578" cy="129931"/>
          </a:xfrm>
          <a:custGeom xmlns:a="http://schemas.openxmlformats.org/drawingml/2006/main">
            <a:pathLst>
              <a:path w="531578" h="129931">
                <a:moveTo>
                  <a:pt x="0" y="69753"/>
                </a:moveTo>
                <a:lnTo>
                  <a:pt x="12514" y="68659"/>
                </a:lnTo>
                <a:cubicBezTo>
                  <a:pt x="13107" y="73673"/>
                  <a:pt x="14486" y="77788"/>
                  <a:pt x="16652" y="81002"/>
                </a:cubicBezTo>
                <a:cubicBezTo>
                  <a:pt x="18817" y="84216"/>
                  <a:pt x="22180" y="86815"/>
                  <a:pt x="26739" y="88798"/>
                </a:cubicBezTo>
                <a:cubicBezTo>
                  <a:pt x="31298" y="90781"/>
                  <a:pt x="36426" y="91773"/>
                  <a:pt x="42125" y="91773"/>
                </a:cubicBezTo>
                <a:cubicBezTo>
                  <a:pt x="47186" y="91773"/>
                  <a:pt x="51653" y="91020"/>
                  <a:pt x="55529" y="89516"/>
                </a:cubicBezTo>
                <a:cubicBezTo>
                  <a:pt x="59404" y="88011"/>
                  <a:pt x="62287" y="85949"/>
                  <a:pt x="64179" y="83327"/>
                </a:cubicBezTo>
                <a:cubicBezTo>
                  <a:pt x="66071" y="80706"/>
                  <a:pt x="67017" y="77845"/>
                  <a:pt x="67017" y="74745"/>
                </a:cubicBezTo>
                <a:cubicBezTo>
                  <a:pt x="67017" y="71599"/>
                  <a:pt x="66105" y="68852"/>
                  <a:pt x="64282" y="66504"/>
                </a:cubicBezTo>
                <a:cubicBezTo>
                  <a:pt x="62458" y="64157"/>
                  <a:pt x="59449" y="62185"/>
                  <a:pt x="55255" y="60589"/>
                </a:cubicBezTo>
                <a:cubicBezTo>
                  <a:pt x="52565" y="59541"/>
                  <a:pt x="46616" y="57911"/>
                  <a:pt x="37407" y="55700"/>
                </a:cubicBezTo>
                <a:cubicBezTo>
                  <a:pt x="28197" y="53488"/>
                  <a:pt x="21746" y="51403"/>
                  <a:pt x="18054" y="49442"/>
                </a:cubicBezTo>
                <a:cubicBezTo>
                  <a:pt x="13267" y="46935"/>
                  <a:pt x="9699" y="43823"/>
                  <a:pt x="7351" y="40108"/>
                </a:cubicBezTo>
                <a:cubicBezTo>
                  <a:pt x="5004" y="36392"/>
                  <a:pt x="3830" y="32232"/>
                  <a:pt x="3830" y="27628"/>
                </a:cubicBezTo>
                <a:cubicBezTo>
                  <a:pt x="3830" y="22567"/>
                  <a:pt x="5266" y="17837"/>
                  <a:pt x="8138" y="13438"/>
                </a:cubicBezTo>
                <a:cubicBezTo>
                  <a:pt x="11010" y="9038"/>
                  <a:pt x="15204" y="5699"/>
                  <a:pt x="20721" y="3419"/>
                </a:cubicBezTo>
                <a:cubicBezTo>
                  <a:pt x="26237" y="1140"/>
                  <a:pt x="32369" y="0"/>
                  <a:pt x="39116" y="0"/>
                </a:cubicBezTo>
                <a:cubicBezTo>
                  <a:pt x="46547" y="0"/>
                  <a:pt x="53101" y="1197"/>
                  <a:pt x="58777" y="3590"/>
                </a:cubicBezTo>
                <a:cubicBezTo>
                  <a:pt x="64453" y="5984"/>
                  <a:pt x="68818" y="9506"/>
                  <a:pt x="71873" y="14156"/>
                </a:cubicBezTo>
                <a:cubicBezTo>
                  <a:pt x="74927" y="18806"/>
                  <a:pt x="76568" y="24072"/>
                  <a:pt x="76796" y="29953"/>
                </a:cubicBezTo>
                <a:lnTo>
                  <a:pt x="64077" y="30910"/>
                </a:lnTo>
                <a:cubicBezTo>
                  <a:pt x="63393" y="24550"/>
                  <a:pt x="61079" y="19746"/>
                  <a:pt x="57136" y="16498"/>
                </a:cubicBezTo>
                <a:cubicBezTo>
                  <a:pt x="53192" y="13250"/>
                  <a:pt x="47368" y="11625"/>
                  <a:pt x="39663" y="11625"/>
                </a:cubicBezTo>
                <a:cubicBezTo>
                  <a:pt x="31639" y="11625"/>
                  <a:pt x="25793" y="13097"/>
                  <a:pt x="22123" y="16041"/>
                </a:cubicBezTo>
                <a:cubicBezTo>
                  <a:pt x="18453" y="18983"/>
                  <a:pt x="16618" y="22529"/>
                  <a:pt x="16618" y="26681"/>
                </a:cubicBezTo>
                <a:cubicBezTo>
                  <a:pt x="16618" y="30285"/>
                  <a:pt x="17917" y="33251"/>
                  <a:pt x="20515" y="35577"/>
                </a:cubicBezTo>
                <a:cubicBezTo>
                  <a:pt x="23069" y="37905"/>
                  <a:pt x="29736" y="40289"/>
                  <a:pt x="40518" y="42730"/>
                </a:cubicBezTo>
                <a:cubicBezTo>
                  <a:pt x="51300" y="45170"/>
                  <a:pt x="58697" y="47303"/>
                  <a:pt x="62709" y="49128"/>
                </a:cubicBezTo>
                <a:cubicBezTo>
                  <a:pt x="68545" y="51819"/>
                  <a:pt x="72853" y="55230"/>
                  <a:pt x="75634" y="59360"/>
                </a:cubicBezTo>
                <a:cubicBezTo>
                  <a:pt x="78415" y="63489"/>
                  <a:pt x="79805" y="68245"/>
                  <a:pt x="79805" y="73629"/>
                </a:cubicBezTo>
                <a:cubicBezTo>
                  <a:pt x="79805" y="78966"/>
                  <a:pt x="78278" y="83996"/>
                  <a:pt x="75223" y="88719"/>
                </a:cubicBezTo>
                <a:cubicBezTo>
                  <a:pt x="72169" y="93440"/>
                  <a:pt x="67781" y="97113"/>
                  <a:pt x="62059" y="99737"/>
                </a:cubicBezTo>
                <a:cubicBezTo>
                  <a:pt x="56338" y="102360"/>
                  <a:pt x="49898" y="103672"/>
                  <a:pt x="42741" y="103672"/>
                </a:cubicBezTo>
                <a:cubicBezTo>
                  <a:pt x="33668" y="103672"/>
                  <a:pt x="26066" y="102350"/>
                  <a:pt x="19934" y="99705"/>
                </a:cubicBezTo>
                <a:cubicBezTo>
                  <a:pt x="13802" y="97061"/>
                  <a:pt x="8993" y="93083"/>
                  <a:pt x="5505" y="87772"/>
                </a:cubicBezTo>
                <a:cubicBezTo>
                  <a:pt x="2017" y="82461"/>
                  <a:pt x="182" y="76454"/>
                  <a:pt x="0" y="69753"/>
                </a:cubicBezTo>
                <a:close/>
                <a:moveTo>
                  <a:pt x="143585" y="93063"/>
                </a:moveTo>
                <a:cubicBezTo>
                  <a:pt x="139026" y="96941"/>
                  <a:pt x="134638" y="99679"/>
                  <a:pt x="130421" y="101276"/>
                </a:cubicBezTo>
                <a:cubicBezTo>
                  <a:pt x="126204" y="102873"/>
                  <a:pt x="121679" y="103672"/>
                  <a:pt x="116846" y="103672"/>
                </a:cubicBezTo>
                <a:cubicBezTo>
                  <a:pt x="108868" y="103672"/>
                  <a:pt x="102736" y="101721"/>
                  <a:pt x="98451" y="97820"/>
                </a:cubicBezTo>
                <a:cubicBezTo>
                  <a:pt x="94165" y="93920"/>
                  <a:pt x="92023" y="88935"/>
                  <a:pt x="92023" y="82868"/>
                </a:cubicBezTo>
                <a:cubicBezTo>
                  <a:pt x="92023" y="79310"/>
                  <a:pt x="92832" y="76060"/>
                  <a:pt x="94450" y="73119"/>
                </a:cubicBezTo>
                <a:cubicBezTo>
                  <a:pt x="96069" y="70175"/>
                  <a:pt x="98189" y="67814"/>
                  <a:pt x="100810" y="66034"/>
                </a:cubicBezTo>
                <a:cubicBezTo>
                  <a:pt x="103432" y="64255"/>
                  <a:pt x="106384" y="62909"/>
                  <a:pt x="109666" y="61997"/>
                </a:cubicBezTo>
                <a:cubicBezTo>
                  <a:pt x="112082" y="61358"/>
                  <a:pt x="115730" y="60742"/>
                  <a:pt x="120608" y="60149"/>
                </a:cubicBezTo>
                <a:cubicBezTo>
                  <a:pt x="130546" y="58972"/>
                  <a:pt x="137863" y="57569"/>
                  <a:pt x="142559" y="55939"/>
                </a:cubicBezTo>
                <a:cubicBezTo>
                  <a:pt x="142605" y="54259"/>
                  <a:pt x="142628" y="53192"/>
                  <a:pt x="142628" y="52738"/>
                </a:cubicBezTo>
                <a:cubicBezTo>
                  <a:pt x="142628" y="47741"/>
                  <a:pt x="141465" y="44222"/>
                  <a:pt x="139140" y="42179"/>
                </a:cubicBezTo>
                <a:cubicBezTo>
                  <a:pt x="135994" y="39408"/>
                  <a:pt x="131321" y="38022"/>
                  <a:pt x="125121" y="38022"/>
                </a:cubicBezTo>
                <a:cubicBezTo>
                  <a:pt x="119331" y="38022"/>
                  <a:pt x="115057" y="39036"/>
                  <a:pt x="112299" y="41065"/>
                </a:cubicBezTo>
                <a:cubicBezTo>
                  <a:pt x="109541" y="43094"/>
                  <a:pt x="107501" y="46684"/>
                  <a:pt x="106178" y="51836"/>
                </a:cubicBezTo>
                <a:lnTo>
                  <a:pt x="94143" y="50195"/>
                </a:lnTo>
                <a:cubicBezTo>
                  <a:pt x="95237" y="45027"/>
                  <a:pt x="97038" y="40854"/>
                  <a:pt x="99545" y="37676"/>
                </a:cubicBezTo>
                <a:cubicBezTo>
                  <a:pt x="102053" y="34497"/>
                  <a:pt x="105677" y="32051"/>
                  <a:pt x="110418" y="30337"/>
                </a:cubicBezTo>
                <a:cubicBezTo>
                  <a:pt x="115160" y="28622"/>
                  <a:pt x="120653" y="27764"/>
                  <a:pt x="126899" y="27764"/>
                </a:cubicBezTo>
                <a:cubicBezTo>
                  <a:pt x="133099" y="27764"/>
                  <a:pt x="138137" y="28494"/>
                  <a:pt x="142012" y="29953"/>
                </a:cubicBezTo>
                <a:cubicBezTo>
                  <a:pt x="145887" y="31411"/>
                  <a:pt x="148737" y="33246"/>
                  <a:pt x="150560" y="35458"/>
                </a:cubicBezTo>
                <a:cubicBezTo>
                  <a:pt x="152384" y="37669"/>
                  <a:pt x="153660" y="40461"/>
                  <a:pt x="154390" y="43835"/>
                </a:cubicBezTo>
                <a:cubicBezTo>
                  <a:pt x="154800" y="45932"/>
                  <a:pt x="155005" y="49716"/>
                  <a:pt x="155005" y="55187"/>
                </a:cubicBezTo>
                <a:lnTo>
                  <a:pt x="155005" y="71599"/>
                </a:lnTo>
                <a:cubicBezTo>
                  <a:pt x="155005" y="83042"/>
                  <a:pt x="155267" y="90280"/>
                  <a:pt x="155792" y="93311"/>
                </a:cubicBezTo>
                <a:cubicBezTo>
                  <a:pt x="156316" y="96343"/>
                  <a:pt x="157353" y="99249"/>
                  <a:pt x="158903" y="102030"/>
                </a:cubicBezTo>
                <a:lnTo>
                  <a:pt x="146047" y="102030"/>
                </a:lnTo>
                <a:cubicBezTo>
                  <a:pt x="144770" y="99475"/>
                  <a:pt x="143950" y="96486"/>
                  <a:pt x="143585" y="93063"/>
                </a:cubicBezTo>
                <a:moveTo>
                  <a:pt x="142559" y="65513"/>
                </a:moveTo>
                <a:cubicBezTo>
                  <a:pt x="138091" y="67352"/>
                  <a:pt x="131390" y="68915"/>
                  <a:pt x="122454" y="70201"/>
                </a:cubicBezTo>
                <a:cubicBezTo>
                  <a:pt x="117394" y="70934"/>
                  <a:pt x="113815" y="71758"/>
                  <a:pt x="111718" y="72674"/>
                </a:cubicBezTo>
                <a:cubicBezTo>
                  <a:pt x="109620" y="73589"/>
                  <a:pt x="108002" y="74928"/>
                  <a:pt x="106862" y="76692"/>
                </a:cubicBezTo>
                <a:cubicBezTo>
                  <a:pt x="105723" y="78454"/>
                  <a:pt x="105153" y="80411"/>
                  <a:pt x="105153" y="82562"/>
                </a:cubicBezTo>
                <a:cubicBezTo>
                  <a:pt x="105153" y="85857"/>
                  <a:pt x="106395" y="88604"/>
                  <a:pt x="108880" y="90802"/>
                </a:cubicBezTo>
                <a:cubicBezTo>
                  <a:pt x="111364" y="92999"/>
                  <a:pt x="115000" y="94098"/>
                  <a:pt x="119787" y="94098"/>
                </a:cubicBezTo>
                <a:cubicBezTo>
                  <a:pt x="124528" y="94098"/>
                  <a:pt x="128745" y="93056"/>
                  <a:pt x="132438" y="90971"/>
                </a:cubicBezTo>
                <a:cubicBezTo>
                  <a:pt x="136131" y="88887"/>
                  <a:pt x="138844" y="86035"/>
                  <a:pt x="140576" y="82417"/>
                </a:cubicBezTo>
                <a:cubicBezTo>
                  <a:pt x="141898" y="79621"/>
                  <a:pt x="142559" y="75498"/>
                  <a:pt x="142559" y="70048"/>
                </a:cubicBezTo>
                <a:lnTo>
                  <a:pt x="142559" y="65513"/>
                </a:lnTo>
                <a:close/>
                <a:moveTo>
                  <a:pt x="173729" y="102030"/>
                </a:moveTo>
                <a:lnTo>
                  <a:pt x="173729" y="29406"/>
                </a:lnTo>
                <a:lnTo>
                  <a:pt x="184739" y="29406"/>
                </a:lnTo>
                <a:lnTo>
                  <a:pt x="184739" y="39527"/>
                </a:lnTo>
                <a:cubicBezTo>
                  <a:pt x="187018" y="35990"/>
                  <a:pt x="190050" y="33146"/>
                  <a:pt x="193834" y="30993"/>
                </a:cubicBezTo>
                <a:cubicBezTo>
                  <a:pt x="197618" y="28841"/>
                  <a:pt x="201926" y="27764"/>
                  <a:pt x="206759" y="27764"/>
                </a:cubicBezTo>
                <a:cubicBezTo>
                  <a:pt x="212138" y="27764"/>
                  <a:pt x="216549" y="28876"/>
                  <a:pt x="219991" y="31098"/>
                </a:cubicBezTo>
                <a:cubicBezTo>
                  <a:pt x="223433" y="33319"/>
                  <a:pt x="225861" y="36425"/>
                  <a:pt x="227274" y="40416"/>
                </a:cubicBezTo>
                <a:cubicBezTo>
                  <a:pt x="233019" y="31981"/>
                  <a:pt x="240495" y="27764"/>
                  <a:pt x="249704" y="27764"/>
                </a:cubicBezTo>
                <a:cubicBezTo>
                  <a:pt x="256908" y="27764"/>
                  <a:pt x="262447" y="29759"/>
                  <a:pt x="266322" y="33748"/>
                </a:cubicBezTo>
                <a:cubicBezTo>
                  <a:pt x="270197" y="37737"/>
                  <a:pt x="272135" y="43880"/>
                  <a:pt x="272135" y="52178"/>
                </a:cubicBezTo>
                <a:lnTo>
                  <a:pt x="272135" y="102030"/>
                </a:lnTo>
                <a:lnTo>
                  <a:pt x="259894" y="102030"/>
                </a:lnTo>
                <a:lnTo>
                  <a:pt x="259894" y="56232"/>
                </a:lnTo>
                <a:cubicBezTo>
                  <a:pt x="259894" y="51302"/>
                  <a:pt x="259495" y="47754"/>
                  <a:pt x="258697" y="45587"/>
                </a:cubicBezTo>
                <a:cubicBezTo>
                  <a:pt x="257899" y="43419"/>
                  <a:pt x="256452" y="41673"/>
                  <a:pt x="254355" y="40349"/>
                </a:cubicBezTo>
                <a:cubicBezTo>
                  <a:pt x="252258" y="39026"/>
                  <a:pt x="249796" y="38364"/>
                  <a:pt x="246969" y="38364"/>
                </a:cubicBezTo>
                <a:cubicBezTo>
                  <a:pt x="241863" y="38364"/>
                  <a:pt x="237623" y="40064"/>
                  <a:pt x="234249" y="43465"/>
                </a:cubicBezTo>
                <a:cubicBezTo>
                  <a:pt x="230876" y="46864"/>
                  <a:pt x="229189" y="52307"/>
                  <a:pt x="229189" y="59792"/>
                </a:cubicBezTo>
                <a:lnTo>
                  <a:pt x="229189" y="102030"/>
                </a:lnTo>
                <a:lnTo>
                  <a:pt x="216880" y="102030"/>
                </a:lnTo>
                <a:lnTo>
                  <a:pt x="216880" y="54793"/>
                </a:lnTo>
                <a:cubicBezTo>
                  <a:pt x="216880" y="49317"/>
                  <a:pt x="215877" y="45210"/>
                  <a:pt x="213871" y="42471"/>
                </a:cubicBezTo>
                <a:cubicBezTo>
                  <a:pt x="211865" y="39733"/>
                  <a:pt x="208582" y="38364"/>
                  <a:pt x="204023" y="38364"/>
                </a:cubicBezTo>
                <a:cubicBezTo>
                  <a:pt x="200558" y="38364"/>
                  <a:pt x="197356" y="39277"/>
                  <a:pt x="194415" y="41104"/>
                </a:cubicBezTo>
                <a:cubicBezTo>
                  <a:pt x="191475" y="42929"/>
                  <a:pt x="189343" y="45599"/>
                  <a:pt x="188021" y="49113"/>
                </a:cubicBezTo>
                <a:cubicBezTo>
                  <a:pt x="186699" y="52627"/>
                  <a:pt x="186038" y="57692"/>
                  <a:pt x="186038" y="64310"/>
                </a:cubicBezTo>
                <a:lnTo>
                  <a:pt x="186038" y="102030"/>
                </a:lnTo>
                <a:lnTo>
                  <a:pt x="173729" y="102030"/>
                </a:lnTo>
                <a:close/>
                <a:moveTo>
                  <a:pt x="290033" y="129931"/>
                </a:moveTo>
                <a:lnTo>
                  <a:pt x="290033" y="29406"/>
                </a:lnTo>
                <a:lnTo>
                  <a:pt x="301248" y="29406"/>
                </a:lnTo>
                <a:lnTo>
                  <a:pt x="301248" y="38774"/>
                </a:lnTo>
                <a:cubicBezTo>
                  <a:pt x="303892" y="35104"/>
                  <a:pt x="306878" y="32352"/>
                  <a:pt x="310206" y="30517"/>
                </a:cubicBezTo>
                <a:cubicBezTo>
                  <a:pt x="313534" y="28682"/>
                  <a:pt x="317569" y="27764"/>
                  <a:pt x="322310" y="27764"/>
                </a:cubicBezTo>
                <a:cubicBezTo>
                  <a:pt x="328511" y="27764"/>
                  <a:pt x="333981" y="29360"/>
                  <a:pt x="338723" y="32551"/>
                </a:cubicBezTo>
                <a:cubicBezTo>
                  <a:pt x="343464" y="35743"/>
                  <a:pt x="347043" y="40245"/>
                  <a:pt x="349459" y="46057"/>
                </a:cubicBezTo>
                <a:cubicBezTo>
                  <a:pt x="351876" y="51870"/>
                  <a:pt x="353084" y="58241"/>
                  <a:pt x="353084" y="65171"/>
                </a:cubicBezTo>
                <a:cubicBezTo>
                  <a:pt x="353084" y="72602"/>
                  <a:pt x="351750" y="79292"/>
                  <a:pt x="349083" y="85242"/>
                </a:cubicBezTo>
                <a:cubicBezTo>
                  <a:pt x="346416" y="91191"/>
                  <a:pt x="342541" y="95750"/>
                  <a:pt x="337458" y="98919"/>
                </a:cubicBezTo>
                <a:cubicBezTo>
                  <a:pt x="332374" y="102087"/>
                  <a:pt x="327029" y="103672"/>
                  <a:pt x="321421" y="103672"/>
                </a:cubicBezTo>
                <a:cubicBezTo>
                  <a:pt x="317318" y="103672"/>
                  <a:pt x="313637" y="102794"/>
                  <a:pt x="310377" y="101039"/>
                </a:cubicBezTo>
                <a:cubicBezTo>
                  <a:pt x="307118" y="99282"/>
                  <a:pt x="304439" y="97064"/>
                  <a:pt x="302342" y="94384"/>
                </a:cubicBezTo>
                <a:lnTo>
                  <a:pt x="302342" y="129931"/>
                </a:lnTo>
                <a:lnTo>
                  <a:pt x="290033" y="129931"/>
                </a:lnTo>
                <a:moveTo>
                  <a:pt x="301179" y="66026"/>
                </a:moveTo>
                <a:cubicBezTo>
                  <a:pt x="301179" y="75360"/>
                  <a:pt x="303071" y="82259"/>
                  <a:pt x="306855" y="86721"/>
                </a:cubicBezTo>
                <a:cubicBezTo>
                  <a:pt x="310639" y="91183"/>
                  <a:pt x="315221" y="93414"/>
                  <a:pt x="320601" y="93414"/>
                </a:cubicBezTo>
                <a:cubicBezTo>
                  <a:pt x="326072" y="93414"/>
                  <a:pt x="330756" y="91103"/>
                  <a:pt x="334654" y="86481"/>
                </a:cubicBezTo>
                <a:cubicBezTo>
                  <a:pt x="338552" y="81860"/>
                  <a:pt x="340501" y="74699"/>
                  <a:pt x="340501" y="65000"/>
                </a:cubicBezTo>
                <a:cubicBezTo>
                  <a:pt x="340501" y="55757"/>
                  <a:pt x="338597" y="48835"/>
                  <a:pt x="334791" y="44237"/>
                </a:cubicBezTo>
                <a:cubicBezTo>
                  <a:pt x="330984" y="39638"/>
                  <a:pt x="326436" y="37338"/>
                  <a:pt x="321148" y="37338"/>
                </a:cubicBezTo>
                <a:cubicBezTo>
                  <a:pt x="315905" y="37338"/>
                  <a:pt x="311266" y="39786"/>
                  <a:pt x="307232" y="44681"/>
                </a:cubicBezTo>
                <a:cubicBezTo>
                  <a:pt x="303197" y="49576"/>
                  <a:pt x="301179" y="56691"/>
                  <a:pt x="301179" y="66026"/>
                </a:cubicBezTo>
                <a:close/>
                <a:moveTo>
                  <a:pt x="367293" y="102030"/>
                </a:moveTo>
                <a:lnTo>
                  <a:pt x="367293" y="1778"/>
                </a:lnTo>
                <a:lnTo>
                  <a:pt x="379602" y="1778"/>
                </a:lnTo>
                <a:lnTo>
                  <a:pt x="379602" y="102030"/>
                </a:lnTo>
                <a:lnTo>
                  <a:pt x="367293" y="102030"/>
                </a:lnTo>
                <a:close/>
                <a:moveTo>
                  <a:pt x="448367" y="78643"/>
                </a:moveTo>
                <a:lnTo>
                  <a:pt x="461087" y="80216"/>
                </a:lnTo>
                <a:cubicBezTo>
                  <a:pt x="459081" y="87647"/>
                  <a:pt x="455365" y="93414"/>
                  <a:pt x="449940" y="97517"/>
                </a:cubicBezTo>
                <a:cubicBezTo>
                  <a:pt x="444515" y="101620"/>
                  <a:pt x="437585" y="103672"/>
                  <a:pt x="429151" y="103672"/>
                </a:cubicBezTo>
                <a:cubicBezTo>
                  <a:pt x="418529" y="103672"/>
                  <a:pt x="410106" y="100401"/>
                  <a:pt x="403883" y="93858"/>
                </a:cubicBezTo>
                <a:cubicBezTo>
                  <a:pt x="397660" y="87316"/>
                  <a:pt x="394548" y="78141"/>
                  <a:pt x="394548" y="66333"/>
                </a:cubicBezTo>
                <a:cubicBezTo>
                  <a:pt x="394548" y="54115"/>
                  <a:pt x="397694" y="44633"/>
                  <a:pt x="403985" y="37885"/>
                </a:cubicBezTo>
                <a:cubicBezTo>
                  <a:pt x="410277" y="31138"/>
                  <a:pt x="418437" y="27764"/>
                  <a:pt x="428467" y="27764"/>
                </a:cubicBezTo>
                <a:cubicBezTo>
                  <a:pt x="438178" y="27764"/>
                  <a:pt x="446111" y="31065"/>
                  <a:pt x="452265" y="37665"/>
                </a:cubicBezTo>
                <a:cubicBezTo>
                  <a:pt x="458420" y="44264"/>
                  <a:pt x="461497" y="53549"/>
                  <a:pt x="461497" y="65519"/>
                </a:cubicBezTo>
                <a:cubicBezTo>
                  <a:pt x="461497" y="66247"/>
                  <a:pt x="461474" y="67339"/>
                  <a:pt x="461429" y="68795"/>
                </a:cubicBezTo>
                <a:lnTo>
                  <a:pt x="407268" y="68795"/>
                </a:lnTo>
                <a:cubicBezTo>
                  <a:pt x="407724" y="76751"/>
                  <a:pt x="409981" y="82843"/>
                  <a:pt x="414038" y="87071"/>
                </a:cubicBezTo>
                <a:cubicBezTo>
                  <a:pt x="418096" y="91300"/>
                  <a:pt x="423156" y="93414"/>
                  <a:pt x="429220" y="93414"/>
                </a:cubicBezTo>
                <a:cubicBezTo>
                  <a:pt x="433733" y="93414"/>
                  <a:pt x="437585" y="92240"/>
                  <a:pt x="440777" y="89892"/>
                </a:cubicBezTo>
                <a:cubicBezTo>
                  <a:pt x="443968" y="87543"/>
                  <a:pt x="446498" y="83793"/>
                  <a:pt x="448367" y="78643"/>
                </a:cubicBezTo>
                <a:moveTo>
                  <a:pt x="407952" y="58538"/>
                </a:moveTo>
                <a:lnTo>
                  <a:pt x="448504" y="58538"/>
                </a:lnTo>
                <a:cubicBezTo>
                  <a:pt x="447957" y="52528"/>
                  <a:pt x="446407" y="48021"/>
                  <a:pt x="443854" y="45017"/>
                </a:cubicBezTo>
                <a:cubicBezTo>
                  <a:pt x="439933" y="40354"/>
                  <a:pt x="434850" y="38022"/>
                  <a:pt x="428604" y="38022"/>
                </a:cubicBezTo>
                <a:cubicBezTo>
                  <a:pt x="422951" y="38022"/>
                  <a:pt x="418198" y="39883"/>
                  <a:pt x="414346" y="43606"/>
                </a:cubicBezTo>
                <a:cubicBezTo>
                  <a:pt x="410493" y="47327"/>
                  <a:pt x="408362" y="52305"/>
                  <a:pt x="407952" y="58538"/>
                </a:cubicBezTo>
                <a:close/>
                <a:moveTo>
                  <a:pt x="471263" y="80284"/>
                </a:moveTo>
                <a:lnTo>
                  <a:pt x="483435" y="78369"/>
                </a:lnTo>
                <a:cubicBezTo>
                  <a:pt x="484119" y="83226"/>
                  <a:pt x="486022" y="86948"/>
                  <a:pt x="489145" y="89535"/>
                </a:cubicBezTo>
                <a:cubicBezTo>
                  <a:pt x="492268" y="92121"/>
                  <a:pt x="496633" y="93414"/>
                  <a:pt x="502241" y="93414"/>
                </a:cubicBezTo>
                <a:cubicBezTo>
                  <a:pt x="507894" y="93414"/>
                  <a:pt x="512088" y="92272"/>
                  <a:pt x="514824" y="89988"/>
                </a:cubicBezTo>
                <a:cubicBezTo>
                  <a:pt x="517559" y="87703"/>
                  <a:pt x="518927" y="85023"/>
                  <a:pt x="518927" y="81949"/>
                </a:cubicBezTo>
                <a:cubicBezTo>
                  <a:pt x="518927" y="79189"/>
                  <a:pt x="517719" y="77018"/>
                  <a:pt x="515302" y="75435"/>
                </a:cubicBezTo>
                <a:cubicBezTo>
                  <a:pt x="513616" y="74349"/>
                  <a:pt x="509421" y="72970"/>
                  <a:pt x="502720" y="71296"/>
                </a:cubicBezTo>
                <a:cubicBezTo>
                  <a:pt x="493693" y="69015"/>
                  <a:pt x="487436" y="67041"/>
                  <a:pt x="483948" y="65376"/>
                </a:cubicBezTo>
                <a:cubicBezTo>
                  <a:pt x="480460" y="63711"/>
                  <a:pt x="477816" y="61406"/>
                  <a:pt x="476015" y="58463"/>
                </a:cubicBezTo>
                <a:cubicBezTo>
                  <a:pt x="474215" y="55519"/>
                  <a:pt x="473314" y="52268"/>
                  <a:pt x="473314" y="48709"/>
                </a:cubicBezTo>
                <a:cubicBezTo>
                  <a:pt x="473314" y="45470"/>
                  <a:pt x="474055" y="42469"/>
                  <a:pt x="475537" y="39708"/>
                </a:cubicBezTo>
                <a:cubicBezTo>
                  <a:pt x="477018" y="36947"/>
                  <a:pt x="479036" y="34654"/>
                  <a:pt x="481589" y="32829"/>
                </a:cubicBezTo>
                <a:cubicBezTo>
                  <a:pt x="483503" y="31414"/>
                  <a:pt x="486113" y="30217"/>
                  <a:pt x="489419" y="29237"/>
                </a:cubicBezTo>
                <a:cubicBezTo>
                  <a:pt x="492724" y="28255"/>
                  <a:pt x="496269" y="27764"/>
                  <a:pt x="500053" y="27764"/>
                </a:cubicBezTo>
                <a:cubicBezTo>
                  <a:pt x="505751" y="27764"/>
                  <a:pt x="510755" y="28591"/>
                  <a:pt x="515063" y="30243"/>
                </a:cubicBezTo>
                <a:cubicBezTo>
                  <a:pt x="519371" y="31894"/>
                  <a:pt x="522551" y="34132"/>
                  <a:pt x="524603" y="36956"/>
                </a:cubicBezTo>
                <a:cubicBezTo>
                  <a:pt x="526654" y="39778"/>
                  <a:pt x="528068" y="43553"/>
                  <a:pt x="528843" y="48280"/>
                </a:cubicBezTo>
                <a:lnTo>
                  <a:pt x="516807" y="49921"/>
                </a:lnTo>
                <a:cubicBezTo>
                  <a:pt x="516260" y="46183"/>
                  <a:pt x="514676" y="43265"/>
                  <a:pt x="512054" y="41168"/>
                </a:cubicBezTo>
                <a:cubicBezTo>
                  <a:pt x="509433" y="39071"/>
                  <a:pt x="505729" y="38022"/>
                  <a:pt x="500942" y="38022"/>
                </a:cubicBezTo>
                <a:cubicBezTo>
                  <a:pt x="495288" y="38022"/>
                  <a:pt x="491254" y="38952"/>
                  <a:pt x="488837" y="40813"/>
                </a:cubicBezTo>
                <a:cubicBezTo>
                  <a:pt x="486421" y="42672"/>
                  <a:pt x="485213" y="44850"/>
                  <a:pt x="485213" y="47346"/>
                </a:cubicBezTo>
                <a:cubicBezTo>
                  <a:pt x="485213" y="48933"/>
                  <a:pt x="485715" y="50362"/>
                  <a:pt x="486718" y="51633"/>
                </a:cubicBezTo>
                <a:cubicBezTo>
                  <a:pt x="487721" y="52948"/>
                  <a:pt x="489293" y="54036"/>
                  <a:pt x="491436" y="54898"/>
                </a:cubicBezTo>
                <a:cubicBezTo>
                  <a:pt x="492667" y="55353"/>
                  <a:pt x="496291" y="56396"/>
                  <a:pt x="502309" y="58029"/>
                </a:cubicBezTo>
                <a:cubicBezTo>
                  <a:pt x="511017" y="60353"/>
                  <a:pt x="517092" y="62255"/>
                  <a:pt x="520534" y="63735"/>
                </a:cubicBezTo>
                <a:cubicBezTo>
                  <a:pt x="523976" y="65215"/>
                  <a:pt x="526677" y="67368"/>
                  <a:pt x="528638" y="70193"/>
                </a:cubicBezTo>
                <a:cubicBezTo>
                  <a:pt x="530598" y="73017"/>
                  <a:pt x="531578" y="76524"/>
                  <a:pt x="531578" y="80714"/>
                </a:cubicBezTo>
                <a:cubicBezTo>
                  <a:pt x="531578" y="84814"/>
                  <a:pt x="530381" y="88675"/>
                  <a:pt x="527988" y="92296"/>
                </a:cubicBezTo>
                <a:cubicBezTo>
                  <a:pt x="525594" y="95916"/>
                  <a:pt x="522141" y="98717"/>
                  <a:pt x="517628" y="100699"/>
                </a:cubicBezTo>
                <a:cubicBezTo>
                  <a:pt x="513114" y="102681"/>
                  <a:pt x="508008" y="103672"/>
                  <a:pt x="502309" y="103672"/>
                </a:cubicBezTo>
                <a:cubicBezTo>
                  <a:pt x="492872" y="103672"/>
                  <a:pt x="485680" y="101706"/>
                  <a:pt x="480734" y="97773"/>
                </a:cubicBezTo>
                <a:cubicBezTo>
                  <a:pt x="475787" y="93841"/>
                  <a:pt x="472630" y="88011"/>
                  <a:pt x="471263" y="80284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0" name="Text SimilarPatternDif">
            <a:extLst xmlns:a="http://schemas.openxmlformats.org/drawingml/2006/main">
              <a:ext uri="{FF2B5EF4-FFF2-40B4-BE49-F238E27FC236}">
                <a16:creationId xmlns:a16="http://schemas.microsoft.com/office/drawing/2014/main" id="{52103BA4-62DF-4E38-AFDA-70AA1F5EB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6165" y="2882698"/>
            <a:ext cx="1264854" cy="103672"/>
          </a:xfrm>
          <a:custGeom xmlns:a="http://schemas.openxmlformats.org/drawingml/2006/main">
            <a:pathLst>
              <a:path w="1264854" h="103672">
                <a:moveTo>
                  <a:pt x="0" y="69753"/>
                </a:moveTo>
                <a:lnTo>
                  <a:pt x="12514" y="68659"/>
                </a:lnTo>
                <a:cubicBezTo>
                  <a:pt x="13107" y="73673"/>
                  <a:pt x="14486" y="77788"/>
                  <a:pt x="16652" y="81002"/>
                </a:cubicBezTo>
                <a:cubicBezTo>
                  <a:pt x="18817" y="84216"/>
                  <a:pt x="22180" y="86815"/>
                  <a:pt x="26739" y="88798"/>
                </a:cubicBezTo>
                <a:cubicBezTo>
                  <a:pt x="31298" y="90781"/>
                  <a:pt x="36426" y="91773"/>
                  <a:pt x="42125" y="91773"/>
                </a:cubicBezTo>
                <a:cubicBezTo>
                  <a:pt x="47186" y="91773"/>
                  <a:pt x="51653" y="91020"/>
                  <a:pt x="55529" y="89516"/>
                </a:cubicBezTo>
                <a:cubicBezTo>
                  <a:pt x="59404" y="88011"/>
                  <a:pt x="62287" y="85949"/>
                  <a:pt x="64179" y="83327"/>
                </a:cubicBezTo>
                <a:cubicBezTo>
                  <a:pt x="66071" y="80706"/>
                  <a:pt x="67017" y="77845"/>
                  <a:pt x="67017" y="74745"/>
                </a:cubicBezTo>
                <a:cubicBezTo>
                  <a:pt x="67017" y="71599"/>
                  <a:pt x="66105" y="68852"/>
                  <a:pt x="64282" y="66504"/>
                </a:cubicBezTo>
                <a:cubicBezTo>
                  <a:pt x="62458" y="64157"/>
                  <a:pt x="59449" y="62185"/>
                  <a:pt x="55255" y="60589"/>
                </a:cubicBezTo>
                <a:cubicBezTo>
                  <a:pt x="52565" y="59541"/>
                  <a:pt x="46616" y="57911"/>
                  <a:pt x="37407" y="55700"/>
                </a:cubicBezTo>
                <a:cubicBezTo>
                  <a:pt x="28197" y="53488"/>
                  <a:pt x="21746" y="51403"/>
                  <a:pt x="18054" y="49442"/>
                </a:cubicBezTo>
                <a:cubicBezTo>
                  <a:pt x="13267" y="46935"/>
                  <a:pt x="9699" y="43823"/>
                  <a:pt x="7351" y="40108"/>
                </a:cubicBezTo>
                <a:cubicBezTo>
                  <a:pt x="5004" y="36392"/>
                  <a:pt x="3830" y="32232"/>
                  <a:pt x="3830" y="27628"/>
                </a:cubicBezTo>
                <a:cubicBezTo>
                  <a:pt x="3830" y="22567"/>
                  <a:pt x="5266" y="17837"/>
                  <a:pt x="8138" y="13438"/>
                </a:cubicBezTo>
                <a:cubicBezTo>
                  <a:pt x="11010" y="9038"/>
                  <a:pt x="15204" y="5699"/>
                  <a:pt x="20721" y="3419"/>
                </a:cubicBezTo>
                <a:cubicBezTo>
                  <a:pt x="26237" y="1140"/>
                  <a:pt x="32369" y="0"/>
                  <a:pt x="39116" y="0"/>
                </a:cubicBezTo>
                <a:cubicBezTo>
                  <a:pt x="46547" y="0"/>
                  <a:pt x="53101" y="1197"/>
                  <a:pt x="58777" y="3590"/>
                </a:cubicBezTo>
                <a:cubicBezTo>
                  <a:pt x="64453" y="5984"/>
                  <a:pt x="68818" y="9506"/>
                  <a:pt x="71873" y="14156"/>
                </a:cubicBezTo>
                <a:cubicBezTo>
                  <a:pt x="74927" y="18806"/>
                  <a:pt x="76568" y="24072"/>
                  <a:pt x="76796" y="29953"/>
                </a:cubicBezTo>
                <a:lnTo>
                  <a:pt x="64077" y="30910"/>
                </a:lnTo>
                <a:cubicBezTo>
                  <a:pt x="63393" y="24550"/>
                  <a:pt x="61079" y="19746"/>
                  <a:pt x="57136" y="16498"/>
                </a:cubicBezTo>
                <a:cubicBezTo>
                  <a:pt x="53192" y="13250"/>
                  <a:pt x="47368" y="11625"/>
                  <a:pt x="39663" y="11625"/>
                </a:cubicBezTo>
                <a:cubicBezTo>
                  <a:pt x="31639" y="11625"/>
                  <a:pt x="25793" y="13097"/>
                  <a:pt x="22123" y="16041"/>
                </a:cubicBezTo>
                <a:cubicBezTo>
                  <a:pt x="18453" y="18983"/>
                  <a:pt x="16618" y="22529"/>
                  <a:pt x="16618" y="26681"/>
                </a:cubicBezTo>
                <a:cubicBezTo>
                  <a:pt x="16618" y="30285"/>
                  <a:pt x="17917" y="33251"/>
                  <a:pt x="20515" y="35577"/>
                </a:cubicBezTo>
                <a:cubicBezTo>
                  <a:pt x="23069" y="37905"/>
                  <a:pt x="29736" y="40289"/>
                  <a:pt x="40518" y="42730"/>
                </a:cubicBezTo>
                <a:cubicBezTo>
                  <a:pt x="51300" y="45170"/>
                  <a:pt x="58697" y="47303"/>
                  <a:pt x="62709" y="49128"/>
                </a:cubicBezTo>
                <a:cubicBezTo>
                  <a:pt x="68545" y="51819"/>
                  <a:pt x="72853" y="55230"/>
                  <a:pt x="75634" y="59360"/>
                </a:cubicBezTo>
                <a:cubicBezTo>
                  <a:pt x="78415" y="63489"/>
                  <a:pt x="79805" y="68245"/>
                  <a:pt x="79805" y="73629"/>
                </a:cubicBezTo>
                <a:cubicBezTo>
                  <a:pt x="79805" y="78966"/>
                  <a:pt x="78278" y="83996"/>
                  <a:pt x="75223" y="88719"/>
                </a:cubicBezTo>
                <a:cubicBezTo>
                  <a:pt x="72169" y="93440"/>
                  <a:pt x="67781" y="97113"/>
                  <a:pt x="62059" y="99737"/>
                </a:cubicBezTo>
                <a:cubicBezTo>
                  <a:pt x="56338" y="102360"/>
                  <a:pt x="49898" y="103672"/>
                  <a:pt x="42741" y="103672"/>
                </a:cubicBezTo>
                <a:cubicBezTo>
                  <a:pt x="33668" y="103672"/>
                  <a:pt x="26066" y="102350"/>
                  <a:pt x="19934" y="99705"/>
                </a:cubicBezTo>
                <a:cubicBezTo>
                  <a:pt x="13802" y="97061"/>
                  <a:pt x="8993" y="93083"/>
                  <a:pt x="5505" y="87772"/>
                </a:cubicBezTo>
                <a:cubicBezTo>
                  <a:pt x="2017" y="82461"/>
                  <a:pt x="182" y="76454"/>
                  <a:pt x="0" y="69753"/>
                </a:cubicBezTo>
                <a:close/>
                <a:moveTo>
                  <a:pt x="96261" y="16002"/>
                </a:moveTo>
                <a:lnTo>
                  <a:pt x="96261" y="1778"/>
                </a:lnTo>
                <a:lnTo>
                  <a:pt x="108570" y="1778"/>
                </a:lnTo>
                <a:lnTo>
                  <a:pt x="108570" y="16002"/>
                </a:lnTo>
                <a:lnTo>
                  <a:pt x="96261" y="16002"/>
                </a:lnTo>
                <a:moveTo>
                  <a:pt x="96261" y="102030"/>
                </a:moveTo>
                <a:lnTo>
                  <a:pt x="96261" y="29406"/>
                </a:lnTo>
                <a:lnTo>
                  <a:pt x="108570" y="29406"/>
                </a:lnTo>
                <a:lnTo>
                  <a:pt x="108570" y="102030"/>
                </a:lnTo>
                <a:lnTo>
                  <a:pt x="96261" y="102030"/>
                </a:lnTo>
                <a:close/>
                <a:moveTo>
                  <a:pt x="127278" y="102030"/>
                </a:moveTo>
                <a:lnTo>
                  <a:pt x="127278" y="29406"/>
                </a:lnTo>
                <a:lnTo>
                  <a:pt x="138288" y="29406"/>
                </a:lnTo>
                <a:lnTo>
                  <a:pt x="138288" y="39527"/>
                </a:lnTo>
                <a:cubicBezTo>
                  <a:pt x="140567" y="35990"/>
                  <a:pt x="143599" y="33146"/>
                  <a:pt x="147383" y="30993"/>
                </a:cubicBezTo>
                <a:cubicBezTo>
                  <a:pt x="151167" y="28841"/>
                  <a:pt x="155475" y="27764"/>
                  <a:pt x="160308" y="27764"/>
                </a:cubicBezTo>
                <a:cubicBezTo>
                  <a:pt x="165687" y="27764"/>
                  <a:pt x="170098" y="28876"/>
                  <a:pt x="173540" y="31098"/>
                </a:cubicBezTo>
                <a:cubicBezTo>
                  <a:pt x="176982" y="33319"/>
                  <a:pt x="179410" y="36425"/>
                  <a:pt x="180823" y="40416"/>
                </a:cubicBezTo>
                <a:cubicBezTo>
                  <a:pt x="186568" y="31981"/>
                  <a:pt x="194044" y="27764"/>
                  <a:pt x="203254" y="27764"/>
                </a:cubicBezTo>
                <a:cubicBezTo>
                  <a:pt x="210457" y="27764"/>
                  <a:pt x="215996" y="29759"/>
                  <a:pt x="219871" y="33748"/>
                </a:cubicBezTo>
                <a:cubicBezTo>
                  <a:pt x="223746" y="37737"/>
                  <a:pt x="225684" y="43880"/>
                  <a:pt x="225684" y="52178"/>
                </a:cubicBezTo>
                <a:lnTo>
                  <a:pt x="225684" y="102030"/>
                </a:lnTo>
                <a:lnTo>
                  <a:pt x="213443" y="102030"/>
                </a:lnTo>
                <a:lnTo>
                  <a:pt x="213443" y="56232"/>
                </a:lnTo>
                <a:cubicBezTo>
                  <a:pt x="213443" y="51302"/>
                  <a:pt x="213044" y="47754"/>
                  <a:pt x="212246" y="45587"/>
                </a:cubicBezTo>
                <a:cubicBezTo>
                  <a:pt x="211448" y="43419"/>
                  <a:pt x="210001" y="41673"/>
                  <a:pt x="207904" y="40349"/>
                </a:cubicBezTo>
                <a:cubicBezTo>
                  <a:pt x="205807" y="39026"/>
                  <a:pt x="203345" y="38364"/>
                  <a:pt x="200518" y="38364"/>
                </a:cubicBezTo>
                <a:cubicBezTo>
                  <a:pt x="195412" y="38364"/>
                  <a:pt x="191172" y="40064"/>
                  <a:pt x="187799" y="43465"/>
                </a:cubicBezTo>
                <a:cubicBezTo>
                  <a:pt x="184425" y="46864"/>
                  <a:pt x="182738" y="52307"/>
                  <a:pt x="182738" y="59792"/>
                </a:cubicBezTo>
                <a:lnTo>
                  <a:pt x="182738" y="102030"/>
                </a:lnTo>
                <a:lnTo>
                  <a:pt x="170429" y="102030"/>
                </a:lnTo>
                <a:lnTo>
                  <a:pt x="170429" y="54793"/>
                </a:lnTo>
                <a:cubicBezTo>
                  <a:pt x="170429" y="49317"/>
                  <a:pt x="169426" y="45210"/>
                  <a:pt x="167420" y="42471"/>
                </a:cubicBezTo>
                <a:cubicBezTo>
                  <a:pt x="165414" y="39733"/>
                  <a:pt x="162131" y="38364"/>
                  <a:pt x="157572" y="38364"/>
                </a:cubicBezTo>
                <a:cubicBezTo>
                  <a:pt x="154108" y="38364"/>
                  <a:pt x="150905" y="39277"/>
                  <a:pt x="147964" y="41104"/>
                </a:cubicBezTo>
                <a:cubicBezTo>
                  <a:pt x="145024" y="42929"/>
                  <a:pt x="142892" y="45599"/>
                  <a:pt x="141570" y="49113"/>
                </a:cubicBezTo>
                <a:cubicBezTo>
                  <a:pt x="140248" y="52627"/>
                  <a:pt x="139587" y="57692"/>
                  <a:pt x="139587" y="64310"/>
                </a:cubicBezTo>
                <a:lnTo>
                  <a:pt x="139587" y="102030"/>
                </a:lnTo>
                <a:lnTo>
                  <a:pt x="127278" y="102030"/>
                </a:lnTo>
                <a:close/>
                <a:moveTo>
                  <a:pt x="243648" y="16002"/>
                </a:moveTo>
                <a:lnTo>
                  <a:pt x="243648" y="1778"/>
                </a:lnTo>
                <a:lnTo>
                  <a:pt x="255957" y="1778"/>
                </a:lnTo>
                <a:lnTo>
                  <a:pt x="255957" y="16002"/>
                </a:lnTo>
                <a:lnTo>
                  <a:pt x="243648" y="16002"/>
                </a:lnTo>
                <a:moveTo>
                  <a:pt x="243648" y="102030"/>
                </a:moveTo>
                <a:lnTo>
                  <a:pt x="243648" y="29406"/>
                </a:lnTo>
                <a:lnTo>
                  <a:pt x="255957" y="29406"/>
                </a:lnTo>
                <a:lnTo>
                  <a:pt x="255957" y="102030"/>
                </a:lnTo>
                <a:lnTo>
                  <a:pt x="243648" y="102030"/>
                </a:lnTo>
                <a:close/>
                <a:moveTo>
                  <a:pt x="274391" y="102030"/>
                </a:moveTo>
                <a:lnTo>
                  <a:pt x="274391" y="1778"/>
                </a:lnTo>
                <a:lnTo>
                  <a:pt x="286701" y="1778"/>
                </a:lnTo>
                <a:lnTo>
                  <a:pt x="286701" y="102030"/>
                </a:lnTo>
                <a:lnTo>
                  <a:pt x="274391" y="102030"/>
                </a:lnTo>
                <a:close/>
                <a:moveTo>
                  <a:pt x="353138" y="93063"/>
                </a:moveTo>
                <a:cubicBezTo>
                  <a:pt x="348579" y="96941"/>
                  <a:pt x="344191" y="99679"/>
                  <a:pt x="339974" y="101276"/>
                </a:cubicBezTo>
                <a:cubicBezTo>
                  <a:pt x="335757" y="102873"/>
                  <a:pt x="331232" y="103672"/>
                  <a:pt x="326400" y="103672"/>
                </a:cubicBezTo>
                <a:cubicBezTo>
                  <a:pt x="318421" y="103672"/>
                  <a:pt x="312289" y="101721"/>
                  <a:pt x="308004" y="97820"/>
                </a:cubicBezTo>
                <a:cubicBezTo>
                  <a:pt x="303719" y="93920"/>
                  <a:pt x="301576" y="88935"/>
                  <a:pt x="301576" y="82868"/>
                </a:cubicBezTo>
                <a:cubicBezTo>
                  <a:pt x="301576" y="79310"/>
                  <a:pt x="302385" y="76060"/>
                  <a:pt x="304003" y="73119"/>
                </a:cubicBezTo>
                <a:cubicBezTo>
                  <a:pt x="305622" y="70175"/>
                  <a:pt x="307742" y="67814"/>
                  <a:pt x="310363" y="66034"/>
                </a:cubicBezTo>
                <a:cubicBezTo>
                  <a:pt x="312985" y="64255"/>
                  <a:pt x="315937" y="62909"/>
                  <a:pt x="319219" y="61997"/>
                </a:cubicBezTo>
                <a:cubicBezTo>
                  <a:pt x="321635" y="61358"/>
                  <a:pt x="325283" y="60742"/>
                  <a:pt x="330161" y="60149"/>
                </a:cubicBezTo>
                <a:cubicBezTo>
                  <a:pt x="340099" y="58972"/>
                  <a:pt x="347417" y="57569"/>
                  <a:pt x="352112" y="55939"/>
                </a:cubicBezTo>
                <a:cubicBezTo>
                  <a:pt x="352158" y="54259"/>
                  <a:pt x="352181" y="53192"/>
                  <a:pt x="352181" y="52738"/>
                </a:cubicBezTo>
                <a:cubicBezTo>
                  <a:pt x="352181" y="47741"/>
                  <a:pt x="351018" y="44222"/>
                  <a:pt x="348693" y="42179"/>
                </a:cubicBezTo>
                <a:cubicBezTo>
                  <a:pt x="345547" y="39408"/>
                  <a:pt x="340874" y="38022"/>
                  <a:pt x="334674" y="38022"/>
                </a:cubicBezTo>
                <a:cubicBezTo>
                  <a:pt x="328884" y="38022"/>
                  <a:pt x="324610" y="39036"/>
                  <a:pt x="321852" y="41065"/>
                </a:cubicBezTo>
                <a:cubicBezTo>
                  <a:pt x="319094" y="43094"/>
                  <a:pt x="317054" y="46684"/>
                  <a:pt x="315731" y="51836"/>
                </a:cubicBezTo>
                <a:lnTo>
                  <a:pt x="303696" y="50195"/>
                </a:lnTo>
                <a:cubicBezTo>
                  <a:pt x="304790" y="45027"/>
                  <a:pt x="306591" y="40854"/>
                  <a:pt x="309098" y="37676"/>
                </a:cubicBezTo>
                <a:cubicBezTo>
                  <a:pt x="311606" y="34497"/>
                  <a:pt x="315230" y="32051"/>
                  <a:pt x="319971" y="30337"/>
                </a:cubicBezTo>
                <a:cubicBezTo>
                  <a:pt x="324713" y="28622"/>
                  <a:pt x="330206" y="27764"/>
                  <a:pt x="336452" y="27764"/>
                </a:cubicBezTo>
                <a:cubicBezTo>
                  <a:pt x="342652" y="27764"/>
                  <a:pt x="347690" y="28494"/>
                  <a:pt x="351565" y="29953"/>
                </a:cubicBezTo>
                <a:cubicBezTo>
                  <a:pt x="355440" y="31411"/>
                  <a:pt x="358290" y="33246"/>
                  <a:pt x="360113" y="35458"/>
                </a:cubicBezTo>
                <a:cubicBezTo>
                  <a:pt x="361937" y="37669"/>
                  <a:pt x="363213" y="40461"/>
                  <a:pt x="363943" y="43835"/>
                </a:cubicBezTo>
                <a:cubicBezTo>
                  <a:pt x="364353" y="45932"/>
                  <a:pt x="364558" y="49716"/>
                  <a:pt x="364558" y="55187"/>
                </a:cubicBezTo>
                <a:lnTo>
                  <a:pt x="364558" y="71599"/>
                </a:lnTo>
                <a:cubicBezTo>
                  <a:pt x="364558" y="83042"/>
                  <a:pt x="364820" y="90280"/>
                  <a:pt x="365345" y="93311"/>
                </a:cubicBezTo>
                <a:cubicBezTo>
                  <a:pt x="365869" y="96343"/>
                  <a:pt x="366906" y="99249"/>
                  <a:pt x="368456" y="102030"/>
                </a:cubicBezTo>
                <a:lnTo>
                  <a:pt x="355600" y="102030"/>
                </a:lnTo>
                <a:cubicBezTo>
                  <a:pt x="354323" y="99475"/>
                  <a:pt x="353503" y="96486"/>
                  <a:pt x="353138" y="93063"/>
                </a:cubicBezTo>
                <a:moveTo>
                  <a:pt x="352112" y="65513"/>
                </a:moveTo>
                <a:cubicBezTo>
                  <a:pt x="347644" y="67352"/>
                  <a:pt x="340943" y="68915"/>
                  <a:pt x="332007" y="70201"/>
                </a:cubicBezTo>
                <a:cubicBezTo>
                  <a:pt x="326947" y="70934"/>
                  <a:pt x="323368" y="71758"/>
                  <a:pt x="321271" y="72674"/>
                </a:cubicBezTo>
                <a:cubicBezTo>
                  <a:pt x="319174" y="73589"/>
                  <a:pt x="317555" y="74928"/>
                  <a:pt x="316415" y="76692"/>
                </a:cubicBezTo>
                <a:cubicBezTo>
                  <a:pt x="315276" y="78454"/>
                  <a:pt x="314706" y="80411"/>
                  <a:pt x="314706" y="82562"/>
                </a:cubicBezTo>
                <a:cubicBezTo>
                  <a:pt x="314706" y="85857"/>
                  <a:pt x="315948" y="88604"/>
                  <a:pt x="318433" y="90802"/>
                </a:cubicBezTo>
                <a:cubicBezTo>
                  <a:pt x="320917" y="92999"/>
                  <a:pt x="324553" y="94098"/>
                  <a:pt x="329340" y="94098"/>
                </a:cubicBezTo>
                <a:cubicBezTo>
                  <a:pt x="334081" y="94098"/>
                  <a:pt x="338299" y="93056"/>
                  <a:pt x="341991" y="90971"/>
                </a:cubicBezTo>
                <a:cubicBezTo>
                  <a:pt x="345684" y="88887"/>
                  <a:pt x="348397" y="86035"/>
                  <a:pt x="350129" y="82417"/>
                </a:cubicBezTo>
                <a:cubicBezTo>
                  <a:pt x="351451" y="79621"/>
                  <a:pt x="352112" y="75498"/>
                  <a:pt x="352112" y="70048"/>
                </a:cubicBezTo>
                <a:lnTo>
                  <a:pt x="352112" y="65513"/>
                </a:lnTo>
                <a:close/>
                <a:moveTo>
                  <a:pt x="383146" y="102030"/>
                </a:moveTo>
                <a:lnTo>
                  <a:pt x="383146" y="29406"/>
                </a:lnTo>
                <a:lnTo>
                  <a:pt x="394224" y="29406"/>
                </a:lnTo>
                <a:lnTo>
                  <a:pt x="394224" y="40347"/>
                </a:lnTo>
                <a:cubicBezTo>
                  <a:pt x="397051" y="35224"/>
                  <a:pt x="399661" y="31846"/>
                  <a:pt x="402054" y="30213"/>
                </a:cubicBezTo>
                <a:cubicBezTo>
                  <a:pt x="404448" y="28581"/>
                  <a:pt x="407081" y="27764"/>
                  <a:pt x="409953" y="27764"/>
                </a:cubicBezTo>
                <a:cubicBezTo>
                  <a:pt x="414101" y="27764"/>
                  <a:pt x="418319" y="29081"/>
                  <a:pt x="422604" y="31714"/>
                </a:cubicBezTo>
                <a:lnTo>
                  <a:pt x="418364" y="43083"/>
                </a:lnTo>
                <a:cubicBezTo>
                  <a:pt x="415355" y="41305"/>
                  <a:pt x="412346" y="40416"/>
                  <a:pt x="409337" y="40416"/>
                </a:cubicBezTo>
                <a:cubicBezTo>
                  <a:pt x="406648" y="40416"/>
                  <a:pt x="404231" y="41226"/>
                  <a:pt x="402089" y="42847"/>
                </a:cubicBezTo>
                <a:cubicBezTo>
                  <a:pt x="399946" y="44467"/>
                  <a:pt x="398419" y="46715"/>
                  <a:pt x="397507" y="49590"/>
                </a:cubicBezTo>
                <a:cubicBezTo>
                  <a:pt x="396139" y="53971"/>
                  <a:pt x="395455" y="58763"/>
                  <a:pt x="395455" y="63966"/>
                </a:cubicBezTo>
                <a:lnTo>
                  <a:pt x="395455" y="102030"/>
                </a:lnTo>
                <a:lnTo>
                  <a:pt x="383146" y="102030"/>
                </a:lnTo>
                <a:close/>
                <a:moveTo>
                  <a:pt x="470075" y="102030"/>
                </a:moveTo>
                <a:lnTo>
                  <a:pt x="470075" y="1778"/>
                </a:lnTo>
                <a:lnTo>
                  <a:pt x="507892" y="1778"/>
                </a:lnTo>
                <a:cubicBezTo>
                  <a:pt x="514548" y="1778"/>
                  <a:pt x="519631" y="2096"/>
                  <a:pt x="523141" y="2733"/>
                </a:cubicBezTo>
                <a:cubicBezTo>
                  <a:pt x="528065" y="3554"/>
                  <a:pt x="532191" y="5114"/>
                  <a:pt x="535519" y="7413"/>
                </a:cubicBezTo>
                <a:cubicBezTo>
                  <a:pt x="538847" y="9713"/>
                  <a:pt x="541526" y="12935"/>
                  <a:pt x="543554" y="17079"/>
                </a:cubicBezTo>
                <a:cubicBezTo>
                  <a:pt x="545583" y="21222"/>
                  <a:pt x="546598" y="25775"/>
                  <a:pt x="546598" y="30739"/>
                </a:cubicBezTo>
                <a:cubicBezTo>
                  <a:pt x="546598" y="39256"/>
                  <a:pt x="543885" y="46463"/>
                  <a:pt x="538460" y="52359"/>
                </a:cubicBezTo>
                <a:cubicBezTo>
                  <a:pt x="533035" y="58256"/>
                  <a:pt x="523233" y="61205"/>
                  <a:pt x="509054" y="61205"/>
                </a:cubicBezTo>
                <a:lnTo>
                  <a:pt x="483341" y="61205"/>
                </a:lnTo>
                <a:lnTo>
                  <a:pt x="483341" y="102030"/>
                </a:lnTo>
                <a:lnTo>
                  <a:pt x="470075" y="102030"/>
                </a:lnTo>
                <a:moveTo>
                  <a:pt x="483341" y="49374"/>
                </a:moveTo>
                <a:lnTo>
                  <a:pt x="509259" y="49374"/>
                </a:lnTo>
                <a:cubicBezTo>
                  <a:pt x="517830" y="49374"/>
                  <a:pt x="523917" y="47782"/>
                  <a:pt x="527518" y="44598"/>
                </a:cubicBezTo>
                <a:cubicBezTo>
                  <a:pt x="531120" y="41412"/>
                  <a:pt x="532921" y="36929"/>
                  <a:pt x="532921" y="31149"/>
                </a:cubicBezTo>
                <a:cubicBezTo>
                  <a:pt x="532921" y="26964"/>
                  <a:pt x="531861" y="23381"/>
                  <a:pt x="529741" y="20400"/>
                </a:cubicBezTo>
                <a:cubicBezTo>
                  <a:pt x="527621" y="17420"/>
                  <a:pt x="524828" y="15451"/>
                  <a:pt x="521363" y="14495"/>
                </a:cubicBezTo>
                <a:cubicBezTo>
                  <a:pt x="519130" y="13904"/>
                  <a:pt x="515004" y="13609"/>
                  <a:pt x="508986" y="13609"/>
                </a:cubicBezTo>
                <a:lnTo>
                  <a:pt x="483341" y="13609"/>
                </a:lnTo>
                <a:lnTo>
                  <a:pt x="483341" y="49374"/>
                </a:lnTo>
                <a:close/>
                <a:moveTo>
                  <a:pt x="609144" y="93063"/>
                </a:moveTo>
                <a:cubicBezTo>
                  <a:pt x="604585" y="96941"/>
                  <a:pt x="600197" y="99679"/>
                  <a:pt x="595980" y="101276"/>
                </a:cubicBezTo>
                <a:cubicBezTo>
                  <a:pt x="591763" y="102873"/>
                  <a:pt x="587238" y="103672"/>
                  <a:pt x="582406" y="103672"/>
                </a:cubicBezTo>
                <a:cubicBezTo>
                  <a:pt x="574427" y="103672"/>
                  <a:pt x="568295" y="101721"/>
                  <a:pt x="564010" y="97820"/>
                </a:cubicBezTo>
                <a:cubicBezTo>
                  <a:pt x="559724" y="93920"/>
                  <a:pt x="557582" y="88935"/>
                  <a:pt x="557582" y="82868"/>
                </a:cubicBezTo>
                <a:cubicBezTo>
                  <a:pt x="557582" y="79310"/>
                  <a:pt x="558391" y="76060"/>
                  <a:pt x="560009" y="73119"/>
                </a:cubicBezTo>
                <a:cubicBezTo>
                  <a:pt x="561628" y="70175"/>
                  <a:pt x="563748" y="67814"/>
                  <a:pt x="566369" y="66034"/>
                </a:cubicBezTo>
                <a:cubicBezTo>
                  <a:pt x="568991" y="64255"/>
                  <a:pt x="571943" y="62909"/>
                  <a:pt x="575225" y="61997"/>
                </a:cubicBezTo>
                <a:cubicBezTo>
                  <a:pt x="577641" y="61358"/>
                  <a:pt x="581289" y="60742"/>
                  <a:pt x="586167" y="60149"/>
                </a:cubicBezTo>
                <a:cubicBezTo>
                  <a:pt x="596105" y="58972"/>
                  <a:pt x="603423" y="57569"/>
                  <a:pt x="608118" y="55939"/>
                </a:cubicBezTo>
                <a:cubicBezTo>
                  <a:pt x="608164" y="54259"/>
                  <a:pt x="608187" y="53192"/>
                  <a:pt x="608187" y="52738"/>
                </a:cubicBezTo>
                <a:cubicBezTo>
                  <a:pt x="608187" y="47741"/>
                  <a:pt x="607024" y="44222"/>
                  <a:pt x="604699" y="42179"/>
                </a:cubicBezTo>
                <a:cubicBezTo>
                  <a:pt x="601553" y="39408"/>
                  <a:pt x="596880" y="38022"/>
                  <a:pt x="590680" y="38022"/>
                </a:cubicBezTo>
                <a:cubicBezTo>
                  <a:pt x="584890" y="38022"/>
                  <a:pt x="580616" y="39036"/>
                  <a:pt x="577858" y="41065"/>
                </a:cubicBezTo>
                <a:cubicBezTo>
                  <a:pt x="575100" y="43094"/>
                  <a:pt x="573060" y="46684"/>
                  <a:pt x="571737" y="51836"/>
                </a:cubicBezTo>
                <a:lnTo>
                  <a:pt x="559702" y="50195"/>
                </a:lnTo>
                <a:cubicBezTo>
                  <a:pt x="560796" y="45027"/>
                  <a:pt x="562597" y="40854"/>
                  <a:pt x="565104" y="37676"/>
                </a:cubicBezTo>
                <a:cubicBezTo>
                  <a:pt x="567612" y="34497"/>
                  <a:pt x="571236" y="32051"/>
                  <a:pt x="575977" y="30337"/>
                </a:cubicBezTo>
                <a:cubicBezTo>
                  <a:pt x="580719" y="28622"/>
                  <a:pt x="586212" y="27764"/>
                  <a:pt x="592458" y="27764"/>
                </a:cubicBezTo>
                <a:cubicBezTo>
                  <a:pt x="598658" y="27764"/>
                  <a:pt x="603696" y="28494"/>
                  <a:pt x="607571" y="29953"/>
                </a:cubicBezTo>
                <a:cubicBezTo>
                  <a:pt x="611446" y="31411"/>
                  <a:pt x="614296" y="33246"/>
                  <a:pt x="616119" y="35458"/>
                </a:cubicBezTo>
                <a:cubicBezTo>
                  <a:pt x="617943" y="37669"/>
                  <a:pt x="619219" y="40461"/>
                  <a:pt x="619949" y="43835"/>
                </a:cubicBezTo>
                <a:cubicBezTo>
                  <a:pt x="620359" y="45932"/>
                  <a:pt x="620564" y="49716"/>
                  <a:pt x="620564" y="55187"/>
                </a:cubicBezTo>
                <a:lnTo>
                  <a:pt x="620564" y="71599"/>
                </a:lnTo>
                <a:cubicBezTo>
                  <a:pt x="620564" y="83042"/>
                  <a:pt x="620826" y="90280"/>
                  <a:pt x="621351" y="93311"/>
                </a:cubicBezTo>
                <a:cubicBezTo>
                  <a:pt x="621875" y="96343"/>
                  <a:pt x="622912" y="99249"/>
                  <a:pt x="624462" y="102030"/>
                </a:cubicBezTo>
                <a:lnTo>
                  <a:pt x="611606" y="102030"/>
                </a:lnTo>
                <a:cubicBezTo>
                  <a:pt x="610329" y="99475"/>
                  <a:pt x="609509" y="96486"/>
                  <a:pt x="609144" y="93063"/>
                </a:cubicBezTo>
                <a:moveTo>
                  <a:pt x="608118" y="65513"/>
                </a:moveTo>
                <a:cubicBezTo>
                  <a:pt x="603650" y="67352"/>
                  <a:pt x="596949" y="68915"/>
                  <a:pt x="588013" y="70201"/>
                </a:cubicBezTo>
                <a:cubicBezTo>
                  <a:pt x="582953" y="70934"/>
                  <a:pt x="579374" y="71758"/>
                  <a:pt x="577277" y="72674"/>
                </a:cubicBezTo>
                <a:cubicBezTo>
                  <a:pt x="575180" y="73589"/>
                  <a:pt x="573561" y="74928"/>
                  <a:pt x="572421" y="76692"/>
                </a:cubicBezTo>
                <a:cubicBezTo>
                  <a:pt x="571282" y="78454"/>
                  <a:pt x="570712" y="80411"/>
                  <a:pt x="570712" y="82562"/>
                </a:cubicBezTo>
                <a:cubicBezTo>
                  <a:pt x="570712" y="85857"/>
                  <a:pt x="571954" y="88604"/>
                  <a:pt x="574439" y="90802"/>
                </a:cubicBezTo>
                <a:cubicBezTo>
                  <a:pt x="576923" y="92999"/>
                  <a:pt x="580559" y="94098"/>
                  <a:pt x="585346" y="94098"/>
                </a:cubicBezTo>
                <a:cubicBezTo>
                  <a:pt x="590087" y="94098"/>
                  <a:pt x="594305" y="93056"/>
                  <a:pt x="597997" y="90971"/>
                </a:cubicBezTo>
                <a:cubicBezTo>
                  <a:pt x="601690" y="88887"/>
                  <a:pt x="604403" y="86035"/>
                  <a:pt x="606135" y="82417"/>
                </a:cubicBezTo>
                <a:cubicBezTo>
                  <a:pt x="607457" y="79621"/>
                  <a:pt x="608118" y="75498"/>
                  <a:pt x="608118" y="70048"/>
                </a:cubicBezTo>
                <a:lnTo>
                  <a:pt x="608118" y="65513"/>
                </a:lnTo>
                <a:close/>
                <a:moveTo>
                  <a:pt x="666164" y="91157"/>
                </a:moveTo>
                <a:lnTo>
                  <a:pt x="667942" y="102030"/>
                </a:lnTo>
                <a:cubicBezTo>
                  <a:pt x="664477" y="102669"/>
                  <a:pt x="661377" y="102988"/>
                  <a:pt x="658642" y="102988"/>
                </a:cubicBezTo>
                <a:cubicBezTo>
                  <a:pt x="654174" y="102988"/>
                  <a:pt x="650709" y="102281"/>
                  <a:pt x="648247" y="100868"/>
                </a:cubicBezTo>
                <a:cubicBezTo>
                  <a:pt x="645786" y="99455"/>
                  <a:pt x="644053" y="97597"/>
                  <a:pt x="643050" y="95294"/>
                </a:cubicBezTo>
                <a:cubicBezTo>
                  <a:pt x="642047" y="92992"/>
                  <a:pt x="641546" y="88148"/>
                  <a:pt x="641546" y="80763"/>
                </a:cubicBezTo>
                <a:lnTo>
                  <a:pt x="641546" y="38979"/>
                </a:lnTo>
                <a:lnTo>
                  <a:pt x="632519" y="38979"/>
                </a:lnTo>
                <a:lnTo>
                  <a:pt x="632519" y="29406"/>
                </a:lnTo>
                <a:lnTo>
                  <a:pt x="641546" y="29406"/>
                </a:lnTo>
                <a:lnTo>
                  <a:pt x="641546" y="11371"/>
                </a:lnTo>
                <a:lnTo>
                  <a:pt x="653787" y="3966"/>
                </a:lnTo>
                <a:lnTo>
                  <a:pt x="653787" y="29406"/>
                </a:lnTo>
                <a:lnTo>
                  <a:pt x="666164" y="29406"/>
                </a:lnTo>
                <a:lnTo>
                  <a:pt x="666164" y="38979"/>
                </a:lnTo>
                <a:lnTo>
                  <a:pt x="653787" y="38979"/>
                </a:lnTo>
                <a:lnTo>
                  <a:pt x="653787" y="81447"/>
                </a:lnTo>
                <a:cubicBezTo>
                  <a:pt x="653787" y="84957"/>
                  <a:pt x="654003" y="87214"/>
                  <a:pt x="654436" y="88217"/>
                </a:cubicBezTo>
                <a:cubicBezTo>
                  <a:pt x="654869" y="89220"/>
                  <a:pt x="655576" y="90017"/>
                  <a:pt x="656556" y="90610"/>
                </a:cubicBezTo>
                <a:cubicBezTo>
                  <a:pt x="657536" y="91203"/>
                  <a:pt x="658938" y="91499"/>
                  <a:pt x="660762" y="91499"/>
                </a:cubicBezTo>
                <a:cubicBezTo>
                  <a:pt x="662130" y="91499"/>
                  <a:pt x="663930" y="91385"/>
                  <a:pt x="666164" y="91157"/>
                </a:cubicBezTo>
                <a:close/>
                <a:moveTo>
                  <a:pt x="704932" y="91157"/>
                </a:moveTo>
                <a:lnTo>
                  <a:pt x="706710" y="102030"/>
                </a:lnTo>
                <a:cubicBezTo>
                  <a:pt x="703245" y="102669"/>
                  <a:pt x="700145" y="102988"/>
                  <a:pt x="697410" y="102988"/>
                </a:cubicBezTo>
                <a:cubicBezTo>
                  <a:pt x="692942" y="102988"/>
                  <a:pt x="689477" y="102281"/>
                  <a:pt x="687015" y="100868"/>
                </a:cubicBezTo>
                <a:cubicBezTo>
                  <a:pt x="684553" y="99455"/>
                  <a:pt x="682821" y="97597"/>
                  <a:pt x="681818" y="95294"/>
                </a:cubicBezTo>
                <a:cubicBezTo>
                  <a:pt x="680815" y="92992"/>
                  <a:pt x="680313" y="88148"/>
                  <a:pt x="680313" y="80763"/>
                </a:cubicBezTo>
                <a:lnTo>
                  <a:pt x="680313" y="38979"/>
                </a:lnTo>
                <a:lnTo>
                  <a:pt x="671287" y="38979"/>
                </a:lnTo>
                <a:lnTo>
                  <a:pt x="671287" y="29406"/>
                </a:lnTo>
                <a:lnTo>
                  <a:pt x="680313" y="29406"/>
                </a:lnTo>
                <a:lnTo>
                  <a:pt x="680313" y="11371"/>
                </a:lnTo>
                <a:lnTo>
                  <a:pt x="692554" y="3966"/>
                </a:lnTo>
                <a:lnTo>
                  <a:pt x="692554" y="29406"/>
                </a:lnTo>
                <a:lnTo>
                  <a:pt x="704932" y="29406"/>
                </a:lnTo>
                <a:lnTo>
                  <a:pt x="704932" y="38979"/>
                </a:lnTo>
                <a:lnTo>
                  <a:pt x="692554" y="38979"/>
                </a:lnTo>
                <a:lnTo>
                  <a:pt x="692554" y="81447"/>
                </a:lnTo>
                <a:cubicBezTo>
                  <a:pt x="692554" y="84957"/>
                  <a:pt x="692771" y="87214"/>
                  <a:pt x="693204" y="88217"/>
                </a:cubicBezTo>
                <a:cubicBezTo>
                  <a:pt x="693637" y="89220"/>
                  <a:pt x="694344" y="90017"/>
                  <a:pt x="695324" y="90610"/>
                </a:cubicBezTo>
                <a:cubicBezTo>
                  <a:pt x="696304" y="91203"/>
                  <a:pt x="697706" y="91499"/>
                  <a:pt x="699530" y="91499"/>
                </a:cubicBezTo>
                <a:cubicBezTo>
                  <a:pt x="700897" y="91499"/>
                  <a:pt x="702698" y="91385"/>
                  <a:pt x="704932" y="91157"/>
                </a:cubicBezTo>
                <a:close/>
                <a:moveTo>
                  <a:pt x="766540" y="78643"/>
                </a:moveTo>
                <a:lnTo>
                  <a:pt x="779260" y="80216"/>
                </a:lnTo>
                <a:cubicBezTo>
                  <a:pt x="777254" y="87647"/>
                  <a:pt x="773538" y="93414"/>
                  <a:pt x="768113" y="97517"/>
                </a:cubicBezTo>
                <a:cubicBezTo>
                  <a:pt x="762688" y="101620"/>
                  <a:pt x="755758" y="103672"/>
                  <a:pt x="747324" y="103672"/>
                </a:cubicBezTo>
                <a:cubicBezTo>
                  <a:pt x="736702" y="103672"/>
                  <a:pt x="728279" y="100401"/>
                  <a:pt x="722056" y="93858"/>
                </a:cubicBezTo>
                <a:cubicBezTo>
                  <a:pt x="715833" y="87316"/>
                  <a:pt x="712721" y="78141"/>
                  <a:pt x="712721" y="66333"/>
                </a:cubicBezTo>
                <a:cubicBezTo>
                  <a:pt x="712721" y="54115"/>
                  <a:pt x="715867" y="44633"/>
                  <a:pt x="722158" y="37885"/>
                </a:cubicBezTo>
                <a:cubicBezTo>
                  <a:pt x="728450" y="31138"/>
                  <a:pt x="736610" y="27764"/>
                  <a:pt x="746640" y="27764"/>
                </a:cubicBezTo>
                <a:cubicBezTo>
                  <a:pt x="756351" y="27764"/>
                  <a:pt x="764284" y="31065"/>
                  <a:pt x="770438" y="37665"/>
                </a:cubicBezTo>
                <a:cubicBezTo>
                  <a:pt x="776593" y="44264"/>
                  <a:pt x="779670" y="53549"/>
                  <a:pt x="779670" y="65519"/>
                </a:cubicBezTo>
                <a:cubicBezTo>
                  <a:pt x="779670" y="66247"/>
                  <a:pt x="779647" y="67339"/>
                  <a:pt x="779602" y="68795"/>
                </a:cubicBezTo>
                <a:lnTo>
                  <a:pt x="725441" y="68795"/>
                </a:lnTo>
                <a:cubicBezTo>
                  <a:pt x="725897" y="76751"/>
                  <a:pt x="728153" y="82843"/>
                  <a:pt x="732211" y="87071"/>
                </a:cubicBezTo>
                <a:cubicBezTo>
                  <a:pt x="736268" y="91300"/>
                  <a:pt x="741329" y="93414"/>
                  <a:pt x="747392" y="93414"/>
                </a:cubicBezTo>
                <a:cubicBezTo>
                  <a:pt x="751906" y="93414"/>
                  <a:pt x="755758" y="92240"/>
                  <a:pt x="758950" y="89892"/>
                </a:cubicBezTo>
                <a:cubicBezTo>
                  <a:pt x="762141" y="87543"/>
                  <a:pt x="764671" y="83793"/>
                  <a:pt x="766540" y="78643"/>
                </a:cubicBezTo>
                <a:moveTo>
                  <a:pt x="726125" y="58538"/>
                </a:moveTo>
                <a:lnTo>
                  <a:pt x="766677" y="58538"/>
                </a:lnTo>
                <a:cubicBezTo>
                  <a:pt x="766130" y="52528"/>
                  <a:pt x="764580" y="48021"/>
                  <a:pt x="762027" y="45017"/>
                </a:cubicBezTo>
                <a:cubicBezTo>
                  <a:pt x="758106" y="40354"/>
                  <a:pt x="753023" y="38022"/>
                  <a:pt x="746777" y="38022"/>
                </a:cubicBezTo>
                <a:cubicBezTo>
                  <a:pt x="741124" y="38022"/>
                  <a:pt x="736371" y="39883"/>
                  <a:pt x="732519" y="43606"/>
                </a:cubicBezTo>
                <a:cubicBezTo>
                  <a:pt x="728666" y="47327"/>
                  <a:pt x="726535" y="52305"/>
                  <a:pt x="726125" y="58538"/>
                </a:cubicBezTo>
                <a:close/>
                <a:moveTo>
                  <a:pt x="794223" y="102030"/>
                </a:moveTo>
                <a:lnTo>
                  <a:pt x="794223" y="29406"/>
                </a:lnTo>
                <a:lnTo>
                  <a:pt x="805301" y="29406"/>
                </a:lnTo>
                <a:lnTo>
                  <a:pt x="805301" y="40347"/>
                </a:lnTo>
                <a:cubicBezTo>
                  <a:pt x="808128" y="35224"/>
                  <a:pt x="810738" y="31846"/>
                  <a:pt x="813131" y="30213"/>
                </a:cubicBezTo>
                <a:cubicBezTo>
                  <a:pt x="815525" y="28581"/>
                  <a:pt x="818158" y="27764"/>
                  <a:pt x="821030" y="27764"/>
                </a:cubicBezTo>
                <a:cubicBezTo>
                  <a:pt x="825179" y="27764"/>
                  <a:pt x="829396" y="29081"/>
                  <a:pt x="833681" y="31714"/>
                </a:cubicBezTo>
                <a:lnTo>
                  <a:pt x="829441" y="43083"/>
                </a:lnTo>
                <a:cubicBezTo>
                  <a:pt x="826432" y="41305"/>
                  <a:pt x="823423" y="40416"/>
                  <a:pt x="820414" y="40416"/>
                </a:cubicBezTo>
                <a:cubicBezTo>
                  <a:pt x="817725" y="40416"/>
                  <a:pt x="815308" y="41226"/>
                  <a:pt x="813166" y="42847"/>
                </a:cubicBezTo>
                <a:cubicBezTo>
                  <a:pt x="811023" y="44467"/>
                  <a:pt x="809496" y="46715"/>
                  <a:pt x="808584" y="49590"/>
                </a:cubicBezTo>
                <a:cubicBezTo>
                  <a:pt x="807216" y="53971"/>
                  <a:pt x="806532" y="58763"/>
                  <a:pt x="806532" y="63966"/>
                </a:cubicBezTo>
                <a:lnTo>
                  <a:pt x="806532" y="102030"/>
                </a:lnTo>
                <a:lnTo>
                  <a:pt x="794223" y="102030"/>
                </a:lnTo>
                <a:close/>
                <a:moveTo>
                  <a:pt x="840811" y="102030"/>
                </a:moveTo>
                <a:lnTo>
                  <a:pt x="840811" y="29406"/>
                </a:lnTo>
                <a:lnTo>
                  <a:pt x="851890" y="29406"/>
                </a:lnTo>
                <a:lnTo>
                  <a:pt x="851890" y="39663"/>
                </a:lnTo>
                <a:cubicBezTo>
                  <a:pt x="857224" y="31731"/>
                  <a:pt x="864928" y="27764"/>
                  <a:pt x="875004" y="27764"/>
                </a:cubicBezTo>
                <a:cubicBezTo>
                  <a:pt x="879380" y="27764"/>
                  <a:pt x="883404" y="28551"/>
                  <a:pt x="887074" y="30124"/>
                </a:cubicBezTo>
                <a:cubicBezTo>
                  <a:pt x="890744" y="31696"/>
                  <a:pt x="893491" y="33759"/>
                  <a:pt x="895314" y="36312"/>
                </a:cubicBezTo>
                <a:cubicBezTo>
                  <a:pt x="897138" y="38865"/>
                  <a:pt x="898414" y="41897"/>
                  <a:pt x="899144" y="45408"/>
                </a:cubicBezTo>
                <a:cubicBezTo>
                  <a:pt x="899600" y="47687"/>
                  <a:pt x="899828" y="51676"/>
                  <a:pt x="899828" y="57375"/>
                </a:cubicBezTo>
                <a:lnTo>
                  <a:pt x="899828" y="102030"/>
                </a:lnTo>
                <a:lnTo>
                  <a:pt x="887518" y="102030"/>
                </a:lnTo>
                <a:lnTo>
                  <a:pt x="887518" y="57807"/>
                </a:lnTo>
                <a:cubicBezTo>
                  <a:pt x="887518" y="52786"/>
                  <a:pt x="887040" y="49032"/>
                  <a:pt x="886082" y="46545"/>
                </a:cubicBezTo>
                <a:cubicBezTo>
                  <a:pt x="885125" y="44057"/>
                  <a:pt x="883427" y="42072"/>
                  <a:pt x="880987" y="40589"/>
                </a:cubicBezTo>
                <a:cubicBezTo>
                  <a:pt x="878548" y="39106"/>
                  <a:pt x="875688" y="38364"/>
                  <a:pt x="872405" y="38364"/>
                </a:cubicBezTo>
                <a:cubicBezTo>
                  <a:pt x="867162" y="38364"/>
                  <a:pt x="862637" y="40030"/>
                  <a:pt x="858831" y="43362"/>
                </a:cubicBezTo>
                <a:cubicBezTo>
                  <a:pt x="855024" y="46693"/>
                  <a:pt x="853121" y="53014"/>
                  <a:pt x="853121" y="62324"/>
                </a:cubicBezTo>
                <a:lnTo>
                  <a:pt x="853121" y="102030"/>
                </a:lnTo>
                <a:lnTo>
                  <a:pt x="840811" y="102030"/>
                </a:lnTo>
                <a:close/>
                <a:moveTo>
                  <a:pt x="1099873" y="102030"/>
                </a:moveTo>
                <a:lnTo>
                  <a:pt x="1099873" y="1778"/>
                </a:lnTo>
                <a:lnTo>
                  <a:pt x="1134407" y="1778"/>
                </a:lnTo>
                <a:cubicBezTo>
                  <a:pt x="1142203" y="1778"/>
                  <a:pt x="1148153" y="2257"/>
                  <a:pt x="1152256" y="3214"/>
                </a:cubicBezTo>
                <a:cubicBezTo>
                  <a:pt x="1158000" y="4536"/>
                  <a:pt x="1162901" y="6930"/>
                  <a:pt x="1166959" y="10395"/>
                </a:cubicBezTo>
                <a:cubicBezTo>
                  <a:pt x="1172247" y="14862"/>
                  <a:pt x="1176202" y="20572"/>
                  <a:pt x="1178823" y="27525"/>
                </a:cubicBezTo>
                <a:cubicBezTo>
                  <a:pt x="1181445" y="34477"/>
                  <a:pt x="1182755" y="42421"/>
                  <a:pt x="1182755" y="51357"/>
                </a:cubicBezTo>
                <a:cubicBezTo>
                  <a:pt x="1182755" y="58971"/>
                  <a:pt x="1181866" y="65718"/>
                  <a:pt x="1180088" y="71599"/>
                </a:cubicBezTo>
                <a:cubicBezTo>
                  <a:pt x="1178310" y="77480"/>
                  <a:pt x="1176031" y="82347"/>
                  <a:pt x="1173250" y="86199"/>
                </a:cubicBezTo>
                <a:cubicBezTo>
                  <a:pt x="1170469" y="90052"/>
                  <a:pt x="1167426" y="93083"/>
                  <a:pt x="1164121" y="95294"/>
                </a:cubicBezTo>
                <a:cubicBezTo>
                  <a:pt x="1160815" y="97506"/>
                  <a:pt x="1156826" y="99181"/>
                  <a:pt x="1152153" y="100321"/>
                </a:cubicBezTo>
                <a:cubicBezTo>
                  <a:pt x="1147480" y="101461"/>
                  <a:pt x="1142112" y="102030"/>
                  <a:pt x="1136049" y="102030"/>
                </a:cubicBezTo>
                <a:lnTo>
                  <a:pt x="1099873" y="102030"/>
                </a:lnTo>
                <a:moveTo>
                  <a:pt x="1113140" y="90200"/>
                </a:moveTo>
                <a:lnTo>
                  <a:pt x="1134544" y="90200"/>
                </a:lnTo>
                <a:cubicBezTo>
                  <a:pt x="1141155" y="90200"/>
                  <a:pt x="1146340" y="89584"/>
                  <a:pt x="1150102" y="88353"/>
                </a:cubicBezTo>
                <a:cubicBezTo>
                  <a:pt x="1153863" y="87122"/>
                  <a:pt x="1156860" y="85390"/>
                  <a:pt x="1159094" y="83156"/>
                </a:cubicBezTo>
                <a:cubicBezTo>
                  <a:pt x="1162240" y="80010"/>
                  <a:pt x="1164690" y="75782"/>
                  <a:pt x="1166446" y="70471"/>
                </a:cubicBezTo>
                <a:cubicBezTo>
                  <a:pt x="1168201" y="65159"/>
                  <a:pt x="1169078" y="58720"/>
                  <a:pt x="1169078" y="51152"/>
                </a:cubicBezTo>
                <a:cubicBezTo>
                  <a:pt x="1169078" y="40666"/>
                  <a:pt x="1167357" y="32608"/>
                  <a:pt x="1163915" y="26978"/>
                </a:cubicBezTo>
                <a:cubicBezTo>
                  <a:pt x="1160473" y="21348"/>
                  <a:pt x="1156290" y="17575"/>
                  <a:pt x="1151367" y="15660"/>
                </a:cubicBezTo>
                <a:cubicBezTo>
                  <a:pt x="1147811" y="14292"/>
                  <a:pt x="1142089" y="13609"/>
                  <a:pt x="1134202" y="13609"/>
                </a:cubicBezTo>
                <a:lnTo>
                  <a:pt x="1113140" y="13609"/>
                </a:lnTo>
                <a:lnTo>
                  <a:pt x="1113140" y="90200"/>
                </a:lnTo>
                <a:close/>
                <a:moveTo>
                  <a:pt x="1199304" y="16002"/>
                </a:moveTo>
                <a:lnTo>
                  <a:pt x="1199304" y="1778"/>
                </a:lnTo>
                <a:lnTo>
                  <a:pt x="1211613" y="1778"/>
                </a:lnTo>
                <a:lnTo>
                  <a:pt x="1211613" y="16002"/>
                </a:lnTo>
                <a:lnTo>
                  <a:pt x="1199304" y="16002"/>
                </a:lnTo>
                <a:moveTo>
                  <a:pt x="1199304" y="102030"/>
                </a:moveTo>
                <a:lnTo>
                  <a:pt x="1199304" y="29406"/>
                </a:lnTo>
                <a:lnTo>
                  <a:pt x="1211613" y="29406"/>
                </a:lnTo>
                <a:lnTo>
                  <a:pt x="1211613" y="102030"/>
                </a:lnTo>
                <a:lnTo>
                  <a:pt x="1199304" y="102030"/>
                </a:lnTo>
                <a:close/>
                <a:moveTo>
                  <a:pt x="1233261" y="102030"/>
                </a:moveTo>
                <a:lnTo>
                  <a:pt x="1233261" y="38979"/>
                </a:lnTo>
                <a:lnTo>
                  <a:pt x="1222387" y="38979"/>
                </a:lnTo>
                <a:lnTo>
                  <a:pt x="1222387" y="29406"/>
                </a:lnTo>
                <a:lnTo>
                  <a:pt x="1233261" y="29406"/>
                </a:lnTo>
                <a:lnTo>
                  <a:pt x="1233261" y="21695"/>
                </a:lnTo>
                <a:cubicBezTo>
                  <a:pt x="1233261" y="16828"/>
                  <a:pt x="1233694" y="13213"/>
                  <a:pt x="1234560" y="10848"/>
                </a:cubicBezTo>
                <a:cubicBezTo>
                  <a:pt x="1235745" y="7665"/>
                  <a:pt x="1237831" y="5084"/>
                  <a:pt x="1240817" y="3105"/>
                </a:cubicBezTo>
                <a:cubicBezTo>
                  <a:pt x="1243803" y="1126"/>
                  <a:pt x="1247986" y="137"/>
                  <a:pt x="1253366" y="137"/>
                </a:cubicBezTo>
                <a:cubicBezTo>
                  <a:pt x="1256831" y="137"/>
                  <a:pt x="1260660" y="547"/>
                  <a:pt x="1264854" y="1368"/>
                </a:cubicBezTo>
                <a:lnTo>
                  <a:pt x="1263008" y="12104"/>
                </a:lnTo>
                <a:cubicBezTo>
                  <a:pt x="1260455" y="11648"/>
                  <a:pt x="1258039" y="11420"/>
                  <a:pt x="1255759" y="11420"/>
                </a:cubicBezTo>
                <a:cubicBezTo>
                  <a:pt x="1252021" y="11420"/>
                  <a:pt x="1249377" y="12215"/>
                  <a:pt x="1247827" y="13805"/>
                </a:cubicBezTo>
                <a:cubicBezTo>
                  <a:pt x="1246276" y="15395"/>
                  <a:pt x="1245501" y="18370"/>
                  <a:pt x="1245501" y="22729"/>
                </a:cubicBezTo>
                <a:lnTo>
                  <a:pt x="1245501" y="29406"/>
                </a:lnTo>
                <a:lnTo>
                  <a:pt x="1259657" y="29406"/>
                </a:lnTo>
                <a:lnTo>
                  <a:pt x="1259657" y="38979"/>
                </a:lnTo>
                <a:lnTo>
                  <a:pt x="1245501" y="38979"/>
                </a:lnTo>
                <a:lnTo>
                  <a:pt x="1245501" y="102030"/>
                </a:lnTo>
                <a:lnTo>
                  <a:pt x="1233261" y="10203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1" name="Text ferentPattern">
            <a:extLst xmlns:a="http://schemas.openxmlformats.org/drawingml/2006/main">
              <a:ext uri="{FF2B5EF4-FFF2-40B4-BE49-F238E27FC236}">
                <a16:creationId xmlns:a16="http://schemas.microsoft.com/office/drawing/2014/main" id="{6DF25967-5305-4799-AECB-62581256F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4525" y="2882835"/>
            <a:ext cx="834618" cy="103535"/>
          </a:xfrm>
          <a:custGeom xmlns:a="http://schemas.openxmlformats.org/drawingml/2006/main">
            <a:pathLst>
              <a:path w="834618" h="103535">
                <a:moveTo>
                  <a:pt x="10873" y="101894"/>
                </a:moveTo>
                <a:lnTo>
                  <a:pt x="10873" y="38843"/>
                </a:lnTo>
                <a:lnTo>
                  <a:pt x="0" y="38843"/>
                </a:lnTo>
                <a:lnTo>
                  <a:pt x="0" y="29269"/>
                </a:lnTo>
                <a:lnTo>
                  <a:pt x="10873" y="29269"/>
                </a:lnTo>
                <a:lnTo>
                  <a:pt x="10873" y="21558"/>
                </a:lnTo>
                <a:cubicBezTo>
                  <a:pt x="10873" y="16692"/>
                  <a:pt x="11306" y="13076"/>
                  <a:pt x="12173" y="10711"/>
                </a:cubicBezTo>
                <a:cubicBezTo>
                  <a:pt x="13358" y="7528"/>
                  <a:pt x="15444" y="4947"/>
                  <a:pt x="18430" y="2968"/>
                </a:cubicBezTo>
                <a:cubicBezTo>
                  <a:pt x="21416" y="989"/>
                  <a:pt x="25599" y="0"/>
                  <a:pt x="30978" y="0"/>
                </a:cubicBezTo>
                <a:cubicBezTo>
                  <a:pt x="34443" y="0"/>
                  <a:pt x="38273" y="410"/>
                  <a:pt x="42467" y="1231"/>
                </a:cubicBezTo>
                <a:lnTo>
                  <a:pt x="40621" y="11967"/>
                </a:lnTo>
                <a:cubicBezTo>
                  <a:pt x="38068" y="11511"/>
                  <a:pt x="35651" y="11284"/>
                  <a:pt x="33372" y="11284"/>
                </a:cubicBezTo>
                <a:cubicBezTo>
                  <a:pt x="29633" y="11284"/>
                  <a:pt x="26989" y="12078"/>
                  <a:pt x="25439" y="13668"/>
                </a:cubicBezTo>
                <a:cubicBezTo>
                  <a:pt x="23889" y="15258"/>
                  <a:pt x="23114" y="18233"/>
                  <a:pt x="23114" y="22593"/>
                </a:cubicBezTo>
                <a:lnTo>
                  <a:pt x="23114" y="29269"/>
                </a:lnTo>
                <a:lnTo>
                  <a:pt x="37270" y="29269"/>
                </a:lnTo>
                <a:lnTo>
                  <a:pt x="37270" y="38843"/>
                </a:lnTo>
                <a:lnTo>
                  <a:pt x="23114" y="38843"/>
                </a:lnTo>
                <a:lnTo>
                  <a:pt x="23114" y="101894"/>
                </a:lnTo>
                <a:lnTo>
                  <a:pt x="10873" y="101894"/>
                </a:lnTo>
                <a:close/>
                <a:moveTo>
                  <a:pt x="96415" y="78506"/>
                </a:moveTo>
                <a:lnTo>
                  <a:pt x="109135" y="80079"/>
                </a:lnTo>
                <a:cubicBezTo>
                  <a:pt x="107129" y="87510"/>
                  <a:pt x="103413" y="93277"/>
                  <a:pt x="97988" y="97380"/>
                </a:cubicBezTo>
                <a:cubicBezTo>
                  <a:pt x="92563" y="101483"/>
                  <a:pt x="85633" y="103535"/>
                  <a:pt x="77199" y="103535"/>
                </a:cubicBezTo>
                <a:cubicBezTo>
                  <a:pt x="66577" y="103535"/>
                  <a:pt x="58154" y="100264"/>
                  <a:pt x="51931" y="93722"/>
                </a:cubicBezTo>
                <a:cubicBezTo>
                  <a:pt x="45708" y="87179"/>
                  <a:pt x="42596" y="78004"/>
                  <a:pt x="42596" y="66197"/>
                </a:cubicBezTo>
                <a:cubicBezTo>
                  <a:pt x="42596" y="53979"/>
                  <a:pt x="45742" y="44496"/>
                  <a:pt x="52034" y="37749"/>
                </a:cubicBezTo>
                <a:cubicBezTo>
                  <a:pt x="58325" y="31001"/>
                  <a:pt x="66486" y="27628"/>
                  <a:pt x="76515" y="27628"/>
                </a:cubicBezTo>
                <a:cubicBezTo>
                  <a:pt x="86226" y="27628"/>
                  <a:pt x="94159" y="30928"/>
                  <a:pt x="100313" y="37528"/>
                </a:cubicBezTo>
                <a:cubicBezTo>
                  <a:pt x="106468" y="44128"/>
                  <a:pt x="109545" y="53412"/>
                  <a:pt x="109545" y="65382"/>
                </a:cubicBezTo>
                <a:cubicBezTo>
                  <a:pt x="109545" y="66110"/>
                  <a:pt x="109523" y="67202"/>
                  <a:pt x="109477" y="68659"/>
                </a:cubicBezTo>
                <a:lnTo>
                  <a:pt x="55316" y="68659"/>
                </a:lnTo>
                <a:cubicBezTo>
                  <a:pt x="55772" y="76614"/>
                  <a:pt x="58029" y="82706"/>
                  <a:pt x="62086" y="86934"/>
                </a:cubicBezTo>
                <a:cubicBezTo>
                  <a:pt x="66144" y="91163"/>
                  <a:pt x="71204" y="93277"/>
                  <a:pt x="77268" y="93277"/>
                </a:cubicBezTo>
                <a:cubicBezTo>
                  <a:pt x="81781" y="93277"/>
                  <a:pt x="85633" y="92103"/>
                  <a:pt x="88825" y="89755"/>
                </a:cubicBezTo>
                <a:cubicBezTo>
                  <a:pt x="92016" y="87406"/>
                  <a:pt x="94546" y="83656"/>
                  <a:pt x="96415" y="78506"/>
                </a:cubicBezTo>
                <a:moveTo>
                  <a:pt x="56000" y="58401"/>
                </a:moveTo>
                <a:lnTo>
                  <a:pt x="96552" y="58401"/>
                </a:lnTo>
                <a:cubicBezTo>
                  <a:pt x="96005" y="52391"/>
                  <a:pt x="94455" y="47884"/>
                  <a:pt x="91902" y="44880"/>
                </a:cubicBezTo>
                <a:cubicBezTo>
                  <a:pt x="87981" y="40217"/>
                  <a:pt x="82898" y="37885"/>
                  <a:pt x="76652" y="37885"/>
                </a:cubicBezTo>
                <a:cubicBezTo>
                  <a:pt x="70999" y="37885"/>
                  <a:pt x="66246" y="39747"/>
                  <a:pt x="62394" y="43469"/>
                </a:cubicBezTo>
                <a:cubicBezTo>
                  <a:pt x="58542" y="47191"/>
                  <a:pt x="56410" y="52168"/>
                  <a:pt x="56000" y="58401"/>
                </a:cubicBezTo>
                <a:close/>
                <a:moveTo>
                  <a:pt x="124098" y="101894"/>
                </a:moveTo>
                <a:lnTo>
                  <a:pt x="124098" y="29269"/>
                </a:lnTo>
                <a:lnTo>
                  <a:pt x="135176" y="29269"/>
                </a:lnTo>
                <a:lnTo>
                  <a:pt x="135176" y="40210"/>
                </a:lnTo>
                <a:cubicBezTo>
                  <a:pt x="138003" y="35087"/>
                  <a:pt x="140613" y="31709"/>
                  <a:pt x="143006" y="30077"/>
                </a:cubicBezTo>
                <a:cubicBezTo>
                  <a:pt x="145399" y="28444"/>
                  <a:pt x="148032" y="27628"/>
                  <a:pt x="150904" y="27628"/>
                </a:cubicBezTo>
                <a:cubicBezTo>
                  <a:pt x="155053" y="27628"/>
                  <a:pt x="159270" y="28944"/>
                  <a:pt x="163556" y="31577"/>
                </a:cubicBezTo>
                <a:lnTo>
                  <a:pt x="159316" y="42946"/>
                </a:lnTo>
                <a:cubicBezTo>
                  <a:pt x="156307" y="41168"/>
                  <a:pt x="153298" y="40279"/>
                  <a:pt x="150289" y="40279"/>
                </a:cubicBezTo>
                <a:cubicBezTo>
                  <a:pt x="147599" y="40279"/>
                  <a:pt x="145183" y="41089"/>
                  <a:pt x="143040" y="42711"/>
                </a:cubicBezTo>
                <a:cubicBezTo>
                  <a:pt x="140897" y="44331"/>
                  <a:pt x="139370" y="46578"/>
                  <a:pt x="138458" y="49453"/>
                </a:cubicBezTo>
                <a:cubicBezTo>
                  <a:pt x="137091" y="53834"/>
                  <a:pt x="136407" y="58626"/>
                  <a:pt x="136407" y="63829"/>
                </a:cubicBezTo>
                <a:lnTo>
                  <a:pt x="136407" y="101894"/>
                </a:lnTo>
                <a:lnTo>
                  <a:pt x="124098" y="101894"/>
                </a:lnTo>
                <a:close/>
                <a:moveTo>
                  <a:pt x="220402" y="78506"/>
                </a:moveTo>
                <a:lnTo>
                  <a:pt x="233122" y="80079"/>
                </a:lnTo>
                <a:cubicBezTo>
                  <a:pt x="231116" y="87510"/>
                  <a:pt x="227400" y="93277"/>
                  <a:pt x="221975" y="97380"/>
                </a:cubicBezTo>
                <a:cubicBezTo>
                  <a:pt x="216550" y="101483"/>
                  <a:pt x="209620" y="103535"/>
                  <a:pt x="201186" y="103535"/>
                </a:cubicBezTo>
                <a:cubicBezTo>
                  <a:pt x="190563" y="103535"/>
                  <a:pt x="182141" y="100264"/>
                  <a:pt x="175918" y="93722"/>
                </a:cubicBezTo>
                <a:cubicBezTo>
                  <a:pt x="169695" y="87179"/>
                  <a:pt x="166583" y="78004"/>
                  <a:pt x="166583" y="66197"/>
                </a:cubicBezTo>
                <a:cubicBezTo>
                  <a:pt x="166583" y="53979"/>
                  <a:pt x="169729" y="44496"/>
                  <a:pt x="176020" y="37749"/>
                </a:cubicBezTo>
                <a:cubicBezTo>
                  <a:pt x="182312" y="31001"/>
                  <a:pt x="190472" y="27628"/>
                  <a:pt x="200502" y="27628"/>
                </a:cubicBezTo>
                <a:cubicBezTo>
                  <a:pt x="210213" y="27628"/>
                  <a:pt x="218145" y="30928"/>
                  <a:pt x="224300" y="37528"/>
                </a:cubicBezTo>
                <a:cubicBezTo>
                  <a:pt x="230455" y="44128"/>
                  <a:pt x="233532" y="53412"/>
                  <a:pt x="233532" y="65382"/>
                </a:cubicBezTo>
                <a:cubicBezTo>
                  <a:pt x="233532" y="66110"/>
                  <a:pt x="233509" y="67202"/>
                  <a:pt x="233464" y="68659"/>
                </a:cubicBezTo>
                <a:lnTo>
                  <a:pt x="179303" y="68659"/>
                </a:lnTo>
                <a:cubicBezTo>
                  <a:pt x="179759" y="76614"/>
                  <a:pt x="182015" y="82706"/>
                  <a:pt x="186073" y="86934"/>
                </a:cubicBezTo>
                <a:cubicBezTo>
                  <a:pt x="190130" y="91163"/>
                  <a:pt x="195191" y="93277"/>
                  <a:pt x="201254" y="93277"/>
                </a:cubicBezTo>
                <a:cubicBezTo>
                  <a:pt x="205768" y="93277"/>
                  <a:pt x="209620" y="92103"/>
                  <a:pt x="212811" y="89755"/>
                </a:cubicBezTo>
                <a:cubicBezTo>
                  <a:pt x="216003" y="87406"/>
                  <a:pt x="218533" y="83656"/>
                  <a:pt x="220402" y="78506"/>
                </a:cubicBezTo>
                <a:moveTo>
                  <a:pt x="179987" y="58401"/>
                </a:moveTo>
                <a:lnTo>
                  <a:pt x="220539" y="58401"/>
                </a:lnTo>
                <a:cubicBezTo>
                  <a:pt x="219992" y="52391"/>
                  <a:pt x="218442" y="47884"/>
                  <a:pt x="215889" y="44880"/>
                </a:cubicBezTo>
                <a:cubicBezTo>
                  <a:pt x="211968" y="40217"/>
                  <a:pt x="206885" y="37885"/>
                  <a:pt x="200639" y="37885"/>
                </a:cubicBezTo>
                <a:cubicBezTo>
                  <a:pt x="194986" y="37885"/>
                  <a:pt x="190233" y="39747"/>
                  <a:pt x="186380" y="43469"/>
                </a:cubicBezTo>
                <a:cubicBezTo>
                  <a:pt x="182528" y="47191"/>
                  <a:pt x="180397" y="52168"/>
                  <a:pt x="179987" y="58401"/>
                </a:cubicBezTo>
                <a:close/>
                <a:moveTo>
                  <a:pt x="248222" y="101894"/>
                </a:moveTo>
                <a:lnTo>
                  <a:pt x="248222" y="29269"/>
                </a:lnTo>
                <a:lnTo>
                  <a:pt x="259300" y="29269"/>
                </a:lnTo>
                <a:lnTo>
                  <a:pt x="259300" y="39527"/>
                </a:lnTo>
                <a:cubicBezTo>
                  <a:pt x="264634" y="31594"/>
                  <a:pt x="272339" y="27628"/>
                  <a:pt x="282414" y="27628"/>
                </a:cubicBezTo>
                <a:cubicBezTo>
                  <a:pt x="286791" y="27628"/>
                  <a:pt x="290814" y="28414"/>
                  <a:pt x="294484" y="29987"/>
                </a:cubicBezTo>
                <a:cubicBezTo>
                  <a:pt x="298154" y="31560"/>
                  <a:pt x="300901" y="33623"/>
                  <a:pt x="302725" y="36176"/>
                </a:cubicBezTo>
                <a:cubicBezTo>
                  <a:pt x="304548" y="38729"/>
                  <a:pt x="305825" y="41760"/>
                  <a:pt x="306554" y="45271"/>
                </a:cubicBezTo>
                <a:cubicBezTo>
                  <a:pt x="307010" y="47550"/>
                  <a:pt x="307238" y="51539"/>
                  <a:pt x="307238" y="57238"/>
                </a:cubicBezTo>
                <a:lnTo>
                  <a:pt x="307238" y="101894"/>
                </a:lnTo>
                <a:lnTo>
                  <a:pt x="294929" y="101894"/>
                </a:lnTo>
                <a:lnTo>
                  <a:pt x="294929" y="57670"/>
                </a:lnTo>
                <a:cubicBezTo>
                  <a:pt x="294929" y="52649"/>
                  <a:pt x="294450" y="48895"/>
                  <a:pt x="293493" y="46408"/>
                </a:cubicBezTo>
                <a:cubicBezTo>
                  <a:pt x="292535" y="43920"/>
                  <a:pt x="290837" y="41935"/>
                  <a:pt x="288398" y="40452"/>
                </a:cubicBezTo>
                <a:cubicBezTo>
                  <a:pt x="285959" y="38969"/>
                  <a:pt x="283098" y="38227"/>
                  <a:pt x="279816" y="38227"/>
                </a:cubicBezTo>
                <a:cubicBezTo>
                  <a:pt x="274573" y="38227"/>
                  <a:pt x="270048" y="39893"/>
                  <a:pt x="266241" y="43226"/>
                </a:cubicBezTo>
                <a:cubicBezTo>
                  <a:pt x="262435" y="46557"/>
                  <a:pt x="260531" y="52877"/>
                  <a:pt x="260531" y="62188"/>
                </a:cubicBezTo>
                <a:lnTo>
                  <a:pt x="260531" y="101894"/>
                </a:lnTo>
                <a:lnTo>
                  <a:pt x="248222" y="101894"/>
                </a:lnTo>
                <a:close/>
                <a:moveTo>
                  <a:pt x="352633" y="91020"/>
                </a:moveTo>
                <a:lnTo>
                  <a:pt x="354411" y="101894"/>
                </a:lnTo>
                <a:cubicBezTo>
                  <a:pt x="350946" y="102532"/>
                  <a:pt x="347846" y="102851"/>
                  <a:pt x="345110" y="102851"/>
                </a:cubicBezTo>
                <a:cubicBezTo>
                  <a:pt x="340643" y="102851"/>
                  <a:pt x="337178" y="102144"/>
                  <a:pt x="334716" y="100731"/>
                </a:cubicBezTo>
                <a:cubicBezTo>
                  <a:pt x="332254" y="99318"/>
                  <a:pt x="330522" y="97460"/>
                  <a:pt x="329519" y="95158"/>
                </a:cubicBezTo>
                <a:cubicBezTo>
                  <a:pt x="328516" y="92855"/>
                  <a:pt x="328014" y="88011"/>
                  <a:pt x="328014" y="80626"/>
                </a:cubicBezTo>
                <a:lnTo>
                  <a:pt x="328014" y="38843"/>
                </a:lnTo>
                <a:lnTo>
                  <a:pt x="318987" y="38843"/>
                </a:lnTo>
                <a:lnTo>
                  <a:pt x="318987" y="29269"/>
                </a:lnTo>
                <a:lnTo>
                  <a:pt x="328014" y="29269"/>
                </a:lnTo>
                <a:lnTo>
                  <a:pt x="328014" y="11234"/>
                </a:lnTo>
                <a:lnTo>
                  <a:pt x="340255" y="3830"/>
                </a:lnTo>
                <a:lnTo>
                  <a:pt x="340255" y="29269"/>
                </a:lnTo>
                <a:lnTo>
                  <a:pt x="352633" y="29269"/>
                </a:lnTo>
                <a:lnTo>
                  <a:pt x="352633" y="38843"/>
                </a:lnTo>
                <a:lnTo>
                  <a:pt x="340255" y="38843"/>
                </a:lnTo>
                <a:lnTo>
                  <a:pt x="340255" y="81310"/>
                </a:lnTo>
                <a:cubicBezTo>
                  <a:pt x="340255" y="84820"/>
                  <a:pt x="340472" y="87077"/>
                  <a:pt x="340905" y="88080"/>
                </a:cubicBezTo>
                <a:cubicBezTo>
                  <a:pt x="341338" y="89083"/>
                  <a:pt x="342045" y="89881"/>
                  <a:pt x="343025" y="90473"/>
                </a:cubicBezTo>
                <a:cubicBezTo>
                  <a:pt x="344005" y="91066"/>
                  <a:pt x="345407" y="91362"/>
                  <a:pt x="347230" y="91362"/>
                </a:cubicBezTo>
                <a:cubicBezTo>
                  <a:pt x="348598" y="91362"/>
                  <a:pt x="350399" y="91248"/>
                  <a:pt x="352633" y="91020"/>
                </a:cubicBezTo>
                <a:close/>
                <a:moveTo>
                  <a:pt x="404866" y="101894"/>
                </a:moveTo>
                <a:lnTo>
                  <a:pt x="404866" y="1641"/>
                </a:lnTo>
                <a:lnTo>
                  <a:pt x="442683" y="1641"/>
                </a:lnTo>
                <a:cubicBezTo>
                  <a:pt x="449339" y="1641"/>
                  <a:pt x="454422" y="1960"/>
                  <a:pt x="457933" y="2596"/>
                </a:cubicBezTo>
                <a:cubicBezTo>
                  <a:pt x="462857" y="3417"/>
                  <a:pt x="466982" y="4977"/>
                  <a:pt x="470310" y="7277"/>
                </a:cubicBezTo>
                <a:cubicBezTo>
                  <a:pt x="473639" y="9576"/>
                  <a:pt x="476317" y="12798"/>
                  <a:pt x="478346" y="16942"/>
                </a:cubicBezTo>
                <a:cubicBezTo>
                  <a:pt x="480374" y="21085"/>
                  <a:pt x="481389" y="25639"/>
                  <a:pt x="481389" y="30602"/>
                </a:cubicBezTo>
                <a:cubicBezTo>
                  <a:pt x="481389" y="39119"/>
                  <a:pt x="478676" y="46326"/>
                  <a:pt x="473251" y="52223"/>
                </a:cubicBezTo>
                <a:cubicBezTo>
                  <a:pt x="467826" y="58119"/>
                  <a:pt x="458024" y="61068"/>
                  <a:pt x="443846" y="61068"/>
                </a:cubicBezTo>
                <a:lnTo>
                  <a:pt x="418133" y="61068"/>
                </a:lnTo>
                <a:lnTo>
                  <a:pt x="418133" y="101894"/>
                </a:lnTo>
                <a:lnTo>
                  <a:pt x="404866" y="101894"/>
                </a:lnTo>
                <a:moveTo>
                  <a:pt x="418133" y="49237"/>
                </a:moveTo>
                <a:lnTo>
                  <a:pt x="444051" y="49237"/>
                </a:lnTo>
                <a:cubicBezTo>
                  <a:pt x="452622" y="49237"/>
                  <a:pt x="458708" y="47645"/>
                  <a:pt x="462309" y="44461"/>
                </a:cubicBezTo>
                <a:cubicBezTo>
                  <a:pt x="465911" y="41275"/>
                  <a:pt x="467712" y="36793"/>
                  <a:pt x="467712" y="31013"/>
                </a:cubicBezTo>
                <a:cubicBezTo>
                  <a:pt x="467712" y="26827"/>
                  <a:pt x="466652" y="23244"/>
                  <a:pt x="464532" y="20263"/>
                </a:cubicBezTo>
                <a:cubicBezTo>
                  <a:pt x="462412" y="17283"/>
                  <a:pt x="459620" y="15315"/>
                  <a:pt x="456155" y="14359"/>
                </a:cubicBezTo>
                <a:cubicBezTo>
                  <a:pt x="453921" y="13767"/>
                  <a:pt x="449795" y="13472"/>
                  <a:pt x="443777" y="13472"/>
                </a:cubicBezTo>
                <a:lnTo>
                  <a:pt x="418133" y="13472"/>
                </a:lnTo>
                <a:lnTo>
                  <a:pt x="418133" y="49237"/>
                </a:lnTo>
                <a:close/>
                <a:moveTo>
                  <a:pt x="543936" y="92927"/>
                </a:moveTo>
                <a:cubicBezTo>
                  <a:pt x="539377" y="96805"/>
                  <a:pt x="534989" y="99542"/>
                  <a:pt x="530772" y="101139"/>
                </a:cubicBezTo>
                <a:cubicBezTo>
                  <a:pt x="526554" y="102736"/>
                  <a:pt x="522030" y="103535"/>
                  <a:pt x="517197" y="103535"/>
                </a:cubicBezTo>
                <a:cubicBezTo>
                  <a:pt x="509219" y="103535"/>
                  <a:pt x="503087" y="101584"/>
                  <a:pt x="498802" y="97684"/>
                </a:cubicBezTo>
                <a:cubicBezTo>
                  <a:pt x="494516" y="93783"/>
                  <a:pt x="492373" y="88799"/>
                  <a:pt x="492373" y="82731"/>
                </a:cubicBezTo>
                <a:cubicBezTo>
                  <a:pt x="492373" y="79173"/>
                  <a:pt x="493183" y="75924"/>
                  <a:pt x="494801" y="72982"/>
                </a:cubicBezTo>
                <a:cubicBezTo>
                  <a:pt x="496419" y="70038"/>
                  <a:pt x="498539" y="67677"/>
                  <a:pt x="501161" y="65897"/>
                </a:cubicBezTo>
                <a:cubicBezTo>
                  <a:pt x="503782" y="64118"/>
                  <a:pt x="506734" y="62772"/>
                  <a:pt x="510017" y="61861"/>
                </a:cubicBezTo>
                <a:cubicBezTo>
                  <a:pt x="512433" y="61221"/>
                  <a:pt x="516080" y="60605"/>
                  <a:pt x="520958" y="60012"/>
                </a:cubicBezTo>
                <a:cubicBezTo>
                  <a:pt x="530897" y="58835"/>
                  <a:pt x="538214" y="57432"/>
                  <a:pt x="542910" y="55802"/>
                </a:cubicBezTo>
                <a:cubicBezTo>
                  <a:pt x="542955" y="54122"/>
                  <a:pt x="542978" y="53055"/>
                  <a:pt x="542978" y="52601"/>
                </a:cubicBezTo>
                <a:cubicBezTo>
                  <a:pt x="542978" y="47604"/>
                  <a:pt x="541816" y="44085"/>
                  <a:pt x="539491" y="42042"/>
                </a:cubicBezTo>
                <a:cubicBezTo>
                  <a:pt x="536345" y="39271"/>
                  <a:pt x="531672" y="37885"/>
                  <a:pt x="525472" y="37885"/>
                </a:cubicBezTo>
                <a:cubicBezTo>
                  <a:pt x="519682" y="37885"/>
                  <a:pt x="515408" y="38900"/>
                  <a:pt x="512650" y="40928"/>
                </a:cubicBezTo>
                <a:cubicBezTo>
                  <a:pt x="509891" y="42957"/>
                  <a:pt x="507851" y="46547"/>
                  <a:pt x="506529" y="51699"/>
                </a:cubicBezTo>
                <a:lnTo>
                  <a:pt x="494493" y="50058"/>
                </a:lnTo>
                <a:cubicBezTo>
                  <a:pt x="495587" y="44890"/>
                  <a:pt x="497388" y="40718"/>
                  <a:pt x="499896" y="37539"/>
                </a:cubicBezTo>
                <a:cubicBezTo>
                  <a:pt x="502403" y="34361"/>
                  <a:pt x="506028" y="31914"/>
                  <a:pt x="510769" y="30201"/>
                </a:cubicBezTo>
                <a:cubicBezTo>
                  <a:pt x="515510" y="28485"/>
                  <a:pt x="521004" y="27628"/>
                  <a:pt x="527250" y="27628"/>
                </a:cubicBezTo>
                <a:cubicBezTo>
                  <a:pt x="533450" y="27628"/>
                  <a:pt x="538488" y="28357"/>
                  <a:pt x="542363" y="29816"/>
                </a:cubicBezTo>
                <a:cubicBezTo>
                  <a:pt x="546238" y="31275"/>
                  <a:pt x="549087" y="33110"/>
                  <a:pt x="550911" y="35321"/>
                </a:cubicBezTo>
                <a:cubicBezTo>
                  <a:pt x="552735" y="37532"/>
                  <a:pt x="554011" y="40324"/>
                  <a:pt x="554740" y="43698"/>
                </a:cubicBezTo>
                <a:cubicBezTo>
                  <a:pt x="555151" y="45795"/>
                  <a:pt x="555356" y="49579"/>
                  <a:pt x="555356" y="55050"/>
                </a:cubicBezTo>
                <a:lnTo>
                  <a:pt x="555356" y="71462"/>
                </a:lnTo>
                <a:cubicBezTo>
                  <a:pt x="555356" y="82905"/>
                  <a:pt x="555618" y="90143"/>
                  <a:pt x="556142" y="93175"/>
                </a:cubicBezTo>
                <a:cubicBezTo>
                  <a:pt x="556667" y="96206"/>
                  <a:pt x="557704" y="99113"/>
                  <a:pt x="559254" y="101894"/>
                </a:cubicBezTo>
                <a:lnTo>
                  <a:pt x="546398" y="101894"/>
                </a:lnTo>
                <a:cubicBezTo>
                  <a:pt x="545121" y="99338"/>
                  <a:pt x="544300" y="96349"/>
                  <a:pt x="543936" y="92927"/>
                </a:cubicBezTo>
                <a:moveTo>
                  <a:pt x="542910" y="65376"/>
                </a:moveTo>
                <a:cubicBezTo>
                  <a:pt x="538442" y="67215"/>
                  <a:pt x="531740" y="68778"/>
                  <a:pt x="522805" y="70065"/>
                </a:cubicBezTo>
                <a:cubicBezTo>
                  <a:pt x="517744" y="70797"/>
                  <a:pt x="514165" y="71621"/>
                  <a:pt x="512068" y="72537"/>
                </a:cubicBezTo>
                <a:cubicBezTo>
                  <a:pt x="509971" y="73452"/>
                  <a:pt x="508353" y="74791"/>
                  <a:pt x="507213" y="76555"/>
                </a:cubicBezTo>
                <a:cubicBezTo>
                  <a:pt x="506073" y="78317"/>
                  <a:pt x="505503" y="80274"/>
                  <a:pt x="505503" y="82425"/>
                </a:cubicBezTo>
                <a:cubicBezTo>
                  <a:pt x="505503" y="85721"/>
                  <a:pt x="506746" y="88467"/>
                  <a:pt x="509230" y="90666"/>
                </a:cubicBezTo>
                <a:cubicBezTo>
                  <a:pt x="511715" y="92863"/>
                  <a:pt x="515351" y="93961"/>
                  <a:pt x="520138" y="93961"/>
                </a:cubicBezTo>
                <a:cubicBezTo>
                  <a:pt x="524879" y="93961"/>
                  <a:pt x="529096" y="92919"/>
                  <a:pt x="532789" y="90834"/>
                </a:cubicBezTo>
                <a:cubicBezTo>
                  <a:pt x="536482" y="88750"/>
                  <a:pt x="539194" y="85899"/>
                  <a:pt x="540927" y="82280"/>
                </a:cubicBezTo>
                <a:cubicBezTo>
                  <a:pt x="542249" y="79485"/>
                  <a:pt x="542910" y="75362"/>
                  <a:pt x="542910" y="69911"/>
                </a:cubicBezTo>
                <a:lnTo>
                  <a:pt x="542910" y="65376"/>
                </a:lnTo>
                <a:close/>
                <a:moveTo>
                  <a:pt x="600954" y="91020"/>
                </a:moveTo>
                <a:lnTo>
                  <a:pt x="602732" y="101894"/>
                </a:lnTo>
                <a:cubicBezTo>
                  <a:pt x="599267" y="102532"/>
                  <a:pt x="596167" y="102851"/>
                  <a:pt x="593432" y="102851"/>
                </a:cubicBezTo>
                <a:cubicBezTo>
                  <a:pt x="588964" y="102851"/>
                  <a:pt x="585499" y="102144"/>
                  <a:pt x="583037" y="100731"/>
                </a:cubicBezTo>
                <a:cubicBezTo>
                  <a:pt x="580575" y="99318"/>
                  <a:pt x="578843" y="97460"/>
                  <a:pt x="577840" y="95158"/>
                </a:cubicBezTo>
                <a:cubicBezTo>
                  <a:pt x="576837" y="92855"/>
                  <a:pt x="576335" y="88011"/>
                  <a:pt x="576335" y="80626"/>
                </a:cubicBezTo>
                <a:lnTo>
                  <a:pt x="576335" y="38843"/>
                </a:lnTo>
                <a:lnTo>
                  <a:pt x="567308" y="38843"/>
                </a:lnTo>
                <a:lnTo>
                  <a:pt x="567308" y="29269"/>
                </a:lnTo>
                <a:lnTo>
                  <a:pt x="576335" y="29269"/>
                </a:lnTo>
                <a:lnTo>
                  <a:pt x="576335" y="11234"/>
                </a:lnTo>
                <a:lnTo>
                  <a:pt x="588576" y="3830"/>
                </a:lnTo>
                <a:lnTo>
                  <a:pt x="588576" y="29269"/>
                </a:lnTo>
                <a:lnTo>
                  <a:pt x="600954" y="29269"/>
                </a:lnTo>
                <a:lnTo>
                  <a:pt x="600954" y="38843"/>
                </a:lnTo>
                <a:lnTo>
                  <a:pt x="588576" y="38843"/>
                </a:lnTo>
                <a:lnTo>
                  <a:pt x="588576" y="81310"/>
                </a:lnTo>
                <a:cubicBezTo>
                  <a:pt x="588576" y="84820"/>
                  <a:pt x="588793" y="87077"/>
                  <a:pt x="589226" y="88080"/>
                </a:cubicBezTo>
                <a:cubicBezTo>
                  <a:pt x="589659" y="89083"/>
                  <a:pt x="590366" y="89881"/>
                  <a:pt x="591346" y="90473"/>
                </a:cubicBezTo>
                <a:cubicBezTo>
                  <a:pt x="592326" y="91066"/>
                  <a:pt x="593728" y="91362"/>
                  <a:pt x="595551" y="91362"/>
                </a:cubicBezTo>
                <a:cubicBezTo>
                  <a:pt x="596919" y="91362"/>
                  <a:pt x="598720" y="91248"/>
                  <a:pt x="600954" y="91020"/>
                </a:cubicBezTo>
                <a:close/>
                <a:moveTo>
                  <a:pt x="639723" y="91020"/>
                </a:moveTo>
                <a:lnTo>
                  <a:pt x="641501" y="101894"/>
                </a:lnTo>
                <a:cubicBezTo>
                  <a:pt x="638036" y="102532"/>
                  <a:pt x="634936" y="102851"/>
                  <a:pt x="632201" y="102851"/>
                </a:cubicBezTo>
                <a:cubicBezTo>
                  <a:pt x="627733" y="102851"/>
                  <a:pt x="624268" y="102144"/>
                  <a:pt x="621806" y="100731"/>
                </a:cubicBezTo>
                <a:cubicBezTo>
                  <a:pt x="619344" y="99318"/>
                  <a:pt x="617612" y="97460"/>
                  <a:pt x="616609" y="95158"/>
                </a:cubicBezTo>
                <a:cubicBezTo>
                  <a:pt x="615606" y="92855"/>
                  <a:pt x="615104" y="88011"/>
                  <a:pt x="615104" y="80626"/>
                </a:cubicBezTo>
                <a:lnTo>
                  <a:pt x="615104" y="38843"/>
                </a:lnTo>
                <a:lnTo>
                  <a:pt x="606078" y="38843"/>
                </a:lnTo>
                <a:lnTo>
                  <a:pt x="606078" y="29269"/>
                </a:lnTo>
                <a:lnTo>
                  <a:pt x="615104" y="29269"/>
                </a:lnTo>
                <a:lnTo>
                  <a:pt x="615104" y="11234"/>
                </a:lnTo>
                <a:lnTo>
                  <a:pt x="627345" y="3830"/>
                </a:lnTo>
                <a:lnTo>
                  <a:pt x="627345" y="29269"/>
                </a:lnTo>
                <a:lnTo>
                  <a:pt x="639723" y="29269"/>
                </a:lnTo>
                <a:lnTo>
                  <a:pt x="639723" y="38843"/>
                </a:lnTo>
                <a:lnTo>
                  <a:pt x="627345" y="38843"/>
                </a:lnTo>
                <a:lnTo>
                  <a:pt x="627345" y="81310"/>
                </a:lnTo>
                <a:cubicBezTo>
                  <a:pt x="627345" y="84820"/>
                  <a:pt x="627562" y="87077"/>
                  <a:pt x="627995" y="88080"/>
                </a:cubicBezTo>
                <a:cubicBezTo>
                  <a:pt x="628428" y="89083"/>
                  <a:pt x="629135" y="89881"/>
                  <a:pt x="630115" y="90473"/>
                </a:cubicBezTo>
                <a:cubicBezTo>
                  <a:pt x="631095" y="91066"/>
                  <a:pt x="632497" y="91362"/>
                  <a:pt x="634321" y="91362"/>
                </a:cubicBezTo>
                <a:cubicBezTo>
                  <a:pt x="635688" y="91362"/>
                  <a:pt x="637489" y="91248"/>
                  <a:pt x="639723" y="91020"/>
                </a:cubicBezTo>
                <a:close/>
                <a:moveTo>
                  <a:pt x="701331" y="78506"/>
                </a:moveTo>
                <a:lnTo>
                  <a:pt x="714051" y="80079"/>
                </a:lnTo>
                <a:cubicBezTo>
                  <a:pt x="712045" y="87510"/>
                  <a:pt x="708329" y="93277"/>
                  <a:pt x="702904" y="97380"/>
                </a:cubicBezTo>
                <a:cubicBezTo>
                  <a:pt x="697479" y="101483"/>
                  <a:pt x="690549" y="103535"/>
                  <a:pt x="682115" y="103535"/>
                </a:cubicBezTo>
                <a:cubicBezTo>
                  <a:pt x="671492" y="103535"/>
                  <a:pt x="663070" y="100264"/>
                  <a:pt x="656847" y="93722"/>
                </a:cubicBezTo>
                <a:cubicBezTo>
                  <a:pt x="650624" y="87179"/>
                  <a:pt x="647512" y="78004"/>
                  <a:pt x="647512" y="66197"/>
                </a:cubicBezTo>
                <a:cubicBezTo>
                  <a:pt x="647512" y="53979"/>
                  <a:pt x="650658" y="44496"/>
                  <a:pt x="656949" y="37749"/>
                </a:cubicBezTo>
                <a:cubicBezTo>
                  <a:pt x="663241" y="31001"/>
                  <a:pt x="671401" y="27628"/>
                  <a:pt x="681431" y="27628"/>
                </a:cubicBezTo>
                <a:cubicBezTo>
                  <a:pt x="691142" y="27628"/>
                  <a:pt x="699074" y="30928"/>
                  <a:pt x="705229" y="37528"/>
                </a:cubicBezTo>
                <a:cubicBezTo>
                  <a:pt x="711384" y="44128"/>
                  <a:pt x="714461" y="53412"/>
                  <a:pt x="714461" y="65382"/>
                </a:cubicBezTo>
                <a:cubicBezTo>
                  <a:pt x="714461" y="66110"/>
                  <a:pt x="714438" y="67202"/>
                  <a:pt x="714393" y="68659"/>
                </a:cubicBezTo>
                <a:lnTo>
                  <a:pt x="660232" y="68659"/>
                </a:lnTo>
                <a:cubicBezTo>
                  <a:pt x="660688" y="76614"/>
                  <a:pt x="662944" y="82706"/>
                  <a:pt x="667002" y="86934"/>
                </a:cubicBezTo>
                <a:cubicBezTo>
                  <a:pt x="671059" y="91163"/>
                  <a:pt x="676120" y="93277"/>
                  <a:pt x="682183" y="93277"/>
                </a:cubicBezTo>
                <a:cubicBezTo>
                  <a:pt x="686697" y="93277"/>
                  <a:pt x="690549" y="92103"/>
                  <a:pt x="693740" y="89755"/>
                </a:cubicBezTo>
                <a:cubicBezTo>
                  <a:pt x="696932" y="87406"/>
                  <a:pt x="699462" y="83656"/>
                  <a:pt x="701331" y="78506"/>
                </a:cubicBezTo>
                <a:moveTo>
                  <a:pt x="660915" y="58401"/>
                </a:moveTo>
                <a:lnTo>
                  <a:pt x="701468" y="58401"/>
                </a:lnTo>
                <a:cubicBezTo>
                  <a:pt x="700921" y="52391"/>
                  <a:pt x="699371" y="47884"/>
                  <a:pt x="696818" y="44880"/>
                </a:cubicBezTo>
                <a:cubicBezTo>
                  <a:pt x="692897" y="40217"/>
                  <a:pt x="687814" y="37885"/>
                  <a:pt x="681568" y="37885"/>
                </a:cubicBezTo>
                <a:cubicBezTo>
                  <a:pt x="675915" y="37885"/>
                  <a:pt x="671162" y="39747"/>
                  <a:pt x="667309" y="43469"/>
                </a:cubicBezTo>
                <a:cubicBezTo>
                  <a:pt x="663457" y="47191"/>
                  <a:pt x="661326" y="52168"/>
                  <a:pt x="660915" y="58401"/>
                </a:cubicBezTo>
                <a:close/>
                <a:moveTo>
                  <a:pt x="729013" y="101894"/>
                </a:moveTo>
                <a:lnTo>
                  <a:pt x="729013" y="29269"/>
                </a:lnTo>
                <a:lnTo>
                  <a:pt x="740092" y="29269"/>
                </a:lnTo>
                <a:lnTo>
                  <a:pt x="740092" y="40210"/>
                </a:lnTo>
                <a:cubicBezTo>
                  <a:pt x="742918" y="35087"/>
                  <a:pt x="745528" y="31709"/>
                  <a:pt x="747922" y="30077"/>
                </a:cubicBezTo>
                <a:cubicBezTo>
                  <a:pt x="750315" y="28444"/>
                  <a:pt x="752948" y="27628"/>
                  <a:pt x="755820" y="27628"/>
                </a:cubicBezTo>
                <a:cubicBezTo>
                  <a:pt x="759969" y="27628"/>
                  <a:pt x="764186" y="28944"/>
                  <a:pt x="768471" y="31577"/>
                </a:cubicBezTo>
                <a:lnTo>
                  <a:pt x="764231" y="42946"/>
                </a:lnTo>
                <a:cubicBezTo>
                  <a:pt x="761222" y="41168"/>
                  <a:pt x="758214" y="40279"/>
                  <a:pt x="755205" y="40279"/>
                </a:cubicBezTo>
                <a:cubicBezTo>
                  <a:pt x="752515" y="40279"/>
                  <a:pt x="750099" y="41089"/>
                  <a:pt x="747956" y="42711"/>
                </a:cubicBezTo>
                <a:cubicBezTo>
                  <a:pt x="745813" y="44331"/>
                  <a:pt x="744286" y="46578"/>
                  <a:pt x="743374" y="49453"/>
                </a:cubicBezTo>
                <a:cubicBezTo>
                  <a:pt x="742006" y="53834"/>
                  <a:pt x="741322" y="58626"/>
                  <a:pt x="741322" y="63829"/>
                </a:cubicBezTo>
                <a:lnTo>
                  <a:pt x="741322" y="101894"/>
                </a:lnTo>
                <a:lnTo>
                  <a:pt x="729013" y="101894"/>
                </a:lnTo>
                <a:close/>
                <a:moveTo>
                  <a:pt x="775602" y="101894"/>
                </a:moveTo>
                <a:lnTo>
                  <a:pt x="775602" y="29269"/>
                </a:lnTo>
                <a:lnTo>
                  <a:pt x="786680" y="29269"/>
                </a:lnTo>
                <a:lnTo>
                  <a:pt x="786680" y="39527"/>
                </a:lnTo>
                <a:cubicBezTo>
                  <a:pt x="792014" y="31594"/>
                  <a:pt x="799719" y="27628"/>
                  <a:pt x="809794" y="27628"/>
                </a:cubicBezTo>
                <a:cubicBezTo>
                  <a:pt x="814171" y="27628"/>
                  <a:pt x="818194" y="28414"/>
                  <a:pt x="821864" y="29987"/>
                </a:cubicBezTo>
                <a:cubicBezTo>
                  <a:pt x="825534" y="31560"/>
                  <a:pt x="828281" y="33623"/>
                  <a:pt x="830105" y="36176"/>
                </a:cubicBezTo>
                <a:cubicBezTo>
                  <a:pt x="831928" y="38729"/>
                  <a:pt x="833205" y="41760"/>
                  <a:pt x="833934" y="45271"/>
                </a:cubicBezTo>
                <a:cubicBezTo>
                  <a:pt x="834390" y="47550"/>
                  <a:pt x="834618" y="51539"/>
                  <a:pt x="834618" y="57238"/>
                </a:cubicBezTo>
                <a:lnTo>
                  <a:pt x="834618" y="101894"/>
                </a:lnTo>
                <a:lnTo>
                  <a:pt x="822309" y="101894"/>
                </a:lnTo>
                <a:lnTo>
                  <a:pt x="822309" y="57670"/>
                </a:lnTo>
                <a:cubicBezTo>
                  <a:pt x="822309" y="52649"/>
                  <a:pt x="821830" y="48895"/>
                  <a:pt x="820873" y="46408"/>
                </a:cubicBezTo>
                <a:cubicBezTo>
                  <a:pt x="819915" y="43920"/>
                  <a:pt x="818217" y="41935"/>
                  <a:pt x="815778" y="40452"/>
                </a:cubicBezTo>
                <a:cubicBezTo>
                  <a:pt x="813339" y="38969"/>
                  <a:pt x="810478" y="38227"/>
                  <a:pt x="807196" y="38227"/>
                </a:cubicBezTo>
                <a:cubicBezTo>
                  <a:pt x="801953" y="38227"/>
                  <a:pt x="797428" y="39893"/>
                  <a:pt x="793621" y="43226"/>
                </a:cubicBezTo>
                <a:cubicBezTo>
                  <a:pt x="789814" y="46557"/>
                  <a:pt x="787911" y="52877"/>
                  <a:pt x="787911" y="62188"/>
                </a:cubicBezTo>
                <a:lnTo>
                  <a:pt x="787911" y="101894"/>
                </a:lnTo>
                <a:lnTo>
                  <a:pt x="775602" y="10189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27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6d724c166d14512"/>
          <a:stretch xmlns:a="http://schemas.openxmlformats.org/drawingml/2006/main"/>
        </p:blipFill>
        <p:spPr>
          <a:xfrm xmlns:a="http://schemas.openxmlformats.org/drawingml/2006/main">
            <a:off x="7514303" y="2037471"/>
            <a:ext cx="519696" cy="519696"/>
          </a:xfrm>
          <a:prstGeom xmlns:a="http://schemas.openxmlformats.org/drawingml/2006/main" prst="rect">
            <a:avLst/>
          </a:prstGeom>
        </p:spPr>
      </p:pic>
      <p:pic>
        <p:nvPicPr>
          <p:cNvPr id="28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f78293091774f09"/>
          <a:stretch xmlns:a="http://schemas.openxmlformats.org/drawingml/2006/main"/>
        </p:blipFill>
        <p:spPr>
          <a:xfrm xmlns:a="http://schemas.openxmlformats.org/drawingml/2006/main">
            <a:off x="446649" y="1822628"/>
            <a:ext cx="519696" cy="519696"/>
          </a:xfrm>
          <a:prstGeom xmlns:a="http://schemas.openxmlformats.org/drawingml/2006/main" prst="rect">
            <a:avLst/>
          </a:prstGeom>
        </p:spPr>
      </p:pic>
      <p:pic>
        <p:nvPicPr>
          <p:cNvPr id="28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816fb68c84146d1"/>
          <a:stretch xmlns:a="http://schemas.openxmlformats.org/drawingml/2006/main"/>
        </p:blipFill>
        <p:spPr>
          <a:xfrm xmlns:a="http://schemas.openxmlformats.org/drawingml/2006/main">
            <a:off x="136857" y="2370265"/>
            <a:ext cx="519696" cy="519696"/>
          </a:xfrm>
          <a:prstGeom xmlns:a="http://schemas.openxmlformats.org/drawingml/2006/main" prst="rect">
            <a:avLst/>
          </a:prstGeom>
        </p:spPr>
      </p:pic>
      <p:pic>
        <p:nvPicPr>
          <p:cNvPr id="28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f5b240428c94471"/>
          <a:stretch xmlns:a="http://schemas.openxmlformats.org/drawingml/2006/main"/>
        </p:blipFill>
        <p:spPr>
          <a:xfrm xmlns:a="http://schemas.openxmlformats.org/drawingml/2006/main">
            <a:off x="13927656" y="1355670"/>
            <a:ext cx="519696" cy="519696"/>
          </a:xfrm>
          <a:prstGeom xmlns:a="http://schemas.openxmlformats.org/drawingml/2006/main" prst="rect">
            <a:avLst/>
          </a:prstGeom>
        </p:spPr>
      </p:pic>
      <p:pic>
        <p:nvPicPr>
          <p:cNvPr id="28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e29cef97681410d"/>
          <a:stretch xmlns:a="http://schemas.openxmlformats.org/drawingml/2006/main"/>
        </p:blipFill>
        <p:spPr>
          <a:xfrm xmlns:a="http://schemas.openxmlformats.org/drawingml/2006/main">
            <a:off x="13927656" y="1928453"/>
            <a:ext cx="519696" cy="519696"/>
          </a:xfrm>
          <a:prstGeom xmlns:a="http://schemas.openxmlformats.org/drawingml/2006/main" prst="rect">
            <a:avLst/>
          </a:prstGeom>
        </p:spPr>
      </p:pic>
      <p:pic>
        <p:nvPicPr>
          <p:cNvPr id="28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332b5bd37dc4edf"/>
          <a:stretch xmlns:a="http://schemas.openxmlformats.org/drawingml/2006/main"/>
        </p:blipFill>
        <p:spPr>
          <a:xfrm xmlns:a="http://schemas.openxmlformats.org/drawingml/2006/main">
            <a:off x="9120120" y="2320521"/>
            <a:ext cx="467726" cy="542067"/>
          </a:xfrm>
          <a:prstGeom xmlns:a="http://schemas.openxmlformats.org/drawingml/2006/main" prst="rect">
            <a:avLst/>
          </a:prstGeom>
        </p:spPr>
      </p:pic>
      <p:sp>
        <p:nvSpPr>
          <p:cNvPr id="12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CA34313-C272-41A5-92C5-6B7E4C1F9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6148" y="1900442"/>
            <a:ext cx="207040" cy="395639"/>
          </a:xfrm>
          <a:custGeom xmlns:a="http://schemas.openxmlformats.org/drawingml/2006/main">
            <a:pathLst>
              <a:path w="207040" h="395639">
                <a:moveTo>
                  <a:pt x="155072" y="0"/>
                </a:moveTo>
                <a:lnTo>
                  <a:pt x="155072" y="253980"/>
                </a:lnTo>
                <a:lnTo>
                  <a:pt x="207040" y="253980"/>
                </a:lnTo>
                <a:lnTo>
                  <a:pt x="103939" y="395639"/>
                </a:lnTo>
                <a:lnTo>
                  <a:pt x="0" y="253980"/>
                </a:lnTo>
                <a:lnTo>
                  <a:pt x="51971" y="253980"/>
                </a:lnTo>
                <a:lnTo>
                  <a:pt x="51971" y="0"/>
                </a:lnTo>
                <a:lnTo>
                  <a:pt x="155072" y="0"/>
                </a:lnTo>
              </a:path>
            </a:pathLst>
          </a:custGeom>
          <a:solidFill xmlns:a="http://schemas.openxmlformats.org/drawingml/2006/main">
            <a:srgbClr val="BFBFB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9" name="Text basedPatternRetrieval">
            <a:extLst xmlns:a="http://schemas.openxmlformats.org/drawingml/2006/main">
              <a:ext uri="{FF2B5EF4-FFF2-40B4-BE49-F238E27FC236}">
                <a16:creationId xmlns:a16="http://schemas.microsoft.com/office/drawing/2014/main" id="{CA67628F-027A-4B66-8F80-CF85825B7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4868" y="2141765"/>
            <a:ext cx="1688593" cy="111549"/>
          </a:xfrm>
          <a:custGeom xmlns:a="http://schemas.openxmlformats.org/drawingml/2006/main">
            <a:pathLst>
              <a:path w="1688593" h="111549">
                <a:moveTo>
                  <a:pt x="0" y="109753"/>
                </a:moveTo>
                <a:lnTo>
                  <a:pt x="0" y="0"/>
                </a:lnTo>
                <a:lnTo>
                  <a:pt x="21037" y="0"/>
                </a:lnTo>
                <a:lnTo>
                  <a:pt x="21037" y="39529"/>
                </a:lnTo>
                <a:cubicBezTo>
                  <a:pt x="27525" y="32142"/>
                  <a:pt x="35212" y="28449"/>
                  <a:pt x="44096" y="28449"/>
                </a:cubicBezTo>
                <a:cubicBezTo>
                  <a:pt x="53778" y="28449"/>
                  <a:pt x="61789" y="31955"/>
                  <a:pt x="68127" y="38967"/>
                </a:cubicBezTo>
                <a:cubicBezTo>
                  <a:pt x="74466" y="45980"/>
                  <a:pt x="77635" y="56049"/>
                  <a:pt x="77635" y="69176"/>
                </a:cubicBezTo>
                <a:cubicBezTo>
                  <a:pt x="77635" y="82751"/>
                  <a:pt x="74404" y="93207"/>
                  <a:pt x="67940" y="100544"/>
                </a:cubicBezTo>
                <a:cubicBezTo>
                  <a:pt x="61477" y="107881"/>
                  <a:pt x="53629" y="111549"/>
                  <a:pt x="44395" y="111549"/>
                </a:cubicBezTo>
                <a:cubicBezTo>
                  <a:pt x="39853" y="111549"/>
                  <a:pt x="35374" y="110414"/>
                  <a:pt x="30957" y="108143"/>
                </a:cubicBezTo>
                <a:cubicBezTo>
                  <a:pt x="26540" y="105872"/>
                  <a:pt x="22734" y="102516"/>
                  <a:pt x="19540" y="98074"/>
                </a:cubicBezTo>
                <a:lnTo>
                  <a:pt x="19540" y="109753"/>
                </a:lnTo>
                <a:lnTo>
                  <a:pt x="0" y="109753"/>
                </a:lnTo>
                <a:moveTo>
                  <a:pt x="20887" y="68317"/>
                </a:moveTo>
                <a:cubicBezTo>
                  <a:pt x="20887" y="76540"/>
                  <a:pt x="22185" y="82619"/>
                  <a:pt x="24780" y="86556"/>
                </a:cubicBezTo>
                <a:cubicBezTo>
                  <a:pt x="28424" y="92138"/>
                  <a:pt x="33265" y="94929"/>
                  <a:pt x="39304" y="94929"/>
                </a:cubicBezTo>
                <a:cubicBezTo>
                  <a:pt x="43946" y="94929"/>
                  <a:pt x="47901" y="92948"/>
                  <a:pt x="51170" y="88987"/>
                </a:cubicBezTo>
                <a:cubicBezTo>
                  <a:pt x="54440" y="85025"/>
                  <a:pt x="56074" y="78783"/>
                  <a:pt x="56074" y="70261"/>
                </a:cubicBezTo>
                <a:cubicBezTo>
                  <a:pt x="56074" y="61190"/>
                  <a:pt x="54427" y="54649"/>
                  <a:pt x="51133" y="50637"/>
                </a:cubicBezTo>
                <a:cubicBezTo>
                  <a:pt x="47839" y="46626"/>
                  <a:pt x="43622" y="44620"/>
                  <a:pt x="38481" y="44620"/>
                </a:cubicBezTo>
                <a:cubicBezTo>
                  <a:pt x="33440" y="44620"/>
                  <a:pt x="29247" y="46576"/>
                  <a:pt x="25903" y="50490"/>
                </a:cubicBezTo>
                <a:cubicBezTo>
                  <a:pt x="22559" y="54401"/>
                  <a:pt x="20887" y="60344"/>
                  <a:pt x="20887" y="68317"/>
                </a:cubicBezTo>
                <a:close/>
                <a:moveTo>
                  <a:pt x="110570" y="54801"/>
                </a:moveTo>
                <a:lnTo>
                  <a:pt x="91479" y="51358"/>
                </a:lnTo>
                <a:cubicBezTo>
                  <a:pt x="93625" y="43570"/>
                  <a:pt x="97319" y="37805"/>
                  <a:pt x="102559" y="34064"/>
                </a:cubicBezTo>
                <a:cubicBezTo>
                  <a:pt x="107800" y="30320"/>
                  <a:pt x="115586" y="28449"/>
                  <a:pt x="125917" y="28449"/>
                </a:cubicBezTo>
                <a:cubicBezTo>
                  <a:pt x="135300" y="28449"/>
                  <a:pt x="142288" y="29559"/>
                  <a:pt x="146880" y="31780"/>
                </a:cubicBezTo>
                <a:cubicBezTo>
                  <a:pt x="151471" y="34001"/>
                  <a:pt x="154703" y="36821"/>
                  <a:pt x="156575" y="40240"/>
                </a:cubicBezTo>
                <a:cubicBezTo>
                  <a:pt x="158446" y="43659"/>
                  <a:pt x="159382" y="49935"/>
                  <a:pt x="159382" y="59069"/>
                </a:cubicBezTo>
                <a:lnTo>
                  <a:pt x="159157" y="83625"/>
                </a:lnTo>
                <a:cubicBezTo>
                  <a:pt x="159157" y="90612"/>
                  <a:pt x="159494" y="95765"/>
                  <a:pt x="160168" y="99084"/>
                </a:cubicBezTo>
                <a:cubicBezTo>
                  <a:pt x="160842" y="102403"/>
                  <a:pt x="162102" y="105959"/>
                  <a:pt x="163949" y="109753"/>
                </a:cubicBezTo>
                <a:lnTo>
                  <a:pt x="143136" y="109753"/>
                </a:lnTo>
                <a:cubicBezTo>
                  <a:pt x="142587" y="108355"/>
                  <a:pt x="141913" y="106284"/>
                  <a:pt x="141115" y="103539"/>
                </a:cubicBezTo>
                <a:cubicBezTo>
                  <a:pt x="140766" y="102291"/>
                  <a:pt x="140516" y="101468"/>
                  <a:pt x="140366" y="101068"/>
                </a:cubicBezTo>
                <a:cubicBezTo>
                  <a:pt x="136773" y="104562"/>
                  <a:pt x="132930" y="107182"/>
                  <a:pt x="128837" y="108929"/>
                </a:cubicBezTo>
                <a:cubicBezTo>
                  <a:pt x="124744" y="110676"/>
                  <a:pt x="120377" y="111549"/>
                  <a:pt x="115736" y="111549"/>
                </a:cubicBezTo>
                <a:cubicBezTo>
                  <a:pt x="107550" y="111549"/>
                  <a:pt x="101099" y="109338"/>
                  <a:pt x="96383" y="104914"/>
                </a:cubicBezTo>
                <a:cubicBezTo>
                  <a:pt x="91666" y="100491"/>
                  <a:pt x="89308" y="94900"/>
                  <a:pt x="89308" y="88140"/>
                </a:cubicBezTo>
                <a:cubicBezTo>
                  <a:pt x="89308" y="83667"/>
                  <a:pt x="90381" y="79679"/>
                  <a:pt x="92527" y="76175"/>
                </a:cubicBezTo>
                <a:cubicBezTo>
                  <a:pt x="94673" y="72671"/>
                  <a:pt x="97681" y="69987"/>
                  <a:pt x="101549" y="68123"/>
                </a:cubicBezTo>
                <a:cubicBezTo>
                  <a:pt x="105417" y="66259"/>
                  <a:pt x="110994" y="64631"/>
                  <a:pt x="118281" y="63240"/>
                </a:cubicBezTo>
                <a:cubicBezTo>
                  <a:pt x="128113" y="61401"/>
                  <a:pt x="134926" y="59686"/>
                  <a:pt x="138719" y="58096"/>
                </a:cubicBezTo>
                <a:lnTo>
                  <a:pt x="138719" y="55976"/>
                </a:lnTo>
                <a:cubicBezTo>
                  <a:pt x="138719" y="51888"/>
                  <a:pt x="137721" y="48974"/>
                  <a:pt x="135725" y="47233"/>
                </a:cubicBezTo>
                <a:cubicBezTo>
                  <a:pt x="133728" y="45491"/>
                  <a:pt x="129960" y="44620"/>
                  <a:pt x="124420" y="44620"/>
                </a:cubicBezTo>
                <a:cubicBezTo>
                  <a:pt x="120677" y="44620"/>
                  <a:pt x="117757" y="45373"/>
                  <a:pt x="115661" y="46880"/>
                </a:cubicBezTo>
                <a:cubicBezTo>
                  <a:pt x="113564" y="48385"/>
                  <a:pt x="111868" y="51025"/>
                  <a:pt x="110570" y="54801"/>
                </a:cubicBezTo>
                <a:moveTo>
                  <a:pt x="138719" y="71871"/>
                </a:moveTo>
                <a:cubicBezTo>
                  <a:pt x="136024" y="72758"/>
                  <a:pt x="131757" y="73819"/>
                  <a:pt x="125917" y="75053"/>
                </a:cubicBezTo>
                <a:cubicBezTo>
                  <a:pt x="120078" y="76285"/>
                  <a:pt x="116260" y="77493"/>
                  <a:pt x="114463" y="78676"/>
                </a:cubicBezTo>
                <a:cubicBezTo>
                  <a:pt x="111718" y="80600"/>
                  <a:pt x="110345" y="83040"/>
                  <a:pt x="110345" y="85999"/>
                </a:cubicBezTo>
                <a:cubicBezTo>
                  <a:pt x="110345" y="88910"/>
                  <a:pt x="111443" y="91425"/>
                  <a:pt x="113639" y="93547"/>
                </a:cubicBezTo>
                <a:cubicBezTo>
                  <a:pt x="115835" y="95666"/>
                  <a:pt x="118630" y="96726"/>
                  <a:pt x="122024" y="96726"/>
                </a:cubicBezTo>
                <a:cubicBezTo>
                  <a:pt x="125817" y="96726"/>
                  <a:pt x="129436" y="95493"/>
                  <a:pt x="132880" y="93027"/>
                </a:cubicBezTo>
                <a:cubicBezTo>
                  <a:pt x="135425" y="91154"/>
                  <a:pt x="137097" y="88860"/>
                  <a:pt x="137896" y="86147"/>
                </a:cubicBezTo>
                <a:cubicBezTo>
                  <a:pt x="138445" y="84372"/>
                  <a:pt x="138719" y="80994"/>
                  <a:pt x="138719" y="76014"/>
                </a:cubicBezTo>
                <a:lnTo>
                  <a:pt x="138719" y="71871"/>
                </a:lnTo>
                <a:close/>
                <a:moveTo>
                  <a:pt x="173004" y="87143"/>
                </a:moveTo>
                <a:lnTo>
                  <a:pt x="194116" y="83849"/>
                </a:lnTo>
                <a:cubicBezTo>
                  <a:pt x="195014" y="87917"/>
                  <a:pt x="196836" y="91005"/>
                  <a:pt x="199581" y="93114"/>
                </a:cubicBezTo>
                <a:cubicBezTo>
                  <a:pt x="202326" y="95222"/>
                  <a:pt x="206169" y="96277"/>
                  <a:pt x="211110" y="96277"/>
                </a:cubicBezTo>
                <a:cubicBezTo>
                  <a:pt x="216551" y="96277"/>
                  <a:pt x="220643" y="95280"/>
                  <a:pt x="223388" y="93287"/>
                </a:cubicBezTo>
                <a:cubicBezTo>
                  <a:pt x="225235" y="91891"/>
                  <a:pt x="226158" y="90022"/>
                  <a:pt x="226158" y="87679"/>
                </a:cubicBezTo>
                <a:cubicBezTo>
                  <a:pt x="226158" y="86083"/>
                  <a:pt x="225659" y="84762"/>
                  <a:pt x="224661" y="83716"/>
                </a:cubicBezTo>
                <a:cubicBezTo>
                  <a:pt x="223613" y="82719"/>
                  <a:pt x="221267" y="81797"/>
                  <a:pt x="217624" y="80951"/>
                </a:cubicBezTo>
                <a:cubicBezTo>
                  <a:pt x="200654" y="77213"/>
                  <a:pt x="189899" y="73799"/>
                  <a:pt x="185357" y="70708"/>
                </a:cubicBezTo>
                <a:cubicBezTo>
                  <a:pt x="179068" y="66419"/>
                  <a:pt x="175924" y="60460"/>
                  <a:pt x="175924" y="52832"/>
                </a:cubicBezTo>
                <a:cubicBezTo>
                  <a:pt x="175924" y="45950"/>
                  <a:pt x="178644" y="40166"/>
                  <a:pt x="184084" y="35479"/>
                </a:cubicBezTo>
                <a:cubicBezTo>
                  <a:pt x="189524" y="30792"/>
                  <a:pt x="197959" y="28449"/>
                  <a:pt x="209389" y="28449"/>
                </a:cubicBezTo>
                <a:cubicBezTo>
                  <a:pt x="220269" y="28449"/>
                  <a:pt x="228354" y="30214"/>
                  <a:pt x="233645" y="33746"/>
                </a:cubicBezTo>
                <a:cubicBezTo>
                  <a:pt x="238935" y="37277"/>
                  <a:pt x="242579" y="42499"/>
                  <a:pt x="244575" y="49411"/>
                </a:cubicBezTo>
                <a:lnTo>
                  <a:pt x="224736" y="53154"/>
                </a:lnTo>
                <a:cubicBezTo>
                  <a:pt x="223887" y="50060"/>
                  <a:pt x="222278" y="47689"/>
                  <a:pt x="219907" y="46042"/>
                </a:cubicBezTo>
                <a:cubicBezTo>
                  <a:pt x="217536" y="44395"/>
                  <a:pt x="214155" y="43572"/>
                  <a:pt x="209763" y="43572"/>
                </a:cubicBezTo>
                <a:cubicBezTo>
                  <a:pt x="204223" y="43572"/>
                  <a:pt x="200255" y="44344"/>
                  <a:pt x="197859" y="45890"/>
                </a:cubicBezTo>
                <a:cubicBezTo>
                  <a:pt x="196262" y="46985"/>
                  <a:pt x="195464" y="48405"/>
                  <a:pt x="195464" y="50150"/>
                </a:cubicBezTo>
                <a:cubicBezTo>
                  <a:pt x="195464" y="51645"/>
                  <a:pt x="196162" y="52915"/>
                  <a:pt x="197560" y="53962"/>
                </a:cubicBezTo>
                <a:cubicBezTo>
                  <a:pt x="199456" y="55357"/>
                  <a:pt x="206007" y="57327"/>
                  <a:pt x="217212" y="59869"/>
                </a:cubicBezTo>
                <a:cubicBezTo>
                  <a:pt x="228417" y="62411"/>
                  <a:pt x="236240" y="65530"/>
                  <a:pt x="240682" y="69225"/>
                </a:cubicBezTo>
                <a:cubicBezTo>
                  <a:pt x="245074" y="72971"/>
                  <a:pt x="247270" y="78190"/>
                  <a:pt x="247270" y="84881"/>
                </a:cubicBezTo>
                <a:cubicBezTo>
                  <a:pt x="247270" y="92173"/>
                  <a:pt x="244226" y="98440"/>
                  <a:pt x="238137" y="103684"/>
                </a:cubicBezTo>
                <a:cubicBezTo>
                  <a:pt x="232048" y="108928"/>
                  <a:pt x="223039" y="111549"/>
                  <a:pt x="211110" y="111549"/>
                </a:cubicBezTo>
                <a:cubicBezTo>
                  <a:pt x="200280" y="111549"/>
                  <a:pt x="191708" y="109360"/>
                  <a:pt x="185394" y="104982"/>
                </a:cubicBezTo>
                <a:cubicBezTo>
                  <a:pt x="179081" y="100603"/>
                  <a:pt x="174951" y="94656"/>
                  <a:pt x="173004" y="87143"/>
                </a:cubicBezTo>
                <a:close/>
                <a:moveTo>
                  <a:pt x="312027" y="84448"/>
                </a:moveTo>
                <a:lnTo>
                  <a:pt x="332989" y="88042"/>
                </a:lnTo>
                <a:cubicBezTo>
                  <a:pt x="330294" y="95703"/>
                  <a:pt x="326039" y="101536"/>
                  <a:pt x="320225" y="105541"/>
                </a:cubicBezTo>
                <a:cubicBezTo>
                  <a:pt x="314410" y="109547"/>
                  <a:pt x="307136" y="111549"/>
                  <a:pt x="298401" y="111549"/>
                </a:cubicBezTo>
                <a:cubicBezTo>
                  <a:pt x="284576" y="111549"/>
                  <a:pt x="274345" y="107033"/>
                  <a:pt x="267707" y="97999"/>
                </a:cubicBezTo>
                <a:cubicBezTo>
                  <a:pt x="262466" y="90762"/>
                  <a:pt x="259846" y="81628"/>
                  <a:pt x="259846" y="70598"/>
                </a:cubicBezTo>
                <a:cubicBezTo>
                  <a:pt x="259846" y="57422"/>
                  <a:pt x="263290" y="47103"/>
                  <a:pt x="270177" y="39641"/>
                </a:cubicBezTo>
                <a:cubicBezTo>
                  <a:pt x="277065" y="32180"/>
                  <a:pt x="285774" y="28449"/>
                  <a:pt x="296305" y="28449"/>
                </a:cubicBezTo>
                <a:cubicBezTo>
                  <a:pt x="308134" y="28449"/>
                  <a:pt x="317467" y="32354"/>
                  <a:pt x="324305" y="40165"/>
                </a:cubicBezTo>
                <a:cubicBezTo>
                  <a:pt x="331142" y="47976"/>
                  <a:pt x="334412" y="59942"/>
                  <a:pt x="334112" y="76063"/>
                </a:cubicBezTo>
                <a:lnTo>
                  <a:pt x="281407" y="76063"/>
                </a:lnTo>
                <a:cubicBezTo>
                  <a:pt x="281557" y="82302"/>
                  <a:pt x="283254" y="87156"/>
                  <a:pt x="286498" y="90625"/>
                </a:cubicBezTo>
                <a:cubicBezTo>
                  <a:pt x="289742" y="94093"/>
                  <a:pt x="293785" y="95828"/>
                  <a:pt x="298626" y="95828"/>
                </a:cubicBezTo>
                <a:cubicBezTo>
                  <a:pt x="301920" y="95828"/>
                  <a:pt x="304690" y="94929"/>
                  <a:pt x="306936" y="93133"/>
                </a:cubicBezTo>
                <a:cubicBezTo>
                  <a:pt x="309182" y="91336"/>
                  <a:pt x="310879" y="88441"/>
                  <a:pt x="312027" y="84448"/>
                </a:cubicBezTo>
                <a:moveTo>
                  <a:pt x="313225" y="63186"/>
                </a:moveTo>
                <a:cubicBezTo>
                  <a:pt x="313075" y="57122"/>
                  <a:pt x="311503" y="52512"/>
                  <a:pt x="308508" y="49355"/>
                </a:cubicBezTo>
                <a:cubicBezTo>
                  <a:pt x="305514" y="46198"/>
                  <a:pt x="301870" y="44620"/>
                  <a:pt x="297578" y="44620"/>
                </a:cubicBezTo>
                <a:cubicBezTo>
                  <a:pt x="292986" y="44620"/>
                  <a:pt x="289193" y="46285"/>
                  <a:pt x="286198" y="49615"/>
                </a:cubicBezTo>
                <a:cubicBezTo>
                  <a:pt x="283204" y="52946"/>
                  <a:pt x="281731" y="57470"/>
                  <a:pt x="281781" y="63186"/>
                </a:cubicBezTo>
                <a:lnTo>
                  <a:pt x="313225" y="63186"/>
                </a:lnTo>
                <a:close/>
                <a:moveTo>
                  <a:pt x="424470" y="109753"/>
                </a:moveTo>
                <a:lnTo>
                  <a:pt x="404931" y="109753"/>
                </a:lnTo>
                <a:lnTo>
                  <a:pt x="404931" y="98074"/>
                </a:lnTo>
                <a:cubicBezTo>
                  <a:pt x="401686" y="102615"/>
                  <a:pt x="397856" y="105997"/>
                  <a:pt x="393439" y="108218"/>
                </a:cubicBezTo>
                <a:cubicBezTo>
                  <a:pt x="389022" y="110439"/>
                  <a:pt x="384567" y="111549"/>
                  <a:pt x="380075" y="111549"/>
                </a:cubicBezTo>
                <a:cubicBezTo>
                  <a:pt x="370942" y="111549"/>
                  <a:pt x="363118" y="107868"/>
                  <a:pt x="356605" y="100507"/>
                </a:cubicBezTo>
                <a:cubicBezTo>
                  <a:pt x="350092" y="93145"/>
                  <a:pt x="346835" y="82876"/>
                  <a:pt x="346835" y="69700"/>
                </a:cubicBezTo>
                <a:cubicBezTo>
                  <a:pt x="346835" y="56224"/>
                  <a:pt x="350004" y="45980"/>
                  <a:pt x="356343" y="38967"/>
                </a:cubicBezTo>
                <a:cubicBezTo>
                  <a:pt x="362682" y="31955"/>
                  <a:pt x="370692" y="28449"/>
                  <a:pt x="380375" y="28449"/>
                </a:cubicBezTo>
                <a:cubicBezTo>
                  <a:pt x="389259" y="28449"/>
                  <a:pt x="396945" y="32142"/>
                  <a:pt x="403433" y="39529"/>
                </a:cubicBezTo>
                <a:lnTo>
                  <a:pt x="403433" y="0"/>
                </a:lnTo>
                <a:lnTo>
                  <a:pt x="424470" y="0"/>
                </a:lnTo>
                <a:lnTo>
                  <a:pt x="424470" y="109753"/>
                </a:lnTo>
                <a:moveTo>
                  <a:pt x="368321" y="68317"/>
                </a:moveTo>
                <a:cubicBezTo>
                  <a:pt x="368321" y="76789"/>
                  <a:pt x="369494" y="82919"/>
                  <a:pt x="371840" y="86706"/>
                </a:cubicBezTo>
                <a:cubicBezTo>
                  <a:pt x="375234" y="92188"/>
                  <a:pt x="379976" y="94929"/>
                  <a:pt x="386065" y="94929"/>
                </a:cubicBezTo>
                <a:cubicBezTo>
                  <a:pt x="390906" y="94929"/>
                  <a:pt x="395023" y="92874"/>
                  <a:pt x="398417" y="88762"/>
                </a:cubicBezTo>
                <a:cubicBezTo>
                  <a:pt x="401811" y="84651"/>
                  <a:pt x="403508" y="78509"/>
                  <a:pt x="403508" y="70336"/>
                </a:cubicBezTo>
                <a:cubicBezTo>
                  <a:pt x="403508" y="61215"/>
                  <a:pt x="401861" y="54649"/>
                  <a:pt x="398567" y="50637"/>
                </a:cubicBezTo>
                <a:cubicBezTo>
                  <a:pt x="395273" y="46626"/>
                  <a:pt x="391056" y="44620"/>
                  <a:pt x="385915" y="44620"/>
                </a:cubicBezTo>
                <a:cubicBezTo>
                  <a:pt x="380924" y="44620"/>
                  <a:pt x="376744" y="46601"/>
                  <a:pt x="373375" y="50562"/>
                </a:cubicBezTo>
                <a:cubicBezTo>
                  <a:pt x="370006" y="54524"/>
                  <a:pt x="368321" y="60442"/>
                  <a:pt x="368321" y="68317"/>
                </a:cubicBezTo>
                <a:close/>
                <a:moveTo>
                  <a:pt x="488264" y="109753"/>
                </a:moveTo>
                <a:lnTo>
                  <a:pt x="488264" y="0"/>
                </a:lnTo>
                <a:lnTo>
                  <a:pt x="523825" y="0"/>
                </a:lnTo>
                <a:cubicBezTo>
                  <a:pt x="537301" y="0"/>
                  <a:pt x="546085" y="548"/>
                  <a:pt x="550178" y="1645"/>
                </a:cubicBezTo>
                <a:cubicBezTo>
                  <a:pt x="556466" y="3290"/>
                  <a:pt x="561732" y="6867"/>
                  <a:pt x="565974" y="12376"/>
                </a:cubicBezTo>
                <a:cubicBezTo>
                  <a:pt x="570216" y="17885"/>
                  <a:pt x="572338" y="25002"/>
                  <a:pt x="572338" y="33727"/>
                </a:cubicBezTo>
                <a:cubicBezTo>
                  <a:pt x="572338" y="40457"/>
                  <a:pt x="571115" y="46115"/>
                  <a:pt x="568669" y="50703"/>
                </a:cubicBezTo>
                <a:cubicBezTo>
                  <a:pt x="566224" y="55290"/>
                  <a:pt x="563117" y="58892"/>
                  <a:pt x="559349" y="61509"/>
                </a:cubicBezTo>
                <a:cubicBezTo>
                  <a:pt x="555580" y="64126"/>
                  <a:pt x="551750" y="65859"/>
                  <a:pt x="547857" y="66707"/>
                </a:cubicBezTo>
                <a:cubicBezTo>
                  <a:pt x="542566" y="67754"/>
                  <a:pt x="534905" y="68277"/>
                  <a:pt x="524873" y="68277"/>
                </a:cubicBezTo>
                <a:lnTo>
                  <a:pt x="510424" y="68277"/>
                </a:lnTo>
                <a:lnTo>
                  <a:pt x="510424" y="109753"/>
                </a:lnTo>
                <a:lnTo>
                  <a:pt x="488264" y="109753"/>
                </a:lnTo>
                <a:moveTo>
                  <a:pt x="510424" y="18567"/>
                </a:moveTo>
                <a:lnTo>
                  <a:pt x="510424" y="49711"/>
                </a:lnTo>
                <a:lnTo>
                  <a:pt x="522552" y="49711"/>
                </a:lnTo>
                <a:cubicBezTo>
                  <a:pt x="531286" y="49711"/>
                  <a:pt x="537126" y="49137"/>
                  <a:pt x="540071" y="47989"/>
                </a:cubicBezTo>
                <a:cubicBezTo>
                  <a:pt x="543015" y="46841"/>
                  <a:pt x="545324" y="45044"/>
                  <a:pt x="546996" y="42598"/>
                </a:cubicBezTo>
                <a:cubicBezTo>
                  <a:pt x="548668" y="40153"/>
                  <a:pt x="549504" y="37308"/>
                  <a:pt x="549504" y="34064"/>
                </a:cubicBezTo>
                <a:cubicBezTo>
                  <a:pt x="549504" y="30071"/>
                  <a:pt x="548331" y="26777"/>
                  <a:pt x="545985" y="24182"/>
                </a:cubicBezTo>
                <a:cubicBezTo>
                  <a:pt x="543639" y="21586"/>
                  <a:pt x="540670" y="19964"/>
                  <a:pt x="537076" y="19315"/>
                </a:cubicBezTo>
                <a:cubicBezTo>
                  <a:pt x="534431" y="18816"/>
                  <a:pt x="529115" y="18567"/>
                  <a:pt x="521130" y="18567"/>
                </a:cubicBezTo>
                <a:lnTo>
                  <a:pt x="510424" y="18567"/>
                </a:lnTo>
                <a:close/>
                <a:moveTo>
                  <a:pt x="606168" y="54801"/>
                </a:moveTo>
                <a:lnTo>
                  <a:pt x="587077" y="51358"/>
                </a:lnTo>
                <a:cubicBezTo>
                  <a:pt x="589223" y="43570"/>
                  <a:pt x="592917" y="37805"/>
                  <a:pt x="598157" y="34064"/>
                </a:cubicBezTo>
                <a:cubicBezTo>
                  <a:pt x="603398" y="30320"/>
                  <a:pt x="611184" y="28449"/>
                  <a:pt x="621515" y="28449"/>
                </a:cubicBezTo>
                <a:cubicBezTo>
                  <a:pt x="630898" y="28449"/>
                  <a:pt x="637886" y="29559"/>
                  <a:pt x="642477" y="31780"/>
                </a:cubicBezTo>
                <a:cubicBezTo>
                  <a:pt x="647069" y="34001"/>
                  <a:pt x="650301" y="36821"/>
                  <a:pt x="652173" y="40240"/>
                </a:cubicBezTo>
                <a:cubicBezTo>
                  <a:pt x="654044" y="43659"/>
                  <a:pt x="654980" y="49935"/>
                  <a:pt x="654980" y="59069"/>
                </a:cubicBezTo>
                <a:lnTo>
                  <a:pt x="654755" y="83625"/>
                </a:lnTo>
                <a:cubicBezTo>
                  <a:pt x="654755" y="90612"/>
                  <a:pt x="655092" y="95765"/>
                  <a:pt x="655766" y="99084"/>
                </a:cubicBezTo>
                <a:cubicBezTo>
                  <a:pt x="656440" y="102403"/>
                  <a:pt x="657700" y="105959"/>
                  <a:pt x="659547" y="109753"/>
                </a:cubicBezTo>
                <a:lnTo>
                  <a:pt x="638734" y="109753"/>
                </a:lnTo>
                <a:cubicBezTo>
                  <a:pt x="638185" y="108355"/>
                  <a:pt x="637511" y="106284"/>
                  <a:pt x="636713" y="103539"/>
                </a:cubicBezTo>
                <a:cubicBezTo>
                  <a:pt x="636363" y="102291"/>
                  <a:pt x="636114" y="101468"/>
                  <a:pt x="635964" y="101068"/>
                </a:cubicBezTo>
                <a:cubicBezTo>
                  <a:pt x="632371" y="104562"/>
                  <a:pt x="628528" y="107182"/>
                  <a:pt x="624435" y="108929"/>
                </a:cubicBezTo>
                <a:cubicBezTo>
                  <a:pt x="620342" y="110676"/>
                  <a:pt x="615975" y="111549"/>
                  <a:pt x="611334" y="111549"/>
                </a:cubicBezTo>
                <a:cubicBezTo>
                  <a:pt x="603148" y="111549"/>
                  <a:pt x="596697" y="109338"/>
                  <a:pt x="591981" y="104914"/>
                </a:cubicBezTo>
                <a:cubicBezTo>
                  <a:pt x="587264" y="100491"/>
                  <a:pt x="584906" y="94900"/>
                  <a:pt x="584906" y="88140"/>
                </a:cubicBezTo>
                <a:cubicBezTo>
                  <a:pt x="584906" y="83667"/>
                  <a:pt x="585979" y="79679"/>
                  <a:pt x="588125" y="76175"/>
                </a:cubicBezTo>
                <a:cubicBezTo>
                  <a:pt x="590271" y="72671"/>
                  <a:pt x="593278" y="69987"/>
                  <a:pt x="597147" y="68123"/>
                </a:cubicBezTo>
                <a:cubicBezTo>
                  <a:pt x="601015" y="66259"/>
                  <a:pt x="606592" y="64631"/>
                  <a:pt x="613879" y="63240"/>
                </a:cubicBezTo>
                <a:cubicBezTo>
                  <a:pt x="623711" y="61401"/>
                  <a:pt x="630524" y="59686"/>
                  <a:pt x="634317" y="58096"/>
                </a:cubicBezTo>
                <a:lnTo>
                  <a:pt x="634317" y="55976"/>
                </a:lnTo>
                <a:cubicBezTo>
                  <a:pt x="634317" y="51888"/>
                  <a:pt x="633319" y="48974"/>
                  <a:pt x="631323" y="47233"/>
                </a:cubicBezTo>
                <a:cubicBezTo>
                  <a:pt x="629326" y="45491"/>
                  <a:pt x="625558" y="44620"/>
                  <a:pt x="620018" y="44620"/>
                </a:cubicBezTo>
                <a:cubicBezTo>
                  <a:pt x="616275" y="44620"/>
                  <a:pt x="613355" y="45373"/>
                  <a:pt x="611259" y="46880"/>
                </a:cubicBezTo>
                <a:cubicBezTo>
                  <a:pt x="609162" y="48385"/>
                  <a:pt x="607465" y="51025"/>
                  <a:pt x="606168" y="54801"/>
                </a:cubicBezTo>
                <a:moveTo>
                  <a:pt x="634317" y="71871"/>
                </a:moveTo>
                <a:cubicBezTo>
                  <a:pt x="631622" y="72758"/>
                  <a:pt x="627355" y="73819"/>
                  <a:pt x="621515" y="75053"/>
                </a:cubicBezTo>
                <a:cubicBezTo>
                  <a:pt x="615676" y="76285"/>
                  <a:pt x="611858" y="77493"/>
                  <a:pt x="610061" y="78676"/>
                </a:cubicBezTo>
                <a:cubicBezTo>
                  <a:pt x="607316" y="80600"/>
                  <a:pt x="605943" y="83040"/>
                  <a:pt x="605943" y="85999"/>
                </a:cubicBezTo>
                <a:cubicBezTo>
                  <a:pt x="605943" y="88910"/>
                  <a:pt x="607041" y="91425"/>
                  <a:pt x="609237" y="93547"/>
                </a:cubicBezTo>
                <a:cubicBezTo>
                  <a:pt x="611433" y="95666"/>
                  <a:pt x="614228" y="96726"/>
                  <a:pt x="617622" y="96726"/>
                </a:cubicBezTo>
                <a:cubicBezTo>
                  <a:pt x="621415" y="96726"/>
                  <a:pt x="625034" y="95493"/>
                  <a:pt x="628478" y="93027"/>
                </a:cubicBezTo>
                <a:cubicBezTo>
                  <a:pt x="631023" y="91154"/>
                  <a:pt x="632695" y="88860"/>
                  <a:pt x="633494" y="86147"/>
                </a:cubicBezTo>
                <a:cubicBezTo>
                  <a:pt x="634043" y="84372"/>
                  <a:pt x="634317" y="80994"/>
                  <a:pt x="634317" y="76014"/>
                </a:cubicBezTo>
                <a:lnTo>
                  <a:pt x="634317" y="71871"/>
                </a:lnTo>
                <a:close/>
                <a:moveTo>
                  <a:pt x="712474" y="30246"/>
                </a:moveTo>
                <a:lnTo>
                  <a:pt x="712474" y="47015"/>
                </a:lnTo>
                <a:lnTo>
                  <a:pt x="698099" y="47015"/>
                </a:lnTo>
                <a:lnTo>
                  <a:pt x="698099" y="79006"/>
                </a:lnTo>
                <a:cubicBezTo>
                  <a:pt x="698099" y="85485"/>
                  <a:pt x="698237" y="89261"/>
                  <a:pt x="698511" y="90332"/>
                </a:cubicBezTo>
                <a:cubicBezTo>
                  <a:pt x="698786" y="91402"/>
                  <a:pt x="699410" y="92286"/>
                  <a:pt x="700383" y="92985"/>
                </a:cubicBezTo>
                <a:cubicBezTo>
                  <a:pt x="701356" y="93682"/>
                  <a:pt x="702541" y="94031"/>
                  <a:pt x="703939" y="94031"/>
                </a:cubicBezTo>
                <a:cubicBezTo>
                  <a:pt x="705885" y="94031"/>
                  <a:pt x="708705" y="93357"/>
                  <a:pt x="712399" y="92010"/>
                </a:cubicBezTo>
                <a:lnTo>
                  <a:pt x="714196" y="108391"/>
                </a:lnTo>
                <a:cubicBezTo>
                  <a:pt x="709304" y="110497"/>
                  <a:pt x="703764" y="111549"/>
                  <a:pt x="697575" y="111549"/>
                </a:cubicBezTo>
                <a:cubicBezTo>
                  <a:pt x="693782" y="111549"/>
                  <a:pt x="690363" y="110913"/>
                  <a:pt x="687319" y="109640"/>
                </a:cubicBezTo>
                <a:cubicBezTo>
                  <a:pt x="684274" y="108368"/>
                  <a:pt x="682041" y="106721"/>
                  <a:pt x="680618" y="104699"/>
                </a:cubicBezTo>
                <a:cubicBezTo>
                  <a:pt x="679196" y="102678"/>
                  <a:pt x="678210" y="99945"/>
                  <a:pt x="677661" y="96501"/>
                </a:cubicBezTo>
                <a:cubicBezTo>
                  <a:pt x="677212" y="94056"/>
                  <a:pt x="676987" y="89115"/>
                  <a:pt x="676987" y="81678"/>
                </a:cubicBezTo>
                <a:lnTo>
                  <a:pt x="676987" y="47015"/>
                </a:lnTo>
                <a:lnTo>
                  <a:pt x="667330" y="47015"/>
                </a:lnTo>
                <a:lnTo>
                  <a:pt x="667330" y="30246"/>
                </a:lnTo>
                <a:lnTo>
                  <a:pt x="676987" y="30246"/>
                </a:lnTo>
                <a:lnTo>
                  <a:pt x="676987" y="14374"/>
                </a:lnTo>
                <a:lnTo>
                  <a:pt x="698099" y="1946"/>
                </a:lnTo>
                <a:lnTo>
                  <a:pt x="698099" y="30246"/>
                </a:lnTo>
                <a:lnTo>
                  <a:pt x="712474" y="30246"/>
                </a:lnTo>
                <a:close/>
                <a:moveTo>
                  <a:pt x="763814" y="30246"/>
                </a:moveTo>
                <a:lnTo>
                  <a:pt x="763814" y="47015"/>
                </a:lnTo>
                <a:lnTo>
                  <a:pt x="749440" y="47015"/>
                </a:lnTo>
                <a:lnTo>
                  <a:pt x="749440" y="79006"/>
                </a:lnTo>
                <a:cubicBezTo>
                  <a:pt x="749440" y="85485"/>
                  <a:pt x="749577" y="89261"/>
                  <a:pt x="749852" y="90332"/>
                </a:cubicBezTo>
                <a:cubicBezTo>
                  <a:pt x="750126" y="91402"/>
                  <a:pt x="750750" y="92286"/>
                  <a:pt x="751723" y="92985"/>
                </a:cubicBezTo>
                <a:cubicBezTo>
                  <a:pt x="752697" y="93682"/>
                  <a:pt x="753882" y="94031"/>
                  <a:pt x="755279" y="94031"/>
                </a:cubicBezTo>
                <a:cubicBezTo>
                  <a:pt x="757226" y="94031"/>
                  <a:pt x="760046" y="93357"/>
                  <a:pt x="763739" y="92010"/>
                </a:cubicBezTo>
                <a:lnTo>
                  <a:pt x="765536" y="108391"/>
                </a:lnTo>
                <a:cubicBezTo>
                  <a:pt x="760645" y="110497"/>
                  <a:pt x="755105" y="111549"/>
                  <a:pt x="748916" y="111549"/>
                </a:cubicBezTo>
                <a:cubicBezTo>
                  <a:pt x="745123" y="111549"/>
                  <a:pt x="741704" y="110913"/>
                  <a:pt x="738659" y="109640"/>
                </a:cubicBezTo>
                <a:cubicBezTo>
                  <a:pt x="735615" y="108368"/>
                  <a:pt x="733381" y="106721"/>
                  <a:pt x="731959" y="104699"/>
                </a:cubicBezTo>
                <a:cubicBezTo>
                  <a:pt x="730536" y="102678"/>
                  <a:pt x="729551" y="99945"/>
                  <a:pt x="729002" y="96501"/>
                </a:cubicBezTo>
                <a:cubicBezTo>
                  <a:pt x="728552" y="94056"/>
                  <a:pt x="728328" y="89115"/>
                  <a:pt x="728328" y="81678"/>
                </a:cubicBezTo>
                <a:lnTo>
                  <a:pt x="728328" y="47015"/>
                </a:lnTo>
                <a:lnTo>
                  <a:pt x="718670" y="47015"/>
                </a:lnTo>
                <a:lnTo>
                  <a:pt x="718670" y="30246"/>
                </a:lnTo>
                <a:lnTo>
                  <a:pt x="728328" y="30246"/>
                </a:lnTo>
                <a:lnTo>
                  <a:pt x="728328" y="14374"/>
                </a:lnTo>
                <a:lnTo>
                  <a:pt x="749440" y="1946"/>
                </a:lnTo>
                <a:lnTo>
                  <a:pt x="749440" y="30246"/>
                </a:lnTo>
                <a:lnTo>
                  <a:pt x="763814" y="30246"/>
                </a:lnTo>
                <a:close/>
                <a:moveTo>
                  <a:pt x="824737" y="84448"/>
                </a:moveTo>
                <a:lnTo>
                  <a:pt x="845700" y="88042"/>
                </a:lnTo>
                <a:cubicBezTo>
                  <a:pt x="843004" y="95703"/>
                  <a:pt x="838750" y="101536"/>
                  <a:pt x="832935" y="105541"/>
                </a:cubicBezTo>
                <a:cubicBezTo>
                  <a:pt x="827120" y="109547"/>
                  <a:pt x="819846" y="111549"/>
                  <a:pt x="811112" y="111549"/>
                </a:cubicBezTo>
                <a:cubicBezTo>
                  <a:pt x="797287" y="111549"/>
                  <a:pt x="787055" y="107033"/>
                  <a:pt x="780417" y="97999"/>
                </a:cubicBezTo>
                <a:cubicBezTo>
                  <a:pt x="775176" y="90762"/>
                  <a:pt x="772556" y="81628"/>
                  <a:pt x="772556" y="70598"/>
                </a:cubicBezTo>
                <a:cubicBezTo>
                  <a:pt x="772556" y="57422"/>
                  <a:pt x="776000" y="47103"/>
                  <a:pt x="782887" y="39641"/>
                </a:cubicBezTo>
                <a:cubicBezTo>
                  <a:pt x="789775" y="32180"/>
                  <a:pt x="798484" y="28449"/>
                  <a:pt x="809015" y="28449"/>
                </a:cubicBezTo>
                <a:cubicBezTo>
                  <a:pt x="820844" y="28449"/>
                  <a:pt x="830177" y="32354"/>
                  <a:pt x="837015" y="40165"/>
                </a:cubicBezTo>
                <a:cubicBezTo>
                  <a:pt x="843853" y="47976"/>
                  <a:pt x="847122" y="59942"/>
                  <a:pt x="846823" y="76063"/>
                </a:cubicBezTo>
                <a:lnTo>
                  <a:pt x="794117" y="76063"/>
                </a:lnTo>
                <a:cubicBezTo>
                  <a:pt x="794267" y="82302"/>
                  <a:pt x="795964" y="87156"/>
                  <a:pt x="799208" y="90625"/>
                </a:cubicBezTo>
                <a:cubicBezTo>
                  <a:pt x="802452" y="94093"/>
                  <a:pt x="806495" y="95828"/>
                  <a:pt x="811336" y="95828"/>
                </a:cubicBezTo>
                <a:cubicBezTo>
                  <a:pt x="814630" y="95828"/>
                  <a:pt x="817400" y="94929"/>
                  <a:pt x="819646" y="93133"/>
                </a:cubicBezTo>
                <a:cubicBezTo>
                  <a:pt x="821892" y="91336"/>
                  <a:pt x="823589" y="88441"/>
                  <a:pt x="824737" y="84448"/>
                </a:cubicBezTo>
                <a:moveTo>
                  <a:pt x="825935" y="63186"/>
                </a:moveTo>
                <a:cubicBezTo>
                  <a:pt x="825785" y="57122"/>
                  <a:pt x="824213" y="52512"/>
                  <a:pt x="821219" y="49355"/>
                </a:cubicBezTo>
                <a:cubicBezTo>
                  <a:pt x="818224" y="46198"/>
                  <a:pt x="814580" y="44620"/>
                  <a:pt x="810288" y="44620"/>
                </a:cubicBezTo>
                <a:cubicBezTo>
                  <a:pt x="805696" y="44620"/>
                  <a:pt x="801903" y="46285"/>
                  <a:pt x="798909" y="49615"/>
                </a:cubicBezTo>
                <a:cubicBezTo>
                  <a:pt x="795914" y="52946"/>
                  <a:pt x="794442" y="57470"/>
                  <a:pt x="794492" y="63186"/>
                </a:cubicBezTo>
                <a:lnTo>
                  <a:pt x="825935" y="63186"/>
                </a:lnTo>
                <a:close/>
                <a:moveTo>
                  <a:pt x="884402" y="109753"/>
                </a:moveTo>
                <a:lnTo>
                  <a:pt x="863365" y="109753"/>
                </a:lnTo>
                <a:lnTo>
                  <a:pt x="863365" y="30246"/>
                </a:lnTo>
                <a:lnTo>
                  <a:pt x="882905" y="30246"/>
                </a:lnTo>
                <a:lnTo>
                  <a:pt x="882905" y="41550"/>
                </a:lnTo>
                <a:cubicBezTo>
                  <a:pt x="886249" y="36210"/>
                  <a:pt x="889256" y="32691"/>
                  <a:pt x="891926" y="30994"/>
                </a:cubicBezTo>
                <a:cubicBezTo>
                  <a:pt x="894596" y="29297"/>
                  <a:pt x="897628" y="28449"/>
                  <a:pt x="901022" y="28449"/>
                </a:cubicBezTo>
                <a:cubicBezTo>
                  <a:pt x="905813" y="28449"/>
                  <a:pt x="910430" y="29771"/>
                  <a:pt x="914872" y="32417"/>
                </a:cubicBezTo>
                <a:lnTo>
                  <a:pt x="908359" y="50759"/>
                </a:lnTo>
                <a:cubicBezTo>
                  <a:pt x="904815" y="48463"/>
                  <a:pt x="901521" y="47315"/>
                  <a:pt x="898477" y="47315"/>
                </a:cubicBezTo>
                <a:cubicBezTo>
                  <a:pt x="895532" y="47315"/>
                  <a:pt x="893036" y="48126"/>
                  <a:pt x="890990" y="49748"/>
                </a:cubicBezTo>
                <a:cubicBezTo>
                  <a:pt x="888944" y="51370"/>
                  <a:pt x="887334" y="54302"/>
                  <a:pt x="886161" y="58545"/>
                </a:cubicBezTo>
                <a:cubicBezTo>
                  <a:pt x="884988" y="62787"/>
                  <a:pt x="884402" y="71671"/>
                  <a:pt x="884402" y="85197"/>
                </a:cubicBezTo>
                <a:lnTo>
                  <a:pt x="884402" y="109753"/>
                </a:lnTo>
                <a:close/>
                <a:moveTo>
                  <a:pt x="996307" y="109753"/>
                </a:moveTo>
                <a:lnTo>
                  <a:pt x="975270" y="109753"/>
                </a:lnTo>
                <a:lnTo>
                  <a:pt x="975270" y="69222"/>
                </a:lnTo>
                <a:cubicBezTo>
                  <a:pt x="975270" y="60647"/>
                  <a:pt x="974821" y="55101"/>
                  <a:pt x="973923" y="52584"/>
                </a:cubicBezTo>
                <a:cubicBezTo>
                  <a:pt x="973024" y="50066"/>
                  <a:pt x="971564" y="48110"/>
                  <a:pt x="969543" y="46714"/>
                </a:cubicBezTo>
                <a:cubicBezTo>
                  <a:pt x="967522" y="45318"/>
                  <a:pt x="965089" y="44620"/>
                  <a:pt x="962244" y="44620"/>
                </a:cubicBezTo>
                <a:cubicBezTo>
                  <a:pt x="958600" y="44620"/>
                  <a:pt x="955331" y="45617"/>
                  <a:pt x="952436" y="47612"/>
                </a:cubicBezTo>
                <a:cubicBezTo>
                  <a:pt x="949542" y="49605"/>
                  <a:pt x="947558" y="52247"/>
                  <a:pt x="946485" y="55538"/>
                </a:cubicBezTo>
                <a:cubicBezTo>
                  <a:pt x="945411" y="58828"/>
                  <a:pt x="944875" y="64910"/>
                  <a:pt x="944875" y="73784"/>
                </a:cubicBezTo>
                <a:lnTo>
                  <a:pt x="944875" y="109753"/>
                </a:lnTo>
                <a:lnTo>
                  <a:pt x="923838" y="109753"/>
                </a:lnTo>
                <a:lnTo>
                  <a:pt x="923838" y="30246"/>
                </a:lnTo>
                <a:lnTo>
                  <a:pt x="943378" y="30246"/>
                </a:lnTo>
                <a:lnTo>
                  <a:pt x="943378" y="41925"/>
                </a:lnTo>
                <a:cubicBezTo>
                  <a:pt x="950315" y="32941"/>
                  <a:pt x="959049" y="28449"/>
                  <a:pt x="969580" y="28449"/>
                </a:cubicBezTo>
                <a:cubicBezTo>
                  <a:pt x="974222" y="28449"/>
                  <a:pt x="978464" y="29285"/>
                  <a:pt x="982308" y="30957"/>
                </a:cubicBezTo>
                <a:cubicBezTo>
                  <a:pt x="986151" y="32629"/>
                  <a:pt x="989058" y="34762"/>
                  <a:pt x="991029" y="37358"/>
                </a:cubicBezTo>
                <a:cubicBezTo>
                  <a:pt x="993001" y="39953"/>
                  <a:pt x="994373" y="42898"/>
                  <a:pt x="995147" y="46192"/>
                </a:cubicBezTo>
                <a:cubicBezTo>
                  <a:pt x="995921" y="49486"/>
                  <a:pt x="996307" y="54203"/>
                  <a:pt x="996307" y="60341"/>
                </a:cubicBezTo>
                <a:lnTo>
                  <a:pt x="996307" y="109753"/>
                </a:lnTo>
                <a:close/>
                <a:moveTo>
                  <a:pt x="1060770" y="109753"/>
                </a:moveTo>
                <a:lnTo>
                  <a:pt x="1060770" y="0"/>
                </a:lnTo>
                <a:lnTo>
                  <a:pt x="1107411" y="0"/>
                </a:lnTo>
                <a:cubicBezTo>
                  <a:pt x="1119140" y="0"/>
                  <a:pt x="1127662" y="986"/>
                  <a:pt x="1132978" y="2957"/>
                </a:cubicBezTo>
                <a:cubicBezTo>
                  <a:pt x="1138293" y="4929"/>
                  <a:pt x="1142548" y="8435"/>
                  <a:pt x="1145742" y="13476"/>
                </a:cubicBezTo>
                <a:cubicBezTo>
                  <a:pt x="1148936" y="18517"/>
                  <a:pt x="1150534" y="24281"/>
                  <a:pt x="1150534" y="30770"/>
                </a:cubicBezTo>
                <a:cubicBezTo>
                  <a:pt x="1150534" y="39005"/>
                  <a:pt x="1148113" y="45805"/>
                  <a:pt x="1143272" y="51170"/>
                </a:cubicBezTo>
                <a:cubicBezTo>
                  <a:pt x="1138430" y="56536"/>
                  <a:pt x="1131193" y="59917"/>
                  <a:pt x="1121561" y="61315"/>
                </a:cubicBezTo>
                <a:cubicBezTo>
                  <a:pt x="1126352" y="64110"/>
                  <a:pt x="1130307" y="67179"/>
                  <a:pt x="1133427" y="70523"/>
                </a:cubicBezTo>
                <a:cubicBezTo>
                  <a:pt x="1136546" y="73867"/>
                  <a:pt x="1140751" y="79806"/>
                  <a:pt x="1146042" y="88341"/>
                </a:cubicBezTo>
                <a:lnTo>
                  <a:pt x="1159443" y="109753"/>
                </a:lnTo>
                <a:lnTo>
                  <a:pt x="1132940" y="109753"/>
                </a:lnTo>
                <a:lnTo>
                  <a:pt x="1116919" y="85864"/>
                </a:lnTo>
                <a:cubicBezTo>
                  <a:pt x="1111229" y="77332"/>
                  <a:pt x="1107336" y="71957"/>
                  <a:pt x="1105240" y="69737"/>
                </a:cubicBezTo>
                <a:cubicBezTo>
                  <a:pt x="1103144" y="67516"/>
                  <a:pt x="1100923" y="65994"/>
                  <a:pt x="1098577" y="65170"/>
                </a:cubicBezTo>
                <a:cubicBezTo>
                  <a:pt x="1096231" y="64347"/>
                  <a:pt x="1092513" y="63935"/>
                  <a:pt x="1087422" y="63935"/>
                </a:cubicBezTo>
                <a:lnTo>
                  <a:pt x="1082930" y="63935"/>
                </a:lnTo>
                <a:lnTo>
                  <a:pt x="1082930" y="109753"/>
                </a:lnTo>
                <a:lnTo>
                  <a:pt x="1060770" y="109753"/>
                </a:lnTo>
                <a:moveTo>
                  <a:pt x="1082930" y="46417"/>
                </a:moveTo>
                <a:lnTo>
                  <a:pt x="1099326" y="46417"/>
                </a:lnTo>
                <a:cubicBezTo>
                  <a:pt x="1109957" y="46417"/>
                  <a:pt x="1116595" y="45967"/>
                  <a:pt x="1119240" y="45069"/>
                </a:cubicBezTo>
                <a:cubicBezTo>
                  <a:pt x="1121885" y="44171"/>
                  <a:pt x="1123956" y="42623"/>
                  <a:pt x="1125454" y="40427"/>
                </a:cubicBezTo>
                <a:cubicBezTo>
                  <a:pt x="1126951" y="38231"/>
                  <a:pt x="1127700" y="35486"/>
                  <a:pt x="1127700" y="32192"/>
                </a:cubicBezTo>
                <a:cubicBezTo>
                  <a:pt x="1127700" y="28499"/>
                  <a:pt x="1126714" y="25517"/>
                  <a:pt x="1124742" y="23246"/>
                </a:cubicBezTo>
                <a:cubicBezTo>
                  <a:pt x="1122771" y="20975"/>
                  <a:pt x="1119988" y="19540"/>
                  <a:pt x="1116395" y="18941"/>
                </a:cubicBezTo>
                <a:cubicBezTo>
                  <a:pt x="1114598" y="18691"/>
                  <a:pt x="1109208" y="18567"/>
                  <a:pt x="1100224" y="18567"/>
                </a:cubicBezTo>
                <a:lnTo>
                  <a:pt x="1082930" y="18567"/>
                </a:lnTo>
                <a:lnTo>
                  <a:pt x="1082930" y="46417"/>
                </a:lnTo>
                <a:close/>
                <a:moveTo>
                  <a:pt x="1217652" y="84448"/>
                </a:moveTo>
                <a:lnTo>
                  <a:pt x="1238615" y="88042"/>
                </a:lnTo>
                <a:cubicBezTo>
                  <a:pt x="1235919" y="95703"/>
                  <a:pt x="1231665" y="101536"/>
                  <a:pt x="1225850" y="105541"/>
                </a:cubicBezTo>
                <a:cubicBezTo>
                  <a:pt x="1220036" y="109547"/>
                  <a:pt x="1212761" y="111549"/>
                  <a:pt x="1204027" y="111549"/>
                </a:cubicBezTo>
                <a:cubicBezTo>
                  <a:pt x="1190202" y="111549"/>
                  <a:pt x="1179970" y="107033"/>
                  <a:pt x="1173332" y="97999"/>
                </a:cubicBezTo>
                <a:cubicBezTo>
                  <a:pt x="1168091" y="90762"/>
                  <a:pt x="1165471" y="81628"/>
                  <a:pt x="1165471" y="70598"/>
                </a:cubicBezTo>
                <a:cubicBezTo>
                  <a:pt x="1165471" y="57422"/>
                  <a:pt x="1168915" y="47103"/>
                  <a:pt x="1175803" y="39641"/>
                </a:cubicBezTo>
                <a:cubicBezTo>
                  <a:pt x="1182690" y="32180"/>
                  <a:pt x="1191400" y="28449"/>
                  <a:pt x="1201931" y="28449"/>
                </a:cubicBezTo>
                <a:cubicBezTo>
                  <a:pt x="1213759" y="28449"/>
                  <a:pt x="1223093" y="32354"/>
                  <a:pt x="1229930" y="40165"/>
                </a:cubicBezTo>
                <a:cubicBezTo>
                  <a:pt x="1236768" y="47976"/>
                  <a:pt x="1240037" y="59942"/>
                  <a:pt x="1239738" y="76063"/>
                </a:cubicBezTo>
                <a:lnTo>
                  <a:pt x="1187032" y="76063"/>
                </a:lnTo>
                <a:cubicBezTo>
                  <a:pt x="1187182" y="82302"/>
                  <a:pt x="1188879" y="87156"/>
                  <a:pt x="1192123" y="90625"/>
                </a:cubicBezTo>
                <a:cubicBezTo>
                  <a:pt x="1195367" y="94093"/>
                  <a:pt x="1199410" y="95828"/>
                  <a:pt x="1204251" y="95828"/>
                </a:cubicBezTo>
                <a:cubicBezTo>
                  <a:pt x="1207546" y="95828"/>
                  <a:pt x="1210316" y="94929"/>
                  <a:pt x="1212561" y="93133"/>
                </a:cubicBezTo>
                <a:cubicBezTo>
                  <a:pt x="1214807" y="91336"/>
                  <a:pt x="1216504" y="88441"/>
                  <a:pt x="1217652" y="84448"/>
                </a:cubicBezTo>
                <a:moveTo>
                  <a:pt x="1218850" y="63186"/>
                </a:moveTo>
                <a:cubicBezTo>
                  <a:pt x="1218700" y="57122"/>
                  <a:pt x="1217128" y="52512"/>
                  <a:pt x="1214134" y="49355"/>
                </a:cubicBezTo>
                <a:cubicBezTo>
                  <a:pt x="1211139" y="46198"/>
                  <a:pt x="1207496" y="44620"/>
                  <a:pt x="1203203" y="44620"/>
                </a:cubicBezTo>
                <a:cubicBezTo>
                  <a:pt x="1198612" y="44620"/>
                  <a:pt x="1194818" y="46285"/>
                  <a:pt x="1191824" y="49615"/>
                </a:cubicBezTo>
                <a:cubicBezTo>
                  <a:pt x="1188829" y="52946"/>
                  <a:pt x="1187357" y="57470"/>
                  <a:pt x="1187407" y="63186"/>
                </a:cubicBezTo>
                <a:lnTo>
                  <a:pt x="1218850" y="63186"/>
                </a:lnTo>
                <a:close/>
                <a:moveTo>
                  <a:pt x="1293639" y="30246"/>
                </a:moveTo>
                <a:lnTo>
                  <a:pt x="1293639" y="47015"/>
                </a:lnTo>
                <a:lnTo>
                  <a:pt x="1279264" y="47015"/>
                </a:lnTo>
                <a:lnTo>
                  <a:pt x="1279264" y="79006"/>
                </a:lnTo>
                <a:cubicBezTo>
                  <a:pt x="1279264" y="85485"/>
                  <a:pt x="1279402" y="89261"/>
                  <a:pt x="1279676" y="90332"/>
                </a:cubicBezTo>
                <a:cubicBezTo>
                  <a:pt x="1279951" y="91402"/>
                  <a:pt x="1280575" y="92286"/>
                  <a:pt x="1281548" y="92985"/>
                </a:cubicBezTo>
                <a:cubicBezTo>
                  <a:pt x="1282521" y="93682"/>
                  <a:pt x="1283706" y="94031"/>
                  <a:pt x="1285104" y="94031"/>
                </a:cubicBezTo>
                <a:cubicBezTo>
                  <a:pt x="1287050" y="94031"/>
                  <a:pt x="1289870" y="93357"/>
                  <a:pt x="1293564" y="92010"/>
                </a:cubicBezTo>
                <a:lnTo>
                  <a:pt x="1295360" y="108391"/>
                </a:lnTo>
                <a:cubicBezTo>
                  <a:pt x="1290469" y="110497"/>
                  <a:pt x="1284929" y="111549"/>
                  <a:pt x="1278740" y="111549"/>
                </a:cubicBezTo>
                <a:cubicBezTo>
                  <a:pt x="1274947" y="111549"/>
                  <a:pt x="1271528" y="110913"/>
                  <a:pt x="1268484" y="109640"/>
                </a:cubicBezTo>
                <a:cubicBezTo>
                  <a:pt x="1265439" y="108368"/>
                  <a:pt x="1263206" y="106721"/>
                  <a:pt x="1261783" y="104699"/>
                </a:cubicBezTo>
                <a:cubicBezTo>
                  <a:pt x="1260361" y="102678"/>
                  <a:pt x="1259375" y="99945"/>
                  <a:pt x="1258826" y="96501"/>
                </a:cubicBezTo>
                <a:cubicBezTo>
                  <a:pt x="1258377" y="94056"/>
                  <a:pt x="1258152" y="89115"/>
                  <a:pt x="1258152" y="81678"/>
                </a:cubicBezTo>
                <a:lnTo>
                  <a:pt x="1258152" y="47015"/>
                </a:lnTo>
                <a:lnTo>
                  <a:pt x="1248495" y="47015"/>
                </a:lnTo>
                <a:lnTo>
                  <a:pt x="1248495" y="30246"/>
                </a:lnTo>
                <a:lnTo>
                  <a:pt x="1258152" y="30246"/>
                </a:lnTo>
                <a:lnTo>
                  <a:pt x="1258152" y="14374"/>
                </a:lnTo>
                <a:lnTo>
                  <a:pt x="1279264" y="1946"/>
                </a:lnTo>
                <a:lnTo>
                  <a:pt x="1279264" y="30246"/>
                </a:lnTo>
                <a:lnTo>
                  <a:pt x="1293639" y="30246"/>
                </a:lnTo>
                <a:close/>
                <a:moveTo>
                  <a:pt x="1328657" y="109753"/>
                </a:moveTo>
                <a:lnTo>
                  <a:pt x="1307620" y="109753"/>
                </a:lnTo>
                <a:lnTo>
                  <a:pt x="1307620" y="30246"/>
                </a:lnTo>
                <a:lnTo>
                  <a:pt x="1327160" y="30246"/>
                </a:lnTo>
                <a:lnTo>
                  <a:pt x="1327160" y="41550"/>
                </a:lnTo>
                <a:cubicBezTo>
                  <a:pt x="1330504" y="36210"/>
                  <a:pt x="1333511" y="32691"/>
                  <a:pt x="1336181" y="30994"/>
                </a:cubicBezTo>
                <a:cubicBezTo>
                  <a:pt x="1338852" y="29297"/>
                  <a:pt x="1341884" y="28449"/>
                  <a:pt x="1345278" y="28449"/>
                </a:cubicBezTo>
                <a:cubicBezTo>
                  <a:pt x="1350069" y="28449"/>
                  <a:pt x="1354686" y="29771"/>
                  <a:pt x="1359128" y="32417"/>
                </a:cubicBezTo>
                <a:lnTo>
                  <a:pt x="1352614" y="50759"/>
                </a:lnTo>
                <a:cubicBezTo>
                  <a:pt x="1349071" y="48463"/>
                  <a:pt x="1345777" y="47315"/>
                  <a:pt x="1342732" y="47315"/>
                </a:cubicBezTo>
                <a:cubicBezTo>
                  <a:pt x="1339787" y="47315"/>
                  <a:pt x="1337292" y="48126"/>
                  <a:pt x="1335246" y="49748"/>
                </a:cubicBezTo>
                <a:cubicBezTo>
                  <a:pt x="1333199" y="51370"/>
                  <a:pt x="1331590" y="54302"/>
                  <a:pt x="1330417" y="58545"/>
                </a:cubicBezTo>
                <a:cubicBezTo>
                  <a:pt x="1329244" y="62787"/>
                  <a:pt x="1328657" y="71671"/>
                  <a:pt x="1328657" y="85197"/>
                </a:cubicBezTo>
                <a:lnTo>
                  <a:pt x="1328657" y="109753"/>
                </a:lnTo>
                <a:close/>
                <a:moveTo>
                  <a:pt x="1368244" y="19465"/>
                </a:moveTo>
                <a:lnTo>
                  <a:pt x="1368244" y="0"/>
                </a:lnTo>
                <a:lnTo>
                  <a:pt x="1389281" y="0"/>
                </a:lnTo>
                <a:lnTo>
                  <a:pt x="1389281" y="19465"/>
                </a:lnTo>
                <a:lnTo>
                  <a:pt x="1368244" y="19465"/>
                </a:lnTo>
                <a:moveTo>
                  <a:pt x="1368244" y="109753"/>
                </a:moveTo>
                <a:lnTo>
                  <a:pt x="1368244" y="30246"/>
                </a:lnTo>
                <a:lnTo>
                  <a:pt x="1389281" y="30246"/>
                </a:lnTo>
                <a:lnTo>
                  <a:pt x="1389281" y="109753"/>
                </a:lnTo>
                <a:lnTo>
                  <a:pt x="1368244" y="109753"/>
                </a:lnTo>
                <a:close/>
                <a:moveTo>
                  <a:pt x="1456895" y="84448"/>
                </a:moveTo>
                <a:lnTo>
                  <a:pt x="1477857" y="88042"/>
                </a:lnTo>
                <a:cubicBezTo>
                  <a:pt x="1475162" y="95703"/>
                  <a:pt x="1470907" y="101536"/>
                  <a:pt x="1465093" y="105541"/>
                </a:cubicBezTo>
                <a:cubicBezTo>
                  <a:pt x="1459278" y="109547"/>
                  <a:pt x="1452004" y="111549"/>
                  <a:pt x="1443269" y="111549"/>
                </a:cubicBezTo>
                <a:cubicBezTo>
                  <a:pt x="1429444" y="111549"/>
                  <a:pt x="1419213" y="107033"/>
                  <a:pt x="1412575" y="97999"/>
                </a:cubicBezTo>
                <a:cubicBezTo>
                  <a:pt x="1407334" y="90762"/>
                  <a:pt x="1404714" y="81628"/>
                  <a:pt x="1404714" y="70598"/>
                </a:cubicBezTo>
                <a:cubicBezTo>
                  <a:pt x="1404714" y="57422"/>
                  <a:pt x="1408157" y="47103"/>
                  <a:pt x="1415045" y="39641"/>
                </a:cubicBezTo>
                <a:cubicBezTo>
                  <a:pt x="1421933" y="32180"/>
                  <a:pt x="1430642" y="28449"/>
                  <a:pt x="1441173" y="28449"/>
                </a:cubicBezTo>
                <a:cubicBezTo>
                  <a:pt x="1453002" y="28449"/>
                  <a:pt x="1462335" y="32354"/>
                  <a:pt x="1469173" y="40165"/>
                </a:cubicBezTo>
                <a:cubicBezTo>
                  <a:pt x="1476010" y="47976"/>
                  <a:pt x="1479280" y="59942"/>
                  <a:pt x="1478980" y="76063"/>
                </a:cubicBezTo>
                <a:lnTo>
                  <a:pt x="1426275" y="76063"/>
                </a:lnTo>
                <a:cubicBezTo>
                  <a:pt x="1426425" y="82302"/>
                  <a:pt x="1428122" y="87156"/>
                  <a:pt x="1431366" y="90625"/>
                </a:cubicBezTo>
                <a:cubicBezTo>
                  <a:pt x="1434610" y="94093"/>
                  <a:pt x="1438653" y="95828"/>
                  <a:pt x="1443494" y="95828"/>
                </a:cubicBezTo>
                <a:cubicBezTo>
                  <a:pt x="1446788" y="95828"/>
                  <a:pt x="1449558" y="94929"/>
                  <a:pt x="1451804" y="93133"/>
                </a:cubicBezTo>
                <a:cubicBezTo>
                  <a:pt x="1454050" y="91336"/>
                  <a:pt x="1455747" y="88441"/>
                  <a:pt x="1456895" y="84448"/>
                </a:cubicBezTo>
                <a:moveTo>
                  <a:pt x="1458093" y="63186"/>
                </a:moveTo>
                <a:cubicBezTo>
                  <a:pt x="1457943" y="57122"/>
                  <a:pt x="1456371" y="52512"/>
                  <a:pt x="1453376" y="49355"/>
                </a:cubicBezTo>
                <a:cubicBezTo>
                  <a:pt x="1450382" y="46198"/>
                  <a:pt x="1446738" y="44620"/>
                  <a:pt x="1442446" y="44620"/>
                </a:cubicBezTo>
                <a:cubicBezTo>
                  <a:pt x="1437854" y="44620"/>
                  <a:pt x="1434061" y="46285"/>
                  <a:pt x="1431066" y="49615"/>
                </a:cubicBezTo>
                <a:cubicBezTo>
                  <a:pt x="1428072" y="52946"/>
                  <a:pt x="1426599" y="57470"/>
                  <a:pt x="1426649" y="63186"/>
                </a:cubicBezTo>
                <a:lnTo>
                  <a:pt x="1458093" y="63186"/>
                </a:lnTo>
                <a:close/>
                <a:moveTo>
                  <a:pt x="1518280" y="109753"/>
                </a:moveTo>
                <a:lnTo>
                  <a:pt x="1486238" y="30246"/>
                </a:lnTo>
                <a:lnTo>
                  <a:pt x="1508323" y="30246"/>
                </a:lnTo>
                <a:lnTo>
                  <a:pt x="1523296" y="70823"/>
                </a:lnTo>
                <a:lnTo>
                  <a:pt x="1527638" y="84373"/>
                </a:lnTo>
                <a:cubicBezTo>
                  <a:pt x="1528786" y="80929"/>
                  <a:pt x="1529510" y="78659"/>
                  <a:pt x="1529810" y="77561"/>
                </a:cubicBezTo>
                <a:cubicBezTo>
                  <a:pt x="1530508" y="75315"/>
                  <a:pt x="1531257" y="73069"/>
                  <a:pt x="1532055" y="70823"/>
                </a:cubicBezTo>
                <a:lnTo>
                  <a:pt x="1547178" y="30246"/>
                </a:lnTo>
                <a:lnTo>
                  <a:pt x="1568814" y="30246"/>
                </a:lnTo>
                <a:lnTo>
                  <a:pt x="1537221" y="109753"/>
                </a:lnTo>
                <a:lnTo>
                  <a:pt x="1518280" y="109753"/>
                </a:lnTo>
                <a:close/>
                <a:moveTo>
                  <a:pt x="1597710" y="54801"/>
                </a:moveTo>
                <a:lnTo>
                  <a:pt x="1578619" y="51358"/>
                </a:lnTo>
                <a:cubicBezTo>
                  <a:pt x="1580765" y="43570"/>
                  <a:pt x="1584459" y="37805"/>
                  <a:pt x="1589699" y="34064"/>
                </a:cubicBezTo>
                <a:cubicBezTo>
                  <a:pt x="1594940" y="30320"/>
                  <a:pt x="1602726" y="28449"/>
                  <a:pt x="1613057" y="28449"/>
                </a:cubicBezTo>
                <a:cubicBezTo>
                  <a:pt x="1622441" y="28449"/>
                  <a:pt x="1629428" y="29559"/>
                  <a:pt x="1634020" y="31780"/>
                </a:cubicBezTo>
                <a:cubicBezTo>
                  <a:pt x="1638611" y="34001"/>
                  <a:pt x="1641843" y="36821"/>
                  <a:pt x="1643715" y="40240"/>
                </a:cubicBezTo>
                <a:cubicBezTo>
                  <a:pt x="1645586" y="43659"/>
                  <a:pt x="1646522" y="49935"/>
                  <a:pt x="1646522" y="59069"/>
                </a:cubicBezTo>
                <a:lnTo>
                  <a:pt x="1646298" y="83625"/>
                </a:lnTo>
                <a:cubicBezTo>
                  <a:pt x="1646298" y="90612"/>
                  <a:pt x="1646635" y="95765"/>
                  <a:pt x="1647308" y="99084"/>
                </a:cubicBezTo>
                <a:cubicBezTo>
                  <a:pt x="1647982" y="102403"/>
                  <a:pt x="1649242" y="105959"/>
                  <a:pt x="1651089" y="109753"/>
                </a:cubicBezTo>
                <a:lnTo>
                  <a:pt x="1630276" y="109753"/>
                </a:lnTo>
                <a:cubicBezTo>
                  <a:pt x="1629727" y="108355"/>
                  <a:pt x="1629054" y="106284"/>
                  <a:pt x="1628255" y="103539"/>
                </a:cubicBezTo>
                <a:cubicBezTo>
                  <a:pt x="1627906" y="102291"/>
                  <a:pt x="1627656" y="101468"/>
                  <a:pt x="1627506" y="101068"/>
                </a:cubicBezTo>
                <a:cubicBezTo>
                  <a:pt x="1623913" y="104562"/>
                  <a:pt x="1620070" y="107182"/>
                  <a:pt x="1615977" y="108929"/>
                </a:cubicBezTo>
                <a:cubicBezTo>
                  <a:pt x="1611885" y="110676"/>
                  <a:pt x="1607517" y="111549"/>
                  <a:pt x="1602876" y="111549"/>
                </a:cubicBezTo>
                <a:cubicBezTo>
                  <a:pt x="1594690" y="111549"/>
                  <a:pt x="1588240" y="109338"/>
                  <a:pt x="1583523" y="104914"/>
                </a:cubicBezTo>
                <a:cubicBezTo>
                  <a:pt x="1578807" y="100491"/>
                  <a:pt x="1576448" y="94900"/>
                  <a:pt x="1576448" y="88140"/>
                </a:cubicBezTo>
                <a:cubicBezTo>
                  <a:pt x="1576448" y="83667"/>
                  <a:pt x="1577521" y="79679"/>
                  <a:pt x="1579667" y="76175"/>
                </a:cubicBezTo>
                <a:cubicBezTo>
                  <a:pt x="1581814" y="72671"/>
                  <a:pt x="1584821" y="69987"/>
                  <a:pt x="1588689" y="68123"/>
                </a:cubicBezTo>
                <a:cubicBezTo>
                  <a:pt x="1592557" y="66259"/>
                  <a:pt x="1598134" y="64631"/>
                  <a:pt x="1605421" y="63240"/>
                </a:cubicBezTo>
                <a:cubicBezTo>
                  <a:pt x="1615253" y="61401"/>
                  <a:pt x="1622066" y="59686"/>
                  <a:pt x="1625859" y="58096"/>
                </a:cubicBezTo>
                <a:lnTo>
                  <a:pt x="1625859" y="55976"/>
                </a:lnTo>
                <a:cubicBezTo>
                  <a:pt x="1625859" y="51888"/>
                  <a:pt x="1624861" y="48974"/>
                  <a:pt x="1622865" y="47233"/>
                </a:cubicBezTo>
                <a:cubicBezTo>
                  <a:pt x="1620868" y="45491"/>
                  <a:pt x="1617100" y="44620"/>
                  <a:pt x="1611560" y="44620"/>
                </a:cubicBezTo>
                <a:cubicBezTo>
                  <a:pt x="1607817" y="44620"/>
                  <a:pt x="1604897" y="45373"/>
                  <a:pt x="1602801" y="46880"/>
                </a:cubicBezTo>
                <a:cubicBezTo>
                  <a:pt x="1600705" y="48385"/>
                  <a:pt x="1599008" y="51025"/>
                  <a:pt x="1597710" y="54801"/>
                </a:cubicBezTo>
                <a:moveTo>
                  <a:pt x="1625859" y="71871"/>
                </a:moveTo>
                <a:cubicBezTo>
                  <a:pt x="1623164" y="72758"/>
                  <a:pt x="1618897" y="73819"/>
                  <a:pt x="1613057" y="75053"/>
                </a:cubicBezTo>
                <a:cubicBezTo>
                  <a:pt x="1607218" y="76285"/>
                  <a:pt x="1603400" y="77493"/>
                  <a:pt x="1601603" y="78676"/>
                </a:cubicBezTo>
                <a:cubicBezTo>
                  <a:pt x="1598858" y="80600"/>
                  <a:pt x="1597485" y="83040"/>
                  <a:pt x="1597485" y="85999"/>
                </a:cubicBezTo>
                <a:cubicBezTo>
                  <a:pt x="1597485" y="88910"/>
                  <a:pt x="1598583" y="91425"/>
                  <a:pt x="1600779" y="93547"/>
                </a:cubicBezTo>
                <a:cubicBezTo>
                  <a:pt x="1602976" y="95666"/>
                  <a:pt x="1605771" y="96726"/>
                  <a:pt x="1609164" y="96726"/>
                </a:cubicBezTo>
                <a:cubicBezTo>
                  <a:pt x="1612958" y="96726"/>
                  <a:pt x="1616576" y="95493"/>
                  <a:pt x="1620020" y="93027"/>
                </a:cubicBezTo>
                <a:cubicBezTo>
                  <a:pt x="1622565" y="91154"/>
                  <a:pt x="1624237" y="88860"/>
                  <a:pt x="1625036" y="86147"/>
                </a:cubicBezTo>
                <a:cubicBezTo>
                  <a:pt x="1625585" y="84372"/>
                  <a:pt x="1625859" y="80994"/>
                  <a:pt x="1625859" y="76014"/>
                </a:cubicBezTo>
                <a:lnTo>
                  <a:pt x="1625859" y="71871"/>
                </a:lnTo>
                <a:close/>
                <a:moveTo>
                  <a:pt x="1667556" y="109753"/>
                </a:moveTo>
                <a:lnTo>
                  <a:pt x="1667556" y="0"/>
                </a:lnTo>
                <a:lnTo>
                  <a:pt x="1688593" y="0"/>
                </a:lnTo>
                <a:lnTo>
                  <a:pt x="1688593" y="109753"/>
                </a:lnTo>
                <a:lnTo>
                  <a:pt x="1667556" y="10975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28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867fc3450ab4507"/>
          <a:stretch xmlns:a="http://schemas.openxmlformats.org/drawingml/2006/main"/>
        </p:blipFill>
        <p:spPr>
          <a:xfrm xmlns:a="http://schemas.openxmlformats.org/drawingml/2006/main">
            <a:off x="8913081" y="1152780"/>
            <a:ext cx="495387" cy="574125"/>
          </a:xfrm>
          <a:prstGeom xmlns:a="http://schemas.openxmlformats.org/drawingml/2006/main" prst="rect">
            <a:avLst/>
          </a:prstGeom>
        </p:spPr>
      </p:pic>
      <p:pic>
        <p:nvPicPr>
          <p:cNvPr id="28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838042ad33f4843"/>
          <a:stretch xmlns:a="http://schemas.openxmlformats.org/drawingml/2006/main"/>
        </p:blipFill>
        <p:spPr>
          <a:xfrm xmlns:a="http://schemas.openxmlformats.org/drawingml/2006/main">
            <a:off x="9408468" y="1163779"/>
            <a:ext cx="467726" cy="542067"/>
          </a:xfrm>
          <a:prstGeom xmlns:a="http://schemas.openxmlformats.org/drawingml/2006/main" prst="rect">
            <a:avLst/>
          </a:prstGeom>
        </p:spPr>
      </p:pic>
      <p:sp>
        <p:nvSpPr>
          <p:cNvPr id="132" name="Text Trainingdataset">
            <a:extLst xmlns:a="http://schemas.openxmlformats.org/drawingml/2006/main">
              <a:ext uri="{FF2B5EF4-FFF2-40B4-BE49-F238E27FC236}">
                <a16:creationId xmlns:a16="http://schemas.microsoft.com/office/drawing/2014/main" id="{DDD80490-BC4F-427C-B64A-F4A35AFCC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998" y="396593"/>
            <a:ext cx="990871" cy="129795"/>
          </a:xfrm>
          <a:custGeom xmlns:a="http://schemas.openxmlformats.org/drawingml/2006/main">
            <a:pathLst>
              <a:path w="990871" h="129795">
                <a:moveTo>
                  <a:pt x="33030" y="100252"/>
                </a:moveTo>
                <a:lnTo>
                  <a:pt x="33030" y="11831"/>
                </a:lnTo>
                <a:lnTo>
                  <a:pt x="0" y="11831"/>
                </a:lnTo>
                <a:lnTo>
                  <a:pt x="0" y="0"/>
                </a:lnTo>
                <a:lnTo>
                  <a:pt x="79463" y="0"/>
                </a:lnTo>
                <a:lnTo>
                  <a:pt x="79463" y="11831"/>
                </a:lnTo>
                <a:lnTo>
                  <a:pt x="46297" y="11831"/>
                </a:lnTo>
                <a:lnTo>
                  <a:pt x="46297" y="100252"/>
                </a:lnTo>
                <a:lnTo>
                  <a:pt x="33030" y="100252"/>
                </a:lnTo>
                <a:close/>
                <a:moveTo>
                  <a:pt x="85793" y="100252"/>
                </a:moveTo>
                <a:lnTo>
                  <a:pt x="85793" y="27628"/>
                </a:lnTo>
                <a:lnTo>
                  <a:pt x="96871" y="27628"/>
                </a:lnTo>
                <a:lnTo>
                  <a:pt x="96871" y="38569"/>
                </a:lnTo>
                <a:cubicBezTo>
                  <a:pt x="99698" y="33446"/>
                  <a:pt x="102308" y="30068"/>
                  <a:pt x="104701" y="28435"/>
                </a:cubicBezTo>
                <a:cubicBezTo>
                  <a:pt x="107095" y="26803"/>
                  <a:pt x="109727" y="25986"/>
                  <a:pt x="112600" y="25986"/>
                </a:cubicBezTo>
                <a:cubicBezTo>
                  <a:pt x="116748" y="25986"/>
                  <a:pt x="120965" y="27303"/>
                  <a:pt x="125251" y="29936"/>
                </a:cubicBezTo>
                <a:lnTo>
                  <a:pt x="121011" y="41305"/>
                </a:lnTo>
                <a:cubicBezTo>
                  <a:pt x="118002" y="39527"/>
                  <a:pt x="114993" y="38638"/>
                  <a:pt x="111984" y="38638"/>
                </a:cubicBezTo>
                <a:cubicBezTo>
                  <a:pt x="109294" y="38638"/>
                  <a:pt x="106878" y="39448"/>
                  <a:pt x="104735" y="41069"/>
                </a:cubicBezTo>
                <a:cubicBezTo>
                  <a:pt x="102593" y="42689"/>
                  <a:pt x="101065" y="44937"/>
                  <a:pt x="100154" y="47812"/>
                </a:cubicBezTo>
                <a:cubicBezTo>
                  <a:pt x="98786" y="52193"/>
                  <a:pt x="98102" y="56985"/>
                  <a:pt x="98102" y="62188"/>
                </a:cubicBezTo>
                <a:lnTo>
                  <a:pt x="98102" y="100252"/>
                </a:lnTo>
                <a:lnTo>
                  <a:pt x="85793" y="100252"/>
                </a:lnTo>
                <a:close/>
                <a:moveTo>
                  <a:pt x="179771" y="91285"/>
                </a:moveTo>
                <a:cubicBezTo>
                  <a:pt x="175212" y="95163"/>
                  <a:pt x="170824" y="97901"/>
                  <a:pt x="166607" y="99498"/>
                </a:cubicBezTo>
                <a:cubicBezTo>
                  <a:pt x="162390" y="101095"/>
                  <a:pt x="157865" y="101894"/>
                  <a:pt x="153033" y="101894"/>
                </a:cubicBezTo>
                <a:cubicBezTo>
                  <a:pt x="145054" y="101894"/>
                  <a:pt x="138923" y="99943"/>
                  <a:pt x="134637" y="96042"/>
                </a:cubicBezTo>
                <a:cubicBezTo>
                  <a:pt x="130352" y="92142"/>
                  <a:pt x="128209" y="87157"/>
                  <a:pt x="128209" y="81090"/>
                </a:cubicBezTo>
                <a:cubicBezTo>
                  <a:pt x="128209" y="77532"/>
                  <a:pt x="129018" y="74282"/>
                  <a:pt x="130637" y="71340"/>
                </a:cubicBezTo>
                <a:cubicBezTo>
                  <a:pt x="132255" y="68397"/>
                  <a:pt x="134375" y="66036"/>
                  <a:pt x="136996" y="64256"/>
                </a:cubicBezTo>
                <a:cubicBezTo>
                  <a:pt x="139618" y="62477"/>
                  <a:pt x="142570" y="61131"/>
                  <a:pt x="145852" y="60219"/>
                </a:cubicBezTo>
                <a:cubicBezTo>
                  <a:pt x="148269" y="59580"/>
                  <a:pt x="151916" y="58964"/>
                  <a:pt x="156794" y="58371"/>
                </a:cubicBezTo>
                <a:cubicBezTo>
                  <a:pt x="166732" y="57194"/>
                  <a:pt x="174050" y="55791"/>
                  <a:pt x="178745" y="54161"/>
                </a:cubicBezTo>
                <a:cubicBezTo>
                  <a:pt x="178791" y="52481"/>
                  <a:pt x="178814" y="51414"/>
                  <a:pt x="178814" y="50960"/>
                </a:cubicBezTo>
                <a:cubicBezTo>
                  <a:pt x="178814" y="45963"/>
                  <a:pt x="177651" y="42444"/>
                  <a:pt x="175326" y="40401"/>
                </a:cubicBezTo>
                <a:cubicBezTo>
                  <a:pt x="172181" y="37630"/>
                  <a:pt x="167508" y="36244"/>
                  <a:pt x="161307" y="36244"/>
                </a:cubicBezTo>
                <a:cubicBezTo>
                  <a:pt x="155517" y="36244"/>
                  <a:pt x="151243" y="37258"/>
                  <a:pt x="148485" y="39287"/>
                </a:cubicBezTo>
                <a:cubicBezTo>
                  <a:pt x="145727" y="41316"/>
                  <a:pt x="143687" y="44906"/>
                  <a:pt x="142365" y="50058"/>
                </a:cubicBezTo>
                <a:lnTo>
                  <a:pt x="130329" y="48417"/>
                </a:lnTo>
                <a:cubicBezTo>
                  <a:pt x="131423" y="43249"/>
                  <a:pt x="133224" y="39076"/>
                  <a:pt x="135731" y="35898"/>
                </a:cubicBezTo>
                <a:cubicBezTo>
                  <a:pt x="138239" y="32719"/>
                  <a:pt x="141863" y="30273"/>
                  <a:pt x="146605" y="28559"/>
                </a:cubicBezTo>
                <a:cubicBezTo>
                  <a:pt x="151346" y="26844"/>
                  <a:pt x="156839" y="25986"/>
                  <a:pt x="163085" y="25986"/>
                </a:cubicBezTo>
                <a:cubicBezTo>
                  <a:pt x="169286" y="25986"/>
                  <a:pt x="174323" y="26716"/>
                  <a:pt x="178198" y="28175"/>
                </a:cubicBezTo>
                <a:cubicBezTo>
                  <a:pt x="182074" y="29633"/>
                  <a:pt x="184923" y="31468"/>
                  <a:pt x="186747" y="33680"/>
                </a:cubicBezTo>
                <a:cubicBezTo>
                  <a:pt x="188570" y="35891"/>
                  <a:pt x="189847" y="38683"/>
                  <a:pt x="190576" y="42057"/>
                </a:cubicBezTo>
                <a:cubicBezTo>
                  <a:pt x="190986" y="44154"/>
                  <a:pt x="191192" y="47938"/>
                  <a:pt x="191192" y="53409"/>
                </a:cubicBezTo>
                <a:lnTo>
                  <a:pt x="191192" y="69821"/>
                </a:lnTo>
                <a:cubicBezTo>
                  <a:pt x="191192" y="81264"/>
                  <a:pt x="191454" y="88502"/>
                  <a:pt x="191978" y="91533"/>
                </a:cubicBezTo>
                <a:cubicBezTo>
                  <a:pt x="192502" y="94565"/>
                  <a:pt x="193539" y="97471"/>
                  <a:pt x="195089" y="100252"/>
                </a:cubicBezTo>
                <a:lnTo>
                  <a:pt x="182233" y="100252"/>
                </a:lnTo>
                <a:cubicBezTo>
                  <a:pt x="180957" y="97696"/>
                  <a:pt x="180136" y="94708"/>
                  <a:pt x="179771" y="91285"/>
                </a:cubicBezTo>
                <a:moveTo>
                  <a:pt x="178745" y="63735"/>
                </a:moveTo>
                <a:cubicBezTo>
                  <a:pt x="174278" y="65574"/>
                  <a:pt x="167576" y="67137"/>
                  <a:pt x="158640" y="68423"/>
                </a:cubicBezTo>
                <a:cubicBezTo>
                  <a:pt x="153580" y="69156"/>
                  <a:pt x="150001" y="69980"/>
                  <a:pt x="147904" y="70896"/>
                </a:cubicBezTo>
                <a:cubicBezTo>
                  <a:pt x="145807" y="71811"/>
                  <a:pt x="144188" y="73150"/>
                  <a:pt x="143048" y="74914"/>
                </a:cubicBezTo>
                <a:cubicBezTo>
                  <a:pt x="141909" y="76676"/>
                  <a:pt x="141339" y="78633"/>
                  <a:pt x="141339" y="80784"/>
                </a:cubicBezTo>
                <a:cubicBezTo>
                  <a:pt x="141339" y="84079"/>
                  <a:pt x="142581" y="86826"/>
                  <a:pt x="145066" y="89024"/>
                </a:cubicBezTo>
                <a:cubicBezTo>
                  <a:pt x="147551" y="91221"/>
                  <a:pt x="151186" y="92320"/>
                  <a:pt x="155973" y="92320"/>
                </a:cubicBezTo>
                <a:cubicBezTo>
                  <a:pt x="160715" y="92320"/>
                  <a:pt x="164932" y="91278"/>
                  <a:pt x="168624" y="89193"/>
                </a:cubicBezTo>
                <a:cubicBezTo>
                  <a:pt x="172317" y="87109"/>
                  <a:pt x="175030" y="84257"/>
                  <a:pt x="176762" y="80639"/>
                </a:cubicBezTo>
                <a:cubicBezTo>
                  <a:pt x="178084" y="77843"/>
                  <a:pt x="178745" y="73720"/>
                  <a:pt x="178745" y="68270"/>
                </a:cubicBezTo>
                <a:lnTo>
                  <a:pt x="178745" y="63735"/>
                </a:lnTo>
                <a:close/>
                <a:moveTo>
                  <a:pt x="209984" y="14224"/>
                </a:moveTo>
                <a:lnTo>
                  <a:pt x="209984" y="0"/>
                </a:lnTo>
                <a:lnTo>
                  <a:pt x="222293" y="0"/>
                </a:lnTo>
                <a:lnTo>
                  <a:pt x="222293" y="14224"/>
                </a:lnTo>
                <a:lnTo>
                  <a:pt x="209984" y="14224"/>
                </a:lnTo>
                <a:moveTo>
                  <a:pt x="209984" y="100252"/>
                </a:moveTo>
                <a:lnTo>
                  <a:pt x="209984" y="27628"/>
                </a:lnTo>
                <a:lnTo>
                  <a:pt x="222293" y="27628"/>
                </a:lnTo>
                <a:lnTo>
                  <a:pt x="222293" y="100252"/>
                </a:lnTo>
                <a:lnTo>
                  <a:pt x="209984" y="100252"/>
                </a:lnTo>
                <a:close/>
                <a:moveTo>
                  <a:pt x="241001" y="100252"/>
                </a:moveTo>
                <a:lnTo>
                  <a:pt x="241001" y="27628"/>
                </a:lnTo>
                <a:lnTo>
                  <a:pt x="252079" y="27628"/>
                </a:lnTo>
                <a:lnTo>
                  <a:pt x="252079" y="37885"/>
                </a:lnTo>
                <a:cubicBezTo>
                  <a:pt x="257413" y="29953"/>
                  <a:pt x="265118" y="25986"/>
                  <a:pt x="275193" y="25986"/>
                </a:cubicBezTo>
                <a:cubicBezTo>
                  <a:pt x="279570" y="25986"/>
                  <a:pt x="283593" y="26773"/>
                  <a:pt x="287263" y="28346"/>
                </a:cubicBezTo>
                <a:cubicBezTo>
                  <a:pt x="290933" y="29918"/>
                  <a:pt x="293680" y="31981"/>
                  <a:pt x="295504" y="34534"/>
                </a:cubicBezTo>
                <a:cubicBezTo>
                  <a:pt x="297327" y="37087"/>
                  <a:pt x="298604" y="40119"/>
                  <a:pt x="299333" y="43630"/>
                </a:cubicBezTo>
                <a:cubicBezTo>
                  <a:pt x="299789" y="45909"/>
                  <a:pt x="300017" y="49898"/>
                  <a:pt x="300017" y="55597"/>
                </a:cubicBezTo>
                <a:lnTo>
                  <a:pt x="300017" y="100252"/>
                </a:lnTo>
                <a:lnTo>
                  <a:pt x="287708" y="100252"/>
                </a:lnTo>
                <a:lnTo>
                  <a:pt x="287708" y="56029"/>
                </a:lnTo>
                <a:cubicBezTo>
                  <a:pt x="287708" y="51008"/>
                  <a:pt x="287229" y="47254"/>
                  <a:pt x="286272" y="44767"/>
                </a:cubicBezTo>
                <a:cubicBezTo>
                  <a:pt x="285314" y="42279"/>
                  <a:pt x="283616" y="40294"/>
                  <a:pt x="281177" y="38811"/>
                </a:cubicBezTo>
                <a:cubicBezTo>
                  <a:pt x="278738" y="37328"/>
                  <a:pt x="275877" y="36586"/>
                  <a:pt x="272595" y="36586"/>
                </a:cubicBezTo>
                <a:cubicBezTo>
                  <a:pt x="267352" y="36586"/>
                  <a:pt x="262827" y="38252"/>
                  <a:pt x="259020" y="41584"/>
                </a:cubicBezTo>
                <a:cubicBezTo>
                  <a:pt x="255214" y="44915"/>
                  <a:pt x="253310" y="51236"/>
                  <a:pt x="253310" y="60546"/>
                </a:cubicBezTo>
                <a:lnTo>
                  <a:pt x="253310" y="100252"/>
                </a:lnTo>
                <a:lnTo>
                  <a:pt x="241001" y="100252"/>
                </a:lnTo>
                <a:close/>
                <a:moveTo>
                  <a:pt x="318605" y="14224"/>
                </a:moveTo>
                <a:lnTo>
                  <a:pt x="318605" y="0"/>
                </a:lnTo>
                <a:lnTo>
                  <a:pt x="330914" y="0"/>
                </a:lnTo>
                <a:lnTo>
                  <a:pt x="330914" y="14224"/>
                </a:lnTo>
                <a:lnTo>
                  <a:pt x="318605" y="14224"/>
                </a:lnTo>
                <a:moveTo>
                  <a:pt x="318605" y="100252"/>
                </a:moveTo>
                <a:lnTo>
                  <a:pt x="318605" y="27628"/>
                </a:lnTo>
                <a:lnTo>
                  <a:pt x="330914" y="27628"/>
                </a:lnTo>
                <a:lnTo>
                  <a:pt x="330914" y="100252"/>
                </a:lnTo>
                <a:lnTo>
                  <a:pt x="318605" y="100252"/>
                </a:lnTo>
                <a:close/>
                <a:moveTo>
                  <a:pt x="349618" y="100252"/>
                </a:moveTo>
                <a:lnTo>
                  <a:pt x="349618" y="27628"/>
                </a:lnTo>
                <a:lnTo>
                  <a:pt x="360697" y="27628"/>
                </a:lnTo>
                <a:lnTo>
                  <a:pt x="360697" y="37885"/>
                </a:lnTo>
                <a:cubicBezTo>
                  <a:pt x="366031" y="29953"/>
                  <a:pt x="373736" y="25986"/>
                  <a:pt x="383811" y="25986"/>
                </a:cubicBezTo>
                <a:cubicBezTo>
                  <a:pt x="388188" y="25986"/>
                  <a:pt x="392211" y="26773"/>
                  <a:pt x="395881" y="28346"/>
                </a:cubicBezTo>
                <a:cubicBezTo>
                  <a:pt x="399551" y="29918"/>
                  <a:pt x="402298" y="31981"/>
                  <a:pt x="404121" y="34534"/>
                </a:cubicBezTo>
                <a:cubicBezTo>
                  <a:pt x="405945" y="37087"/>
                  <a:pt x="407221" y="40119"/>
                  <a:pt x="407951" y="43630"/>
                </a:cubicBezTo>
                <a:cubicBezTo>
                  <a:pt x="408407" y="45909"/>
                  <a:pt x="408635" y="49898"/>
                  <a:pt x="408635" y="55597"/>
                </a:cubicBezTo>
                <a:lnTo>
                  <a:pt x="408635" y="100252"/>
                </a:lnTo>
                <a:lnTo>
                  <a:pt x="396325" y="100252"/>
                </a:lnTo>
                <a:lnTo>
                  <a:pt x="396325" y="56029"/>
                </a:lnTo>
                <a:cubicBezTo>
                  <a:pt x="396325" y="51008"/>
                  <a:pt x="395847" y="47254"/>
                  <a:pt x="394889" y="44767"/>
                </a:cubicBezTo>
                <a:cubicBezTo>
                  <a:pt x="393932" y="42279"/>
                  <a:pt x="392234" y="40294"/>
                  <a:pt x="389795" y="38811"/>
                </a:cubicBezTo>
                <a:cubicBezTo>
                  <a:pt x="387356" y="37328"/>
                  <a:pt x="384495" y="36586"/>
                  <a:pt x="381212" y="36586"/>
                </a:cubicBezTo>
                <a:cubicBezTo>
                  <a:pt x="375969" y="36586"/>
                  <a:pt x="371445" y="38252"/>
                  <a:pt x="367638" y="41584"/>
                </a:cubicBezTo>
                <a:cubicBezTo>
                  <a:pt x="363831" y="44915"/>
                  <a:pt x="361928" y="51236"/>
                  <a:pt x="361928" y="60546"/>
                </a:cubicBezTo>
                <a:lnTo>
                  <a:pt x="361928" y="100252"/>
                </a:lnTo>
                <a:lnTo>
                  <a:pt x="349618" y="100252"/>
                </a:lnTo>
                <a:close/>
                <a:moveTo>
                  <a:pt x="424898" y="106270"/>
                </a:moveTo>
                <a:lnTo>
                  <a:pt x="436866" y="108048"/>
                </a:lnTo>
                <a:cubicBezTo>
                  <a:pt x="437367" y="111741"/>
                  <a:pt x="438758" y="114431"/>
                  <a:pt x="441037" y="116118"/>
                </a:cubicBezTo>
                <a:cubicBezTo>
                  <a:pt x="444092" y="118397"/>
                  <a:pt x="448263" y="119537"/>
                  <a:pt x="453552" y="119537"/>
                </a:cubicBezTo>
                <a:cubicBezTo>
                  <a:pt x="459250" y="119537"/>
                  <a:pt x="463650" y="118394"/>
                  <a:pt x="466750" y="116109"/>
                </a:cubicBezTo>
                <a:cubicBezTo>
                  <a:pt x="469850" y="113825"/>
                  <a:pt x="471947" y="110627"/>
                  <a:pt x="473041" y="106514"/>
                </a:cubicBezTo>
                <a:cubicBezTo>
                  <a:pt x="473680" y="104002"/>
                  <a:pt x="473976" y="98725"/>
                  <a:pt x="473930" y="90683"/>
                </a:cubicBezTo>
                <a:cubicBezTo>
                  <a:pt x="468551" y="97063"/>
                  <a:pt x="461849" y="100252"/>
                  <a:pt x="453825" y="100252"/>
                </a:cubicBezTo>
                <a:cubicBezTo>
                  <a:pt x="443841" y="100252"/>
                  <a:pt x="436113" y="96651"/>
                  <a:pt x="430643" y="89448"/>
                </a:cubicBezTo>
                <a:cubicBezTo>
                  <a:pt x="425172" y="82244"/>
                  <a:pt x="422436" y="73605"/>
                  <a:pt x="422436" y="63530"/>
                </a:cubicBezTo>
                <a:cubicBezTo>
                  <a:pt x="422436" y="56600"/>
                  <a:pt x="423690" y="50206"/>
                  <a:pt x="426198" y="44348"/>
                </a:cubicBezTo>
                <a:cubicBezTo>
                  <a:pt x="428705" y="38489"/>
                  <a:pt x="432341" y="33965"/>
                  <a:pt x="437105" y="30773"/>
                </a:cubicBezTo>
                <a:cubicBezTo>
                  <a:pt x="441869" y="27582"/>
                  <a:pt x="447465" y="25986"/>
                  <a:pt x="453894" y="25986"/>
                </a:cubicBezTo>
                <a:cubicBezTo>
                  <a:pt x="462464" y="25986"/>
                  <a:pt x="469531" y="29474"/>
                  <a:pt x="475093" y="36449"/>
                </a:cubicBezTo>
                <a:lnTo>
                  <a:pt x="475093" y="27628"/>
                </a:lnTo>
                <a:lnTo>
                  <a:pt x="486445" y="27628"/>
                </a:lnTo>
                <a:lnTo>
                  <a:pt x="486445" y="90448"/>
                </a:lnTo>
                <a:cubicBezTo>
                  <a:pt x="486445" y="101761"/>
                  <a:pt x="485294" y="109779"/>
                  <a:pt x="482991" y="114500"/>
                </a:cubicBezTo>
                <a:cubicBezTo>
                  <a:pt x="480689" y="119221"/>
                  <a:pt x="477042" y="122950"/>
                  <a:pt x="472050" y="125687"/>
                </a:cubicBezTo>
                <a:cubicBezTo>
                  <a:pt x="467058" y="128426"/>
                  <a:pt x="460914" y="129795"/>
                  <a:pt x="453620" y="129795"/>
                </a:cubicBezTo>
                <a:cubicBezTo>
                  <a:pt x="444958" y="129795"/>
                  <a:pt x="437960" y="127840"/>
                  <a:pt x="432626" y="123931"/>
                </a:cubicBezTo>
                <a:cubicBezTo>
                  <a:pt x="427292" y="120021"/>
                  <a:pt x="424716" y="114135"/>
                  <a:pt x="424898" y="106270"/>
                </a:cubicBezTo>
                <a:moveTo>
                  <a:pt x="435088" y="62643"/>
                </a:moveTo>
                <a:cubicBezTo>
                  <a:pt x="435088" y="72147"/>
                  <a:pt x="436980" y="79082"/>
                  <a:pt x="440764" y="83447"/>
                </a:cubicBezTo>
                <a:cubicBezTo>
                  <a:pt x="444548" y="87812"/>
                  <a:pt x="449289" y="89995"/>
                  <a:pt x="454988" y="89995"/>
                </a:cubicBezTo>
                <a:cubicBezTo>
                  <a:pt x="460641" y="89995"/>
                  <a:pt x="465382" y="87823"/>
                  <a:pt x="469212" y="83481"/>
                </a:cubicBezTo>
                <a:cubicBezTo>
                  <a:pt x="473041" y="79139"/>
                  <a:pt x="474956" y="72329"/>
                  <a:pt x="474956" y="63051"/>
                </a:cubicBezTo>
                <a:cubicBezTo>
                  <a:pt x="474956" y="54184"/>
                  <a:pt x="472984" y="47499"/>
                  <a:pt x="469041" y="42997"/>
                </a:cubicBezTo>
                <a:cubicBezTo>
                  <a:pt x="465097" y="38495"/>
                  <a:pt x="460345" y="36244"/>
                  <a:pt x="454783" y="36244"/>
                </a:cubicBezTo>
                <a:cubicBezTo>
                  <a:pt x="449312" y="36244"/>
                  <a:pt x="444662" y="38461"/>
                  <a:pt x="440832" y="42894"/>
                </a:cubicBezTo>
                <a:cubicBezTo>
                  <a:pt x="437002" y="47328"/>
                  <a:pt x="435088" y="53911"/>
                  <a:pt x="435088" y="62643"/>
                </a:cubicBezTo>
                <a:close/>
                <a:moveTo>
                  <a:pt x="590574" y="100252"/>
                </a:moveTo>
                <a:lnTo>
                  <a:pt x="590574" y="91089"/>
                </a:lnTo>
                <a:cubicBezTo>
                  <a:pt x="585970" y="98292"/>
                  <a:pt x="579200" y="101894"/>
                  <a:pt x="570264" y="101894"/>
                </a:cubicBezTo>
                <a:cubicBezTo>
                  <a:pt x="564474" y="101894"/>
                  <a:pt x="559152" y="100298"/>
                  <a:pt x="554296" y="97107"/>
                </a:cubicBezTo>
                <a:cubicBezTo>
                  <a:pt x="549441" y="93915"/>
                  <a:pt x="545680" y="89459"/>
                  <a:pt x="543013" y="83737"/>
                </a:cubicBezTo>
                <a:cubicBezTo>
                  <a:pt x="540346" y="78016"/>
                  <a:pt x="539012" y="71440"/>
                  <a:pt x="539012" y="64008"/>
                </a:cubicBezTo>
                <a:cubicBezTo>
                  <a:pt x="539012" y="56760"/>
                  <a:pt x="540220" y="50183"/>
                  <a:pt x="542637" y="44279"/>
                </a:cubicBezTo>
                <a:cubicBezTo>
                  <a:pt x="545053" y="38375"/>
                  <a:pt x="548677" y="33851"/>
                  <a:pt x="553510" y="30705"/>
                </a:cubicBezTo>
                <a:cubicBezTo>
                  <a:pt x="558342" y="27559"/>
                  <a:pt x="563745" y="25986"/>
                  <a:pt x="569717" y="25986"/>
                </a:cubicBezTo>
                <a:cubicBezTo>
                  <a:pt x="574094" y="25986"/>
                  <a:pt x="577992" y="26909"/>
                  <a:pt x="581411" y="28756"/>
                </a:cubicBezTo>
                <a:cubicBezTo>
                  <a:pt x="584830" y="30602"/>
                  <a:pt x="587611" y="33007"/>
                  <a:pt x="589754" y="35970"/>
                </a:cubicBezTo>
                <a:lnTo>
                  <a:pt x="589754" y="0"/>
                </a:lnTo>
                <a:lnTo>
                  <a:pt x="601995" y="0"/>
                </a:lnTo>
                <a:lnTo>
                  <a:pt x="601995" y="100252"/>
                </a:lnTo>
                <a:lnTo>
                  <a:pt x="590574" y="100252"/>
                </a:lnTo>
                <a:moveTo>
                  <a:pt x="551663" y="63974"/>
                </a:moveTo>
                <a:cubicBezTo>
                  <a:pt x="551663" y="73240"/>
                  <a:pt x="553624" y="80167"/>
                  <a:pt x="557545" y="84755"/>
                </a:cubicBezTo>
                <a:cubicBezTo>
                  <a:pt x="561465" y="89342"/>
                  <a:pt x="566093" y="91636"/>
                  <a:pt x="571427" y="91636"/>
                </a:cubicBezTo>
                <a:cubicBezTo>
                  <a:pt x="576806" y="91636"/>
                  <a:pt x="581377" y="89445"/>
                  <a:pt x="585138" y="85062"/>
                </a:cubicBezTo>
                <a:cubicBezTo>
                  <a:pt x="588899" y="80679"/>
                  <a:pt x="590780" y="73990"/>
                  <a:pt x="590780" y="64996"/>
                </a:cubicBezTo>
                <a:cubicBezTo>
                  <a:pt x="590780" y="55094"/>
                  <a:pt x="588865" y="47827"/>
                  <a:pt x="585035" y="43194"/>
                </a:cubicBezTo>
                <a:cubicBezTo>
                  <a:pt x="581206" y="38561"/>
                  <a:pt x="576487" y="36244"/>
                  <a:pt x="570880" y="36244"/>
                </a:cubicBezTo>
                <a:cubicBezTo>
                  <a:pt x="565409" y="36244"/>
                  <a:pt x="560838" y="38470"/>
                  <a:pt x="557168" y="42922"/>
                </a:cubicBezTo>
                <a:cubicBezTo>
                  <a:pt x="553498" y="47373"/>
                  <a:pt x="551663" y="54390"/>
                  <a:pt x="551663" y="63974"/>
                </a:cubicBezTo>
                <a:close/>
                <a:moveTo>
                  <a:pt x="668384" y="91285"/>
                </a:moveTo>
                <a:cubicBezTo>
                  <a:pt x="663825" y="95163"/>
                  <a:pt x="659437" y="97901"/>
                  <a:pt x="655220" y="99498"/>
                </a:cubicBezTo>
                <a:cubicBezTo>
                  <a:pt x="651003" y="101095"/>
                  <a:pt x="646478" y="101894"/>
                  <a:pt x="641645" y="101894"/>
                </a:cubicBezTo>
                <a:cubicBezTo>
                  <a:pt x="633667" y="101894"/>
                  <a:pt x="627535" y="99943"/>
                  <a:pt x="623250" y="96042"/>
                </a:cubicBezTo>
                <a:cubicBezTo>
                  <a:pt x="618964" y="92142"/>
                  <a:pt x="616821" y="87157"/>
                  <a:pt x="616821" y="81090"/>
                </a:cubicBezTo>
                <a:cubicBezTo>
                  <a:pt x="616821" y="77532"/>
                  <a:pt x="617631" y="74282"/>
                  <a:pt x="619249" y="71340"/>
                </a:cubicBezTo>
                <a:cubicBezTo>
                  <a:pt x="620868" y="68397"/>
                  <a:pt x="622987" y="66036"/>
                  <a:pt x="625609" y="64256"/>
                </a:cubicBezTo>
                <a:cubicBezTo>
                  <a:pt x="628230" y="62477"/>
                  <a:pt x="631182" y="61131"/>
                  <a:pt x="634465" y="60219"/>
                </a:cubicBezTo>
                <a:cubicBezTo>
                  <a:pt x="636881" y="59580"/>
                  <a:pt x="640528" y="58964"/>
                  <a:pt x="645406" y="58371"/>
                </a:cubicBezTo>
                <a:cubicBezTo>
                  <a:pt x="655345" y="57194"/>
                  <a:pt x="662662" y="55791"/>
                  <a:pt x="667358" y="54161"/>
                </a:cubicBezTo>
                <a:cubicBezTo>
                  <a:pt x="667404" y="52481"/>
                  <a:pt x="667426" y="51414"/>
                  <a:pt x="667426" y="50960"/>
                </a:cubicBezTo>
                <a:cubicBezTo>
                  <a:pt x="667426" y="45963"/>
                  <a:pt x="666264" y="42444"/>
                  <a:pt x="663939" y="40401"/>
                </a:cubicBezTo>
                <a:cubicBezTo>
                  <a:pt x="660793" y="37630"/>
                  <a:pt x="656120" y="36244"/>
                  <a:pt x="649920" y="36244"/>
                </a:cubicBezTo>
                <a:cubicBezTo>
                  <a:pt x="644130" y="36244"/>
                  <a:pt x="639856" y="37258"/>
                  <a:pt x="637098" y="39287"/>
                </a:cubicBezTo>
                <a:cubicBezTo>
                  <a:pt x="634339" y="41316"/>
                  <a:pt x="632299" y="44906"/>
                  <a:pt x="630977" y="50058"/>
                </a:cubicBezTo>
                <a:lnTo>
                  <a:pt x="618941" y="48417"/>
                </a:lnTo>
                <a:cubicBezTo>
                  <a:pt x="620036" y="43249"/>
                  <a:pt x="621836" y="39076"/>
                  <a:pt x="624344" y="35898"/>
                </a:cubicBezTo>
                <a:cubicBezTo>
                  <a:pt x="626851" y="32719"/>
                  <a:pt x="630476" y="30273"/>
                  <a:pt x="635217" y="28559"/>
                </a:cubicBezTo>
                <a:cubicBezTo>
                  <a:pt x="639958" y="26844"/>
                  <a:pt x="645452" y="25986"/>
                  <a:pt x="651698" y="25986"/>
                </a:cubicBezTo>
                <a:cubicBezTo>
                  <a:pt x="657898" y="25986"/>
                  <a:pt x="662936" y="26716"/>
                  <a:pt x="666811" y="28175"/>
                </a:cubicBezTo>
                <a:cubicBezTo>
                  <a:pt x="670686" y="29633"/>
                  <a:pt x="673535" y="31468"/>
                  <a:pt x="675359" y="33680"/>
                </a:cubicBezTo>
                <a:cubicBezTo>
                  <a:pt x="677183" y="35891"/>
                  <a:pt x="678459" y="38683"/>
                  <a:pt x="679189" y="42057"/>
                </a:cubicBezTo>
                <a:cubicBezTo>
                  <a:pt x="679599" y="44154"/>
                  <a:pt x="679804" y="47938"/>
                  <a:pt x="679804" y="53409"/>
                </a:cubicBezTo>
                <a:lnTo>
                  <a:pt x="679804" y="69821"/>
                </a:lnTo>
                <a:cubicBezTo>
                  <a:pt x="679804" y="81264"/>
                  <a:pt x="680066" y="88502"/>
                  <a:pt x="680590" y="91533"/>
                </a:cubicBezTo>
                <a:cubicBezTo>
                  <a:pt x="681115" y="94565"/>
                  <a:pt x="682152" y="97471"/>
                  <a:pt x="683702" y="100252"/>
                </a:cubicBezTo>
                <a:lnTo>
                  <a:pt x="670846" y="100252"/>
                </a:lnTo>
                <a:cubicBezTo>
                  <a:pt x="669569" y="97696"/>
                  <a:pt x="668748" y="94708"/>
                  <a:pt x="668384" y="91285"/>
                </a:cubicBezTo>
                <a:moveTo>
                  <a:pt x="667358" y="63735"/>
                </a:moveTo>
                <a:cubicBezTo>
                  <a:pt x="662890" y="65574"/>
                  <a:pt x="656188" y="67137"/>
                  <a:pt x="647253" y="68423"/>
                </a:cubicBezTo>
                <a:cubicBezTo>
                  <a:pt x="642192" y="69156"/>
                  <a:pt x="638613" y="69980"/>
                  <a:pt x="636516" y="70896"/>
                </a:cubicBezTo>
                <a:cubicBezTo>
                  <a:pt x="634419" y="71811"/>
                  <a:pt x="632801" y="73150"/>
                  <a:pt x="631661" y="74914"/>
                </a:cubicBezTo>
                <a:cubicBezTo>
                  <a:pt x="630521" y="76676"/>
                  <a:pt x="629951" y="78633"/>
                  <a:pt x="629951" y="80784"/>
                </a:cubicBezTo>
                <a:cubicBezTo>
                  <a:pt x="629951" y="84079"/>
                  <a:pt x="631194" y="86826"/>
                  <a:pt x="633678" y="89024"/>
                </a:cubicBezTo>
                <a:cubicBezTo>
                  <a:pt x="636163" y="91221"/>
                  <a:pt x="639799" y="92320"/>
                  <a:pt x="644586" y="92320"/>
                </a:cubicBezTo>
                <a:cubicBezTo>
                  <a:pt x="649327" y="92320"/>
                  <a:pt x="653544" y="91278"/>
                  <a:pt x="657237" y="89193"/>
                </a:cubicBezTo>
                <a:cubicBezTo>
                  <a:pt x="660930" y="87109"/>
                  <a:pt x="663642" y="84257"/>
                  <a:pt x="665375" y="80639"/>
                </a:cubicBezTo>
                <a:cubicBezTo>
                  <a:pt x="666697" y="77843"/>
                  <a:pt x="667358" y="73720"/>
                  <a:pt x="667358" y="68270"/>
                </a:cubicBezTo>
                <a:lnTo>
                  <a:pt x="667358" y="63735"/>
                </a:lnTo>
                <a:close/>
                <a:moveTo>
                  <a:pt x="725404" y="89379"/>
                </a:moveTo>
                <a:lnTo>
                  <a:pt x="727182" y="100252"/>
                </a:lnTo>
                <a:cubicBezTo>
                  <a:pt x="723717" y="100891"/>
                  <a:pt x="720617" y="101210"/>
                  <a:pt x="717882" y="101210"/>
                </a:cubicBezTo>
                <a:cubicBezTo>
                  <a:pt x="713414" y="101210"/>
                  <a:pt x="709949" y="100503"/>
                  <a:pt x="707487" y="99090"/>
                </a:cubicBezTo>
                <a:cubicBezTo>
                  <a:pt x="705025" y="97677"/>
                  <a:pt x="703293" y="95819"/>
                  <a:pt x="702290" y="93516"/>
                </a:cubicBezTo>
                <a:cubicBezTo>
                  <a:pt x="701287" y="91214"/>
                  <a:pt x="700785" y="86370"/>
                  <a:pt x="700785" y="78985"/>
                </a:cubicBezTo>
                <a:lnTo>
                  <a:pt x="700785" y="37201"/>
                </a:lnTo>
                <a:lnTo>
                  <a:pt x="691759" y="37201"/>
                </a:lnTo>
                <a:lnTo>
                  <a:pt x="691759" y="27628"/>
                </a:lnTo>
                <a:lnTo>
                  <a:pt x="700785" y="27628"/>
                </a:lnTo>
                <a:lnTo>
                  <a:pt x="700785" y="9593"/>
                </a:lnTo>
                <a:lnTo>
                  <a:pt x="713026" y="2188"/>
                </a:lnTo>
                <a:lnTo>
                  <a:pt x="713026" y="27628"/>
                </a:lnTo>
                <a:lnTo>
                  <a:pt x="725404" y="27628"/>
                </a:lnTo>
                <a:lnTo>
                  <a:pt x="725404" y="37201"/>
                </a:lnTo>
                <a:lnTo>
                  <a:pt x="713026" y="37201"/>
                </a:lnTo>
                <a:lnTo>
                  <a:pt x="713026" y="79669"/>
                </a:lnTo>
                <a:cubicBezTo>
                  <a:pt x="713026" y="83179"/>
                  <a:pt x="713243" y="85436"/>
                  <a:pt x="713676" y="86439"/>
                </a:cubicBezTo>
                <a:cubicBezTo>
                  <a:pt x="714109" y="87442"/>
                  <a:pt x="714816" y="88239"/>
                  <a:pt x="715796" y="88832"/>
                </a:cubicBezTo>
                <a:cubicBezTo>
                  <a:pt x="716776" y="89425"/>
                  <a:pt x="718178" y="89721"/>
                  <a:pt x="720002" y="89721"/>
                </a:cubicBezTo>
                <a:cubicBezTo>
                  <a:pt x="721369" y="89721"/>
                  <a:pt x="723170" y="89607"/>
                  <a:pt x="725404" y="89379"/>
                </a:cubicBezTo>
                <a:close/>
                <a:moveTo>
                  <a:pt x="784685" y="91285"/>
                </a:moveTo>
                <a:cubicBezTo>
                  <a:pt x="780126" y="95163"/>
                  <a:pt x="775738" y="97901"/>
                  <a:pt x="771521" y="99498"/>
                </a:cubicBezTo>
                <a:cubicBezTo>
                  <a:pt x="767304" y="101095"/>
                  <a:pt x="762779" y="101894"/>
                  <a:pt x="757947" y="101894"/>
                </a:cubicBezTo>
                <a:cubicBezTo>
                  <a:pt x="749968" y="101894"/>
                  <a:pt x="743836" y="99943"/>
                  <a:pt x="739551" y="96042"/>
                </a:cubicBezTo>
                <a:cubicBezTo>
                  <a:pt x="735266" y="92142"/>
                  <a:pt x="733123" y="87157"/>
                  <a:pt x="733123" y="81090"/>
                </a:cubicBezTo>
                <a:cubicBezTo>
                  <a:pt x="733123" y="77532"/>
                  <a:pt x="733932" y="74282"/>
                  <a:pt x="735551" y="71340"/>
                </a:cubicBezTo>
                <a:cubicBezTo>
                  <a:pt x="737169" y="68397"/>
                  <a:pt x="739289" y="66036"/>
                  <a:pt x="741910" y="64256"/>
                </a:cubicBezTo>
                <a:cubicBezTo>
                  <a:pt x="744532" y="62477"/>
                  <a:pt x="747484" y="61131"/>
                  <a:pt x="750766" y="60219"/>
                </a:cubicBezTo>
                <a:cubicBezTo>
                  <a:pt x="753182" y="59580"/>
                  <a:pt x="756830" y="58964"/>
                  <a:pt x="761708" y="58371"/>
                </a:cubicBezTo>
                <a:cubicBezTo>
                  <a:pt x="771646" y="57194"/>
                  <a:pt x="778964" y="55791"/>
                  <a:pt x="783659" y="54161"/>
                </a:cubicBezTo>
                <a:cubicBezTo>
                  <a:pt x="783705" y="52481"/>
                  <a:pt x="783728" y="51414"/>
                  <a:pt x="783728" y="50960"/>
                </a:cubicBezTo>
                <a:cubicBezTo>
                  <a:pt x="783728" y="45963"/>
                  <a:pt x="782565" y="42444"/>
                  <a:pt x="780240" y="40401"/>
                </a:cubicBezTo>
                <a:cubicBezTo>
                  <a:pt x="777094" y="37630"/>
                  <a:pt x="772421" y="36244"/>
                  <a:pt x="766221" y="36244"/>
                </a:cubicBezTo>
                <a:cubicBezTo>
                  <a:pt x="760431" y="36244"/>
                  <a:pt x="756157" y="37258"/>
                  <a:pt x="753399" y="39287"/>
                </a:cubicBezTo>
                <a:cubicBezTo>
                  <a:pt x="750641" y="41316"/>
                  <a:pt x="748601" y="44906"/>
                  <a:pt x="747279" y="50058"/>
                </a:cubicBezTo>
                <a:lnTo>
                  <a:pt x="735243" y="48417"/>
                </a:lnTo>
                <a:cubicBezTo>
                  <a:pt x="736337" y="43249"/>
                  <a:pt x="738138" y="39076"/>
                  <a:pt x="740645" y="35898"/>
                </a:cubicBezTo>
                <a:cubicBezTo>
                  <a:pt x="743153" y="32719"/>
                  <a:pt x="746777" y="30273"/>
                  <a:pt x="751518" y="28559"/>
                </a:cubicBezTo>
                <a:cubicBezTo>
                  <a:pt x="756260" y="26844"/>
                  <a:pt x="761753" y="25986"/>
                  <a:pt x="767999" y="25986"/>
                </a:cubicBezTo>
                <a:cubicBezTo>
                  <a:pt x="774199" y="25986"/>
                  <a:pt x="779237" y="26716"/>
                  <a:pt x="783112" y="28175"/>
                </a:cubicBezTo>
                <a:cubicBezTo>
                  <a:pt x="786987" y="29633"/>
                  <a:pt x="789837" y="31468"/>
                  <a:pt x="791660" y="33680"/>
                </a:cubicBezTo>
                <a:cubicBezTo>
                  <a:pt x="793484" y="35891"/>
                  <a:pt x="794761" y="38683"/>
                  <a:pt x="795490" y="42057"/>
                </a:cubicBezTo>
                <a:cubicBezTo>
                  <a:pt x="795900" y="44154"/>
                  <a:pt x="796105" y="47938"/>
                  <a:pt x="796105" y="53409"/>
                </a:cubicBezTo>
                <a:lnTo>
                  <a:pt x="796105" y="69821"/>
                </a:lnTo>
                <a:cubicBezTo>
                  <a:pt x="796105" y="81264"/>
                  <a:pt x="796368" y="88502"/>
                  <a:pt x="796892" y="91533"/>
                </a:cubicBezTo>
                <a:cubicBezTo>
                  <a:pt x="797416" y="94565"/>
                  <a:pt x="798453" y="97471"/>
                  <a:pt x="800003" y="100252"/>
                </a:cubicBezTo>
                <a:lnTo>
                  <a:pt x="787147" y="100252"/>
                </a:lnTo>
                <a:cubicBezTo>
                  <a:pt x="785870" y="97696"/>
                  <a:pt x="785050" y="94708"/>
                  <a:pt x="784685" y="91285"/>
                </a:cubicBezTo>
                <a:moveTo>
                  <a:pt x="783659" y="63735"/>
                </a:moveTo>
                <a:cubicBezTo>
                  <a:pt x="779192" y="65574"/>
                  <a:pt x="772490" y="67137"/>
                  <a:pt x="763554" y="68423"/>
                </a:cubicBezTo>
                <a:cubicBezTo>
                  <a:pt x="758494" y="69156"/>
                  <a:pt x="754915" y="69980"/>
                  <a:pt x="752818" y="70896"/>
                </a:cubicBezTo>
                <a:cubicBezTo>
                  <a:pt x="750721" y="71811"/>
                  <a:pt x="749102" y="73150"/>
                  <a:pt x="747962" y="74914"/>
                </a:cubicBezTo>
                <a:cubicBezTo>
                  <a:pt x="746823" y="76676"/>
                  <a:pt x="746253" y="78633"/>
                  <a:pt x="746253" y="80784"/>
                </a:cubicBezTo>
                <a:cubicBezTo>
                  <a:pt x="746253" y="84079"/>
                  <a:pt x="747495" y="86826"/>
                  <a:pt x="749980" y="89024"/>
                </a:cubicBezTo>
                <a:cubicBezTo>
                  <a:pt x="752464" y="91221"/>
                  <a:pt x="756100" y="92320"/>
                  <a:pt x="760887" y="92320"/>
                </a:cubicBezTo>
                <a:cubicBezTo>
                  <a:pt x="765629" y="92320"/>
                  <a:pt x="769846" y="91278"/>
                  <a:pt x="773538" y="89193"/>
                </a:cubicBezTo>
                <a:cubicBezTo>
                  <a:pt x="777231" y="87109"/>
                  <a:pt x="779944" y="84257"/>
                  <a:pt x="781676" y="80639"/>
                </a:cubicBezTo>
                <a:cubicBezTo>
                  <a:pt x="782998" y="77843"/>
                  <a:pt x="783659" y="73720"/>
                  <a:pt x="783659" y="68270"/>
                </a:cubicBezTo>
                <a:lnTo>
                  <a:pt x="783659" y="63735"/>
                </a:lnTo>
                <a:close/>
                <a:moveTo>
                  <a:pt x="809908" y="78506"/>
                </a:moveTo>
                <a:lnTo>
                  <a:pt x="822081" y="76591"/>
                </a:lnTo>
                <a:cubicBezTo>
                  <a:pt x="822764" y="81448"/>
                  <a:pt x="824668" y="85170"/>
                  <a:pt x="827791" y="87757"/>
                </a:cubicBezTo>
                <a:cubicBezTo>
                  <a:pt x="830914" y="90343"/>
                  <a:pt x="835279" y="91636"/>
                  <a:pt x="840886" y="91636"/>
                </a:cubicBezTo>
                <a:cubicBezTo>
                  <a:pt x="846540" y="91636"/>
                  <a:pt x="850734" y="90494"/>
                  <a:pt x="853469" y="88210"/>
                </a:cubicBezTo>
                <a:cubicBezTo>
                  <a:pt x="856205" y="85925"/>
                  <a:pt x="857572" y="83245"/>
                  <a:pt x="857572" y="80171"/>
                </a:cubicBezTo>
                <a:cubicBezTo>
                  <a:pt x="857572" y="77411"/>
                  <a:pt x="856364" y="75240"/>
                  <a:pt x="853948" y="73657"/>
                </a:cubicBezTo>
                <a:cubicBezTo>
                  <a:pt x="852261" y="72571"/>
                  <a:pt x="848067" y="71192"/>
                  <a:pt x="841365" y="69518"/>
                </a:cubicBezTo>
                <a:cubicBezTo>
                  <a:pt x="832338" y="67237"/>
                  <a:pt x="826081" y="65263"/>
                  <a:pt x="822593" y="63598"/>
                </a:cubicBezTo>
                <a:cubicBezTo>
                  <a:pt x="819106" y="61933"/>
                  <a:pt x="816462" y="59628"/>
                  <a:pt x="814661" y="56685"/>
                </a:cubicBezTo>
                <a:cubicBezTo>
                  <a:pt x="812860" y="53741"/>
                  <a:pt x="811960" y="50490"/>
                  <a:pt x="811960" y="46931"/>
                </a:cubicBezTo>
                <a:cubicBezTo>
                  <a:pt x="811960" y="43692"/>
                  <a:pt x="812700" y="40691"/>
                  <a:pt x="814182" y="37930"/>
                </a:cubicBezTo>
                <a:cubicBezTo>
                  <a:pt x="815664" y="35169"/>
                  <a:pt x="817681" y="32876"/>
                  <a:pt x="820234" y="31051"/>
                </a:cubicBezTo>
                <a:cubicBezTo>
                  <a:pt x="822149" y="29636"/>
                  <a:pt x="824759" y="28439"/>
                  <a:pt x="828064" y="27459"/>
                </a:cubicBezTo>
                <a:cubicBezTo>
                  <a:pt x="831370" y="26477"/>
                  <a:pt x="834914" y="25986"/>
                  <a:pt x="838698" y="25986"/>
                </a:cubicBezTo>
                <a:cubicBezTo>
                  <a:pt x="844397" y="25986"/>
                  <a:pt x="849400" y="26813"/>
                  <a:pt x="853709" y="28465"/>
                </a:cubicBezTo>
                <a:cubicBezTo>
                  <a:pt x="858017" y="30116"/>
                  <a:pt x="861197" y="32354"/>
                  <a:pt x="863248" y="35178"/>
                </a:cubicBezTo>
                <a:cubicBezTo>
                  <a:pt x="865300" y="38000"/>
                  <a:pt x="866713" y="41775"/>
                  <a:pt x="867488" y="46502"/>
                </a:cubicBezTo>
                <a:lnTo>
                  <a:pt x="855452" y="48143"/>
                </a:lnTo>
                <a:cubicBezTo>
                  <a:pt x="854905" y="44405"/>
                  <a:pt x="853321" y="41487"/>
                  <a:pt x="850700" y="39390"/>
                </a:cubicBezTo>
                <a:cubicBezTo>
                  <a:pt x="848078" y="37293"/>
                  <a:pt x="844374" y="36244"/>
                  <a:pt x="839587" y="36244"/>
                </a:cubicBezTo>
                <a:cubicBezTo>
                  <a:pt x="833934" y="36244"/>
                  <a:pt x="829899" y="37174"/>
                  <a:pt x="827483" y="39035"/>
                </a:cubicBezTo>
                <a:cubicBezTo>
                  <a:pt x="825067" y="40894"/>
                  <a:pt x="823859" y="43072"/>
                  <a:pt x="823859" y="45568"/>
                </a:cubicBezTo>
                <a:cubicBezTo>
                  <a:pt x="823859" y="47155"/>
                  <a:pt x="824360" y="48584"/>
                  <a:pt x="825363" y="49855"/>
                </a:cubicBezTo>
                <a:cubicBezTo>
                  <a:pt x="826366" y="51170"/>
                  <a:pt x="827939" y="52258"/>
                  <a:pt x="830082" y="53120"/>
                </a:cubicBezTo>
                <a:cubicBezTo>
                  <a:pt x="831313" y="53575"/>
                  <a:pt x="834937" y="54618"/>
                  <a:pt x="840955" y="56251"/>
                </a:cubicBezTo>
                <a:cubicBezTo>
                  <a:pt x="849662" y="58575"/>
                  <a:pt x="855737" y="60477"/>
                  <a:pt x="859179" y="61957"/>
                </a:cubicBezTo>
                <a:cubicBezTo>
                  <a:pt x="862621" y="63437"/>
                  <a:pt x="865323" y="65590"/>
                  <a:pt x="867283" y="68415"/>
                </a:cubicBezTo>
                <a:cubicBezTo>
                  <a:pt x="869243" y="71239"/>
                  <a:pt x="870224" y="74745"/>
                  <a:pt x="870224" y="78936"/>
                </a:cubicBezTo>
                <a:cubicBezTo>
                  <a:pt x="870224" y="83036"/>
                  <a:pt x="869027" y="86897"/>
                  <a:pt x="866633" y="90518"/>
                </a:cubicBezTo>
                <a:cubicBezTo>
                  <a:pt x="864240" y="94138"/>
                  <a:pt x="860786" y="96939"/>
                  <a:pt x="856273" y="98921"/>
                </a:cubicBezTo>
                <a:cubicBezTo>
                  <a:pt x="851760" y="100903"/>
                  <a:pt x="846654" y="101894"/>
                  <a:pt x="840955" y="101894"/>
                </a:cubicBezTo>
                <a:cubicBezTo>
                  <a:pt x="831518" y="101894"/>
                  <a:pt x="824326" y="99928"/>
                  <a:pt x="819379" y="95995"/>
                </a:cubicBezTo>
                <a:cubicBezTo>
                  <a:pt x="814433" y="92063"/>
                  <a:pt x="811276" y="86233"/>
                  <a:pt x="809908" y="78506"/>
                </a:cubicBezTo>
                <a:close/>
                <a:moveTo>
                  <a:pt x="934399" y="76865"/>
                </a:moveTo>
                <a:lnTo>
                  <a:pt x="947119" y="78438"/>
                </a:lnTo>
                <a:cubicBezTo>
                  <a:pt x="945113" y="85869"/>
                  <a:pt x="941397" y="91636"/>
                  <a:pt x="935972" y="95739"/>
                </a:cubicBezTo>
                <a:cubicBezTo>
                  <a:pt x="930547" y="99842"/>
                  <a:pt x="923617" y="101894"/>
                  <a:pt x="915183" y="101894"/>
                </a:cubicBezTo>
                <a:cubicBezTo>
                  <a:pt x="904560" y="101894"/>
                  <a:pt x="896138" y="98623"/>
                  <a:pt x="889914" y="92080"/>
                </a:cubicBezTo>
                <a:cubicBezTo>
                  <a:pt x="883691" y="85538"/>
                  <a:pt x="880580" y="76363"/>
                  <a:pt x="880580" y="64555"/>
                </a:cubicBezTo>
                <a:cubicBezTo>
                  <a:pt x="880580" y="52337"/>
                  <a:pt x="883726" y="42855"/>
                  <a:pt x="890017" y="36107"/>
                </a:cubicBezTo>
                <a:cubicBezTo>
                  <a:pt x="896308" y="29360"/>
                  <a:pt x="904469" y="25986"/>
                  <a:pt x="914499" y="25986"/>
                </a:cubicBezTo>
                <a:cubicBezTo>
                  <a:pt x="924210" y="25986"/>
                  <a:pt x="932142" y="29287"/>
                  <a:pt x="938297" y="35887"/>
                </a:cubicBezTo>
                <a:cubicBezTo>
                  <a:pt x="944452" y="42486"/>
                  <a:pt x="947529" y="51771"/>
                  <a:pt x="947529" y="63741"/>
                </a:cubicBezTo>
                <a:cubicBezTo>
                  <a:pt x="947529" y="64469"/>
                  <a:pt x="947506" y="65561"/>
                  <a:pt x="947460" y="67017"/>
                </a:cubicBezTo>
                <a:lnTo>
                  <a:pt x="893300" y="67017"/>
                </a:lnTo>
                <a:cubicBezTo>
                  <a:pt x="893755" y="74973"/>
                  <a:pt x="896012" y="81065"/>
                  <a:pt x="900070" y="85293"/>
                </a:cubicBezTo>
                <a:cubicBezTo>
                  <a:pt x="904127" y="89522"/>
                  <a:pt x="909188" y="91636"/>
                  <a:pt x="915251" y="91636"/>
                </a:cubicBezTo>
                <a:cubicBezTo>
                  <a:pt x="919765" y="91636"/>
                  <a:pt x="923617" y="90462"/>
                  <a:pt x="926808" y="88114"/>
                </a:cubicBezTo>
                <a:cubicBezTo>
                  <a:pt x="929999" y="85765"/>
                  <a:pt x="932530" y="82015"/>
                  <a:pt x="934399" y="76865"/>
                </a:cubicBezTo>
                <a:moveTo>
                  <a:pt x="893983" y="56760"/>
                </a:moveTo>
                <a:lnTo>
                  <a:pt x="934536" y="56760"/>
                </a:lnTo>
                <a:cubicBezTo>
                  <a:pt x="933989" y="50750"/>
                  <a:pt x="932439" y="46243"/>
                  <a:pt x="929886" y="43239"/>
                </a:cubicBezTo>
                <a:cubicBezTo>
                  <a:pt x="925965" y="38576"/>
                  <a:pt x="920881" y="36244"/>
                  <a:pt x="914636" y="36244"/>
                </a:cubicBezTo>
                <a:cubicBezTo>
                  <a:pt x="908983" y="36244"/>
                  <a:pt x="904230" y="38105"/>
                  <a:pt x="900377" y="41828"/>
                </a:cubicBezTo>
                <a:cubicBezTo>
                  <a:pt x="896525" y="45549"/>
                  <a:pt x="894394" y="50527"/>
                  <a:pt x="893983" y="56760"/>
                </a:cubicBezTo>
                <a:close/>
                <a:moveTo>
                  <a:pt x="989093" y="89379"/>
                </a:moveTo>
                <a:lnTo>
                  <a:pt x="990871" y="100252"/>
                </a:lnTo>
                <a:cubicBezTo>
                  <a:pt x="987406" y="100891"/>
                  <a:pt x="984306" y="101210"/>
                  <a:pt x="981571" y="101210"/>
                </a:cubicBezTo>
                <a:cubicBezTo>
                  <a:pt x="977103" y="101210"/>
                  <a:pt x="973638" y="100503"/>
                  <a:pt x="971176" y="99090"/>
                </a:cubicBezTo>
                <a:cubicBezTo>
                  <a:pt x="968714" y="97677"/>
                  <a:pt x="966982" y="95819"/>
                  <a:pt x="965979" y="93516"/>
                </a:cubicBezTo>
                <a:cubicBezTo>
                  <a:pt x="964976" y="91214"/>
                  <a:pt x="964475" y="86370"/>
                  <a:pt x="964475" y="78985"/>
                </a:cubicBezTo>
                <a:lnTo>
                  <a:pt x="964475" y="37201"/>
                </a:lnTo>
                <a:lnTo>
                  <a:pt x="955448" y="37201"/>
                </a:lnTo>
                <a:lnTo>
                  <a:pt x="955448" y="27628"/>
                </a:lnTo>
                <a:lnTo>
                  <a:pt x="964475" y="27628"/>
                </a:lnTo>
                <a:lnTo>
                  <a:pt x="964475" y="9593"/>
                </a:lnTo>
                <a:lnTo>
                  <a:pt x="976715" y="2188"/>
                </a:lnTo>
                <a:lnTo>
                  <a:pt x="976715" y="27628"/>
                </a:lnTo>
                <a:lnTo>
                  <a:pt x="989093" y="27628"/>
                </a:lnTo>
                <a:lnTo>
                  <a:pt x="989093" y="37201"/>
                </a:lnTo>
                <a:lnTo>
                  <a:pt x="976715" y="37201"/>
                </a:lnTo>
                <a:lnTo>
                  <a:pt x="976715" y="79669"/>
                </a:lnTo>
                <a:cubicBezTo>
                  <a:pt x="976715" y="83179"/>
                  <a:pt x="976932" y="85436"/>
                  <a:pt x="977365" y="86439"/>
                </a:cubicBezTo>
                <a:cubicBezTo>
                  <a:pt x="977798" y="87442"/>
                  <a:pt x="978505" y="88239"/>
                  <a:pt x="979485" y="88832"/>
                </a:cubicBezTo>
                <a:cubicBezTo>
                  <a:pt x="980465" y="89425"/>
                  <a:pt x="981867" y="89721"/>
                  <a:pt x="983691" y="89721"/>
                </a:cubicBezTo>
                <a:cubicBezTo>
                  <a:pt x="985058" y="89721"/>
                  <a:pt x="986859" y="89607"/>
                  <a:pt x="989093" y="89379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29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4ef3496ce9c4c62"/>
          <a:stretch xmlns:a="http://schemas.openxmlformats.org/drawingml/2006/main"/>
        </p:blipFill>
        <p:spPr>
          <a:xfrm xmlns:a="http://schemas.openxmlformats.org/drawingml/2006/main">
            <a:off x="9261780" y="227357"/>
            <a:ext cx="395639" cy="395639"/>
          </a:xfrm>
          <a:prstGeom xmlns:a="http://schemas.openxmlformats.org/drawingml/2006/main" prst="rect">
            <a:avLst/>
          </a:prstGeom>
        </p:spPr>
      </p:pic>
      <p:pic>
        <p:nvPicPr>
          <p:cNvPr id="29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ba80da1715e4e56"/>
          <a:stretch xmlns:a="http://schemas.openxmlformats.org/drawingml/2006/main"/>
        </p:blipFill>
        <p:spPr>
          <a:xfrm xmlns:a="http://schemas.openxmlformats.org/drawingml/2006/main">
            <a:off x="13411330" y="1277646"/>
            <a:ext cx="397422" cy="395639"/>
          </a:xfrm>
          <a:prstGeom xmlns:a="http://schemas.openxmlformats.org/drawingml/2006/main" prst="rect">
            <a:avLst/>
          </a:prstGeom>
        </p:spPr>
      </p:pic>
      <p:pic>
        <p:nvPicPr>
          <p:cNvPr id="29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e68c26301404214"/>
          <a:stretch xmlns:a="http://schemas.openxmlformats.org/drawingml/2006/main"/>
        </p:blipFill>
        <p:spPr>
          <a:xfrm xmlns:a="http://schemas.openxmlformats.org/drawingml/2006/main">
            <a:off x="1261118" y="2370265"/>
            <a:ext cx="519696" cy="519696"/>
          </a:xfrm>
          <a:prstGeom xmlns:a="http://schemas.openxmlformats.org/drawingml/2006/main" prst="rect">
            <a:avLst/>
          </a:prstGeom>
        </p:spPr>
      </p:pic>
      <p:pic>
        <p:nvPicPr>
          <p:cNvPr id="29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504d8ce51744361"/>
          <a:stretch xmlns:a="http://schemas.openxmlformats.org/drawingml/2006/main"/>
        </p:blipFill>
        <p:spPr>
          <a:xfrm xmlns:a="http://schemas.openxmlformats.org/drawingml/2006/main">
            <a:off x="7514303" y="1335937"/>
            <a:ext cx="519696" cy="519696"/>
          </a:xfrm>
          <a:prstGeom xmlns:a="http://schemas.openxmlformats.org/drawingml/2006/main" prst="rect">
            <a:avLst/>
          </a:prstGeom>
        </p:spPr>
      </p:pic>
      <p:sp>
        <p:nvSpPr>
          <p:cNvPr id="13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85051E8-1AA4-4961-B2DD-AAD28BB38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6543" y="2292030"/>
            <a:ext cx="2278908" cy="749508"/>
          </a:xfrm>
          <a:custGeom xmlns:a="http://schemas.openxmlformats.org/drawingml/2006/main">
            <a:pathLst>
              <a:path w="2278908" h="749508">
                <a:moveTo>
                  <a:pt x="628315" y="10478"/>
                </a:moveTo>
                <a:lnTo>
                  <a:pt x="628315" y="0"/>
                </a:lnTo>
                <a:lnTo>
                  <a:pt x="586404" y="0"/>
                </a:lnTo>
                <a:lnTo>
                  <a:pt x="586404" y="10478"/>
                </a:lnTo>
                <a:lnTo>
                  <a:pt x="628315" y="10478"/>
                </a:lnTo>
                <a:close/>
                <a:moveTo>
                  <a:pt x="554971" y="10478"/>
                </a:moveTo>
                <a:lnTo>
                  <a:pt x="554971" y="0"/>
                </a:lnTo>
                <a:lnTo>
                  <a:pt x="513060" y="0"/>
                </a:lnTo>
                <a:lnTo>
                  <a:pt x="513060" y="10478"/>
                </a:lnTo>
                <a:lnTo>
                  <a:pt x="554971" y="10478"/>
                </a:lnTo>
                <a:close/>
                <a:moveTo>
                  <a:pt x="481627" y="10478"/>
                </a:moveTo>
                <a:lnTo>
                  <a:pt x="481627" y="0"/>
                </a:lnTo>
                <a:lnTo>
                  <a:pt x="439716" y="0"/>
                </a:lnTo>
                <a:lnTo>
                  <a:pt x="439716" y="10478"/>
                </a:lnTo>
                <a:lnTo>
                  <a:pt x="481627" y="10478"/>
                </a:lnTo>
                <a:close/>
                <a:moveTo>
                  <a:pt x="408283" y="0"/>
                </a:moveTo>
                <a:lnTo>
                  <a:pt x="366372" y="0"/>
                </a:lnTo>
                <a:lnTo>
                  <a:pt x="366372" y="10478"/>
                </a:lnTo>
                <a:lnTo>
                  <a:pt x="408283" y="10478"/>
                </a:lnTo>
                <a:lnTo>
                  <a:pt x="408283" y="0"/>
                </a:lnTo>
                <a:close/>
                <a:moveTo>
                  <a:pt x="334938" y="0"/>
                </a:moveTo>
                <a:lnTo>
                  <a:pt x="293027" y="0"/>
                </a:lnTo>
                <a:lnTo>
                  <a:pt x="293027" y="10478"/>
                </a:lnTo>
                <a:lnTo>
                  <a:pt x="334938" y="10478"/>
                </a:lnTo>
                <a:lnTo>
                  <a:pt x="334938" y="0"/>
                </a:lnTo>
                <a:close/>
                <a:moveTo>
                  <a:pt x="261594" y="10478"/>
                </a:moveTo>
                <a:lnTo>
                  <a:pt x="261594" y="0"/>
                </a:lnTo>
                <a:lnTo>
                  <a:pt x="219683" y="0"/>
                </a:lnTo>
                <a:lnTo>
                  <a:pt x="219683" y="10478"/>
                </a:lnTo>
                <a:lnTo>
                  <a:pt x="261594" y="10478"/>
                </a:lnTo>
                <a:close/>
                <a:moveTo>
                  <a:pt x="188250" y="0"/>
                </a:moveTo>
                <a:lnTo>
                  <a:pt x="146339" y="0"/>
                </a:lnTo>
                <a:lnTo>
                  <a:pt x="146339" y="10478"/>
                </a:lnTo>
                <a:lnTo>
                  <a:pt x="188250" y="10478"/>
                </a:lnTo>
                <a:lnTo>
                  <a:pt x="188250" y="0"/>
                </a:lnTo>
                <a:close/>
                <a:moveTo>
                  <a:pt x="114906" y="0"/>
                </a:moveTo>
                <a:lnTo>
                  <a:pt x="72995" y="0"/>
                </a:lnTo>
                <a:lnTo>
                  <a:pt x="72995" y="10478"/>
                </a:lnTo>
                <a:lnTo>
                  <a:pt x="114906" y="10478"/>
                </a:lnTo>
                <a:lnTo>
                  <a:pt x="114906" y="0"/>
                </a:lnTo>
                <a:close/>
                <a:moveTo>
                  <a:pt x="10478" y="10478"/>
                </a:moveTo>
                <a:lnTo>
                  <a:pt x="41562" y="10478"/>
                </a:lnTo>
                <a:lnTo>
                  <a:pt x="41562" y="0"/>
                </a:lnTo>
                <a:lnTo>
                  <a:pt x="0" y="0"/>
                </a:lnTo>
                <a:lnTo>
                  <a:pt x="0" y="10827"/>
                </a:lnTo>
                <a:lnTo>
                  <a:pt x="10478" y="10827"/>
                </a:lnTo>
                <a:lnTo>
                  <a:pt x="10478" y="10478"/>
                </a:lnTo>
                <a:close/>
                <a:moveTo>
                  <a:pt x="0" y="42260"/>
                </a:moveTo>
                <a:lnTo>
                  <a:pt x="0" y="84171"/>
                </a:lnTo>
                <a:lnTo>
                  <a:pt x="10478" y="84171"/>
                </a:lnTo>
                <a:lnTo>
                  <a:pt x="10478" y="42260"/>
                </a:lnTo>
                <a:lnTo>
                  <a:pt x="0" y="42260"/>
                </a:lnTo>
                <a:close/>
                <a:moveTo>
                  <a:pt x="10478" y="115604"/>
                </a:moveTo>
                <a:lnTo>
                  <a:pt x="0" y="115604"/>
                </a:lnTo>
                <a:lnTo>
                  <a:pt x="0" y="157515"/>
                </a:lnTo>
                <a:lnTo>
                  <a:pt x="10478" y="157515"/>
                </a:lnTo>
                <a:lnTo>
                  <a:pt x="10478" y="115604"/>
                </a:lnTo>
                <a:close/>
                <a:moveTo>
                  <a:pt x="10478" y="188949"/>
                </a:moveTo>
                <a:lnTo>
                  <a:pt x="0" y="188949"/>
                </a:lnTo>
                <a:lnTo>
                  <a:pt x="0" y="230859"/>
                </a:lnTo>
                <a:lnTo>
                  <a:pt x="10478" y="230859"/>
                </a:lnTo>
                <a:lnTo>
                  <a:pt x="10478" y="188949"/>
                </a:lnTo>
                <a:close/>
                <a:moveTo>
                  <a:pt x="10478" y="262293"/>
                </a:moveTo>
                <a:lnTo>
                  <a:pt x="0" y="262293"/>
                </a:lnTo>
                <a:lnTo>
                  <a:pt x="0" y="304204"/>
                </a:lnTo>
                <a:lnTo>
                  <a:pt x="10478" y="304204"/>
                </a:lnTo>
                <a:lnTo>
                  <a:pt x="10478" y="262293"/>
                </a:lnTo>
                <a:close/>
                <a:moveTo>
                  <a:pt x="0" y="335637"/>
                </a:moveTo>
                <a:lnTo>
                  <a:pt x="0" y="377548"/>
                </a:lnTo>
                <a:lnTo>
                  <a:pt x="10478" y="377548"/>
                </a:lnTo>
                <a:lnTo>
                  <a:pt x="10478" y="335637"/>
                </a:lnTo>
                <a:lnTo>
                  <a:pt x="0" y="335637"/>
                </a:lnTo>
                <a:close/>
                <a:moveTo>
                  <a:pt x="0" y="408981"/>
                </a:moveTo>
                <a:lnTo>
                  <a:pt x="0" y="450892"/>
                </a:lnTo>
                <a:lnTo>
                  <a:pt x="10478" y="450892"/>
                </a:lnTo>
                <a:lnTo>
                  <a:pt x="10478" y="408981"/>
                </a:lnTo>
                <a:lnTo>
                  <a:pt x="0" y="408981"/>
                </a:lnTo>
                <a:close/>
                <a:moveTo>
                  <a:pt x="10478" y="482325"/>
                </a:moveTo>
                <a:lnTo>
                  <a:pt x="0" y="482325"/>
                </a:lnTo>
                <a:lnTo>
                  <a:pt x="0" y="524236"/>
                </a:lnTo>
                <a:lnTo>
                  <a:pt x="10478" y="524236"/>
                </a:lnTo>
                <a:lnTo>
                  <a:pt x="10478" y="482325"/>
                </a:lnTo>
                <a:close/>
                <a:moveTo>
                  <a:pt x="0" y="555669"/>
                </a:moveTo>
                <a:lnTo>
                  <a:pt x="0" y="597580"/>
                </a:lnTo>
                <a:lnTo>
                  <a:pt x="10478" y="597580"/>
                </a:lnTo>
                <a:lnTo>
                  <a:pt x="10478" y="555669"/>
                </a:lnTo>
                <a:lnTo>
                  <a:pt x="0" y="555669"/>
                </a:lnTo>
                <a:close/>
                <a:moveTo>
                  <a:pt x="0" y="629014"/>
                </a:moveTo>
                <a:lnTo>
                  <a:pt x="0" y="670924"/>
                </a:lnTo>
                <a:lnTo>
                  <a:pt x="10478" y="670924"/>
                </a:lnTo>
                <a:lnTo>
                  <a:pt x="10478" y="629014"/>
                </a:lnTo>
                <a:lnTo>
                  <a:pt x="0" y="629014"/>
                </a:lnTo>
                <a:close/>
                <a:moveTo>
                  <a:pt x="5239" y="749508"/>
                </a:moveTo>
                <a:lnTo>
                  <a:pt x="5937" y="749508"/>
                </a:lnTo>
                <a:lnTo>
                  <a:pt x="5937" y="744269"/>
                </a:lnTo>
                <a:lnTo>
                  <a:pt x="10478" y="744269"/>
                </a:lnTo>
                <a:lnTo>
                  <a:pt x="10478" y="702358"/>
                </a:lnTo>
                <a:lnTo>
                  <a:pt x="0" y="702358"/>
                </a:lnTo>
                <a:lnTo>
                  <a:pt x="0" y="744269"/>
                </a:lnTo>
                <a:lnTo>
                  <a:pt x="5239" y="744269"/>
                </a:lnTo>
                <a:lnTo>
                  <a:pt x="5239" y="749508"/>
                </a:lnTo>
                <a:close/>
                <a:moveTo>
                  <a:pt x="37371" y="749508"/>
                </a:moveTo>
                <a:lnTo>
                  <a:pt x="79282" y="749508"/>
                </a:lnTo>
                <a:lnTo>
                  <a:pt x="79282" y="739030"/>
                </a:lnTo>
                <a:lnTo>
                  <a:pt x="37371" y="739030"/>
                </a:lnTo>
                <a:lnTo>
                  <a:pt x="37371" y="749508"/>
                </a:lnTo>
                <a:close/>
                <a:moveTo>
                  <a:pt x="110715" y="739030"/>
                </a:moveTo>
                <a:lnTo>
                  <a:pt x="110715" y="749508"/>
                </a:lnTo>
                <a:lnTo>
                  <a:pt x="152626" y="749508"/>
                </a:lnTo>
                <a:lnTo>
                  <a:pt x="152626" y="739030"/>
                </a:lnTo>
                <a:lnTo>
                  <a:pt x="110715" y="739030"/>
                </a:lnTo>
                <a:close/>
                <a:moveTo>
                  <a:pt x="184059" y="739030"/>
                </a:moveTo>
                <a:lnTo>
                  <a:pt x="184059" y="749508"/>
                </a:lnTo>
                <a:lnTo>
                  <a:pt x="225970" y="749508"/>
                </a:lnTo>
                <a:lnTo>
                  <a:pt x="225970" y="739030"/>
                </a:lnTo>
                <a:lnTo>
                  <a:pt x="184059" y="739030"/>
                </a:lnTo>
                <a:close/>
                <a:moveTo>
                  <a:pt x="257403" y="739030"/>
                </a:moveTo>
                <a:lnTo>
                  <a:pt x="257403" y="749508"/>
                </a:lnTo>
                <a:lnTo>
                  <a:pt x="299314" y="749508"/>
                </a:lnTo>
                <a:lnTo>
                  <a:pt x="299314" y="739030"/>
                </a:lnTo>
                <a:lnTo>
                  <a:pt x="257403" y="739030"/>
                </a:lnTo>
                <a:close/>
                <a:moveTo>
                  <a:pt x="330747" y="749508"/>
                </a:moveTo>
                <a:lnTo>
                  <a:pt x="372658" y="749508"/>
                </a:lnTo>
                <a:lnTo>
                  <a:pt x="372658" y="739030"/>
                </a:lnTo>
                <a:lnTo>
                  <a:pt x="330747" y="739030"/>
                </a:lnTo>
                <a:lnTo>
                  <a:pt x="330747" y="749508"/>
                </a:lnTo>
                <a:close/>
                <a:moveTo>
                  <a:pt x="404091" y="749508"/>
                </a:moveTo>
                <a:lnTo>
                  <a:pt x="446002" y="749508"/>
                </a:lnTo>
                <a:lnTo>
                  <a:pt x="446002" y="739030"/>
                </a:lnTo>
                <a:lnTo>
                  <a:pt x="404091" y="739030"/>
                </a:lnTo>
                <a:lnTo>
                  <a:pt x="404091" y="749508"/>
                </a:lnTo>
                <a:close/>
                <a:moveTo>
                  <a:pt x="477436" y="739030"/>
                </a:moveTo>
                <a:lnTo>
                  <a:pt x="477436" y="749508"/>
                </a:lnTo>
                <a:lnTo>
                  <a:pt x="519347" y="749508"/>
                </a:lnTo>
                <a:lnTo>
                  <a:pt x="519347" y="739030"/>
                </a:lnTo>
                <a:lnTo>
                  <a:pt x="477436" y="739030"/>
                </a:lnTo>
                <a:close/>
                <a:moveTo>
                  <a:pt x="550780" y="749508"/>
                </a:moveTo>
                <a:lnTo>
                  <a:pt x="592691" y="749508"/>
                </a:lnTo>
                <a:lnTo>
                  <a:pt x="592691" y="739030"/>
                </a:lnTo>
                <a:lnTo>
                  <a:pt x="550780" y="739030"/>
                </a:lnTo>
                <a:lnTo>
                  <a:pt x="550780" y="749508"/>
                </a:lnTo>
                <a:close/>
                <a:moveTo>
                  <a:pt x="1728478" y="10478"/>
                </a:moveTo>
                <a:lnTo>
                  <a:pt x="1728478" y="0"/>
                </a:lnTo>
                <a:lnTo>
                  <a:pt x="1686567" y="0"/>
                </a:lnTo>
                <a:lnTo>
                  <a:pt x="1686567" y="10478"/>
                </a:lnTo>
                <a:lnTo>
                  <a:pt x="1728478" y="10478"/>
                </a:lnTo>
                <a:close/>
                <a:moveTo>
                  <a:pt x="701659" y="0"/>
                </a:moveTo>
                <a:lnTo>
                  <a:pt x="659748" y="0"/>
                </a:lnTo>
                <a:lnTo>
                  <a:pt x="659748" y="10478"/>
                </a:lnTo>
                <a:lnTo>
                  <a:pt x="701659" y="10478"/>
                </a:lnTo>
                <a:lnTo>
                  <a:pt x="701659" y="0"/>
                </a:lnTo>
                <a:close/>
                <a:moveTo>
                  <a:pt x="775003" y="0"/>
                </a:moveTo>
                <a:lnTo>
                  <a:pt x="733092" y="0"/>
                </a:lnTo>
                <a:lnTo>
                  <a:pt x="733092" y="10478"/>
                </a:lnTo>
                <a:lnTo>
                  <a:pt x="775003" y="10478"/>
                </a:lnTo>
                <a:lnTo>
                  <a:pt x="775003" y="0"/>
                </a:lnTo>
                <a:close/>
                <a:moveTo>
                  <a:pt x="848348" y="10478"/>
                </a:moveTo>
                <a:lnTo>
                  <a:pt x="848348" y="0"/>
                </a:lnTo>
                <a:lnTo>
                  <a:pt x="806437" y="0"/>
                </a:lnTo>
                <a:lnTo>
                  <a:pt x="806437" y="10478"/>
                </a:lnTo>
                <a:lnTo>
                  <a:pt x="848348" y="10478"/>
                </a:lnTo>
                <a:close/>
                <a:moveTo>
                  <a:pt x="921692" y="10478"/>
                </a:moveTo>
                <a:lnTo>
                  <a:pt x="921692" y="0"/>
                </a:lnTo>
                <a:lnTo>
                  <a:pt x="879781" y="0"/>
                </a:lnTo>
                <a:lnTo>
                  <a:pt x="879781" y="10478"/>
                </a:lnTo>
                <a:lnTo>
                  <a:pt x="921692" y="10478"/>
                </a:lnTo>
                <a:close/>
                <a:moveTo>
                  <a:pt x="995036" y="10478"/>
                </a:moveTo>
                <a:lnTo>
                  <a:pt x="995036" y="0"/>
                </a:lnTo>
                <a:lnTo>
                  <a:pt x="953125" y="0"/>
                </a:lnTo>
                <a:lnTo>
                  <a:pt x="953125" y="10478"/>
                </a:lnTo>
                <a:lnTo>
                  <a:pt x="995036" y="10478"/>
                </a:lnTo>
                <a:close/>
                <a:moveTo>
                  <a:pt x="1068380" y="0"/>
                </a:moveTo>
                <a:lnTo>
                  <a:pt x="1026469" y="0"/>
                </a:lnTo>
                <a:lnTo>
                  <a:pt x="1026469" y="10478"/>
                </a:lnTo>
                <a:lnTo>
                  <a:pt x="1068380" y="10478"/>
                </a:lnTo>
                <a:lnTo>
                  <a:pt x="1068380" y="0"/>
                </a:lnTo>
                <a:close/>
                <a:moveTo>
                  <a:pt x="1141724" y="0"/>
                </a:moveTo>
                <a:lnTo>
                  <a:pt x="1099813" y="0"/>
                </a:lnTo>
                <a:lnTo>
                  <a:pt x="1099813" y="10478"/>
                </a:lnTo>
                <a:lnTo>
                  <a:pt x="1141724" y="10478"/>
                </a:lnTo>
                <a:lnTo>
                  <a:pt x="1141724" y="0"/>
                </a:lnTo>
                <a:close/>
                <a:moveTo>
                  <a:pt x="1215068" y="10478"/>
                </a:moveTo>
                <a:lnTo>
                  <a:pt x="1215068" y="0"/>
                </a:lnTo>
                <a:lnTo>
                  <a:pt x="1173157" y="0"/>
                </a:lnTo>
                <a:lnTo>
                  <a:pt x="1173157" y="10478"/>
                </a:lnTo>
                <a:lnTo>
                  <a:pt x="1215068" y="10478"/>
                </a:lnTo>
                <a:close/>
                <a:moveTo>
                  <a:pt x="1288413" y="0"/>
                </a:moveTo>
                <a:lnTo>
                  <a:pt x="1246502" y="0"/>
                </a:lnTo>
                <a:lnTo>
                  <a:pt x="1246502" y="10478"/>
                </a:lnTo>
                <a:lnTo>
                  <a:pt x="1288413" y="10478"/>
                </a:lnTo>
                <a:lnTo>
                  <a:pt x="1288413" y="0"/>
                </a:lnTo>
                <a:close/>
                <a:moveTo>
                  <a:pt x="1361757" y="0"/>
                </a:moveTo>
                <a:lnTo>
                  <a:pt x="1319846" y="0"/>
                </a:lnTo>
                <a:lnTo>
                  <a:pt x="1319846" y="10478"/>
                </a:lnTo>
                <a:lnTo>
                  <a:pt x="1361757" y="10478"/>
                </a:lnTo>
                <a:lnTo>
                  <a:pt x="1361757" y="0"/>
                </a:lnTo>
                <a:close/>
                <a:moveTo>
                  <a:pt x="1655133" y="10478"/>
                </a:moveTo>
                <a:lnTo>
                  <a:pt x="1655133" y="0"/>
                </a:lnTo>
                <a:lnTo>
                  <a:pt x="1613222" y="0"/>
                </a:lnTo>
                <a:lnTo>
                  <a:pt x="1613222" y="10478"/>
                </a:lnTo>
                <a:lnTo>
                  <a:pt x="1655133" y="10478"/>
                </a:lnTo>
                <a:close/>
                <a:moveTo>
                  <a:pt x="1581789" y="0"/>
                </a:moveTo>
                <a:lnTo>
                  <a:pt x="1539878" y="0"/>
                </a:lnTo>
                <a:lnTo>
                  <a:pt x="1539878" y="10478"/>
                </a:lnTo>
                <a:lnTo>
                  <a:pt x="1581789" y="10478"/>
                </a:lnTo>
                <a:lnTo>
                  <a:pt x="1581789" y="0"/>
                </a:lnTo>
                <a:close/>
                <a:moveTo>
                  <a:pt x="1508445" y="0"/>
                </a:moveTo>
                <a:lnTo>
                  <a:pt x="1466534" y="0"/>
                </a:lnTo>
                <a:lnTo>
                  <a:pt x="1466534" y="10478"/>
                </a:lnTo>
                <a:lnTo>
                  <a:pt x="1508445" y="10478"/>
                </a:lnTo>
                <a:lnTo>
                  <a:pt x="1508445" y="0"/>
                </a:lnTo>
                <a:close/>
                <a:moveTo>
                  <a:pt x="1435101" y="10478"/>
                </a:moveTo>
                <a:lnTo>
                  <a:pt x="1435101" y="0"/>
                </a:lnTo>
                <a:lnTo>
                  <a:pt x="1393190" y="0"/>
                </a:lnTo>
                <a:lnTo>
                  <a:pt x="1393190" y="10478"/>
                </a:lnTo>
                <a:lnTo>
                  <a:pt x="1435101" y="10478"/>
                </a:lnTo>
                <a:close/>
                <a:moveTo>
                  <a:pt x="990845" y="739030"/>
                </a:moveTo>
                <a:lnTo>
                  <a:pt x="990845" y="749508"/>
                </a:lnTo>
                <a:lnTo>
                  <a:pt x="1032756" y="749508"/>
                </a:lnTo>
                <a:lnTo>
                  <a:pt x="1032756" y="739030"/>
                </a:lnTo>
                <a:lnTo>
                  <a:pt x="990845" y="739030"/>
                </a:lnTo>
                <a:close/>
                <a:moveTo>
                  <a:pt x="1064189" y="739030"/>
                </a:moveTo>
                <a:lnTo>
                  <a:pt x="1064189" y="749508"/>
                </a:lnTo>
                <a:lnTo>
                  <a:pt x="1106100" y="749508"/>
                </a:lnTo>
                <a:lnTo>
                  <a:pt x="1106100" y="739030"/>
                </a:lnTo>
                <a:lnTo>
                  <a:pt x="1064189" y="739030"/>
                </a:lnTo>
                <a:close/>
                <a:moveTo>
                  <a:pt x="1137533" y="749508"/>
                </a:moveTo>
                <a:lnTo>
                  <a:pt x="1179444" y="749508"/>
                </a:lnTo>
                <a:lnTo>
                  <a:pt x="1179444" y="739030"/>
                </a:lnTo>
                <a:lnTo>
                  <a:pt x="1137533" y="739030"/>
                </a:lnTo>
                <a:lnTo>
                  <a:pt x="1137533" y="749508"/>
                </a:lnTo>
                <a:close/>
                <a:moveTo>
                  <a:pt x="1210877" y="749508"/>
                </a:moveTo>
                <a:lnTo>
                  <a:pt x="1252788" y="749508"/>
                </a:lnTo>
                <a:lnTo>
                  <a:pt x="1252788" y="739030"/>
                </a:lnTo>
                <a:lnTo>
                  <a:pt x="1210877" y="739030"/>
                </a:lnTo>
                <a:lnTo>
                  <a:pt x="1210877" y="749508"/>
                </a:lnTo>
                <a:close/>
                <a:moveTo>
                  <a:pt x="1284221" y="739030"/>
                </a:moveTo>
                <a:lnTo>
                  <a:pt x="1284221" y="749508"/>
                </a:lnTo>
                <a:lnTo>
                  <a:pt x="1326132" y="749508"/>
                </a:lnTo>
                <a:lnTo>
                  <a:pt x="1326132" y="739030"/>
                </a:lnTo>
                <a:lnTo>
                  <a:pt x="1284221" y="739030"/>
                </a:lnTo>
                <a:close/>
                <a:moveTo>
                  <a:pt x="1357566" y="749508"/>
                </a:moveTo>
                <a:lnTo>
                  <a:pt x="1399477" y="749508"/>
                </a:lnTo>
                <a:lnTo>
                  <a:pt x="1399477" y="739030"/>
                </a:lnTo>
                <a:lnTo>
                  <a:pt x="1357566" y="739030"/>
                </a:lnTo>
                <a:lnTo>
                  <a:pt x="1357566" y="749508"/>
                </a:lnTo>
                <a:close/>
                <a:moveTo>
                  <a:pt x="917501" y="749508"/>
                </a:moveTo>
                <a:lnTo>
                  <a:pt x="959412" y="749508"/>
                </a:lnTo>
                <a:lnTo>
                  <a:pt x="959412" y="739030"/>
                </a:lnTo>
                <a:lnTo>
                  <a:pt x="917501" y="739030"/>
                </a:lnTo>
                <a:lnTo>
                  <a:pt x="917501" y="749508"/>
                </a:lnTo>
                <a:close/>
                <a:moveTo>
                  <a:pt x="1430910" y="739030"/>
                </a:moveTo>
                <a:lnTo>
                  <a:pt x="1430910" y="749508"/>
                </a:lnTo>
                <a:lnTo>
                  <a:pt x="1472821" y="749508"/>
                </a:lnTo>
                <a:lnTo>
                  <a:pt x="1472821" y="739030"/>
                </a:lnTo>
                <a:lnTo>
                  <a:pt x="1430910" y="739030"/>
                </a:lnTo>
                <a:close/>
                <a:moveTo>
                  <a:pt x="844156" y="749508"/>
                </a:moveTo>
                <a:lnTo>
                  <a:pt x="886067" y="749508"/>
                </a:lnTo>
                <a:lnTo>
                  <a:pt x="886067" y="739030"/>
                </a:lnTo>
                <a:lnTo>
                  <a:pt x="844156" y="739030"/>
                </a:lnTo>
                <a:lnTo>
                  <a:pt x="844156" y="749508"/>
                </a:lnTo>
                <a:close/>
                <a:moveTo>
                  <a:pt x="1504254" y="749508"/>
                </a:moveTo>
                <a:lnTo>
                  <a:pt x="1546165" y="749508"/>
                </a:lnTo>
                <a:lnTo>
                  <a:pt x="1546165" y="739030"/>
                </a:lnTo>
                <a:lnTo>
                  <a:pt x="1504254" y="739030"/>
                </a:lnTo>
                <a:lnTo>
                  <a:pt x="1504254" y="749508"/>
                </a:lnTo>
                <a:close/>
                <a:moveTo>
                  <a:pt x="770812" y="739030"/>
                </a:moveTo>
                <a:lnTo>
                  <a:pt x="770812" y="749508"/>
                </a:lnTo>
                <a:lnTo>
                  <a:pt x="812723" y="749508"/>
                </a:lnTo>
                <a:lnTo>
                  <a:pt x="812723" y="739030"/>
                </a:lnTo>
                <a:lnTo>
                  <a:pt x="770812" y="739030"/>
                </a:lnTo>
                <a:close/>
                <a:moveTo>
                  <a:pt x="1577598" y="739030"/>
                </a:moveTo>
                <a:lnTo>
                  <a:pt x="1577598" y="749508"/>
                </a:lnTo>
                <a:lnTo>
                  <a:pt x="1619509" y="749508"/>
                </a:lnTo>
                <a:lnTo>
                  <a:pt x="1619509" y="739030"/>
                </a:lnTo>
                <a:lnTo>
                  <a:pt x="1577598" y="739030"/>
                </a:lnTo>
                <a:close/>
                <a:moveTo>
                  <a:pt x="697468" y="739030"/>
                </a:moveTo>
                <a:lnTo>
                  <a:pt x="697468" y="749508"/>
                </a:lnTo>
                <a:lnTo>
                  <a:pt x="739379" y="749508"/>
                </a:lnTo>
                <a:lnTo>
                  <a:pt x="739379" y="739030"/>
                </a:lnTo>
                <a:lnTo>
                  <a:pt x="697468" y="739030"/>
                </a:lnTo>
                <a:close/>
                <a:moveTo>
                  <a:pt x="1650942" y="749508"/>
                </a:moveTo>
                <a:lnTo>
                  <a:pt x="1692853" y="749508"/>
                </a:lnTo>
                <a:lnTo>
                  <a:pt x="1692853" y="739030"/>
                </a:lnTo>
                <a:lnTo>
                  <a:pt x="1650942" y="739030"/>
                </a:lnTo>
                <a:lnTo>
                  <a:pt x="1650942" y="749508"/>
                </a:lnTo>
                <a:close/>
                <a:moveTo>
                  <a:pt x="624124" y="749508"/>
                </a:moveTo>
                <a:lnTo>
                  <a:pt x="666035" y="749508"/>
                </a:lnTo>
                <a:lnTo>
                  <a:pt x="666035" y="739030"/>
                </a:lnTo>
                <a:lnTo>
                  <a:pt x="624124" y="739030"/>
                </a:lnTo>
                <a:lnTo>
                  <a:pt x="624124" y="749508"/>
                </a:lnTo>
                <a:close/>
                <a:moveTo>
                  <a:pt x="1801822" y="10478"/>
                </a:moveTo>
                <a:lnTo>
                  <a:pt x="1801822" y="0"/>
                </a:lnTo>
                <a:lnTo>
                  <a:pt x="1759911" y="0"/>
                </a:lnTo>
                <a:lnTo>
                  <a:pt x="1759911" y="10478"/>
                </a:lnTo>
                <a:lnTo>
                  <a:pt x="1801822" y="10478"/>
                </a:lnTo>
                <a:close/>
                <a:moveTo>
                  <a:pt x="1875166" y="0"/>
                </a:moveTo>
                <a:lnTo>
                  <a:pt x="1833255" y="0"/>
                </a:lnTo>
                <a:lnTo>
                  <a:pt x="1833255" y="10478"/>
                </a:lnTo>
                <a:lnTo>
                  <a:pt x="1875166" y="10478"/>
                </a:lnTo>
                <a:lnTo>
                  <a:pt x="1875166" y="0"/>
                </a:lnTo>
                <a:close/>
                <a:moveTo>
                  <a:pt x="1948510" y="0"/>
                </a:moveTo>
                <a:lnTo>
                  <a:pt x="1906599" y="0"/>
                </a:lnTo>
                <a:lnTo>
                  <a:pt x="1906599" y="10478"/>
                </a:lnTo>
                <a:lnTo>
                  <a:pt x="1948510" y="10478"/>
                </a:lnTo>
                <a:lnTo>
                  <a:pt x="1948510" y="0"/>
                </a:lnTo>
                <a:close/>
                <a:moveTo>
                  <a:pt x="2021854" y="10478"/>
                </a:moveTo>
                <a:lnTo>
                  <a:pt x="2021854" y="0"/>
                </a:lnTo>
                <a:lnTo>
                  <a:pt x="1979943" y="0"/>
                </a:lnTo>
                <a:lnTo>
                  <a:pt x="1979943" y="10478"/>
                </a:lnTo>
                <a:lnTo>
                  <a:pt x="2021854" y="10478"/>
                </a:lnTo>
                <a:close/>
                <a:moveTo>
                  <a:pt x="2095198" y="0"/>
                </a:moveTo>
                <a:lnTo>
                  <a:pt x="2053287" y="0"/>
                </a:lnTo>
                <a:lnTo>
                  <a:pt x="2053287" y="10478"/>
                </a:lnTo>
                <a:lnTo>
                  <a:pt x="2095198" y="10478"/>
                </a:lnTo>
                <a:lnTo>
                  <a:pt x="2095198" y="0"/>
                </a:lnTo>
                <a:close/>
                <a:moveTo>
                  <a:pt x="2168543" y="0"/>
                </a:moveTo>
                <a:lnTo>
                  <a:pt x="2126632" y="0"/>
                </a:lnTo>
                <a:lnTo>
                  <a:pt x="2126632" y="10478"/>
                </a:lnTo>
                <a:lnTo>
                  <a:pt x="2168543" y="10478"/>
                </a:lnTo>
                <a:lnTo>
                  <a:pt x="2168543" y="0"/>
                </a:lnTo>
                <a:close/>
                <a:moveTo>
                  <a:pt x="2241887" y="10478"/>
                </a:moveTo>
                <a:lnTo>
                  <a:pt x="2241887" y="0"/>
                </a:lnTo>
                <a:lnTo>
                  <a:pt x="2199976" y="0"/>
                </a:lnTo>
                <a:lnTo>
                  <a:pt x="2199976" y="10478"/>
                </a:lnTo>
                <a:lnTo>
                  <a:pt x="2241887" y="10478"/>
                </a:lnTo>
                <a:close/>
                <a:moveTo>
                  <a:pt x="2273320" y="0"/>
                </a:moveTo>
                <a:lnTo>
                  <a:pt x="2273320" y="10128"/>
                </a:lnTo>
                <a:lnTo>
                  <a:pt x="2268430" y="5239"/>
                </a:lnTo>
                <a:lnTo>
                  <a:pt x="2268430" y="10478"/>
                </a:lnTo>
                <a:lnTo>
                  <a:pt x="2268430" y="46801"/>
                </a:lnTo>
                <a:lnTo>
                  <a:pt x="2278908" y="46801"/>
                </a:lnTo>
                <a:lnTo>
                  <a:pt x="2278908" y="0"/>
                </a:lnTo>
                <a:lnTo>
                  <a:pt x="2273320" y="0"/>
                </a:lnTo>
                <a:close/>
                <a:moveTo>
                  <a:pt x="2278908" y="120145"/>
                </a:moveTo>
                <a:lnTo>
                  <a:pt x="2278908" y="78234"/>
                </a:lnTo>
                <a:lnTo>
                  <a:pt x="2268430" y="78234"/>
                </a:lnTo>
                <a:lnTo>
                  <a:pt x="2268430" y="120145"/>
                </a:lnTo>
                <a:lnTo>
                  <a:pt x="2278908" y="120145"/>
                </a:lnTo>
                <a:close/>
                <a:moveTo>
                  <a:pt x="2268430" y="193489"/>
                </a:moveTo>
                <a:lnTo>
                  <a:pt x="2278908" y="193489"/>
                </a:lnTo>
                <a:lnTo>
                  <a:pt x="2278908" y="151578"/>
                </a:lnTo>
                <a:lnTo>
                  <a:pt x="2268430" y="151578"/>
                </a:lnTo>
                <a:lnTo>
                  <a:pt x="2268430" y="193489"/>
                </a:lnTo>
                <a:close/>
                <a:moveTo>
                  <a:pt x="2278908" y="266833"/>
                </a:moveTo>
                <a:lnTo>
                  <a:pt x="2278908" y="224922"/>
                </a:lnTo>
                <a:lnTo>
                  <a:pt x="2268430" y="224922"/>
                </a:lnTo>
                <a:lnTo>
                  <a:pt x="2268430" y="266833"/>
                </a:lnTo>
                <a:lnTo>
                  <a:pt x="2278908" y="266833"/>
                </a:lnTo>
                <a:close/>
                <a:moveTo>
                  <a:pt x="2278908" y="340177"/>
                </a:moveTo>
                <a:lnTo>
                  <a:pt x="2278908" y="298266"/>
                </a:lnTo>
                <a:lnTo>
                  <a:pt x="2268430" y="298266"/>
                </a:lnTo>
                <a:lnTo>
                  <a:pt x="2268430" y="340177"/>
                </a:lnTo>
                <a:lnTo>
                  <a:pt x="2278908" y="340177"/>
                </a:lnTo>
                <a:close/>
                <a:moveTo>
                  <a:pt x="2268430" y="413521"/>
                </a:moveTo>
                <a:lnTo>
                  <a:pt x="2278908" y="413521"/>
                </a:lnTo>
                <a:lnTo>
                  <a:pt x="2278908" y="371610"/>
                </a:lnTo>
                <a:lnTo>
                  <a:pt x="2268430" y="371610"/>
                </a:lnTo>
                <a:lnTo>
                  <a:pt x="2268430" y="413521"/>
                </a:lnTo>
                <a:close/>
                <a:moveTo>
                  <a:pt x="2278908" y="486866"/>
                </a:moveTo>
                <a:lnTo>
                  <a:pt x="2278908" y="444955"/>
                </a:lnTo>
                <a:lnTo>
                  <a:pt x="2268430" y="444955"/>
                </a:lnTo>
                <a:lnTo>
                  <a:pt x="2268430" y="486866"/>
                </a:lnTo>
                <a:lnTo>
                  <a:pt x="2278908" y="486866"/>
                </a:lnTo>
                <a:close/>
                <a:moveTo>
                  <a:pt x="2278908" y="560210"/>
                </a:moveTo>
                <a:lnTo>
                  <a:pt x="2278908" y="518299"/>
                </a:lnTo>
                <a:lnTo>
                  <a:pt x="2268430" y="518299"/>
                </a:lnTo>
                <a:lnTo>
                  <a:pt x="2268430" y="560210"/>
                </a:lnTo>
                <a:lnTo>
                  <a:pt x="2278908" y="560210"/>
                </a:lnTo>
                <a:close/>
                <a:moveTo>
                  <a:pt x="2268430" y="633554"/>
                </a:moveTo>
                <a:lnTo>
                  <a:pt x="2278908" y="633554"/>
                </a:lnTo>
                <a:lnTo>
                  <a:pt x="2278908" y="591643"/>
                </a:lnTo>
                <a:lnTo>
                  <a:pt x="2268430" y="591643"/>
                </a:lnTo>
                <a:lnTo>
                  <a:pt x="2268430" y="633554"/>
                </a:lnTo>
                <a:close/>
                <a:moveTo>
                  <a:pt x="2268430" y="706898"/>
                </a:moveTo>
                <a:lnTo>
                  <a:pt x="2278908" y="706898"/>
                </a:lnTo>
                <a:lnTo>
                  <a:pt x="2278908" y="664987"/>
                </a:lnTo>
                <a:lnTo>
                  <a:pt x="2268430" y="664987"/>
                </a:lnTo>
                <a:lnTo>
                  <a:pt x="2268430" y="706898"/>
                </a:lnTo>
                <a:close/>
                <a:moveTo>
                  <a:pt x="2237696" y="739030"/>
                </a:moveTo>
                <a:lnTo>
                  <a:pt x="2237696" y="749508"/>
                </a:lnTo>
                <a:lnTo>
                  <a:pt x="2278908" y="749508"/>
                </a:lnTo>
                <a:lnTo>
                  <a:pt x="2278908" y="738331"/>
                </a:lnTo>
                <a:lnTo>
                  <a:pt x="2268430" y="738331"/>
                </a:lnTo>
                <a:lnTo>
                  <a:pt x="2268430" y="739030"/>
                </a:lnTo>
                <a:lnTo>
                  <a:pt x="2237696" y="739030"/>
                </a:lnTo>
                <a:close/>
                <a:moveTo>
                  <a:pt x="2164351" y="749508"/>
                </a:moveTo>
                <a:lnTo>
                  <a:pt x="2206262" y="749508"/>
                </a:lnTo>
                <a:lnTo>
                  <a:pt x="2206262" y="739030"/>
                </a:lnTo>
                <a:lnTo>
                  <a:pt x="2164351" y="739030"/>
                </a:lnTo>
                <a:lnTo>
                  <a:pt x="2164351" y="749508"/>
                </a:lnTo>
                <a:close/>
                <a:moveTo>
                  <a:pt x="2091007" y="739030"/>
                </a:moveTo>
                <a:lnTo>
                  <a:pt x="2091007" y="749508"/>
                </a:lnTo>
                <a:lnTo>
                  <a:pt x="2132918" y="749508"/>
                </a:lnTo>
                <a:lnTo>
                  <a:pt x="2132918" y="739030"/>
                </a:lnTo>
                <a:lnTo>
                  <a:pt x="2091007" y="739030"/>
                </a:lnTo>
                <a:close/>
                <a:moveTo>
                  <a:pt x="2017663" y="749508"/>
                </a:moveTo>
                <a:lnTo>
                  <a:pt x="2059574" y="749508"/>
                </a:lnTo>
                <a:lnTo>
                  <a:pt x="2059574" y="739030"/>
                </a:lnTo>
                <a:lnTo>
                  <a:pt x="2017663" y="739030"/>
                </a:lnTo>
                <a:lnTo>
                  <a:pt x="2017663" y="749508"/>
                </a:lnTo>
                <a:close/>
                <a:moveTo>
                  <a:pt x="1944319" y="749508"/>
                </a:moveTo>
                <a:lnTo>
                  <a:pt x="1986230" y="749508"/>
                </a:lnTo>
                <a:lnTo>
                  <a:pt x="1986230" y="739030"/>
                </a:lnTo>
                <a:lnTo>
                  <a:pt x="1944319" y="739030"/>
                </a:lnTo>
                <a:lnTo>
                  <a:pt x="1944319" y="749508"/>
                </a:lnTo>
                <a:close/>
                <a:moveTo>
                  <a:pt x="1870975" y="739030"/>
                </a:moveTo>
                <a:lnTo>
                  <a:pt x="1870975" y="749508"/>
                </a:lnTo>
                <a:lnTo>
                  <a:pt x="1912886" y="749508"/>
                </a:lnTo>
                <a:lnTo>
                  <a:pt x="1912886" y="739030"/>
                </a:lnTo>
                <a:lnTo>
                  <a:pt x="1870975" y="739030"/>
                </a:lnTo>
                <a:close/>
                <a:moveTo>
                  <a:pt x="1797631" y="749508"/>
                </a:moveTo>
                <a:lnTo>
                  <a:pt x="1839542" y="749508"/>
                </a:lnTo>
                <a:lnTo>
                  <a:pt x="1839542" y="739030"/>
                </a:lnTo>
                <a:lnTo>
                  <a:pt x="1797631" y="739030"/>
                </a:lnTo>
                <a:lnTo>
                  <a:pt x="1797631" y="749508"/>
                </a:lnTo>
                <a:close/>
                <a:moveTo>
                  <a:pt x="1724286" y="749508"/>
                </a:moveTo>
                <a:lnTo>
                  <a:pt x="1766197" y="749508"/>
                </a:lnTo>
                <a:lnTo>
                  <a:pt x="1766197" y="739030"/>
                </a:lnTo>
                <a:lnTo>
                  <a:pt x="1724286" y="739030"/>
                </a:lnTo>
                <a:lnTo>
                  <a:pt x="1724286" y="74950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8" name="Text PatternBase">
            <a:extLst xmlns:a="http://schemas.openxmlformats.org/drawingml/2006/main">
              <a:ext uri="{FF2B5EF4-FFF2-40B4-BE49-F238E27FC236}">
                <a16:creationId xmlns:a16="http://schemas.microsoft.com/office/drawing/2014/main" id="{FFB12012-7549-4B8E-810C-04E8339CD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7924" y="1730653"/>
            <a:ext cx="790523" cy="101894"/>
          </a:xfrm>
          <a:custGeom xmlns:a="http://schemas.openxmlformats.org/drawingml/2006/main">
            <a:pathLst>
              <a:path w="790523" h="101894">
                <a:moveTo>
                  <a:pt x="0" y="100252"/>
                </a:moveTo>
                <a:lnTo>
                  <a:pt x="0" y="0"/>
                </a:lnTo>
                <a:lnTo>
                  <a:pt x="37817" y="0"/>
                </a:lnTo>
                <a:cubicBezTo>
                  <a:pt x="44473" y="0"/>
                  <a:pt x="49556" y="318"/>
                  <a:pt x="53067" y="955"/>
                </a:cubicBezTo>
                <a:cubicBezTo>
                  <a:pt x="57990" y="1776"/>
                  <a:pt x="62116" y="3336"/>
                  <a:pt x="65444" y="5635"/>
                </a:cubicBezTo>
                <a:cubicBezTo>
                  <a:pt x="68772" y="7935"/>
                  <a:pt x="71451" y="11157"/>
                  <a:pt x="73480" y="15301"/>
                </a:cubicBezTo>
                <a:cubicBezTo>
                  <a:pt x="75508" y="19444"/>
                  <a:pt x="76523" y="23997"/>
                  <a:pt x="76523" y="28961"/>
                </a:cubicBezTo>
                <a:cubicBezTo>
                  <a:pt x="76523" y="37478"/>
                  <a:pt x="73810" y="44685"/>
                  <a:pt x="68385" y="50581"/>
                </a:cubicBezTo>
                <a:cubicBezTo>
                  <a:pt x="62960" y="56478"/>
                  <a:pt x="53158" y="59427"/>
                  <a:pt x="38979" y="59427"/>
                </a:cubicBezTo>
                <a:lnTo>
                  <a:pt x="13267" y="59427"/>
                </a:lnTo>
                <a:lnTo>
                  <a:pt x="13267" y="100252"/>
                </a:lnTo>
                <a:lnTo>
                  <a:pt x="0" y="100252"/>
                </a:lnTo>
                <a:moveTo>
                  <a:pt x="13267" y="47596"/>
                </a:moveTo>
                <a:lnTo>
                  <a:pt x="39185" y="47596"/>
                </a:lnTo>
                <a:cubicBezTo>
                  <a:pt x="47756" y="47596"/>
                  <a:pt x="53842" y="46004"/>
                  <a:pt x="57443" y="42820"/>
                </a:cubicBezTo>
                <a:cubicBezTo>
                  <a:pt x="61045" y="39634"/>
                  <a:pt x="62846" y="35151"/>
                  <a:pt x="62846" y="29371"/>
                </a:cubicBezTo>
                <a:cubicBezTo>
                  <a:pt x="62846" y="25186"/>
                  <a:pt x="61786" y="21603"/>
                  <a:pt x="59666" y="18622"/>
                </a:cubicBezTo>
                <a:cubicBezTo>
                  <a:pt x="57546" y="15642"/>
                  <a:pt x="54754" y="13673"/>
                  <a:pt x="51289" y="12717"/>
                </a:cubicBezTo>
                <a:cubicBezTo>
                  <a:pt x="49055" y="12126"/>
                  <a:pt x="44929" y="11831"/>
                  <a:pt x="38911" y="11831"/>
                </a:cubicBezTo>
                <a:lnTo>
                  <a:pt x="13267" y="11831"/>
                </a:lnTo>
                <a:lnTo>
                  <a:pt x="13267" y="47596"/>
                </a:lnTo>
                <a:close/>
                <a:moveTo>
                  <a:pt x="139068" y="91285"/>
                </a:moveTo>
                <a:cubicBezTo>
                  <a:pt x="134509" y="95163"/>
                  <a:pt x="130121" y="97901"/>
                  <a:pt x="125904" y="99498"/>
                </a:cubicBezTo>
                <a:cubicBezTo>
                  <a:pt x="121687" y="101095"/>
                  <a:pt x="117162" y="101894"/>
                  <a:pt x="112330" y="101894"/>
                </a:cubicBezTo>
                <a:cubicBezTo>
                  <a:pt x="104352" y="101894"/>
                  <a:pt x="98220" y="99943"/>
                  <a:pt x="93934" y="96042"/>
                </a:cubicBezTo>
                <a:cubicBezTo>
                  <a:pt x="89649" y="92142"/>
                  <a:pt x="87506" y="87157"/>
                  <a:pt x="87506" y="81090"/>
                </a:cubicBezTo>
                <a:cubicBezTo>
                  <a:pt x="87506" y="77532"/>
                  <a:pt x="88315" y="74282"/>
                  <a:pt x="89934" y="71340"/>
                </a:cubicBezTo>
                <a:cubicBezTo>
                  <a:pt x="91552" y="68397"/>
                  <a:pt x="93672" y="66036"/>
                  <a:pt x="96294" y="64256"/>
                </a:cubicBezTo>
                <a:cubicBezTo>
                  <a:pt x="98915" y="62477"/>
                  <a:pt x="101867" y="61131"/>
                  <a:pt x="105149" y="60219"/>
                </a:cubicBezTo>
                <a:cubicBezTo>
                  <a:pt x="107566" y="59580"/>
                  <a:pt x="111213" y="58964"/>
                  <a:pt x="116091" y="58371"/>
                </a:cubicBezTo>
                <a:cubicBezTo>
                  <a:pt x="126030" y="57194"/>
                  <a:pt x="133347" y="55791"/>
                  <a:pt x="138043" y="54161"/>
                </a:cubicBezTo>
                <a:cubicBezTo>
                  <a:pt x="138088" y="52481"/>
                  <a:pt x="138111" y="51414"/>
                  <a:pt x="138111" y="50960"/>
                </a:cubicBezTo>
                <a:cubicBezTo>
                  <a:pt x="138111" y="45963"/>
                  <a:pt x="136949" y="42444"/>
                  <a:pt x="134623" y="40401"/>
                </a:cubicBezTo>
                <a:cubicBezTo>
                  <a:pt x="131478" y="37630"/>
                  <a:pt x="126805" y="36244"/>
                  <a:pt x="120605" y="36244"/>
                </a:cubicBezTo>
                <a:cubicBezTo>
                  <a:pt x="114815" y="36244"/>
                  <a:pt x="110541" y="37258"/>
                  <a:pt x="107782" y="39287"/>
                </a:cubicBezTo>
                <a:cubicBezTo>
                  <a:pt x="105024" y="41316"/>
                  <a:pt x="102984" y="44906"/>
                  <a:pt x="101662" y="50058"/>
                </a:cubicBezTo>
                <a:lnTo>
                  <a:pt x="89626" y="48417"/>
                </a:lnTo>
                <a:cubicBezTo>
                  <a:pt x="90720" y="43249"/>
                  <a:pt x="92521" y="39076"/>
                  <a:pt x="95029" y="35898"/>
                </a:cubicBezTo>
                <a:cubicBezTo>
                  <a:pt x="97536" y="32719"/>
                  <a:pt x="101160" y="30273"/>
                  <a:pt x="105902" y="28559"/>
                </a:cubicBezTo>
                <a:cubicBezTo>
                  <a:pt x="110643" y="26844"/>
                  <a:pt x="116137" y="25986"/>
                  <a:pt x="122383" y="25986"/>
                </a:cubicBezTo>
                <a:cubicBezTo>
                  <a:pt x="128583" y="25986"/>
                  <a:pt x="133620" y="26716"/>
                  <a:pt x="137496" y="28175"/>
                </a:cubicBezTo>
                <a:cubicBezTo>
                  <a:pt x="141371" y="29633"/>
                  <a:pt x="144220" y="31468"/>
                  <a:pt x="146044" y="33680"/>
                </a:cubicBezTo>
                <a:cubicBezTo>
                  <a:pt x="147867" y="35891"/>
                  <a:pt x="149144" y="38683"/>
                  <a:pt x="149873" y="42057"/>
                </a:cubicBezTo>
                <a:cubicBezTo>
                  <a:pt x="150284" y="44154"/>
                  <a:pt x="150489" y="47938"/>
                  <a:pt x="150489" y="53409"/>
                </a:cubicBezTo>
                <a:lnTo>
                  <a:pt x="150489" y="69821"/>
                </a:lnTo>
                <a:cubicBezTo>
                  <a:pt x="150489" y="81264"/>
                  <a:pt x="150751" y="88502"/>
                  <a:pt x="151275" y="91533"/>
                </a:cubicBezTo>
                <a:cubicBezTo>
                  <a:pt x="151799" y="94565"/>
                  <a:pt x="152837" y="97471"/>
                  <a:pt x="154387" y="100252"/>
                </a:cubicBezTo>
                <a:lnTo>
                  <a:pt x="141530" y="100252"/>
                </a:lnTo>
                <a:cubicBezTo>
                  <a:pt x="140254" y="97696"/>
                  <a:pt x="139433" y="94708"/>
                  <a:pt x="139068" y="91285"/>
                </a:cubicBezTo>
                <a:moveTo>
                  <a:pt x="138043" y="63735"/>
                </a:moveTo>
                <a:cubicBezTo>
                  <a:pt x="133575" y="65574"/>
                  <a:pt x="126873" y="67137"/>
                  <a:pt x="117937" y="68423"/>
                </a:cubicBezTo>
                <a:cubicBezTo>
                  <a:pt x="112877" y="69156"/>
                  <a:pt x="109298" y="69980"/>
                  <a:pt x="107201" y="70896"/>
                </a:cubicBezTo>
                <a:cubicBezTo>
                  <a:pt x="105104" y="71811"/>
                  <a:pt x="103485" y="73150"/>
                  <a:pt x="102346" y="74914"/>
                </a:cubicBezTo>
                <a:cubicBezTo>
                  <a:pt x="101206" y="76676"/>
                  <a:pt x="100636" y="78633"/>
                  <a:pt x="100636" y="80784"/>
                </a:cubicBezTo>
                <a:cubicBezTo>
                  <a:pt x="100636" y="84079"/>
                  <a:pt x="101878" y="86826"/>
                  <a:pt x="104363" y="89024"/>
                </a:cubicBezTo>
                <a:cubicBezTo>
                  <a:pt x="106848" y="91221"/>
                  <a:pt x="110484" y="92320"/>
                  <a:pt x="115270" y="92320"/>
                </a:cubicBezTo>
                <a:cubicBezTo>
                  <a:pt x="120012" y="92320"/>
                  <a:pt x="124229" y="91278"/>
                  <a:pt x="127922" y="89193"/>
                </a:cubicBezTo>
                <a:cubicBezTo>
                  <a:pt x="131614" y="87109"/>
                  <a:pt x="134327" y="84257"/>
                  <a:pt x="136060" y="80639"/>
                </a:cubicBezTo>
                <a:cubicBezTo>
                  <a:pt x="137382" y="77843"/>
                  <a:pt x="138043" y="73720"/>
                  <a:pt x="138043" y="68270"/>
                </a:cubicBezTo>
                <a:lnTo>
                  <a:pt x="138043" y="63735"/>
                </a:lnTo>
                <a:close/>
                <a:moveTo>
                  <a:pt x="196087" y="89379"/>
                </a:moveTo>
                <a:lnTo>
                  <a:pt x="197865" y="100252"/>
                </a:lnTo>
                <a:cubicBezTo>
                  <a:pt x="194400" y="100891"/>
                  <a:pt x="191300" y="101210"/>
                  <a:pt x="188565" y="101210"/>
                </a:cubicBezTo>
                <a:cubicBezTo>
                  <a:pt x="184097" y="101210"/>
                  <a:pt x="180632" y="100503"/>
                  <a:pt x="178170" y="99090"/>
                </a:cubicBezTo>
                <a:cubicBezTo>
                  <a:pt x="175708" y="97677"/>
                  <a:pt x="173976" y="95819"/>
                  <a:pt x="172973" y="93516"/>
                </a:cubicBezTo>
                <a:cubicBezTo>
                  <a:pt x="171970" y="91214"/>
                  <a:pt x="171469" y="86370"/>
                  <a:pt x="171469" y="78985"/>
                </a:cubicBezTo>
                <a:lnTo>
                  <a:pt x="171469" y="37201"/>
                </a:lnTo>
                <a:lnTo>
                  <a:pt x="162442" y="37201"/>
                </a:lnTo>
                <a:lnTo>
                  <a:pt x="162442" y="27628"/>
                </a:lnTo>
                <a:lnTo>
                  <a:pt x="171469" y="27628"/>
                </a:lnTo>
                <a:lnTo>
                  <a:pt x="171469" y="9593"/>
                </a:lnTo>
                <a:lnTo>
                  <a:pt x="183710" y="2188"/>
                </a:lnTo>
                <a:lnTo>
                  <a:pt x="183710" y="27628"/>
                </a:lnTo>
                <a:lnTo>
                  <a:pt x="196087" y="27628"/>
                </a:lnTo>
                <a:lnTo>
                  <a:pt x="196087" y="37201"/>
                </a:lnTo>
                <a:lnTo>
                  <a:pt x="183710" y="37201"/>
                </a:lnTo>
                <a:lnTo>
                  <a:pt x="183710" y="79669"/>
                </a:lnTo>
                <a:cubicBezTo>
                  <a:pt x="183710" y="83179"/>
                  <a:pt x="183926" y="85436"/>
                  <a:pt x="184359" y="86439"/>
                </a:cubicBezTo>
                <a:cubicBezTo>
                  <a:pt x="184792" y="87442"/>
                  <a:pt x="185499" y="88239"/>
                  <a:pt x="186479" y="88832"/>
                </a:cubicBezTo>
                <a:cubicBezTo>
                  <a:pt x="187459" y="89425"/>
                  <a:pt x="188861" y="89721"/>
                  <a:pt x="190685" y="89721"/>
                </a:cubicBezTo>
                <a:cubicBezTo>
                  <a:pt x="192053" y="89721"/>
                  <a:pt x="193853" y="89607"/>
                  <a:pt x="196087" y="89379"/>
                </a:cubicBezTo>
                <a:close/>
                <a:moveTo>
                  <a:pt x="234857" y="89379"/>
                </a:moveTo>
                <a:lnTo>
                  <a:pt x="236635" y="100252"/>
                </a:lnTo>
                <a:cubicBezTo>
                  <a:pt x="233170" y="100891"/>
                  <a:pt x="230070" y="101210"/>
                  <a:pt x="227335" y="101210"/>
                </a:cubicBezTo>
                <a:cubicBezTo>
                  <a:pt x="222867" y="101210"/>
                  <a:pt x="219402" y="100503"/>
                  <a:pt x="216940" y="99090"/>
                </a:cubicBezTo>
                <a:cubicBezTo>
                  <a:pt x="214478" y="97677"/>
                  <a:pt x="212746" y="95819"/>
                  <a:pt x="211743" y="93516"/>
                </a:cubicBezTo>
                <a:cubicBezTo>
                  <a:pt x="210740" y="91214"/>
                  <a:pt x="210238" y="86370"/>
                  <a:pt x="210238" y="78985"/>
                </a:cubicBezTo>
                <a:lnTo>
                  <a:pt x="210238" y="37201"/>
                </a:lnTo>
                <a:lnTo>
                  <a:pt x="201212" y="37201"/>
                </a:lnTo>
                <a:lnTo>
                  <a:pt x="201212" y="27628"/>
                </a:lnTo>
                <a:lnTo>
                  <a:pt x="210238" y="27628"/>
                </a:lnTo>
                <a:lnTo>
                  <a:pt x="210238" y="9593"/>
                </a:lnTo>
                <a:lnTo>
                  <a:pt x="222479" y="2188"/>
                </a:lnTo>
                <a:lnTo>
                  <a:pt x="222479" y="27628"/>
                </a:lnTo>
                <a:lnTo>
                  <a:pt x="234857" y="27628"/>
                </a:lnTo>
                <a:lnTo>
                  <a:pt x="234857" y="37201"/>
                </a:lnTo>
                <a:lnTo>
                  <a:pt x="222479" y="37201"/>
                </a:lnTo>
                <a:lnTo>
                  <a:pt x="222479" y="79669"/>
                </a:lnTo>
                <a:cubicBezTo>
                  <a:pt x="222479" y="83179"/>
                  <a:pt x="222696" y="85436"/>
                  <a:pt x="223129" y="86439"/>
                </a:cubicBezTo>
                <a:cubicBezTo>
                  <a:pt x="223562" y="87442"/>
                  <a:pt x="224269" y="88239"/>
                  <a:pt x="225249" y="88832"/>
                </a:cubicBezTo>
                <a:cubicBezTo>
                  <a:pt x="226229" y="89425"/>
                  <a:pt x="227631" y="89721"/>
                  <a:pt x="229455" y="89721"/>
                </a:cubicBezTo>
                <a:cubicBezTo>
                  <a:pt x="230822" y="89721"/>
                  <a:pt x="232623" y="89607"/>
                  <a:pt x="234857" y="89379"/>
                </a:cubicBezTo>
                <a:close/>
                <a:moveTo>
                  <a:pt x="296466" y="76865"/>
                </a:moveTo>
                <a:lnTo>
                  <a:pt x="309185" y="78438"/>
                </a:lnTo>
                <a:cubicBezTo>
                  <a:pt x="307179" y="85869"/>
                  <a:pt x="303464" y="91636"/>
                  <a:pt x="298039" y="95739"/>
                </a:cubicBezTo>
                <a:cubicBezTo>
                  <a:pt x="292613" y="99842"/>
                  <a:pt x="285684" y="101894"/>
                  <a:pt x="277250" y="101894"/>
                </a:cubicBezTo>
                <a:cubicBezTo>
                  <a:pt x="266627" y="101894"/>
                  <a:pt x="258204" y="98623"/>
                  <a:pt x="251981" y="92080"/>
                </a:cubicBezTo>
                <a:cubicBezTo>
                  <a:pt x="245758" y="85538"/>
                  <a:pt x="242647" y="76363"/>
                  <a:pt x="242647" y="64555"/>
                </a:cubicBezTo>
                <a:cubicBezTo>
                  <a:pt x="242647" y="52337"/>
                  <a:pt x="245793" y="42855"/>
                  <a:pt x="252084" y="36107"/>
                </a:cubicBezTo>
                <a:cubicBezTo>
                  <a:pt x="258375" y="29360"/>
                  <a:pt x="266536" y="25986"/>
                  <a:pt x="276566" y="25986"/>
                </a:cubicBezTo>
                <a:cubicBezTo>
                  <a:pt x="286276" y="25986"/>
                  <a:pt x="294209" y="29287"/>
                  <a:pt x="300364" y="35887"/>
                </a:cubicBezTo>
                <a:cubicBezTo>
                  <a:pt x="306518" y="42486"/>
                  <a:pt x="309596" y="51771"/>
                  <a:pt x="309596" y="63741"/>
                </a:cubicBezTo>
                <a:cubicBezTo>
                  <a:pt x="309596" y="64469"/>
                  <a:pt x="309573" y="65561"/>
                  <a:pt x="309527" y="67017"/>
                </a:cubicBezTo>
                <a:lnTo>
                  <a:pt x="255366" y="67017"/>
                </a:lnTo>
                <a:cubicBezTo>
                  <a:pt x="255822" y="74973"/>
                  <a:pt x="258079" y="81065"/>
                  <a:pt x="262137" y="85293"/>
                </a:cubicBezTo>
                <a:cubicBezTo>
                  <a:pt x="266194" y="89522"/>
                  <a:pt x="271255" y="91636"/>
                  <a:pt x="277318" y="91636"/>
                </a:cubicBezTo>
                <a:cubicBezTo>
                  <a:pt x="281831" y="91636"/>
                  <a:pt x="285684" y="90462"/>
                  <a:pt x="288875" y="88114"/>
                </a:cubicBezTo>
                <a:cubicBezTo>
                  <a:pt x="292066" y="85765"/>
                  <a:pt x="294597" y="82015"/>
                  <a:pt x="296466" y="76865"/>
                </a:cubicBezTo>
                <a:moveTo>
                  <a:pt x="256050" y="56760"/>
                </a:moveTo>
                <a:lnTo>
                  <a:pt x="296603" y="56760"/>
                </a:lnTo>
                <a:cubicBezTo>
                  <a:pt x="296055" y="50750"/>
                  <a:pt x="294505" y="46243"/>
                  <a:pt x="291952" y="43239"/>
                </a:cubicBezTo>
                <a:cubicBezTo>
                  <a:pt x="288032" y="38576"/>
                  <a:pt x="282948" y="36244"/>
                  <a:pt x="276703" y="36244"/>
                </a:cubicBezTo>
                <a:cubicBezTo>
                  <a:pt x="271049" y="36244"/>
                  <a:pt x="266297" y="38105"/>
                  <a:pt x="262444" y="41828"/>
                </a:cubicBezTo>
                <a:cubicBezTo>
                  <a:pt x="258592" y="45549"/>
                  <a:pt x="256461" y="50527"/>
                  <a:pt x="256050" y="56760"/>
                </a:cubicBezTo>
                <a:close/>
                <a:moveTo>
                  <a:pt x="324148" y="100252"/>
                </a:moveTo>
                <a:lnTo>
                  <a:pt x="324148" y="27628"/>
                </a:lnTo>
                <a:lnTo>
                  <a:pt x="335226" y="27628"/>
                </a:lnTo>
                <a:lnTo>
                  <a:pt x="335226" y="38569"/>
                </a:lnTo>
                <a:cubicBezTo>
                  <a:pt x="338053" y="33446"/>
                  <a:pt x="340663" y="30068"/>
                  <a:pt x="343056" y="28435"/>
                </a:cubicBezTo>
                <a:cubicBezTo>
                  <a:pt x="345450" y="26803"/>
                  <a:pt x="348083" y="25986"/>
                  <a:pt x="350955" y="25986"/>
                </a:cubicBezTo>
                <a:cubicBezTo>
                  <a:pt x="355104" y="25986"/>
                  <a:pt x="359321" y="27303"/>
                  <a:pt x="363606" y="29936"/>
                </a:cubicBezTo>
                <a:lnTo>
                  <a:pt x="359366" y="41305"/>
                </a:lnTo>
                <a:cubicBezTo>
                  <a:pt x="356357" y="39527"/>
                  <a:pt x="353348" y="38638"/>
                  <a:pt x="350339" y="38638"/>
                </a:cubicBezTo>
                <a:cubicBezTo>
                  <a:pt x="347650" y="38638"/>
                  <a:pt x="345233" y="39448"/>
                  <a:pt x="343091" y="41069"/>
                </a:cubicBezTo>
                <a:cubicBezTo>
                  <a:pt x="340948" y="42689"/>
                  <a:pt x="339421" y="44937"/>
                  <a:pt x="338509" y="47812"/>
                </a:cubicBezTo>
                <a:cubicBezTo>
                  <a:pt x="337141" y="52193"/>
                  <a:pt x="336457" y="56985"/>
                  <a:pt x="336457" y="62188"/>
                </a:cubicBezTo>
                <a:lnTo>
                  <a:pt x="336457" y="100252"/>
                </a:lnTo>
                <a:lnTo>
                  <a:pt x="324148" y="100252"/>
                </a:lnTo>
                <a:close/>
                <a:moveTo>
                  <a:pt x="370737" y="100252"/>
                </a:moveTo>
                <a:lnTo>
                  <a:pt x="370737" y="27628"/>
                </a:lnTo>
                <a:lnTo>
                  <a:pt x="381815" y="27628"/>
                </a:lnTo>
                <a:lnTo>
                  <a:pt x="381815" y="37885"/>
                </a:lnTo>
                <a:cubicBezTo>
                  <a:pt x="387149" y="29953"/>
                  <a:pt x="394854" y="25986"/>
                  <a:pt x="404929" y="25986"/>
                </a:cubicBezTo>
                <a:cubicBezTo>
                  <a:pt x="409306" y="25986"/>
                  <a:pt x="413329" y="26773"/>
                  <a:pt x="416999" y="28346"/>
                </a:cubicBezTo>
                <a:cubicBezTo>
                  <a:pt x="420669" y="29918"/>
                  <a:pt x="423416" y="31981"/>
                  <a:pt x="425239" y="34534"/>
                </a:cubicBezTo>
                <a:cubicBezTo>
                  <a:pt x="427063" y="37087"/>
                  <a:pt x="428339" y="40119"/>
                  <a:pt x="429069" y="43630"/>
                </a:cubicBezTo>
                <a:cubicBezTo>
                  <a:pt x="429525" y="45909"/>
                  <a:pt x="429753" y="49898"/>
                  <a:pt x="429753" y="55597"/>
                </a:cubicBezTo>
                <a:lnTo>
                  <a:pt x="429753" y="100252"/>
                </a:lnTo>
                <a:lnTo>
                  <a:pt x="417443" y="100252"/>
                </a:lnTo>
                <a:lnTo>
                  <a:pt x="417443" y="56029"/>
                </a:lnTo>
                <a:cubicBezTo>
                  <a:pt x="417443" y="51008"/>
                  <a:pt x="416965" y="47254"/>
                  <a:pt x="416007" y="44767"/>
                </a:cubicBezTo>
                <a:cubicBezTo>
                  <a:pt x="415050" y="42279"/>
                  <a:pt x="413352" y="40294"/>
                  <a:pt x="410913" y="38811"/>
                </a:cubicBezTo>
                <a:cubicBezTo>
                  <a:pt x="408474" y="37328"/>
                  <a:pt x="405613" y="36586"/>
                  <a:pt x="402330" y="36586"/>
                </a:cubicBezTo>
                <a:cubicBezTo>
                  <a:pt x="397088" y="36586"/>
                  <a:pt x="392563" y="38252"/>
                  <a:pt x="388756" y="41584"/>
                </a:cubicBezTo>
                <a:cubicBezTo>
                  <a:pt x="384949" y="44915"/>
                  <a:pt x="383046" y="51236"/>
                  <a:pt x="383046" y="60546"/>
                </a:cubicBezTo>
                <a:lnTo>
                  <a:pt x="383046" y="100252"/>
                </a:lnTo>
                <a:lnTo>
                  <a:pt x="370737" y="100252"/>
                </a:lnTo>
                <a:close/>
                <a:moveTo>
                  <a:pt x="488063" y="100252"/>
                </a:moveTo>
                <a:lnTo>
                  <a:pt x="488063" y="0"/>
                </a:lnTo>
                <a:lnTo>
                  <a:pt x="525675" y="0"/>
                </a:lnTo>
                <a:cubicBezTo>
                  <a:pt x="533334" y="0"/>
                  <a:pt x="539477" y="1014"/>
                  <a:pt x="544105" y="3043"/>
                </a:cubicBezTo>
                <a:cubicBezTo>
                  <a:pt x="548732" y="5072"/>
                  <a:pt x="552356" y="8195"/>
                  <a:pt x="554978" y="12412"/>
                </a:cubicBezTo>
                <a:cubicBezTo>
                  <a:pt x="557599" y="16629"/>
                  <a:pt x="558910" y="21040"/>
                  <a:pt x="558910" y="25644"/>
                </a:cubicBezTo>
                <a:cubicBezTo>
                  <a:pt x="558910" y="29930"/>
                  <a:pt x="557747" y="33965"/>
                  <a:pt x="555422" y="37749"/>
                </a:cubicBezTo>
                <a:cubicBezTo>
                  <a:pt x="553097" y="41532"/>
                  <a:pt x="549587" y="44587"/>
                  <a:pt x="544891" y="46912"/>
                </a:cubicBezTo>
                <a:cubicBezTo>
                  <a:pt x="550955" y="48690"/>
                  <a:pt x="555616" y="51722"/>
                  <a:pt x="558876" y="56007"/>
                </a:cubicBezTo>
                <a:cubicBezTo>
                  <a:pt x="562135" y="60293"/>
                  <a:pt x="563765" y="65353"/>
                  <a:pt x="563765" y="71189"/>
                </a:cubicBezTo>
                <a:cubicBezTo>
                  <a:pt x="563765" y="75885"/>
                  <a:pt x="562774" y="80250"/>
                  <a:pt x="560791" y="84284"/>
                </a:cubicBezTo>
                <a:cubicBezTo>
                  <a:pt x="558807" y="88319"/>
                  <a:pt x="556357" y="91431"/>
                  <a:pt x="553439" y="93619"/>
                </a:cubicBezTo>
                <a:cubicBezTo>
                  <a:pt x="550521" y="95807"/>
                  <a:pt x="546863" y="97460"/>
                  <a:pt x="542463" y="98577"/>
                </a:cubicBezTo>
                <a:cubicBezTo>
                  <a:pt x="538064" y="99694"/>
                  <a:pt x="532673" y="100252"/>
                  <a:pt x="526290" y="100252"/>
                </a:cubicBezTo>
                <a:lnTo>
                  <a:pt x="488063" y="100252"/>
                </a:lnTo>
                <a:moveTo>
                  <a:pt x="501330" y="42125"/>
                </a:moveTo>
                <a:lnTo>
                  <a:pt x="523008" y="42125"/>
                </a:lnTo>
                <a:cubicBezTo>
                  <a:pt x="528889" y="42125"/>
                  <a:pt x="533106" y="41738"/>
                  <a:pt x="535659" y="40963"/>
                </a:cubicBezTo>
                <a:cubicBezTo>
                  <a:pt x="539033" y="39960"/>
                  <a:pt x="541574" y="38296"/>
                  <a:pt x="543284" y="35970"/>
                </a:cubicBezTo>
                <a:cubicBezTo>
                  <a:pt x="544994" y="33645"/>
                  <a:pt x="545848" y="30728"/>
                  <a:pt x="545848" y="27217"/>
                </a:cubicBezTo>
                <a:cubicBezTo>
                  <a:pt x="545848" y="23889"/>
                  <a:pt x="545051" y="20960"/>
                  <a:pt x="543455" y="18430"/>
                </a:cubicBezTo>
                <a:cubicBezTo>
                  <a:pt x="541859" y="15900"/>
                  <a:pt x="539580" y="14167"/>
                  <a:pt x="536616" y="13232"/>
                </a:cubicBezTo>
                <a:cubicBezTo>
                  <a:pt x="533653" y="12298"/>
                  <a:pt x="528570" y="11831"/>
                  <a:pt x="521367" y="11831"/>
                </a:cubicBezTo>
                <a:lnTo>
                  <a:pt x="501330" y="11831"/>
                </a:lnTo>
                <a:lnTo>
                  <a:pt x="501330" y="42125"/>
                </a:lnTo>
                <a:moveTo>
                  <a:pt x="501330" y="88422"/>
                </a:moveTo>
                <a:lnTo>
                  <a:pt x="526290" y="88422"/>
                </a:lnTo>
                <a:cubicBezTo>
                  <a:pt x="530576" y="88422"/>
                  <a:pt x="533585" y="88262"/>
                  <a:pt x="535317" y="87943"/>
                </a:cubicBezTo>
                <a:cubicBezTo>
                  <a:pt x="538372" y="87396"/>
                  <a:pt x="540925" y="86484"/>
                  <a:pt x="542976" y="85208"/>
                </a:cubicBezTo>
                <a:cubicBezTo>
                  <a:pt x="545028" y="83931"/>
                  <a:pt x="546715" y="82073"/>
                  <a:pt x="548037" y="79634"/>
                </a:cubicBezTo>
                <a:cubicBezTo>
                  <a:pt x="549359" y="77195"/>
                  <a:pt x="550020" y="74380"/>
                  <a:pt x="550020" y="71189"/>
                </a:cubicBezTo>
                <a:cubicBezTo>
                  <a:pt x="550020" y="67450"/>
                  <a:pt x="549063" y="64202"/>
                  <a:pt x="547148" y="61444"/>
                </a:cubicBezTo>
                <a:cubicBezTo>
                  <a:pt x="545233" y="58686"/>
                  <a:pt x="542577" y="56748"/>
                  <a:pt x="539181" y="55631"/>
                </a:cubicBezTo>
                <a:cubicBezTo>
                  <a:pt x="535784" y="54514"/>
                  <a:pt x="530895" y="53956"/>
                  <a:pt x="524512" y="53956"/>
                </a:cubicBezTo>
                <a:lnTo>
                  <a:pt x="501330" y="53956"/>
                </a:lnTo>
                <a:lnTo>
                  <a:pt x="501330" y="88422"/>
                </a:lnTo>
                <a:close/>
                <a:moveTo>
                  <a:pt x="627681" y="91285"/>
                </a:moveTo>
                <a:cubicBezTo>
                  <a:pt x="623122" y="95163"/>
                  <a:pt x="618734" y="97901"/>
                  <a:pt x="614517" y="99498"/>
                </a:cubicBezTo>
                <a:cubicBezTo>
                  <a:pt x="610300" y="101095"/>
                  <a:pt x="605775" y="101894"/>
                  <a:pt x="600943" y="101894"/>
                </a:cubicBezTo>
                <a:cubicBezTo>
                  <a:pt x="592964" y="101894"/>
                  <a:pt x="586833" y="99943"/>
                  <a:pt x="582547" y="96042"/>
                </a:cubicBezTo>
                <a:cubicBezTo>
                  <a:pt x="578262" y="92142"/>
                  <a:pt x="576119" y="87157"/>
                  <a:pt x="576119" y="81090"/>
                </a:cubicBezTo>
                <a:cubicBezTo>
                  <a:pt x="576119" y="77532"/>
                  <a:pt x="576928" y="74282"/>
                  <a:pt x="578547" y="71340"/>
                </a:cubicBezTo>
                <a:cubicBezTo>
                  <a:pt x="580165" y="68397"/>
                  <a:pt x="582285" y="66036"/>
                  <a:pt x="584906" y="64256"/>
                </a:cubicBezTo>
                <a:cubicBezTo>
                  <a:pt x="587528" y="62477"/>
                  <a:pt x="590480" y="61131"/>
                  <a:pt x="593762" y="60219"/>
                </a:cubicBezTo>
                <a:cubicBezTo>
                  <a:pt x="596179" y="59580"/>
                  <a:pt x="599826" y="58964"/>
                  <a:pt x="604704" y="58371"/>
                </a:cubicBezTo>
                <a:cubicBezTo>
                  <a:pt x="614642" y="57194"/>
                  <a:pt x="621960" y="55791"/>
                  <a:pt x="626655" y="54161"/>
                </a:cubicBezTo>
                <a:cubicBezTo>
                  <a:pt x="626701" y="52481"/>
                  <a:pt x="626724" y="51414"/>
                  <a:pt x="626724" y="50960"/>
                </a:cubicBezTo>
                <a:cubicBezTo>
                  <a:pt x="626724" y="45963"/>
                  <a:pt x="625561" y="42444"/>
                  <a:pt x="623236" y="40401"/>
                </a:cubicBezTo>
                <a:cubicBezTo>
                  <a:pt x="620091" y="37630"/>
                  <a:pt x="615418" y="36244"/>
                  <a:pt x="609217" y="36244"/>
                </a:cubicBezTo>
                <a:cubicBezTo>
                  <a:pt x="603427" y="36244"/>
                  <a:pt x="599153" y="37258"/>
                  <a:pt x="596395" y="39287"/>
                </a:cubicBezTo>
                <a:cubicBezTo>
                  <a:pt x="593637" y="41316"/>
                  <a:pt x="591597" y="44906"/>
                  <a:pt x="590275" y="50058"/>
                </a:cubicBezTo>
                <a:lnTo>
                  <a:pt x="578239" y="48417"/>
                </a:lnTo>
                <a:cubicBezTo>
                  <a:pt x="579333" y="43249"/>
                  <a:pt x="581134" y="39076"/>
                  <a:pt x="583641" y="35898"/>
                </a:cubicBezTo>
                <a:cubicBezTo>
                  <a:pt x="586149" y="32719"/>
                  <a:pt x="589773" y="30273"/>
                  <a:pt x="594515" y="28559"/>
                </a:cubicBezTo>
                <a:cubicBezTo>
                  <a:pt x="599256" y="26844"/>
                  <a:pt x="604749" y="25986"/>
                  <a:pt x="610995" y="25986"/>
                </a:cubicBezTo>
                <a:cubicBezTo>
                  <a:pt x="617196" y="25986"/>
                  <a:pt x="622233" y="26716"/>
                  <a:pt x="626108" y="28175"/>
                </a:cubicBezTo>
                <a:cubicBezTo>
                  <a:pt x="629984" y="29633"/>
                  <a:pt x="632833" y="31468"/>
                  <a:pt x="634657" y="33680"/>
                </a:cubicBezTo>
                <a:cubicBezTo>
                  <a:pt x="636480" y="35891"/>
                  <a:pt x="637757" y="38683"/>
                  <a:pt x="638486" y="42057"/>
                </a:cubicBezTo>
                <a:cubicBezTo>
                  <a:pt x="638896" y="44154"/>
                  <a:pt x="639102" y="47938"/>
                  <a:pt x="639102" y="53409"/>
                </a:cubicBezTo>
                <a:lnTo>
                  <a:pt x="639102" y="69821"/>
                </a:lnTo>
                <a:cubicBezTo>
                  <a:pt x="639102" y="81264"/>
                  <a:pt x="639364" y="88502"/>
                  <a:pt x="639888" y="91533"/>
                </a:cubicBezTo>
                <a:cubicBezTo>
                  <a:pt x="640412" y="94565"/>
                  <a:pt x="641449" y="97471"/>
                  <a:pt x="642999" y="100252"/>
                </a:cubicBezTo>
                <a:lnTo>
                  <a:pt x="630143" y="100252"/>
                </a:lnTo>
                <a:cubicBezTo>
                  <a:pt x="628867" y="97696"/>
                  <a:pt x="628046" y="94708"/>
                  <a:pt x="627681" y="91285"/>
                </a:cubicBezTo>
                <a:moveTo>
                  <a:pt x="626655" y="63735"/>
                </a:moveTo>
                <a:cubicBezTo>
                  <a:pt x="622188" y="65574"/>
                  <a:pt x="615486" y="67137"/>
                  <a:pt x="606550" y="68423"/>
                </a:cubicBezTo>
                <a:cubicBezTo>
                  <a:pt x="601490" y="69156"/>
                  <a:pt x="597911" y="69980"/>
                  <a:pt x="595814" y="70896"/>
                </a:cubicBezTo>
                <a:cubicBezTo>
                  <a:pt x="593717" y="71811"/>
                  <a:pt x="592098" y="73150"/>
                  <a:pt x="590958" y="74914"/>
                </a:cubicBezTo>
                <a:cubicBezTo>
                  <a:pt x="589819" y="76676"/>
                  <a:pt x="589249" y="78633"/>
                  <a:pt x="589249" y="80784"/>
                </a:cubicBezTo>
                <a:cubicBezTo>
                  <a:pt x="589249" y="84079"/>
                  <a:pt x="590491" y="86826"/>
                  <a:pt x="592976" y="89024"/>
                </a:cubicBezTo>
                <a:cubicBezTo>
                  <a:pt x="595461" y="91221"/>
                  <a:pt x="599096" y="92320"/>
                  <a:pt x="603883" y="92320"/>
                </a:cubicBezTo>
                <a:cubicBezTo>
                  <a:pt x="608625" y="92320"/>
                  <a:pt x="612842" y="91278"/>
                  <a:pt x="616534" y="89193"/>
                </a:cubicBezTo>
                <a:cubicBezTo>
                  <a:pt x="620227" y="87109"/>
                  <a:pt x="622940" y="84257"/>
                  <a:pt x="624672" y="80639"/>
                </a:cubicBezTo>
                <a:cubicBezTo>
                  <a:pt x="625994" y="77843"/>
                  <a:pt x="626655" y="73720"/>
                  <a:pt x="626655" y="68270"/>
                </a:cubicBezTo>
                <a:lnTo>
                  <a:pt x="626655" y="63735"/>
                </a:lnTo>
                <a:close/>
                <a:moveTo>
                  <a:pt x="652902" y="78506"/>
                </a:moveTo>
                <a:lnTo>
                  <a:pt x="665075" y="76591"/>
                </a:lnTo>
                <a:cubicBezTo>
                  <a:pt x="665759" y="81448"/>
                  <a:pt x="667662" y="85170"/>
                  <a:pt x="670785" y="87757"/>
                </a:cubicBezTo>
                <a:cubicBezTo>
                  <a:pt x="673908" y="90343"/>
                  <a:pt x="678273" y="91636"/>
                  <a:pt x="683881" y="91636"/>
                </a:cubicBezTo>
                <a:cubicBezTo>
                  <a:pt x="689534" y="91636"/>
                  <a:pt x="693728" y="90494"/>
                  <a:pt x="696464" y="88210"/>
                </a:cubicBezTo>
                <a:cubicBezTo>
                  <a:pt x="699199" y="85925"/>
                  <a:pt x="700567" y="83245"/>
                  <a:pt x="700567" y="80171"/>
                </a:cubicBezTo>
                <a:cubicBezTo>
                  <a:pt x="700567" y="77411"/>
                  <a:pt x="699359" y="75240"/>
                  <a:pt x="696942" y="73657"/>
                </a:cubicBezTo>
                <a:cubicBezTo>
                  <a:pt x="695256" y="72571"/>
                  <a:pt x="691061" y="71192"/>
                  <a:pt x="684360" y="69518"/>
                </a:cubicBezTo>
                <a:cubicBezTo>
                  <a:pt x="675333" y="67237"/>
                  <a:pt x="669075" y="65263"/>
                  <a:pt x="665588" y="63598"/>
                </a:cubicBezTo>
                <a:cubicBezTo>
                  <a:pt x="662100" y="61933"/>
                  <a:pt x="659456" y="59628"/>
                  <a:pt x="657655" y="56685"/>
                </a:cubicBezTo>
                <a:cubicBezTo>
                  <a:pt x="655854" y="53741"/>
                  <a:pt x="654954" y="50490"/>
                  <a:pt x="654954" y="46931"/>
                </a:cubicBezTo>
                <a:cubicBezTo>
                  <a:pt x="654954" y="43692"/>
                  <a:pt x="655695" y="40691"/>
                  <a:pt x="657176" y="37930"/>
                </a:cubicBezTo>
                <a:cubicBezTo>
                  <a:pt x="658658" y="35169"/>
                  <a:pt x="660676" y="32876"/>
                  <a:pt x="663229" y="31051"/>
                </a:cubicBezTo>
                <a:cubicBezTo>
                  <a:pt x="665143" y="29636"/>
                  <a:pt x="667753" y="28439"/>
                  <a:pt x="671059" y="27459"/>
                </a:cubicBezTo>
                <a:cubicBezTo>
                  <a:pt x="674364" y="26477"/>
                  <a:pt x="677909" y="25986"/>
                  <a:pt x="681692" y="25986"/>
                </a:cubicBezTo>
                <a:cubicBezTo>
                  <a:pt x="687391" y="25986"/>
                  <a:pt x="692395" y="26813"/>
                  <a:pt x="696703" y="28465"/>
                </a:cubicBezTo>
                <a:cubicBezTo>
                  <a:pt x="701011" y="30116"/>
                  <a:pt x="704191" y="32354"/>
                  <a:pt x="706243" y="35178"/>
                </a:cubicBezTo>
                <a:cubicBezTo>
                  <a:pt x="708294" y="38000"/>
                  <a:pt x="709708" y="41775"/>
                  <a:pt x="710483" y="46502"/>
                </a:cubicBezTo>
                <a:lnTo>
                  <a:pt x="698447" y="48143"/>
                </a:lnTo>
                <a:cubicBezTo>
                  <a:pt x="697900" y="44405"/>
                  <a:pt x="696315" y="41487"/>
                  <a:pt x="693694" y="39390"/>
                </a:cubicBezTo>
                <a:cubicBezTo>
                  <a:pt x="691073" y="37293"/>
                  <a:pt x="687368" y="36244"/>
                  <a:pt x="682581" y="36244"/>
                </a:cubicBezTo>
                <a:cubicBezTo>
                  <a:pt x="676928" y="36244"/>
                  <a:pt x="672894" y="37174"/>
                  <a:pt x="670477" y="39035"/>
                </a:cubicBezTo>
                <a:cubicBezTo>
                  <a:pt x="668061" y="40894"/>
                  <a:pt x="666853" y="43072"/>
                  <a:pt x="666853" y="45568"/>
                </a:cubicBezTo>
                <a:cubicBezTo>
                  <a:pt x="666853" y="47155"/>
                  <a:pt x="667354" y="48584"/>
                  <a:pt x="668357" y="49855"/>
                </a:cubicBezTo>
                <a:cubicBezTo>
                  <a:pt x="669360" y="51170"/>
                  <a:pt x="670933" y="52258"/>
                  <a:pt x="673076" y="53120"/>
                </a:cubicBezTo>
                <a:cubicBezTo>
                  <a:pt x="674307" y="53575"/>
                  <a:pt x="677931" y="54618"/>
                  <a:pt x="683949" y="56251"/>
                </a:cubicBezTo>
                <a:cubicBezTo>
                  <a:pt x="692657" y="58575"/>
                  <a:pt x="698732" y="60477"/>
                  <a:pt x="702174" y="61957"/>
                </a:cubicBezTo>
                <a:cubicBezTo>
                  <a:pt x="705616" y="63437"/>
                  <a:pt x="708317" y="65590"/>
                  <a:pt x="710277" y="68415"/>
                </a:cubicBezTo>
                <a:cubicBezTo>
                  <a:pt x="712238" y="71239"/>
                  <a:pt x="713218" y="74745"/>
                  <a:pt x="713218" y="78936"/>
                </a:cubicBezTo>
                <a:cubicBezTo>
                  <a:pt x="713218" y="83036"/>
                  <a:pt x="712021" y="86897"/>
                  <a:pt x="709628" y="90518"/>
                </a:cubicBezTo>
                <a:cubicBezTo>
                  <a:pt x="707234" y="94138"/>
                  <a:pt x="703781" y="96939"/>
                  <a:pt x="699267" y="98921"/>
                </a:cubicBezTo>
                <a:cubicBezTo>
                  <a:pt x="694754" y="100903"/>
                  <a:pt x="689648" y="101894"/>
                  <a:pt x="683949" y="101894"/>
                </a:cubicBezTo>
                <a:cubicBezTo>
                  <a:pt x="674512" y="101894"/>
                  <a:pt x="667320" y="99928"/>
                  <a:pt x="662374" y="95995"/>
                </a:cubicBezTo>
                <a:cubicBezTo>
                  <a:pt x="657427" y="92063"/>
                  <a:pt x="654270" y="86233"/>
                  <a:pt x="652902" y="78506"/>
                </a:cubicBezTo>
                <a:close/>
                <a:moveTo>
                  <a:pt x="777393" y="76865"/>
                </a:moveTo>
                <a:lnTo>
                  <a:pt x="790113" y="78438"/>
                </a:lnTo>
                <a:cubicBezTo>
                  <a:pt x="788107" y="85869"/>
                  <a:pt x="784391" y="91636"/>
                  <a:pt x="778966" y="95739"/>
                </a:cubicBezTo>
                <a:cubicBezTo>
                  <a:pt x="773541" y="99842"/>
                  <a:pt x="766611" y="101894"/>
                  <a:pt x="758177" y="101894"/>
                </a:cubicBezTo>
                <a:cubicBezTo>
                  <a:pt x="747555" y="101894"/>
                  <a:pt x="739132" y="98623"/>
                  <a:pt x="732909" y="92080"/>
                </a:cubicBezTo>
                <a:cubicBezTo>
                  <a:pt x="726686" y="85538"/>
                  <a:pt x="723574" y="76363"/>
                  <a:pt x="723574" y="64555"/>
                </a:cubicBezTo>
                <a:cubicBezTo>
                  <a:pt x="723574" y="52337"/>
                  <a:pt x="726720" y="42855"/>
                  <a:pt x="733011" y="36107"/>
                </a:cubicBezTo>
                <a:cubicBezTo>
                  <a:pt x="739303" y="29360"/>
                  <a:pt x="747463" y="25986"/>
                  <a:pt x="757493" y="25986"/>
                </a:cubicBezTo>
                <a:cubicBezTo>
                  <a:pt x="767204" y="25986"/>
                  <a:pt x="775137" y="29287"/>
                  <a:pt x="781291" y="35887"/>
                </a:cubicBezTo>
                <a:cubicBezTo>
                  <a:pt x="787446" y="42486"/>
                  <a:pt x="790523" y="51771"/>
                  <a:pt x="790523" y="63741"/>
                </a:cubicBezTo>
                <a:cubicBezTo>
                  <a:pt x="790523" y="64469"/>
                  <a:pt x="790500" y="65561"/>
                  <a:pt x="790455" y="67017"/>
                </a:cubicBezTo>
                <a:lnTo>
                  <a:pt x="736294" y="67017"/>
                </a:lnTo>
                <a:cubicBezTo>
                  <a:pt x="736750" y="74973"/>
                  <a:pt x="739007" y="81065"/>
                  <a:pt x="743064" y="85293"/>
                </a:cubicBezTo>
                <a:cubicBezTo>
                  <a:pt x="747122" y="89522"/>
                  <a:pt x="752182" y="91636"/>
                  <a:pt x="758246" y="91636"/>
                </a:cubicBezTo>
                <a:cubicBezTo>
                  <a:pt x="762759" y="91636"/>
                  <a:pt x="766611" y="90462"/>
                  <a:pt x="769803" y="88114"/>
                </a:cubicBezTo>
                <a:cubicBezTo>
                  <a:pt x="772994" y="85765"/>
                  <a:pt x="775524" y="82015"/>
                  <a:pt x="777393" y="76865"/>
                </a:cubicBezTo>
                <a:moveTo>
                  <a:pt x="736978" y="56760"/>
                </a:moveTo>
                <a:lnTo>
                  <a:pt x="777530" y="56760"/>
                </a:lnTo>
                <a:cubicBezTo>
                  <a:pt x="776983" y="50750"/>
                  <a:pt x="775433" y="46243"/>
                  <a:pt x="772880" y="43239"/>
                </a:cubicBezTo>
                <a:cubicBezTo>
                  <a:pt x="768959" y="38576"/>
                  <a:pt x="763876" y="36244"/>
                  <a:pt x="757630" y="36244"/>
                </a:cubicBezTo>
                <a:cubicBezTo>
                  <a:pt x="751977" y="36244"/>
                  <a:pt x="747224" y="38105"/>
                  <a:pt x="743372" y="41828"/>
                </a:cubicBezTo>
                <a:cubicBezTo>
                  <a:pt x="739519" y="45549"/>
                  <a:pt x="737388" y="50527"/>
                  <a:pt x="736978" y="5676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9" name="Text ...">
            <a:extLst xmlns:a="http://schemas.openxmlformats.org/drawingml/2006/main">
              <a:ext uri="{FF2B5EF4-FFF2-40B4-BE49-F238E27FC236}">
                <a16:creationId xmlns:a16="http://schemas.microsoft.com/office/drawing/2014/main" id="{A44DA588-731E-467C-A310-71DEBE087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9638" y="1480844"/>
            <a:ext cx="109684" cy="16863"/>
          </a:xfrm>
          <a:custGeom xmlns:a="http://schemas.openxmlformats.org/drawingml/2006/main">
            <a:pathLst>
              <a:path w="109684" h="16863">
                <a:moveTo>
                  <a:pt x="0" y="16863"/>
                </a:moveTo>
                <a:lnTo>
                  <a:pt x="0" y="0"/>
                </a:lnTo>
                <a:lnTo>
                  <a:pt x="16781" y="0"/>
                </a:lnTo>
                <a:lnTo>
                  <a:pt x="16781" y="16863"/>
                </a:lnTo>
                <a:lnTo>
                  <a:pt x="0" y="16863"/>
                </a:lnTo>
                <a:close/>
                <a:moveTo>
                  <a:pt x="46450" y="16863"/>
                </a:moveTo>
                <a:lnTo>
                  <a:pt x="46450" y="0"/>
                </a:lnTo>
                <a:lnTo>
                  <a:pt x="63231" y="0"/>
                </a:lnTo>
                <a:lnTo>
                  <a:pt x="63231" y="16863"/>
                </a:lnTo>
                <a:lnTo>
                  <a:pt x="46450" y="16863"/>
                </a:lnTo>
                <a:close/>
                <a:moveTo>
                  <a:pt x="92903" y="16863"/>
                </a:moveTo>
                <a:lnTo>
                  <a:pt x="92903" y="0"/>
                </a:lnTo>
                <a:lnTo>
                  <a:pt x="109684" y="0"/>
                </a:lnTo>
                <a:lnTo>
                  <a:pt x="109684" y="16863"/>
                </a:lnTo>
                <a:lnTo>
                  <a:pt x="92903" y="1686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0" name="Text (b)RepresentativeSample-">
            <a:extLst xmlns:a="http://schemas.openxmlformats.org/drawingml/2006/main">
              <a:ext uri="{FF2B5EF4-FFF2-40B4-BE49-F238E27FC236}">
                <a16:creationId xmlns:a16="http://schemas.microsoft.com/office/drawing/2014/main" id="{A68003DB-3C39-46E3-9575-D22EEF626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7480" y="1955410"/>
            <a:ext cx="1973263" cy="144041"/>
          </a:xfrm>
          <a:custGeom xmlns:a="http://schemas.openxmlformats.org/drawingml/2006/main">
            <a:pathLst>
              <a:path w="1973263" h="144041">
                <a:moveTo>
                  <a:pt x="37882" y="144041"/>
                </a:moveTo>
                <a:lnTo>
                  <a:pt x="23433" y="144041"/>
                </a:lnTo>
                <a:cubicBezTo>
                  <a:pt x="15797" y="132499"/>
                  <a:pt x="9982" y="120508"/>
                  <a:pt x="5989" y="108068"/>
                </a:cubicBezTo>
                <a:cubicBezTo>
                  <a:pt x="1996" y="95628"/>
                  <a:pt x="0" y="83587"/>
                  <a:pt x="0" y="71946"/>
                </a:cubicBezTo>
                <a:cubicBezTo>
                  <a:pt x="0" y="57506"/>
                  <a:pt x="2471" y="43841"/>
                  <a:pt x="7412" y="30952"/>
                </a:cubicBezTo>
                <a:cubicBezTo>
                  <a:pt x="11704" y="19760"/>
                  <a:pt x="17144" y="9442"/>
                  <a:pt x="23732" y="0"/>
                </a:cubicBezTo>
                <a:lnTo>
                  <a:pt x="38106" y="0"/>
                </a:lnTo>
                <a:cubicBezTo>
                  <a:pt x="31269" y="15138"/>
                  <a:pt x="26565" y="28016"/>
                  <a:pt x="23994" y="38633"/>
                </a:cubicBezTo>
                <a:cubicBezTo>
                  <a:pt x="21424" y="49250"/>
                  <a:pt x="20139" y="60504"/>
                  <a:pt x="20139" y="72395"/>
                </a:cubicBezTo>
                <a:cubicBezTo>
                  <a:pt x="20139" y="80589"/>
                  <a:pt x="20900" y="88984"/>
                  <a:pt x="22422" y="97578"/>
                </a:cubicBezTo>
                <a:cubicBezTo>
                  <a:pt x="23944" y="106170"/>
                  <a:pt x="26028" y="114338"/>
                  <a:pt x="28673" y="122082"/>
                </a:cubicBezTo>
                <a:cubicBezTo>
                  <a:pt x="30420" y="127179"/>
                  <a:pt x="33490" y="134499"/>
                  <a:pt x="37882" y="144041"/>
                </a:cubicBezTo>
                <a:close/>
                <a:moveTo>
                  <a:pt x="53438" y="111699"/>
                </a:moveTo>
                <a:lnTo>
                  <a:pt x="53438" y="1946"/>
                </a:lnTo>
                <a:lnTo>
                  <a:pt x="74475" y="1946"/>
                </a:lnTo>
                <a:lnTo>
                  <a:pt x="74475" y="41475"/>
                </a:lnTo>
                <a:cubicBezTo>
                  <a:pt x="80963" y="34089"/>
                  <a:pt x="88649" y="30395"/>
                  <a:pt x="97533" y="30395"/>
                </a:cubicBezTo>
                <a:cubicBezTo>
                  <a:pt x="107216" y="30395"/>
                  <a:pt x="115227" y="33902"/>
                  <a:pt x="121565" y="40914"/>
                </a:cubicBezTo>
                <a:cubicBezTo>
                  <a:pt x="127904" y="47926"/>
                  <a:pt x="131073" y="57996"/>
                  <a:pt x="131073" y="71122"/>
                </a:cubicBezTo>
                <a:cubicBezTo>
                  <a:pt x="131073" y="84698"/>
                  <a:pt x="127841" y="95154"/>
                  <a:pt x="121378" y="102491"/>
                </a:cubicBezTo>
                <a:cubicBezTo>
                  <a:pt x="114915" y="109827"/>
                  <a:pt x="107066" y="113496"/>
                  <a:pt x="97833" y="113496"/>
                </a:cubicBezTo>
                <a:cubicBezTo>
                  <a:pt x="93291" y="113496"/>
                  <a:pt x="88812" y="112360"/>
                  <a:pt x="84395" y="110090"/>
                </a:cubicBezTo>
                <a:cubicBezTo>
                  <a:pt x="79978" y="107819"/>
                  <a:pt x="76172" y="104462"/>
                  <a:pt x="72978" y="100020"/>
                </a:cubicBezTo>
                <a:lnTo>
                  <a:pt x="72978" y="111699"/>
                </a:lnTo>
                <a:lnTo>
                  <a:pt x="53438" y="111699"/>
                </a:lnTo>
                <a:moveTo>
                  <a:pt x="74325" y="70263"/>
                </a:moveTo>
                <a:cubicBezTo>
                  <a:pt x="74325" y="78486"/>
                  <a:pt x="75623" y="84566"/>
                  <a:pt x="78218" y="88503"/>
                </a:cubicBezTo>
                <a:cubicBezTo>
                  <a:pt x="81862" y="94085"/>
                  <a:pt x="86703" y="96876"/>
                  <a:pt x="92742" y="96876"/>
                </a:cubicBezTo>
                <a:cubicBezTo>
                  <a:pt x="97384" y="96876"/>
                  <a:pt x="101339" y="94895"/>
                  <a:pt x="104608" y="90933"/>
                </a:cubicBezTo>
                <a:cubicBezTo>
                  <a:pt x="107877" y="86972"/>
                  <a:pt x="109512" y="80730"/>
                  <a:pt x="109512" y="72208"/>
                </a:cubicBezTo>
                <a:cubicBezTo>
                  <a:pt x="109512" y="63136"/>
                  <a:pt x="107865" y="56595"/>
                  <a:pt x="104571" y="52584"/>
                </a:cubicBezTo>
                <a:cubicBezTo>
                  <a:pt x="101277" y="48572"/>
                  <a:pt x="97059" y="46566"/>
                  <a:pt x="91919" y="46566"/>
                </a:cubicBezTo>
                <a:cubicBezTo>
                  <a:pt x="86878" y="46566"/>
                  <a:pt x="82685" y="48523"/>
                  <a:pt x="79341" y="52436"/>
                </a:cubicBezTo>
                <a:cubicBezTo>
                  <a:pt x="75997" y="56348"/>
                  <a:pt x="74325" y="62290"/>
                  <a:pt x="74325" y="70263"/>
                </a:cubicBezTo>
                <a:close/>
                <a:moveTo>
                  <a:pt x="142388" y="144041"/>
                </a:moveTo>
                <a:cubicBezTo>
                  <a:pt x="146531" y="135148"/>
                  <a:pt x="149451" y="128328"/>
                  <a:pt x="151148" y="123582"/>
                </a:cubicBezTo>
                <a:cubicBezTo>
                  <a:pt x="152845" y="118835"/>
                  <a:pt x="154417" y="113365"/>
                  <a:pt x="155864" y="107170"/>
                </a:cubicBezTo>
                <a:cubicBezTo>
                  <a:pt x="157312" y="100973"/>
                  <a:pt x="158385" y="95090"/>
                  <a:pt x="159083" y="89520"/>
                </a:cubicBezTo>
                <a:cubicBezTo>
                  <a:pt x="159782" y="83949"/>
                  <a:pt x="160131" y="78241"/>
                  <a:pt x="160131" y="72395"/>
                </a:cubicBezTo>
                <a:cubicBezTo>
                  <a:pt x="160131" y="60504"/>
                  <a:pt x="158859" y="49250"/>
                  <a:pt x="156313" y="38633"/>
                </a:cubicBezTo>
                <a:cubicBezTo>
                  <a:pt x="153768" y="28016"/>
                  <a:pt x="149076" y="15138"/>
                  <a:pt x="142239" y="0"/>
                </a:cubicBezTo>
                <a:lnTo>
                  <a:pt x="156538" y="0"/>
                </a:lnTo>
                <a:cubicBezTo>
                  <a:pt x="164074" y="10742"/>
                  <a:pt x="169926" y="22133"/>
                  <a:pt x="174094" y="34174"/>
                </a:cubicBezTo>
                <a:cubicBezTo>
                  <a:pt x="178261" y="46215"/>
                  <a:pt x="180345" y="58430"/>
                  <a:pt x="180345" y="70820"/>
                </a:cubicBezTo>
                <a:cubicBezTo>
                  <a:pt x="180345" y="81262"/>
                  <a:pt x="178698" y="92454"/>
                  <a:pt x="175404" y="104395"/>
                </a:cubicBezTo>
                <a:cubicBezTo>
                  <a:pt x="171661" y="117785"/>
                  <a:pt x="165497" y="131000"/>
                  <a:pt x="156912" y="144041"/>
                </a:cubicBezTo>
                <a:lnTo>
                  <a:pt x="142388" y="144041"/>
                </a:lnTo>
                <a:close/>
                <a:moveTo>
                  <a:pt x="242403" y="111699"/>
                </a:moveTo>
                <a:lnTo>
                  <a:pt x="242403" y="1946"/>
                </a:lnTo>
                <a:lnTo>
                  <a:pt x="289044" y="1946"/>
                </a:lnTo>
                <a:cubicBezTo>
                  <a:pt x="300773" y="1946"/>
                  <a:pt x="309295" y="2932"/>
                  <a:pt x="314610" y="4904"/>
                </a:cubicBezTo>
                <a:cubicBezTo>
                  <a:pt x="319926" y="6875"/>
                  <a:pt x="324180" y="10381"/>
                  <a:pt x="327375" y="15422"/>
                </a:cubicBezTo>
                <a:cubicBezTo>
                  <a:pt x="330569" y="20463"/>
                  <a:pt x="332166" y="26228"/>
                  <a:pt x="332166" y="32716"/>
                </a:cubicBezTo>
                <a:cubicBezTo>
                  <a:pt x="332166" y="40951"/>
                  <a:pt x="329745" y="47752"/>
                  <a:pt x="324904" y="53117"/>
                </a:cubicBezTo>
                <a:cubicBezTo>
                  <a:pt x="320063" y="58482"/>
                  <a:pt x="312826" y="61864"/>
                  <a:pt x="303193" y="63261"/>
                </a:cubicBezTo>
                <a:cubicBezTo>
                  <a:pt x="307985" y="66056"/>
                  <a:pt x="311940" y="69126"/>
                  <a:pt x="315059" y="72470"/>
                </a:cubicBezTo>
                <a:cubicBezTo>
                  <a:pt x="318179" y="75814"/>
                  <a:pt x="322384" y="81753"/>
                  <a:pt x="327674" y="90288"/>
                </a:cubicBezTo>
                <a:lnTo>
                  <a:pt x="341075" y="111699"/>
                </a:lnTo>
                <a:lnTo>
                  <a:pt x="314573" y="111699"/>
                </a:lnTo>
                <a:lnTo>
                  <a:pt x="298552" y="87810"/>
                </a:lnTo>
                <a:cubicBezTo>
                  <a:pt x="292862" y="79279"/>
                  <a:pt x="288969" y="73903"/>
                  <a:pt x="286873" y="71684"/>
                </a:cubicBezTo>
                <a:cubicBezTo>
                  <a:pt x="284776" y="69463"/>
                  <a:pt x="282555" y="67940"/>
                  <a:pt x="280210" y="67117"/>
                </a:cubicBezTo>
                <a:cubicBezTo>
                  <a:pt x="277864" y="66293"/>
                  <a:pt x="274145" y="65882"/>
                  <a:pt x="269055" y="65882"/>
                </a:cubicBezTo>
                <a:lnTo>
                  <a:pt x="264563" y="65882"/>
                </a:lnTo>
                <a:lnTo>
                  <a:pt x="264563" y="111699"/>
                </a:lnTo>
                <a:lnTo>
                  <a:pt x="242403" y="111699"/>
                </a:lnTo>
                <a:moveTo>
                  <a:pt x="264563" y="48363"/>
                </a:moveTo>
                <a:lnTo>
                  <a:pt x="280958" y="48363"/>
                </a:lnTo>
                <a:cubicBezTo>
                  <a:pt x="291589" y="48363"/>
                  <a:pt x="298227" y="47914"/>
                  <a:pt x="300872" y="47015"/>
                </a:cubicBezTo>
                <a:cubicBezTo>
                  <a:pt x="303518" y="46117"/>
                  <a:pt x="305589" y="44570"/>
                  <a:pt x="307086" y="42374"/>
                </a:cubicBezTo>
                <a:cubicBezTo>
                  <a:pt x="308584" y="40178"/>
                  <a:pt x="309332" y="37433"/>
                  <a:pt x="309332" y="34139"/>
                </a:cubicBezTo>
                <a:cubicBezTo>
                  <a:pt x="309332" y="30445"/>
                  <a:pt x="308346" y="27463"/>
                  <a:pt x="306375" y="25192"/>
                </a:cubicBezTo>
                <a:cubicBezTo>
                  <a:pt x="304404" y="22921"/>
                  <a:pt x="301621" y="21486"/>
                  <a:pt x="298027" y="20887"/>
                </a:cubicBezTo>
                <a:cubicBezTo>
                  <a:pt x="296231" y="20638"/>
                  <a:pt x="290840" y="20513"/>
                  <a:pt x="281857" y="20513"/>
                </a:cubicBezTo>
                <a:lnTo>
                  <a:pt x="264563" y="20513"/>
                </a:lnTo>
                <a:lnTo>
                  <a:pt x="264563" y="48363"/>
                </a:lnTo>
                <a:close/>
                <a:moveTo>
                  <a:pt x="399285" y="86395"/>
                </a:moveTo>
                <a:lnTo>
                  <a:pt x="420247" y="89988"/>
                </a:lnTo>
                <a:cubicBezTo>
                  <a:pt x="417552" y="97649"/>
                  <a:pt x="413297" y="103483"/>
                  <a:pt x="407483" y="107488"/>
                </a:cubicBezTo>
                <a:cubicBezTo>
                  <a:pt x="401668" y="111493"/>
                  <a:pt x="394394" y="113496"/>
                  <a:pt x="385659" y="113496"/>
                </a:cubicBezTo>
                <a:cubicBezTo>
                  <a:pt x="371834" y="113496"/>
                  <a:pt x="361603" y="108979"/>
                  <a:pt x="354965" y="99945"/>
                </a:cubicBezTo>
                <a:cubicBezTo>
                  <a:pt x="349724" y="92708"/>
                  <a:pt x="347104" y="83575"/>
                  <a:pt x="347104" y="72545"/>
                </a:cubicBezTo>
                <a:cubicBezTo>
                  <a:pt x="347104" y="59368"/>
                  <a:pt x="350548" y="49049"/>
                  <a:pt x="357435" y="41588"/>
                </a:cubicBezTo>
                <a:cubicBezTo>
                  <a:pt x="364323" y="34126"/>
                  <a:pt x="373032" y="30395"/>
                  <a:pt x="383563" y="30395"/>
                </a:cubicBezTo>
                <a:cubicBezTo>
                  <a:pt x="395392" y="30395"/>
                  <a:pt x="404725" y="34301"/>
                  <a:pt x="411563" y="42112"/>
                </a:cubicBezTo>
                <a:cubicBezTo>
                  <a:pt x="418400" y="49923"/>
                  <a:pt x="421670" y="61889"/>
                  <a:pt x="421370" y="78010"/>
                </a:cubicBezTo>
                <a:lnTo>
                  <a:pt x="368665" y="78010"/>
                </a:lnTo>
                <a:cubicBezTo>
                  <a:pt x="368815" y="84248"/>
                  <a:pt x="370512" y="89102"/>
                  <a:pt x="373756" y="92571"/>
                </a:cubicBezTo>
                <a:cubicBezTo>
                  <a:pt x="377000" y="96040"/>
                  <a:pt x="381043" y="97774"/>
                  <a:pt x="385884" y="97774"/>
                </a:cubicBezTo>
                <a:cubicBezTo>
                  <a:pt x="389178" y="97774"/>
                  <a:pt x="391948" y="96876"/>
                  <a:pt x="394194" y="95079"/>
                </a:cubicBezTo>
                <a:cubicBezTo>
                  <a:pt x="396440" y="93282"/>
                  <a:pt x="398137" y="90387"/>
                  <a:pt x="399285" y="86395"/>
                </a:cubicBezTo>
                <a:moveTo>
                  <a:pt x="400483" y="65133"/>
                </a:moveTo>
                <a:cubicBezTo>
                  <a:pt x="400333" y="59069"/>
                  <a:pt x="398761" y="54458"/>
                  <a:pt x="395766" y="51301"/>
                </a:cubicBezTo>
                <a:cubicBezTo>
                  <a:pt x="392772" y="48145"/>
                  <a:pt x="389128" y="46566"/>
                  <a:pt x="384836" y="46566"/>
                </a:cubicBezTo>
                <a:cubicBezTo>
                  <a:pt x="380244" y="46566"/>
                  <a:pt x="376451" y="48231"/>
                  <a:pt x="373456" y="51561"/>
                </a:cubicBezTo>
                <a:cubicBezTo>
                  <a:pt x="370462" y="54893"/>
                  <a:pt x="368989" y="59417"/>
                  <a:pt x="369039" y="65133"/>
                </a:cubicBezTo>
                <a:lnTo>
                  <a:pt x="400483" y="65133"/>
                </a:lnTo>
                <a:close/>
                <a:moveTo>
                  <a:pt x="438212" y="32192"/>
                </a:moveTo>
                <a:lnTo>
                  <a:pt x="457826" y="32192"/>
                </a:lnTo>
                <a:lnTo>
                  <a:pt x="457826" y="43871"/>
                </a:lnTo>
                <a:cubicBezTo>
                  <a:pt x="460372" y="39878"/>
                  <a:pt x="463816" y="36634"/>
                  <a:pt x="468158" y="34139"/>
                </a:cubicBezTo>
                <a:cubicBezTo>
                  <a:pt x="472500" y="31643"/>
                  <a:pt x="477316" y="30395"/>
                  <a:pt x="482607" y="30395"/>
                </a:cubicBezTo>
                <a:cubicBezTo>
                  <a:pt x="491840" y="30395"/>
                  <a:pt x="499676" y="34014"/>
                  <a:pt x="506114" y="41251"/>
                </a:cubicBezTo>
                <a:cubicBezTo>
                  <a:pt x="512553" y="48488"/>
                  <a:pt x="515772" y="58570"/>
                  <a:pt x="515772" y="71496"/>
                </a:cubicBezTo>
                <a:cubicBezTo>
                  <a:pt x="515772" y="84773"/>
                  <a:pt x="512528" y="95091"/>
                  <a:pt x="506040" y="102453"/>
                </a:cubicBezTo>
                <a:cubicBezTo>
                  <a:pt x="499551" y="109815"/>
                  <a:pt x="491690" y="113496"/>
                  <a:pt x="482457" y="113496"/>
                </a:cubicBezTo>
                <a:cubicBezTo>
                  <a:pt x="478065" y="113496"/>
                  <a:pt x="474085" y="112622"/>
                  <a:pt x="470516" y="110876"/>
                </a:cubicBezTo>
                <a:cubicBezTo>
                  <a:pt x="466947" y="109129"/>
                  <a:pt x="463192" y="106134"/>
                  <a:pt x="459249" y="101892"/>
                </a:cubicBezTo>
                <a:lnTo>
                  <a:pt x="459249" y="141945"/>
                </a:lnTo>
                <a:lnTo>
                  <a:pt x="438212" y="141945"/>
                </a:lnTo>
                <a:lnTo>
                  <a:pt x="438212" y="32192"/>
                </a:lnTo>
                <a:moveTo>
                  <a:pt x="459024" y="70563"/>
                </a:moveTo>
                <a:cubicBezTo>
                  <a:pt x="459024" y="79483"/>
                  <a:pt x="460796" y="86073"/>
                  <a:pt x="464340" y="90334"/>
                </a:cubicBezTo>
                <a:cubicBezTo>
                  <a:pt x="467883" y="94595"/>
                  <a:pt x="472200" y="96726"/>
                  <a:pt x="477291" y="96726"/>
                </a:cubicBezTo>
                <a:cubicBezTo>
                  <a:pt x="482183" y="96726"/>
                  <a:pt x="486250" y="94770"/>
                  <a:pt x="489494" y="90858"/>
                </a:cubicBezTo>
                <a:cubicBezTo>
                  <a:pt x="492739" y="86947"/>
                  <a:pt x="494361" y="80530"/>
                  <a:pt x="494361" y="71609"/>
                </a:cubicBezTo>
                <a:cubicBezTo>
                  <a:pt x="494361" y="63286"/>
                  <a:pt x="492689" y="57107"/>
                  <a:pt x="489345" y="53070"/>
                </a:cubicBezTo>
                <a:cubicBezTo>
                  <a:pt x="486001" y="49034"/>
                  <a:pt x="481858" y="47015"/>
                  <a:pt x="476917" y="47015"/>
                </a:cubicBezTo>
                <a:cubicBezTo>
                  <a:pt x="471776" y="47015"/>
                  <a:pt x="467509" y="48996"/>
                  <a:pt x="464115" y="52958"/>
                </a:cubicBezTo>
                <a:cubicBezTo>
                  <a:pt x="460721" y="56920"/>
                  <a:pt x="459024" y="62788"/>
                  <a:pt x="459024" y="70563"/>
                </a:cubicBezTo>
                <a:close/>
                <a:moveTo>
                  <a:pt x="552900" y="111699"/>
                </a:moveTo>
                <a:lnTo>
                  <a:pt x="531862" y="111699"/>
                </a:lnTo>
                <a:lnTo>
                  <a:pt x="531862" y="32192"/>
                </a:lnTo>
                <a:lnTo>
                  <a:pt x="551402" y="32192"/>
                </a:lnTo>
                <a:lnTo>
                  <a:pt x="551402" y="43497"/>
                </a:lnTo>
                <a:cubicBezTo>
                  <a:pt x="554746" y="38156"/>
                  <a:pt x="557753" y="34638"/>
                  <a:pt x="560424" y="32941"/>
                </a:cubicBezTo>
                <a:cubicBezTo>
                  <a:pt x="563094" y="31244"/>
                  <a:pt x="566126" y="30395"/>
                  <a:pt x="569520" y="30395"/>
                </a:cubicBezTo>
                <a:cubicBezTo>
                  <a:pt x="574311" y="30395"/>
                  <a:pt x="578928" y="31718"/>
                  <a:pt x="583370" y="34363"/>
                </a:cubicBezTo>
                <a:lnTo>
                  <a:pt x="576857" y="52705"/>
                </a:lnTo>
                <a:cubicBezTo>
                  <a:pt x="573313" y="50409"/>
                  <a:pt x="570019" y="49261"/>
                  <a:pt x="566974" y="49261"/>
                </a:cubicBezTo>
                <a:cubicBezTo>
                  <a:pt x="564030" y="49261"/>
                  <a:pt x="561534" y="50072"/>
                  <a:pt x="559488" y="51695"/>
                </a:cubicBezTo>
                <a:cubicBezTo>
                  <a:pt x="557441" y="53317"/>
                  <a:pt x="555832" y="56249"/>
                  <a:pt x="554659" y="60491"/>
                </a:cubicBezTo>
                <a:cubicBezTo>
                  <a:pt x="553486" y="64734"/>
                  <a:pt x="552900" y="73618"/>
                  <a:pt x="552900" y="87143"/>
                </a:cubicBezTo>
                <a:lnTo>
                  <a:pt x="552900" y="111699"/>
                </a:lnTo>
                <a:close/>
                <a:moveTo>
                  <a:pt x="638526" y="86395"/>
                </a:moveTo>
                <a:lnTo>
                  <a:pt x="659489" y="89988"/>
                </a:lnTo>
                <a:cubicBezTo>
                  <a:pt x="656793" y="97649"/>
                  <a:pt x="652539" y="103483"/>
                  <a:pt x="646724" y="107488"/>
                </a:cubicBezTo>
                <a:cubicBezTo>
                  <a:pt x="640909" y="111493"/>
                  <a:pt x="633635" y="113496"/>
                  <a:pt x="624901" y="113496"/>
                </a:cubicBezTo>
                <a:cubicBezTo>
                  <a:pt x="611076" y="113496"/>
                  <a:pt x="600844" y="108979"/>
                  <a:pt x="594206" y="99945"/>
                </a:cubicBezTo>
                <a:cubicBezTo>
                  <a:pt x="588965" y="92708"/>
                  <a:pt x="586345" y="83575"/>
                  <a:pt x="586345" y="72545"/>
                </a:cubicBezTo>
                <a:cubicBezTo>
                  <a:pt x="586345" y="59368"/>
                  <a:pt x="589789" y="49049"/>
                  <a:pt x="596676" y="41588"/>
                </a:cubicBezTo>
                <a:cubicBezTo>
                  <a:pt x="603564" y="34126"/>
                  <a:pt x="612273" y="30395"/>
                  <a:pt x="622804" y="30395"/>
                </a:cubicBezTo>
                <a:cubicBezTo>
                  <a:pt x="634633" y="30395"/>
                  <a:pt x="643966" y="34301"/>
                  <a:pt x="650804" y="42112"/>
                </a:cubicBezTo>
                <a:cubicBezTo>
                  <a:pt x="657642" y="49923"/>
                  <a:pt x="660911" y="61889"/>
                  <a:pt x="660611" y="78010"/>
                </a:cubicBezTo>
                <a:lnTo>
                  <a:pt x="607906" y="78010"/>
                </a:lnTo>
                <a:cubicBezTo>
                  <a:pt x="608056" y="84248"/>
                  <a:pt x="609753" y="89102"/>
                  <a:pt x="612997" y="92571"/>
                </a:cubicBezTo>
                <a:cubicBezTo>
                  <a:pt x="616241" y="96040"/>
                  <a:pt x="620284" y="97774"/>
                  <a:pt x="625125" y="97774"/>
                </a:cubicBezTo>
                <a:cubicBezTo>
                  <a:pt x="628419" y="97774"/>
                  <a:pt x="631189" y="96876"/>
                  <a:pt x="633435" y="95079"/>
                </a:cubicBezTo>
                <a:cubicBezTo>
                  <a:pt x="635681" y="93282"/>
                  <a:pt x="637378" y="90387"/>
                  <a:pt x="638526" y="86395"/>
                </a:cubicBezTo>
                <a:moveTo>
                  <a:pt x="639724" y="65133"/>
                </a:moveTo>
                <a:cubicBezTo>
                  <a:pt x="639574" y="59069"/>
                  <a:pt x="638002" y="54458"/>
                  <a:pt x="635008" y="51301"/>
                </a:cubicBezTo>
                <a:cubicBezTo>
                  <a:pt x="632013" y="48145"/>
                  <a:pt x="628369" y="46566"/>
                  <a:pt x="624077" y="46566"/>
                </a:cubicBezTo>
                <a:cubicBezTo>
                  <a:pt x="619485" y="46566"/>
                  <a:pt x="615692" y="48231"/>
                  <a:pt x="612698" y="51561"/>
                </a:cubicBezTo>
                <a:cubicBezTo>
                  <a:pt x="609703" y="54893"/>
                  <a:pt x="608231" y="59417"/>
                  <a:pt x="608281" y="65133"/>
                </a:cubicBezTo>
                <a:lnTo>
                  <a:pt x="639724" y="65133"/>
                </a:lnTo>
                <a:close/>
                <a:moveTo>
                  <a:pt x="670640" y="89090"/>
                </a:moveTo>
                <a:lnTo>
                  <a:pt x="691752" y="85796"/>
                </a:lnTo>
                <a:cubicBezTo>
                  <a:pt x="692651" y="89863"/>
                  <a:pt x="694473" y="92952"/>
                  <a:pt x="697218" y="95060"/>
                </a:cubicBezTo>
                <a:cubicBezTo>
                  <a:pt x="699963" y="97169"/>
                  <a:pt x="703806" y="98223"/>
                  <a:pt x="708747" y="98223"/>
                </a:cubicBezTo>
                <a:cubicBezTo>
                  <a:pt x="714187" y="98223"/>
                  <a:pt x="718280" y="97227"/>
                  <a:pt x="721025" y="95233"/>
                </a:cubicBezTo>
                <a:cubicBezTo>
                  <a:pt x="722872" y="93837"/>
                  <a:pt x="723795" y="91968"/>
                  <a:pt x="723795" y="89626"/>
                </a:cubicBezTo>
                <a:cubicBezTo>
                  <a:pt x="723795" y="88030"/>
                  <a:pt x="723296" y="86709"/>
                  <a:pt x="722298" y="85662"/>
                </a:cubicBezTo>
                <a:cubicBezTo>
                  <a:pt x="721249" y="84666"/>
                  <a:pt x="718904" y="83744"/>
                  <a:pt x="715260" y="82897"/>
                </a:cubicBezTo>
                <a:cubicBezTo>
                  <a:pt x="698291" y="79160"/>
                  <a:pt x="687535" y="75746"/>
                  <a:pt x="682993" y="72654"/>
                </a:cubicBezTo>
                <a:cubicBezTo>
                  <a:pt x="676705" y="68365"/>
                  <a:pt x="673560" y="62407"/>
                  <a:pt x="673560" y="54778"/>
                </a:cubicBezTo>
                <a:cubicBezTo>
                  <a:pt x="673560" y="47897"/>
                  <a:pt x="676280" y="42113"/>
                  <a:pt x="681721" y="37426"/>
                </a:cubicBezTo>
                <a:cubicBezTo>
                  <a:pt x="687161" y="32739"/>
                  <a:pt x="695596" y="30395"/>
                  <a:pt x="707025" y="30395"/>
                </a:cubicBezTo>
                <a:cubicBezTo>
                  <a:pt x="717905" y="30395"/>
                  <a:pt x="725991" y="32161"/>
                  <a:pt x="731281" y="35692"/>
                </a:cubicBezTo>
                <a:cubicBezTo>
                  <a:pt x="736572" y="39223"/>
                  <a:pt x="740215" y="44445"/>
                  <a:pt x="742212" y="51358"/>
                </a:cubicBezTo>
                <a:lnTo>
                  <a:pt x="722372" y="55101"/>
                </a:lnTo>
                <a:cubicBezTo>
                  <a:pt x="721524" y="52006"/>
                  <a:pt x="719914" y="49636"/>
                  <a:pt x="717544" y="47989"/>
                </a:cubicBezTo>
                <a:cubicBezTo>
                  <a:pt x="715173" y="46342"/>
                  <a:pt x="711791" y="45518"/>
                  <a:pt x="707399" y="45518"/>
                </a:cubicBezTo>
                <a:cubicBezTo>
                  <a:pt x="701859" y="45518"/>
                  <a:pt x="697891" y="46291"/>
                  <a:pt x="695496" y="47837"/>
                </a:cubicBezTo>
                <a:cubicBezTo>
                  <a:pt x="693899" y="48932"/>
                  <a:pt x="693100" y="50352"/>
                  <a:pt x="693100" y="52097"/>
                </a:cubicBezTo>
                <a:cubicBezTo>
                  <a:pt x="693100" y="53591"/>
                  <a:pt x="693799" y="54861"/>
                  <a:pt x="695196" y="55908"/>
                </a:cubicBezTo>
                <a:cubicBezTo>
                  <a:pt x="697093" y="57304"/>
                  <a:pt x="703644" y="59273"/>
                  <a:pt x="714848" y="61815"/>
                </a:cubicBezTo>
                <a:cubicBezTo>
                  <a:pt x="726053" y="64358"/>
                  <a:pt x="733877" y="67476"/>
                  <a:pt x="738319" y="71171"/>
                </a:cubicBezTo>
                <a:cubicBezTo>
                  <a:pt x="742711" y="74918"/>
                  <a:pt x="744907" y="80136"/>
                  <a:pt x="744907" y="86827"/>
                </a:cubicBezTo>
                <a:cubicBezTo>
                  <a:pt x="744907" y="94119"/>
                  <a:pt x="741862" y="100387"/>
                  <a:pt x="735773" y="105630"/>
                </a:cubicBezTo>
                <a:cubicBezTo>
                  <a:pt x="729684" y="110874"/>
                  <a:pt x="720675" y="113496"/>
                  <a:pt x="708747" y="113496"/>
                </a:cubicBezTo>
                <a:cubicBezTo>
                  <a:pt x="697916" y="113496"/>
                  <a:pt x="689344" y="111307"/>
                  <a:pt x="683031" y="106929"/>
                </a:cubicBezTo>
                <a:cubicBezTo>
                  <a:pt x="676717" y="102549"/>
                  <a:pt x="672587" y="96603"/>
                  <a:pt x="670640" y="89090"/>
                </a:cubicBezTo>
                <a:close/>
                <a:moveTo>
                  <a:pt x="809662" y="86395"/>
                </a:moveTo>
                <a:lnTo>
                  <a:pt x="830625" y="89988"/>
                </a:lnTo>
                <a:cubicBezTo>
                  <a:pt x="827930" y="97649"/>
                  <a:pt x="823675" y="103483"/>
                  <a:pt x="817860" y="107488"/>
                </a:cubicBezTo>
                <a:cubicBezTo>
                  <a:pt x="812046" y="111493"/>
                  <a:pt x="804771" y="113496"/>
                  <a:pt x="796037" y="113496"/>
                </a:cubicBezTo>
                <a:cubicBezTo>
                  <a:pt x="782212" y="113496"/>
                  <a:pt x="771980" y="108979"/>
                  <a:pt x="765342" y="99945"/>
                </a:cubicBezTo>
                <a:cubicBezTo>
                  <a:pt x="760102" y="92708"/>
                  <a:pt x="757481" y="83575"/>
                  <a:pt x="757481" y="72545"/>
                </a:cubicBezTo>
                <a:cubicBezTo>
                  <a:pt x="757481" y="59368"/>
                  <a:pt x="760925" y="49049"/>
                  <a:pt x="767813" y="41588"/>
                </a:cubicBezTo>
                <a:cubicBezTo>
                  <a:pt x="774700" y="34126"/>
                  <a:pt x="783410" y="30395"/>
                  <a:pt x="793941" y="30395"/>
                </a:cubicBezTo>
                <a:cubicBezTo>
                  <a:pt x="805769" y="30395"/>
                  <a:pt x="815103" y="34301"/>
                  <a:pt x="821940" y="42112"/>
                </a:cubicBezTo>
                <a:cubicBezTo>
                  <a:pt x="828778" y="49923"/>
                  <a:pt x="832047" y="61889"/>
                  <a:pt x="831748" y="78010"/>
                </a:cubicBezTo>
                <a:lnTo>
                  <a:pt x="779043" y="78010"/>
                </a:lnTo>
                <a:cubicBezTo>
                  <a:pt x="779192" y="84248"/>
                  <a:pt x="780889" y="89102"/>
                  <a:pt x="784133" y="92571"/>
                </a:cubicBezTo>
                <a:cubicBezTo>
                  <a:pt x="787378" y="96040"/>
                  <a:pt x="791420" y="97774"/>
                  <a:pt x="796262" y="97774"/>
                </a:cubicBezTo>
                <a:cubicBezTo>
                  <a:pt x="799556" y="97774"/>
                  <a:pt x="802326" y="96876"/>
                  <a:pt x="804572" y="95079"/>
                </a:cubicBezTo>
                <a:cubicBezTo>
                  <a:pt x="806818" y="93282"/>
                  <a:pt x="808515" y="90387"/>
                  <a:pt x="809662" y="86395"/>
                </a:cubicBezTo>
                <a:moveTo>
                  <a:pt x="810860" y="65133"/>
                </a:moveTo>
                <a:cubicBezTo>
                  <a:pt x="810711" y="59069"/>
                  <a:pt x="809138" y="54458"/>
                  <a:pt x="806144" y="51301"/>
                </a:cubicBezTo>
                <a:cubicBezTo>
                  <a:pt x="803149" y="48145"/>
                  <a:pt x="799506" y="46566"/>
                  <a:pt x="795213" y="46566"/>
                </a:cubicBezTo>
                <a:cubicBezTo>
                  <a:pt x="790622" y="46566"/>
                  <a:pt x="786829" y="48231"/>
                  <a:pt x="783834" y="51561"/>
                </a:cubicBezTo>
                <a:cubicBezTo>
                  <a:pt x="780839" y="54893"/>
                  <a:pt x="779367" y="59417"/>
                  <a:pt x="779417" y="65133"/>
                </a:cubicBezTo>
                <a:lnTo>
                  <a:pt x="810860" y="65133"/>
                </a:lnTo>
                <a:close/>
                <a:moveTo>
                  <a:pt x="921508" y="111699"/>
                </a:moveTo>
                <a:lnTo>
                  <a:pt x="900471" y="111699"/>
                </a:lnTo>
                <a:lnTo>
                  <a:pt x="900471" y="71169"/>
                </a:lnTo>
                <a:cubicBezTo>
                  <a:pt x="900471" y="62594"/>
                  <a:pt x="900022" y="57047"/>
                  <a:pt x="899123" y="54530"/>
                </a:cubicBezTo>
                <a:cubicBezTo>
                  <a:pt x="898225" y="52013"/>
                  <a:pt x="896765" y="50056"/>
                  <a:pt x="894744" y="48660"/>
                </a:cubicBezTo>
                <a:cubicBezTo>
                  <a:pt x="892722" y="47264"/>
                  <a:pt x="890289" y="46566"/>
                  <a:pt x="887444" y="46566"/>
                </a:cubicBezTo>
                <a:cubicBezTo>
                  <a:pt x="883801" y="46566"/>
                  <a:pt x="880532" y="47564"/>
                  <a:pt x="877637" y="49559"/>
                </a:cubicBezTo>
                <a:cubicBezTo>
                  <a:pt x="874742" y="51552"/>
                  <a:pt x="872758" y="54194"/>
                  <a:pt x="871685" y="57485"/>
                </a:cubicBezTo>
                <a:cubicBezTo>
                  <a:pt x="870612" y="60774"/>
                  <a:pt x="870076" y="66856"/>
                  <a:pt x="870076" y="75731"/>
                </a:cubicBezTo>
                <a:lnTo>
                  <a:pt x="870076" y="111699"/>
                </a:lnTo>
                <a:lnTo>
                  <a:pt x="849038" y="111699"/>
                </a:lnTo>
                <a:lnTo>
                  <a:pt x="849038" y="32192"/>
                </a:lnTo>
                <a:lnTo>
                  <a:pt x="868578" y="32192"/>
                </a:lnTo>
                <a:lnTo>
                  <a:pt x="868578" y="43871"/>
                </a:lnTo>
                <a:cubicBezTo>
                  <a:pt x="875516" y="34887"/>
                  <a:pt x="884250" y="30395"/>
                  <a:pt x="894781" y="30395"/>
                </a:cubicBezTo>
                <a:cubicBezTo>
                  <a:pt x="899423" y="30395"/>
                  <a:pt x="903665" y="31231"/>
                  <a:pt x="907508" y="32903"/>
                </a:cubicBezTo>
                <a:cubicBezTo>
                  <a:pt x="911351" y="34575"/>
                  <a:pt x="914259" y="36709"/>
                  <a:pt x="916230" y="39304"/>
                </a:cubicBezTo>
                <a:cubicBezTo>
                  <a:pt x="918201" y="41900"/>
                  <a:pt x="919574" y="44844"/>
                  <a:pt x="920348" y="48138"/>
                </a:cubicBezTo>
                <a:cubicBezTo>
                  <a:pt x="921121" y="51432"/>
                  <a:pt x="921508" y="56149"/>
                  <a:pt x="921508" y="62288"/>
                </a:cubicBezTo>
                <a:lnTo>
                  <a:pt x="921508" y="111699"/>
                </a:lnTo>
                <a:close/>
                <a:moveTo>
                  <a:pt x="979597" y="32192"/>
                </a:moveTo>
                <a:lnTo>
                  <a:pt x="979597" y="48962"/>
                </a:lnTo>
                <a:lnTo>
                  <a:pt x="965223" y="48962"/>
                </a:lnTo>
                <a:lnTo>
                  <a:pt x="965223" y="80953"/>
                </a:lnTo>
                <a:cubicBezTo>
                  <a:pt x="965223" y="87432"/>
                  <a:pt x="965360" y="91207"/>
                  <a:pt x="965635" y="92279"/>
                </a:cubicBezTo>
                <a:cubicBezTo>
                  <a:pt x="965909" y="93349"/>
                  <a:pt x="966533" y="94233"/>
                  <a:pt x="967507" y="94932"/>
                </a:cubicBezTo>
                <a:cubicBezTo>
                  <a:pt x="968480" y="95629"/>
                  <a:pt x="969665" y="95977"/>
                  <a:pt x="971063" y="95977"/>
                </a:cubicBezTo>
                <a:cubicBezTo>
                  <a:pt x="973009" y="95977"/>
                  <a:pt x="975829" y="95304"/>
                  <a:pt x="979522" y="93956"/>
                </a:cubicBezTo>
                <a:lnTo>
                  <a:pt x="981319" y="110337"/>
                </a:lnTo>
                <a:cubicBezTo>
                  <a:pt x="976428" y="112443"/>
                  <a:pt x="970888" y="113496"/>
                  <a:pt x="964699" y="113496"/>
                </a:cubicBezTo>
                <a:cubicBezTo>
                  <a:pt x="960906" y="113496"/>
                  <a:pt x="957487" y="112860"/>
                  <a:pt x="954442" y="111587"/>
                </a:cubicBezTo>
                <a:cubicBezTo>
                  <a:pt x="951398" y="110314"/>
                  <a:pt x="949164" y="108667"/>
                  <a:pt x="947742" y="106646"/>
                </a:cubicBezTo>
                <a:cubicBezTo>
                  <a:pt x="946320" y="104624"/>
                  <a:pt x="945334" y="101892"/>
                  <a:pt x="944785" y="98448"/>
                </a:cubicBezTo>
                <a:cubicBezTo>
                  <a:pt x="944336" y="96002"/>
                  <a:pt x="944111" y="91061"/>
                  <a:pt x="944111" y="83625"/>
                </a:cubicBezTo>
                <a:lnTo>
                  <a:pt x="944111" y="48962"/>
                </a:lnTo>
                <a:lnTo>
                  <a:pt x="934453" y="48962"/>
                </a:lnTo>
                <a:lnTo>
                  <a:pt x="934453" y="32192"/>
                </a:lnTo>
                <a:lnTo>
                  <a:pt x="944111" y="32192"/>
                </a:lnTo>
                <a:lnTo>
                  <a:pt x="944111" y="16321"/>
                </a:lnTo>
                <a:lnTo>
                  <a:pt x="965223" y="3893"/>
                </a:lnTo>
                <a:lnTo>
                  <a:pt x="965223" y="32192"/>
                </a:lnTo>
                <a:lnTo>
                  <a:pt x="979597" y="32192"/>
                </a:lnTo>
                <a:close/>
                <a:moveTo>
                  <a:pt x="1010201" y="56748"/>
                </a:moveTo>
                <a:lnTo>
                  <a:pt x="991111" y="53304"/>
                </a:lnTo>
                <a:cubicBezTo>
                  <a:pt x="993257" y="45517"/>
                  <a:pt x="996950" y="39752"/>
                  <a:pt x="1002191" y="36010"/>
                </a:cubicBezTo>
                <a:cubicBezTo>
                  <a:pt x="1007431" y="32267"/>
                  <a:pt x="1015217" y="30395"/>
                  <a:pt x="1025549" y="30395"/>
                </a:cubicBezTo>
                <a:cubicBezTo>
                  <a:pt x="1034932" y="30395"/>
                  <a:pt x="1041919" y="31506"/>
                  <a:pt x="1046511" y="33727"/>
                </a:cubicBezTo>
                <a:cubicBezTo>
                  <a:pt x="1051103" y="35948"/>
                  <a:pt x="1054335" y="38768"/>
                  <a:pt x="1056206" y="42187"/>
                </a:cubicBezTo>
                <a:cubicBezTo>
                  <a:pt x="1058078" y="45605"/>
                  <a:pt x="1059014" y="51882"/>
                  <a:pt x="1059014" y="61015"/>
                </a:cubicBezTo>
                <a:lnTo>
                  <a:pt x="1058789" y="85571"/>
                </a:lnTo>
                <a:cubicBezTo>
                  <a:pt x="1058789" y="92559"/>
                  <a:pt x="1059126" y="97712"/>
                  <a:pt x="1059800" y="101031"/>
                </a:cubicBezTo>
                <a:cubicBezTo>
                  <a:pt x="1060473" y="104350"/>
                  <a:pt x="1061734" y="107906"/>
                  <a:pt x="1063580" y="111699"/>
                </a:cubicBezTo>
                <a:lnTo>
                  <a:pt x="1042768" y="111699"/>
                </a:lnTo>
                <a:cubicBezTo>
                  <a:pt x="1042219" y="110302"/>
                  <a:pt x="1041545" y="108230"/>
                  <a:pt x="1040746" y="105485"/>
                </a:cubicBezTo>
                <a:cubicBezTo>
                  <a:pt x="1040397" y="104238"/>
                  <a:pt x="1040148" y="103414"/>
                  <a:pt x="1039998" y="103015"/>
                </a:cubicBezTo>
                <a:cubicBezTo>
                  <a:pt x="1036404" y="106508"/>
                  <a:pt x="1032561" y="109129"/>
                  <a:pt x="1028469" y="110876"/>
                </a:cubicBezTo>
                <a:cubicBezTo>
                  <a:pt x="1024376" y="112622"/>
                  <a:pt x="1020009" y="113496"/>
                  <a:pt x="1015367" y="113496"/>
                </a:cubicBezTo>
                <a:cubicBezTo>
                  <a:pt x="1007182" y="113496"/>
                  <a:pt x="1000731" y="111284"/>
                  <a:pt x="996014" y="106861"/>
                </a:cubicBezTo>
                <a:cubicBezTo>
                  <a:pt x="991298" y="102438"/>
                  <a:pt x="988940" y="96846"/>
                  <a:pt x="988940" y="90086"/>
                </a:cubicBezTo>
                <a:cubicBezTo>
                  <a:pt x="988940" y="85613"/>
                  <a:pt x="990013" y="81625"/>
                  <a:pt x="992159" y="78122"/>
                </a:cubicBezTo>
                <a:cubicBezTo>
                  <a:pt x="994305" y="74617"/>
                  <a:pt x="997312" y="71933"/>
                  <a:pt x="1001180" y="70069"/>
                </a:cubicBezTo>
                <a:cubicBezTo>
                  <a:pt x="1005048" y="68205"/>
                  <a:pt x="1010626" y="66578"/>
                  <a:pt x="1017913" y="65187"/>
                </a:cubicBezTo>
                <a:cubicBezTo>
                  <a:pt x="1027745" y="63348"/>
                  <a:pt x="1034558" y="61633"/>
                  <a:pt x="1038351" y="60042"/>
                </a:cubicBezTo>
                <a:lnTo>
                  <a:pt x="1038351" y="57922"/>
                </a:lnTo>
                <a:cubicBezTo>
                  <a:pt x="1038351" y="53834"/>
                  <a:pt x="1037353" y="50920"/>
                  <a:pt x="1035356" y="49180"/>
                </a:cubicBezTo>
                <a:cubicBezTo>
                  <a:pt x="1033360" y="47437"/>
                  <a:pt x="1029592" y="46566"/>
                  <a:pt x="1024051" y="46566"/>
                </a:cubicBezTo>
                <a:cubicBezTo>
                  <a:pt x="1020308" y="46566"/>
                  <a:pt x="1017388" y="47320"/>
                  <a:pt x="1015292" y="48826"/>
                </a:cubicBezTo>
                <a:cubicBezTo>
                  <a:pt x="1013196" y="50331"/>
                  <a:pt x="1011499" y="52972"/>
                  <a:pt x="1010201" y="56748"/>
                </a:cubicBezTo>
                <a:moveTo>
                  <a:pt x="1038351" y="73817"/>
                </a:moveTo>
                <a:cubicBezTo>
                  <a:pt x="1035656" y="74705"/>
                  <a:pt x="1031388" y="75765"/>
                  <a:pt x="1025549" y="76999"/>
                </a:cubicBezTo>
                <a:cubicBezTo>
                  <a:pt x="1019709" y="78231"/>
                  <a:pt x="1015891" y="79439"/>
                  <a:pt x="1014094" y="80623"/>
                </a:cubicBezTo>
                <a:cubicBezTo>
                  <a:pt x="1011349" y="82546"/>
                  <a:pt x="1009977" y="84987"/>
                  <a:pt x="1009977" y="87946"/>
                </a:cubicBezTo>
                <a:cubicBezTo>
                  <a:pt x="1009977" y="90856"/>
                  <a:pt x="1011075" y="93372"/>
                  <a:pt x="1013271" y="95493"/>
                </a:cubicBezTo>
                <a:cubicBezTo>
                  <a:pt x="1015467" y="97613"/>
                  <a:pt x="1018262" y="98673"/>
                  <a:pt x="1021656" y="98673"/>
                </a:cubicBezTo>
                <a:cubicBezTo>
                  <a:pt x="1025449" y="98673"/>
                  <a:pt x="1029067" y="97440"/>
                  <a:pt x="1032511" y="94974"/>
                </a:cubicBezTo>
                <a:cubicBezTo>
                  <a:pt x="1035057" y="93101"/>
                  <a:pt x="1036729" y="90807"/>
                  <a:pt x="1037527" y="88093"/>
                </a:cubicBezTo>
                <a:cubicBezTo>
                  <a:pt x="1038076" y="86318"/>
                  <a:pt x="1038351" y="82941"/>
                  <a:pt x="1038351" y="77961"/>
                </a:cubicBezTo>
                <a:lnTo>
                  <a:pt x="1038351" y="73817"/>
                </a:lnTo>
                <a:close/>
                <a:moveTo>
                  <a:pt x="1116507" y="32192"/>
                </a:moveTo>
                <a:lnTo>
                  <a:pt x="1116507" y="48962"/>
                </a:lnTo>
                <a:lnTo>
                  <a:pt x="1102133" y="48962"/>
                </a:lnTo>
                <a:lnTo>
                  <a:pt x="1102133" y="80953"/>
                </a:lnTo>
                <a:cubicBezTo>
                  <a:pt x="1102133" y="87432"/>
                  <a:pt x="1102270" y="91207"/>
                  <a:pt x="1102545" y="92279"/>
                </a:cubicBezTo>
                <a:cubicBezTo>
                  <a:pt x="1102819" y="93349"/>
                  <a:pt x="1103443" y="94233"/>
                  <a:pt x="1104416" y="94932"/>
                </a:cubicBezTo>
                <a:cubicBezTo>
                  <a:pt x="1105390" y="95629"/>
                  <a:pt x="1106575" y="95977"/>
                  <a:pt x="1107973" y="95977"/>
                </a:cubicBezTo>
                <a:cubicBezTo>
                  <a:pt x="1109919" y="95977"/>
                  <a:pt x="1112739" y="95304"/>
                  <a:pt x="1116432" y="93956"/>
                </a:cubicBezTo>
                <a:lnTo>
                  <a:pt x="1118229" y="110337"/>
                </a:lnTo>
                <a:cubicBezTo>
                  <a:pt x="1113338" y="112443"/>
                  <a:pt x="1107798" y="113496"/>
                  <a:pt x="1101609" y="113496"/>
                </a:cubicBezTo>
                <a:cubicBezTo>
                  <a:pt x="1097816" y="113496"/>
                  <a:pt x="1094397" y="112860"/>
                  <a:pt x="1091352" y="111587"/>
                </a:cubicBezTo>
                <a:cubicBezTo>
                  <a:pt x="1088308" y="110314"/>
                  <a:pt x="1086074" y="108667"/>
                  <a:pt x="1084652" y="106646"/>
                </a:cubicBezTo>
                <a:cubicBezTo>
                  <a:pt x="1083230" y="104624"/>
                  <a:pt x="1082244" y="101892"/>
                  <a:pt x="1081695" y="98448"/>
                </a:cubicBezTo>
                <a:cubicBezTo>
                  <a:pt x="1081246" y="96002"/>
                  <a:pt x="1081021" y="91061"/>
                  <a:pt x="1081021" y="83625"/>
                </a:cubicBezTo>
                <a:lnTo>
                  <a:pt x="1081021" y="48962"/>
                </a:lnTo>
                <a:lnTo>
                  <a:pt x="1071363" y="48962"/>
                </a:lnTo>
                <a:lnTo>
                  <a:pt x="1071363" y="32192"/>
                </a:lnTo>
                <a:lnTo>
                  <a:pt x="1081021" y="32192"/>
                </a:lnTo>
                <a:lnTo>
                  <a:pt x="1081021" y="16321"/>
                </a:lnTo>
                <a:lnTo>
                  <a:pt x="1102133" y="3893"/>
                </a:lnTo>
                <a:lnTo>
                  <a:pt x="1102133" y="32192"/>
                </a:lnTo>
                <a:lnTo>
                  <a:pt x="1116507" y="32192"/>
                </a:lnTo>
                <a:close/>
                <a:moveTo>
                  <a:pt x="1131389" y="21411"/>
                </a:moveTo>
                <a:lnTo>
                  <a:pt x="1131389" y="1946"/>
                </a:lnTo>
                <a:lnTo>
                  <a:pt x="1152426" y="1946"/>
                </a:lnTo>
                <a:lnTo>
                  <a:pt x="1152426" y="21411"/>
                </a:lnTo>
                <a:lnTo>
                  <a:pt x="1131389" y="21411"/>
                </a:lnTo>
                <a:moveTo>
                  <a:pt x="1131389" y="111699"/>
                </a:moveTo>
                <a:lnTo>
                  <a:pt x="1131389" y="32192"/>
                </a:lnTo>
                <a:lnTo>
                  <a:pt x="1152426" y="32192"/>
                </a:lnTo>
                <a:lnTo>
                  <a:pt x="1152426" y="111699"/>
                </a:lnTo>
                <a:lnTo>
                  <a:pt x="1131389" y="111699"/>
                </a:lnTo>
                <a:close/>
                <a:moveTo>
                  <a:pt x="1195859" y="111699"/>
                </a:moveTo>
                <a:lnTo>
                  <a:pt x="1163816" y="32192"/>
                </a:lnTo>
                <a:lnTo>
                  <a:pt x="1185902" y="32192"/>
                </a:lnTo>
                <a:lnTo>
                  <a:pt x="1200875" y="72769"/>
                </a:lnTo>
                <a:lnTo>
                  <a:pt x="1205217" y="86320"/>
                </a:lnTo>
                <a:cubicBezTo>
                  <a:pt x="1206365" y="82876"/>
                  <a:pt x="1207089" y="80605"/>
                  <a:pt x="1207388" y="79507"/>
                </a:cubicBezTo>
                <a:cubicBezTo>
                  <a:pt x="1208087" y="77261"/>
                  <a:pt x="1208835" y="75015"/>
                  <a:pt x="1209634" y="72769"/>
                </a:cubicBezTo>
                <a:lnTo>
                  <a:pt x="1224757" y="32192"/>
                </a:lnTo>
                <a:lnTo>
                  <a:pt x="1246393" y="32192"/>
                </a:lnTo>
                <a:lnTo>
                  <a:pt x="1214800" y="111699"/>
                </a:lnTo>
                <a:lnTo>
                  <a:pt x="1195859" y="111699"/>
                </a:lnTo>
                <a:close/>
                <a:moveTo>
                  <a:pt x="1305608" y="86395"/>
                </a:moveTo>
                <a:lnTo>
                  <a:pt x="1326570" y="89988"/>
                </a:lnTo>
                <a:cubicBezTo>
                  <a:pt x="1323875" y="97649"/>
                  <a:pt x="1319620" y="103483"/>
                  <a:pt x="1313806" y="107488"/>
                </a:cubicBezTo>
                <a:cubicBezTo>
                  <a:pt x="1307991" y="111493"/>
                  <a:pt x="1300717" y="113496"/>
                  <a:pt x="1291983" y="113496"/>
                </a:cubicBezTo>
                <a:cubicBezTo>
                  <a:pt x="1278158" y="113496"/>
                  <a:pt x="1267926" y="108979"/>
                  <a:pt x="1261288" y="99945"/>
                </a:cubicBezTo>
                <a:cubicBezTo>
                  <a:pt x="1256047" y="92708"/>
                  <a:pt x="1253427" y="83575"/>
                  <a:pt x="1253427" y="72545"/>
                </a:cubicBezTo>
                <a:cubicBezTo>
                  <a:pt x="1253427" y="59368"/>
                  <a:pt x="1256871" y="49049"/>
                  <a:pt x="1263758" y="41588"/>
                </a:cubicBezTo>
                <a:cubicBezTo>
                  <a:pt x="1270646" y="34126"/>
                  <a:pt x="1279355" y="30395"/>
                  <a:pt x="1289886" y="30395"/>
                </a:cubicBezTo>
                <a:cubicBezTo>
                  <a:pt x="1301715" y="30395"/>
                  <a:pt x="1311048" y="34301"/>
                  <a:pt x="1317886" y="42112"/>
                </a:cubicBezTo>
                <a:cubicBezTo>
                  <a:pt x="1324724" y="49923"/>
                  <a:pt x="1327993" y="61889"/>
                  <a:pt x="1327693" y="78010"/>
                </a:cubicBezTo>
                <a:lnTo>
                  <a:pt x="1274988" y="78010"/>
                </a:lnTo>
                <a:cubicBezTo>
                  <a:pt x="1275138" y="84248"/>
                  <a:pt x="1276835" y="89102"/>
                  <a:pt x="1280079" y="92571"/>
                </a:cubicBezTo>
                <a:cubicBezTo>
                  <a:pt x="1283323" y="96040"/>
                  <a:pt x="1287366" y="97774"/>
                  <a:pt x="1292207" y="97774"/>
                </a:cubicBezTo>
                <a:cubicBezTo>
                  <a:pt x="1295501" y="97774"/>
                  <a:pt x="1298271" y="96876"/>
                  <a:pt x="1300517" y="95079"/>
                </a:cubicBezTo>
                <a:cubicBezTo>
                  <a:pt x="1302763" y="93282"/>
                  <a:pt x="1304460" y="90387"/>
                  <a:pt x="1305608" y="86395"/>
                </a:cubicBezTo>
                <a:moveTo>
                  <a:pt x="1306806" y="65133"/>
                </a:moveTo>
                <a:cubicBezTo>
                  <a:pt x="1306656" y="59069"/>
                  <a:pt x="1305084" y="54458"/>
                  <a:pt x="1302089" y="51301"/>
                </a:cubicBezTo>
                <a:cubicBezTo>
                  <a:pt x="1299095" y="48145"/>
                  <a:pt x="1295451" y="46566"/>
                  <a:pt x="1291159" y="46566"/>
                </a:cubicBezTo>
                <a:cubicBezTo>
                  <a:pt x="1286567" y="46566"/>
                  <a:pt x="1282774" y="48231"/>
                  <a:pt x="1279780" y="51561"/>
                </a:cubicBezTo>
                <a:cubicBezTo>
                  <a:pt x="1276785" y="54893"/>
                  <a:pt x="1275313" y="59417"/>
                  <a:pt x="1275363" y="65133"/>
                </a:cubicBezTo>
                <a:lnTo>
                  <a:pt x="1306806" y="65133"/>
                </a:lnTo>
                <a:close/>
                <a:moveTo>
                  <a:pt x="1382279" y="76063"/>
                </a:moveTo>
                <a:lnTo>
                  <a:pt x="1403840" y="73967"/>
                </a:lnTo>
                <a:cubicBezTo>
                  <a:pt x="1405138" y="81230"/>
                  <a:pt x="1407771" y="86565"/>
                  <a:pt x="1411739" y="89972"/>
                </a:cubicBezTo>
                <a:cubicBezTo>
                  <a:pt x="1415706" y="93377"/>
                  <a:pt x="1421059" y="95079"/>
                  <a:pt x="1427797" y="95079"/>
                </a:cubicBezTo>
                <a:cubicBezTo>
                  <a:pt x="1434934" y="95079"/>
                  <a:pt x="1440312" y="93565"/>
                  <a:pt x="1443931" y="90536"/>
                </a:cubicBezTo>
                <a:cubicBezTo>
                  <a:pt x="1447549" y="87507"/>
                  <a:pt x="1449358" y="83964"/>
                  <a:pt x="1449358" y="79907"/>
                </a:cubicBezTo>
                <a:cubicBezTo>
                  <a:pt x="1449358" y="77304"/>
                  <a:pt x="1448597" y="75089"/>
                  <a:pt x="1447075" y="73263"/>
                </a:cubicBezTo>
                <a:cubicBezTo>
                  <a:pt x="1445553" y="71435"/>
                  <a:pt x="1442895" y="69845"/>
                  <a:pt x="1439102" y="68492"/>
                </a:cubicBezTo>
                <a:cubicBezTo>
                  <a:pt x="1436507" y="67592"/>
                  <a:pt x="1430592" y="65992"/>
                  <a:pt x="1421359" y="63692"/>
                </a:cubicBezTo>
                <a:cubicBezTo>
                  <a:pt x="1409480" y="60741"/>
                  <a:pt x="1401145" y="57114"/>
                  <a:pt x="1396354" y="52813"/>
                </a:cubicBezTo>
                <a:cubicBezTo>
                  <a:pt x="1389616" y="46761"/>
                  <a:pt x="1386247" y="39385"/>
                  <a:pt x="1386247" y="30683"/>
                </a:cubicBezTo>
                <a:cubicBezTo>
                  <a:pt x="1386247" y="25082"/>
                  <a:pt x="1387832" y="19844"/>
                  <a:pt x="1391001" y="14968"/>
                </a:cubicBezTo>
                <a:cubicBezTo>
                  <a:pt x="1394170" y="10091"/>
                  <a:pt x="1398737" y="6378"/>
                  <a:pt x="1404701" y="3827"/>
                </a:cubicBezTo>
                <a:cubicBezTo>
                  <a:pt x="1410666" y="1276"/>
                  <a:pt x="1417865" y="0"/>
                  <a:pt x="1426300" y="0"/>
                </a:cubicBezTo>
                <a:cubicBezTo>
                  <a:pt x="1440075" y="0"/>
                  <a:pt x="1450444" y="3034"/>
                  <a:pt x="1457406" y="9101"/>
                </a:cubicBezTo>
                <a:cubicBezTo>
                  <a:pt x="1464369" y="15166"/>
                  <a:pt x="1468025" y="23263"/>
                  <a:pt x="1468374" y="33390"/>
                </a:cubicBezTo>
                <a:lnTo>
                  <a:pt x="1446214" y="34288"/>
                </a:lnTo>
                <a:cubicBezTo>
                  <a:pt x="1445266" y="28648"/>
                  <a:pt x="1443232" y="24593"/>
                  <a:pt x="1440113" y="22123"/>
                </a:cubicBezTo>
                <a:cubicBezTo>
                  <a:pt x="1436993" y="19652"/>
                  <a:pt x="1432314" y="18417"/>
                  <a:pt x="1426075" y="18417"/>
                </a:cubicBezTo>
                <a:cubicBezTo>
                  <a:pt x="1419637" y="18417"/>
                  <a:pt x="1414596" y="19740"/>
                  <a:pt x="1410953" y="22387"/>
                </a:cubicBezTo>
                <a:cubicBezTo>
                  <a:pt x="1408607" y="24084"/>
                  <a:pt x="1407434" y="26356"/>
                  <a:pt x="1407434" y="29202"/>
                </a:cubicBezTo>
                <a:cubicBezTo>
                  <a:pt x="1407434" y="31799"/>
                  <a:pt x="1408532" y="34021"/>
                  <a:pt x="1410728" y="35868"/>
                </a:cubicBezTo>
                <a:cubicBezTo>
                  <a:pt x="1413523" y="38215"/>
                  <a:pt x="1420311" y="40664"/>
                  <a:pt x="1431091" y="43214"/>
                </a:cubicBezTo>
                <a:cubicBezTo>
                  <a:pt x="1441872" y="45764"/>
                  <a:pt x="1449845" y="48402"/>
                  <a:pt x="1455011" y="51128"/>
                </a:cubicBezTo>
                <a:cubicBezTo>
                  <a:pt x="1460176" y="53853"/>
                  <a:pt x="1464219" y="57578"/>
                  <a:pt x="1467139" y="62304"/>
                </a:cubicBezTo>
                <a:cubicBezTo>
                  <a:pt x="1470059" y="67029"/>
                  <a:pt x="1471519" y="72867"/>
                  <a:pt x="1471519" y="79818"/>
                </a:cubicBezTo>
                <a:cubicBezTo>
                  <a:pt x="1471519" y="86118"/>
                  <a:pt x="1469772" y="92018"/>
                  <a:pt x="1466278" y="97519"/>
                </a:cubicBezTo>
                <a:cubicBezTo>
                  <a:pt x="1462784" y="103020"/>
                  <a:pt x="1457843" y="107108"/>
                  <a:pt x="1451455" y="109783"/>
                </a:cubicBezTo>
                <a:cubicBezTo>
                  <a:pt x="1445066" y="112458"/>
                  <a:pt x="1437105" y="113795"/>
                  <a:pt x="1427573" y="113795"/>
                </a:cubicBezTo>
                <a:cubicBezTo>
                  <a:pt x="1413698" y="113795"/>
                  <a:pt x="1403042" y="110582"/>
                  <a:pt x="1395605" y="104156"/>
                </a:cubicBezTo>
                <a:cubicBezTo>
                  <a:pt x="1388168" y="97730"/>
                  <a:pt x="1383726" y="88366"/>
                  <a:pt x="1382279" y="76063"/>
                </a:cubicBezTo>
                <a:close/>
                <a:moveTo>
                  <a:pt x="1505798" y="56748"/>
                </a:moveTo>
                <a:lnTo>
                  <a:pt x="1486708" y="53304"/>
                </a:lnTo>
                <a:cubicBezTo>
                  <a:pt x="1488854" y="45517"/>
                  <a:pt x="1492547" y="39752"/>
                  <a:pt x="1497788" y="36010"/>
                </a:cubicBezTo>
                <a:cubicBezTo>
                  <a:pt x="1503028" y="32267"/>
                  <a:pt x="1510814" y="30395"/>
                  <a:pt x="1521146" y="30395"/>
                </a:cubicBezTo>
                <a:cubicBezTo>
                  <a:pt x="1530529" y="30395"/>
                  <a:pt x="1537516" y="31506"/>
                  <a:pt x="1542108" y="33727"/>
                </a:cubicBezTo>
                <a:cubicBezTo>
                  <a:pt x="1546700" y="35948"/>
                  <a:pt x="1549931" y="38768"/>
                  <a:pt x="1551803" y="42187"/>
                </a:cubicBezTo>
                <a:cubicBezTo>
                  <a:pt x="1553675" y="45605"/>
                  <a:pt x="1554610" y="51882"/>
                  <a:pt x="1554610" y="61015"/>
                </a:cubicBezTo>
                <a:lnTo>
                  <a:pt x="1554386" y="85571"/>
                </a:lnTo>
                <a:cubicBezTo>
                  <a:pt x="1554386" y="92559"/>
                  <a:pt x="1554723" y="97712"/>
                  <a:pt x="1555396" y="101031"/>
                </a:cubicBezTo>
                <a:cubicBezTo>
                  <a:pt x="1556070" y="104350"/>
                  <a:pt x="1557331" y="107906"/>
                  <a:pt x="1559177" y="111699"/>
                </a:cubicBezTo>
                <a:lnTo>
                  <a:pt x="1538365" y="111699"/>
                </a:lnTo>
                <a:cubicBezTo>
                  <a:pt x="1537816" y="110302"/>
                  <a:pt x="1537142" y="108230"/>
                  <a:pt x="1536343" y="105485"/>
                </a:cubicBezTo>
                <a:cubicBezTo>
                  <a:pt x="1535994" y="104238"/>
                  <a:pt x="1535744" y="103414"/>
                  <a:pt x="1535595" y="103015"/>
                </a:cubicBezTo>
                <a:cubicBezTo>
                  <a:pt x="1532001" y="106508"/>
                  <a:pt x="1528158" y="109129"/>
                  <a:pt x="1524065" y="110876"/>
                </a:cubicBezTo>
                <a:cubicBezTo>
                  <a:pt x="1519973" y="112622"/>
                  <a:pt x="1515606" y="113496"/>
                  <a:pt x="1510964" y="113496"/>
                </a:cubicBezTo>
                <a:cubicBezTo>
                  <a:pt x="1502779" y="113496"/>
                  <a:pt x="1496328" y="111284"/>
                  <a:pt x="1491611" y="106861"/>
                </a:cubicBezTo>
                <a:cubicBezTo>
                  <a:pt x="1486895" y="102438"/>
                  <a:pt x="1484536" y="96846"/>
                  <a:pt x="1484536" y="90086"/>
                </a:cubicBezTo>
                <a:cubicBezTo>
                  <a:pt x="1484536" y="85613"/>
                  <a:pt x="1485610" y="81625"/>
                  <a:pt x="1487756" y="78122"/>
                </a:cubicBezTo>
                <a:cubicBezTo>
                  <a:pt x="1489902" y="74617"/>
                  <a:pt x="1492909" y="71933"/>
                  <a:pt x="1496777" y="70069"/>
                </a:cubicBezTo>
                <a:cubicBezTo>
                  <a:pt x="1500645" y="68205"/>
                  <a:pt x="1506222" y="66578"/>
                  <a:pt x="1513509" y="65187"/>
                </a:cubicBezTo>
                <a:cubicBezTo>
                  <a:pt x="1523342" y="63348"/>
                  <a:pt x="1530154" y="61633"/>
                  <a:pt x="1533948" y="60042"/>
                </a:cubicBezTo>
                <a:lnTo>
                  <a:pt x="1533948" y="57922"/>
                </a:lnTo>
                <a:cubicBezTo>
                  <a:pt x="1533948" y="53834"/>
                  <a:pt x="1532949" y="50920"/>
                  <a:pt x="1530953" y="49180"/>
                </a:cubicBezTo>
                <a:cubicBezTo>
                  <a:pt x="1528957" y="47437"/>
                  <a:pt x="1525188" y="46566"/>
                  <a:pt x="1519648" y="46566"/>
                </a:cubicBezTo>
                <a:cubicBezTo>
                  <a:pt x="1515905" y="46566"/>
                  <a:pt x="1512985" y="47320"/>
                  <a:pt x="1510889" y="48826"/>
                </a:cubicBezTo>
                <a:cubicBezTo>
                  <a:pt x="1508793" y="50331"/>
                  <a:pt x="1507096" y="52972"/>
                  <a:pt x="1505798" y="56748"/>
                </a:cubicBezTo>
                <a:moveTo>
                  <a:pt x="1533948" y="73817"/>
                </a:moveTo>
                <a:cubicBezTo>
                  <a:pt x="1531252" y="74705"/>
                  <a:pt x="1526985" y="75765"/>
                  <a:pt x="1521146" y="76999"/>
                </a:cubicBezTo>
                <a:cubicBezTo>
                  <a:pt x="1515306" y="78231"/>
                  <a:pt x="1511488" y="79439"/>
                  <a:pt x="1509691" y="80623"/>
                </a:cubicBezTo>
                <a:cubicBezTo>
                  <a:pt x="1506946" y="82546"/>
                  <a:pt x="1505574" y="84987"/>
                  <a:pt x="1505574" y="87946"/>
                </a:cubicBezTo>
                <a:cubicBezTo>
                  <a:pt x="1505574" y="90856"/>
                  <a:pt x="1506672" y="93372"/>
                  <a:pt x="1508868" y="95493"/>
                </a:cubicBezTo>
                <a:cubicBezTo>
                  <a:pt x="1511064" y="97613"/>
                  <a:pt x="1513859" y="98673"/>
                  <a:pt x="1517253" y="98673"/>
                </a:cubicBezTo>
                <a:cubicBezTo>
                  <a:pt x="1521046" y="98673"/>
                  <a:pt x="1524664" y="97440"/>
                  <a:pt x="1528108" y="94974"/>
                </a:cubicBezTo>
                <a:cubicBezTo>
                  <a:pt x="1530654" y="93101"/>
                  <a:pt x="1532325" y="90807"/>
                  <a:pt x="1533124" y="88093"/>
                </a:cubicBezTo>
                <a:cubicBezTo>
                  <a:pt x="1533673" y="86318"/>
                  <a:pt x="1533948" y="82941"/>
                  <a:pt x="1533948" y="77961"/>
                </a:cubicBezTo>
                <a:lnTo>
                  <a:pt x="1533948" y="73817"/>
                </a:lnTo>
                <a:close/>
                <a:moveTo>
                  <a:pt x="1574073" y="32192"/>
                </a:moveTo>
                <a:lnTo>
                  <a:pt x="1593463" y="32192"/>
                </a:lnTo>
                <a:lnTo>
                  <a:pt x="1593463" y="43048"/>
                </a:lnTo>
                <a:cubicBezTo>
                  <a:pt x="1600401" y="34613"/>
                  <a:pt x="1608661" y="30395"/>
                  <a:pt x="1618244" y="30395"/>
                </a:cubicBezTo>
                <a:cubicBezTo>
                  <a:pt x="1623335" y="30395"/>
                  <a:pt x="1627752" y="31448"/>
                  <a:pt x="1631495" y="33554"/>
                </a:cubicBezTo>
                <a:cubicBezTo>
                  <a:pt x="1635238" y="35659"/>
                  <a:pt x="1638308" y="38843"/>
                  <a:pt x="1640703" y="43106"/>
                </a:cubicBezTo>
                <a:cubicBezTo>
                  <a:pt x="1644197" y="38843"/>
                  <a:pt x="1647965" y="35659"/>
                  <a:pt x="1652008" y="33554"/>
                </a:cubicBezTo>
                <a:cubicBezTo>
                  <a:pt x="1656051" y="31448"/>
                  <a:pt x="1660368" y="30395"/>
                  <a:pt x="1664960" y="30395"/>
                </a:cubicBezTo>
                <a:cubicBezTo>
                  <a:pt x="1670799" y="30395"/>
                  <a:pt x="1675740" y="31581"/>
                  <a:pt x="1679783" y="33951"/>
                </a:cubicBezTo>
                <a:cubicBezTo>
                  <a:pt x="1683826" y="36322"/>
                  <a:pt x="1686845" y="39803"/>
                  <a:pt x="1688842" y="44395"/>
                </a:cubicBezTo>
                <a:cubicBezTo>
                  <a:pt x="1690289" y="47789"/>
                  <a:pt x="1691013" y="53279"/>
                  <a:pt x="1691013" y="60866"/>
                </a:cubicBezTo>
                <a:lnTo>
                  <a:pt x="1691013" y="111699"/>
                </a:lnTo>
                <a:lnTo>
                  <a:pt x="1669976" y="111699"/>
                </a:lnTo>
                <a:lnTo>
                  <a:pt x="1669976" y="66307"/>
                </a:lnTo>
                <a:cubicBezTo>
                  <a:pt x="1669976" y="58431"/>
                  <a:pt x="1669252" y="53346"/>
                  <a:pt x="1667805" y="51053"/>
                </a:cubicBezTo>
                <a:cubicBezTo>
                  <a:pt x="1665858" y="48062"/>
                  <a:pt x="1662864" y="46566"/>
                  <a:pt x="1658821" y="46566"/>
                </a:cubicBezTo>
                <a:cubicBezTo>
                  <a:pt x="1655876" y="46566"/>
                  <a:pt x="1653106" y="47464"/>
                  <a:pt x="1650511" y="49259"/>
                </a:cubicBezTo>
                <a:cubicBezTo>
                  <a:pt x="1647915" y="51053"/>
                  <a:pt x="1646044" y="53682"/>
                  <a:pt x="1644896" y="57148"/>
                </a:cubicBezTo>
                <a:cubicBezTo>
                  <a:pt x="1643748" y="60612"/>
                  <a:pt x="1643174" y="66083"/>
                  <a:pt x="1643174" y="73562"/>
                </a:cubicBezTo>
                <a:lnTo>
                  <a:pt x="1643174" y="111699"/>
                </a:lnTo>
                <a:lnTo>
                  <a:pt x="1622137" y="111699"/>
                </a:lnTo>
                <a:lnTo>
                  <a:pt x="1622137" y="68177"/>
                </a:lnTo>
                <a:cubicBezTo>
                  <a:pt x="1622137" y="60450"/>
                  <a:pt x="1621763" y="55465"/>
                  <a:pt x="1621014" y="53222"/>
                </a:cubicBezTo>
                <a:cubicBezTo>
                  <a:pt x="1620265" y="50978"/>
                  <a:pt x="1619105" y="49307"/>
                  <a:pt x="1617533" y="48211"/>
                </a:cubicBezTo>
                <a:cubicBezTo>
                  <a:pt x="1615960" y="47114"/>
                  <a:pt x="1613827" y="46566"/>
                  <a:pt x="1611132" y="46566"/>
                </a:cubicBezTo>
                <a:cubicBezTo>
                  <a:pt x="1607887" y="46566"/>
                  <a:pt x="1604968" y="47439"/>
                  <a:pt x="1602372" y="49184"/>
                </a:cubicBezTo>
                <a:cubicBezTo>
                  <a:pt x="1599777" y="50928"/>
                  <a:pt x="1597918" y="53445"/>
                  <a:pt x="1596795" y="56736"/>
                </a:cubicBezTo>
                <a:cubicBezTo>
                  <a:pt x="1595672" y="60027"/>
                  <a:pt x="1595110" y="65486"/>
                  <a:pt x="1595110" y="73113"/>
                </a:cubicBezTo>
                <a:lnTo>
                  <a:pt x="1595110" y="111699"/>
                </a:lnTo>
                <a:lnTo>
                  <a:pt x="1574073" y="111699"/>
                </a:lnTo>
                <a:lnTo>
                  <a:pt x="1574073" y="32192"/>
                </a:lnTo>
                <a:close/>
                <a:moveTo>
                  <a:pt x="1711605" y="32192"/>
                </a:moveTo>
                <a:lnTo>
                  <a:pt x="1731220" y="32192"/>
                </a:lnTo>
                <a:lnTo>
                  <a:pt x="1731220" y="43871"/>
                </a:lnTo>
                <a:cubicBezTo>
                  <a:pt x="1733765" y="39878"/>
                  <a:pt x="1737209" y="36634"/>
                  <a:pt x="1741551" y="34139"/>
                </a:cubicBezTo>
                <a:cubicBezTo>
                  <a:pt x="1745894" y="31643"/>
                  <a:pt x="1750710" y="30395"/>
                  <a:pt x="1756000" y="30395"/>
                </a:cubicBezTo>
                <a:cubicBezTo>
                  <a:pt x="1765234" y="30395"/>
                  <a:pt x="1773070" y="34014"/>
                  <a:pt x="1779508" y="41251"/>
                </a:cubicBezTo>
                <a:cubicBezTo>
                  <a:pt x="1785947" y="48488"/>
                  <a:pt x="1789166" y="58570"/>
                  <a:pt x="1789166" y="71496"/>
                </a:cubicBezTo>
                <a:cubicBezTo>
                  <a:pt x="1789166" y="84773"/>
                  <a:pt x="1785922" y="95091"/>
                  <a:pt x="1779433" y="102453"/>
                </a:cubicBezTo>
                <a:cubicBezTo>
                  <a:pt x="1772945" y="109815"/>
                  <a:pt x="1765084" y="113496"/>
                  <a:pt x="1755851" y="113496"/>
                </a:cubicBezTo>
                <a:cubicBezTo>
                  <a:pt x="1751459" y="113496"/>
                  <a:pt x="1747478" y="112622"/>
                  <a:pt x="1743910" y="110876"/>
                </a:cubicBezTo>
                <a:cubicBezTo>
                  <a:pt x="1740341" y="109129"/>
                  <a:pt x="1736585" y="106134"/>
                  <a:pt x="1732642" y="101892"/>
                </a:cubicBezTo>
                <a:lnTo>
                  <a:pt x="1732642" y="141945"/>
                </a:lnTo>
                <a:lnTo>
                  <a:pt x="1711605" y="141945"/>
                </a:lnTo>
                <a:lnTo>
                  <a:pt x="1711605" y="32192"/>
                </a:lnTo>
                <a:moveTo>
                  <a:pt x="1732418" y="70563"/>
                </a:moveTo>
                <a:cubicBezTo>
                  <a:pt x="1732418" y="79483"/>
                  <a:pt x="1734190" y="86073"/>
                  <a:pt x="1737733" y="90334"/>
                </a:cubicBezTo>
                <a:cubicBezTo>
                  <a:pt x="1741277" y="94595"/>
                  <a:pt x="1745594" y="96726"/>
                  <a:pt x="1750685" y="96726"/>
                </a:cubicBezTo>
                <a:cubicBezTo>
                  <a:pt x="1755576" y="96726"/>
                  <a:pt x="1759644" y="94770"/>
                  <a:pt x="1762888" y="90858"/>
                </a:cubicBezTo>
                <a:cubicBezTo>
                  <a:pt x="1766132" y="86947"/>
                  <a:pt x="1767754" y="80530"/>
                  <a:pt x="1767754" y="71609"/>
                </a:cubicBezTo>
                <a:cubicBezTo>
                  <a:pt x="1767754" y="63286"/>
                  <a:pt x="1766082" y="57107"/>
                  <a:pt x="1762738" y="53070"/>
                </a:cubicBezTo>
                <a:cubicBezTo>
                  <a:pt x="1759394" y="49034"/>
                  <a:pt x="1755252" y="47015"/>
                  <a:pt x="1750311" y="47015"/>
                </a:cubicBezTo>
                <a:cubicBezTo>
                  <a:pt x="1745170" y="47015"/>
                  <a:pt x="1740903" y="48996"/>
                  <a:pt x="1737509" y="52958"/>
                </a:cubicBezTo>
                <a:cubicBezTo>
                  <a:pt x="1734115" y="56920"/>
                  <a:pt x="1732418" y="62788"/>
                  <a:pt x="1732418" y="70563"/>
                </a:cubicBezTo>
                <a:close/>
                <a:moveTo>
                  <a:pt x="1806155" y="111699"/>
                </a:moveTo>
                <a:lnTo>
                  <a:pt x="1806155" y="1946"/>
                </a:lnTo>
                <a:lnTo>
                  <a:pt x="1827192" y="1946"/>
                </a:lnTo>
                <a:lnTo>
                  <a:pt x="1827192" y="111699"/>
                </a:lnTo>
                <a:lnTo>
                  <a:pt x="1806155" y="111699"/>
                </a:lnTo>
                <a:close/>
                <a:moveTo>
                  <a:pt x="1894807" y="86395"/>
                </a:moveTo>
                <a:lnTo>
                  <a:pt x="1915769" y="89988"/>
                </a:lnTo>
                <a:cubicBezTo>
                  <a:pt x="1913074" y="97649"/>
                  <a:pt x="1908819" y="103483"/>
                  <a:pt x="1903005" y="107488"/>
                </a:cubicBezTo>
                <a:cubicBezTo>
                  <a:pt x="1897190" y="111493"/>
                  <a:pt x="1889916" y="113496"/>
                  <a:pt x="1881181" y="113496"/>
                </a:cubicBezTo>
                <a:cubicBezTo>
                  <a:pt x="1867356" y="113496"/>
                  <a:pt x="1857125" y="108979"/>
                  <a:pt x="1850487" y="99945"/>
                </a:cubicBezTo>
                <a:cubicBezTo>
                  <a:pt x="1845246" y="92708"/>
                  <a:pt x="1842626" y="83575"/>
                  <a:pt x="1842626" y="72545"/>
                </a:cubicBezTo>
                <a:cubicBezTo>
                  <a:pt x="1842626" y="59368"/>
                  <a:pt x="1846070" y="49049"/>
                  <a:pt x="1852957" y="41588"/>
                </a:cubicBezTo>
                <a:cubicBezTo>
                  <a:pt x="1859845" y="34126"/>
                  <a:pt x="1868554" y="30395"/>
                  <a:pt x="1879085" y="30395"/>
                </a:cubicBezTo>
                <a:cubicBezTo>
                  <a:pt x="1890914" y="30395"/>
                  <a:pt x="1900247" y="34301"/>
                  <a:pt x="1907085" y="42112"/>
                </a:cubicBezTo>
                <a:cubicBezTo>
                  <a:pt x="1913923" y="49923"/>
                  <a:pt x="1917192" y="61889"/>
                  <a:pt x="1916892" y="78010"/>
                </a:cubicBezTo>
                <a:lnTo>
                  <a:pt x="1864187" y="78010"/>
                </a:lnTo>
                <a:cubicBezTo>
                  <a:pt x="1864337" y="84248"/>
                  <a:pt x="1866034" y="89102"/>
                  <a:pt x="1869278" y="92571"/>
                </a:cubicBezTo>
                <a:cubicBezTo>
                  <a:pt x="1872522" y="96040"/>
                  <a:pt x="1876565" y="97774"/>
                  <a:pt x="1881406" y="97774"/>
                </a:cubicBezTo>
                <a:cubicBezTo>
                  <a:pt x="1884700" y="97774"/>
                  <a:pt x="1887470" y="96876"/>
                  <a:pt x="1889716" y="95079"/>
                </a:cubicBezTo>
                <a:cubicBezTo>
                  <a:pt x="1891962" y="93282"/>
                  <a:pt x="1893659" y="90387"/>
                  <a:pt x="1894807" y="86395"/>
                </a:cubicBezTo>
                <a:moveTo>
                  <a:pt x="1896005" y="65133"/>
                </a:moveTo>
                <a:cubicBezTo>
                  <a:pt x="1895855" y="59069"/>
                  <a:pt x="1894283" y="54458"/>
                  <a:pt x="1891288" y="51301"/>
                </a:cubicBezTo>
                <a:cubicBezTo>
                  <a:pt x="1888294" y="48145"/>
                  <a:pt x="1884650" y="46566"/>
                  <a:pt x="1880358" y="46566"/>
                </a:cubicBezTo>
                <a:cubicBezTo>
                  <a:pt x="1875766" y="46566"/>
                  <a:pt x="1871973" y="48231"/>
                  <a:pt x="1868978" y="51561"/>
                </a:cubicBezTo>
                <a:cubicBezTo>
                  <a:pt x="1865984" y="54893"/>
                  <a:pt x="1864511" y="59417"/>
                  <a:pt x="1864561" y="65133"/>
                </a:cubicBezTo>
                <a:lnTo>
                  <a:pt x="1896005" y="65133"/>
                </a:lnTo>
                <a:close/>
                <a:moveTo>
                  <a:pt x="1931937" y="82352"/>
                </a:moveTo>
                <a:lnTo>
                  <a:pt x="1931937" y="61240"/>
                </a:lnTo>
                <a:lnTo>
                  <a:pt x="1973263" y="61240"/>
                </a:lnTo>
                <a:lnTo>
                  <a:pt x="1973263" y="82352"/>
                </a:lnTo>
                <a:lnTo>
                  <a:pt x="1931937" y="8235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29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6449759c72c4f17"/>
          <a:stretch xmlns:a="http://schemas.openxmlformats.org/drawingml/2006/main"/>
        </p:blipFill>
        <p:spPr>
          <a:xfrm xmlns:a="http://schemas.openxmlformats.org/drawingml/2006/main">
            <a:off x="10369906" y="1186410"/>
            <a:ext cx="467726" cy="542067"/>
          </a:xfrm>
          <a:prstGeom xmlns:a="http://schemas.openxmlformats.org/drawingml/2006/main" prst="rect">
            <a:avLst/>
          </a:prstGeom>
        </p:spPr>
      </p:pic>
      <p:sp>
        <p:nvSpPr>
          <p:cNvPr id="14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10EDDDE-AD9E-4E98-833E-ADE7BD96F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6148" y="721906"/>
            <a:ext cx="207040" cy="357081"/>
          </a:xfrm>
          <a:custGeom xmlns:a="http://schemas.openxmlformats.org/drawingml/2006/main">
            <a:pathLst>
              <a:path w="207040" h="357081">
                <a:moveTo>
                  <a:pt x="155072" y="0"/>
                </a:moveTo>
                <a:lnTo>
                  <a:pt x="155072" y="214584"/>
                </a:lnTo>
                <a:lnTo>
                  <a:pt x="207040" y="214584"/>
                </a:lnTo>
                <a:lnTo>
                  <a:pt x="103101" y="357081"/>
                </a:lnTo>
                <a:lnTo>
                  <a:pt x="0" y="214584"/>
                </a:lnTo>
                <a:lnTo>
                  <a:pt x="51133" y="214584"/>
                </a:lnTo>
                <a:lnTo>
                  <a:pt x="51133" y="0"/>
                </a:lnTo>
                <a:lnTo>
                  <a:pt x="155072" y="0"/>
                </a:lnTo>
              </a:path>
            </a:pathLst>
          </a:custGeom>
          <a:solidFill xmlns:a="http://schemas.openxmlformats.org/drawingml/2006/main">
            <a:srgbClr val="BFBFB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3" name="Text (a)Fine-grainedPatternParsing">
            <a:extLst xmlns:a="http://schemas.openxmlformats.org/drawingml/2006/main">
              <a:ext uri="{FF2B5EF4-FFF2-40B4-BE49-F238E27FC236}">
                <a16:creationId xmlns:a16="http://schemas.microsoft.com/office/drawing/2014/main" id="{EAF9E4A6-FA3C-4DB8-B3A4-590951A43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6806" y="835688"/>
            <a:ext cx="2314197" cy="144041"/>
          </a:xfrm>
          <a:custGeom xmlns:a="http://schemas.openxmlformats.org/drawingml/2006/main">
            <a:pathLst>
              <a:path w="2314197" h="144041">
                <a:moveTo>
                  <a:pt x="37882" y="144041"/>
                </a:moveTo>
                <a:lnTo>
                  <a:pt x="23433" y="144041"/>
                </a:lnTo>
                <a:cubicBezTo>
                  <a:pt x="15797" y="132499"/>
                  <a:pt x="9982" y="120508"/>
                  <a:pt x="5989" y="108068"/>
                </a:cubicBezTo>
                <a:cubicBezTo>
                  <a:pt x="1996" y="95628"/>
                  <a:pt x="0" y="83587"/>
                  <a:pt x="0" y="71946"/>
                </a:cubicBezTo>
                <a:cubicBezTo>
                  <a:pt x="0" y="57506"/>
                  <a:pt x="2471" y="43841"/>
                  <a:pt x="7412" y="30952"/>
                </a:cubicBezTo>
                <a:cubicBezTo>
                  <a:pt x="11704" y="19760"/>
                  <a:pt x="17144" y="9442"/>
                  <a:pt x="23732" y="0"/>
                </a:cubicBezTo>
                <a:lnTo>
                  <a:pt x="38106" y="0"/>
                </a:lnTo>
                <a:cubicBezTo>
                  <a:pt x="31269" y="15138"/>
                  <a:pt x="26565" y="28016"/>
                  <a:pt x="23994" y="38633"/>
                </a:cubicBezTo>
                <a:cubicBezTo>
                  <a:pt x="21424" y="49250"/>
                  <a:pt x="20139" y="60504"/>
                  <a:pt x="20139" y="72395"/>
                </a:cubicBezTo>
                <a:cubicBezTo>
                  <a:pt x="20139" y="80589"/>
                  <a:pt x="20900" y="88984"/>
                  <a:pt x="22422" y="97578"/>
                </a:cubicBezTo>
                <a:cubicBezTo>
                  <a:pt x="23944" y="106170"/>
                  <a:pt x="26028" y="114338"/>
                  <a:pt x="28673" y="122082"/>
                </a:cubicBezTo>
                <a:cubicBezTo>
                  <a:pt x="30420" y="127179"/>
                  <a:pt x="33490" y="134499"/>
                  <a:pt x="37882" y="144041"/>
                </a:cubicBezTo>
                <a:close/>
                <a:moveTo>
                  <a:pt x="70057" y="56748"/>
                </a:moveTo>
                <a:lnTo>
                  <a:pt x="50966" y="53304"/>
                </a:lnTo>
                <a:cubicBezTo>
                  <a:pt x="53113" y="45517"/>
                  <a:pt x="56806" y="39752"/>
                  <a:pt x="62046" y="36010"/>
                </a:cubicBezTo>
                <a:cubicBezTo>
                  <a:pt x="67287" y="32267"/>
                  <a:pt x="75073" y="30395"/>
                  <a:pt x="85404" y="30395"/>
                </a:cubicBezTo>
                <a:cubicBezTo>
                  <a:pt x="94788" y="30395"/>
                  <a:pt x="101775" y="31506"/>
                  <a:pt x="106367" y="33727"/>
                </a:cubicBezTo>
                <a:cubicBezTo>
                  <a:pt x="110958" y="35948"/>
                  <a:pt x="114190" y="38768"/>
                  <a:pt x="116062" y="42187"/>
                </a:cubicBezTo>
                <a:cubicBezTo>
                  <a:pt x="117933" y="45605"/>
                  <a:pt x="118869" y="51882"/>
                  <a:pt x="118869" y="61015"/>
                </a:cubicBezTo>
                <a:lnTo>
                  <a:pt x="118645" y="85571"/>
                </a:lnTo>
                <a:cubicBezTo>
                  <a:pt x="118645" y="92559"/>
                  <a:pt x="118982" y="97712"/>
                  <a:pt x="119655" y="101031"/>
                </a:cubicBezTo>
                <a:cubicBezTo>
                  <a:pt x="120329" y="104350"/>
                  <a:pt x="121589" y="107906"/>
                  <a:pt x="123436" y="111699"/>
                </a:cubicBezTo>
                <a:lnTo>
                  <a:pt x="102623" y="111699"/>
                </a:lnTo>
                <a:cubicBezTo>
                  <a:pt x="102074" y="110302"/>
                  <a:pt x="101401" y="108230"/>
                  <a:pt x="100602" y="105485"/>
                </a:cubicBezTo>
                <a:cubicBezTo>
                  <a:pt x="100253" y="104238"/>
                  <a:pt x="100003" y="103414"/>
                  <a:pt x="99853" y="103015"/>
                </a:cubicBezTo>
                <a:cubicBezTo>
                  <a:pt x="96260" y="106508"/>
                  <a:pt x="92417" y="109129"/>
                  <a:pt x="88324" y="110876"/>
                </a:cubicBezTo>
                <a:cubicBezTo>
                  <a:pt x="84232" y="112622"/>
                  <a:pt x="79864" y="113496"/>
                  <a:pt x="75223" y="113496"/>
                </a:cubicBezTo>
                <a:cubicBezTo>
                  <a:pt x="67037" y="113496"/>
                  <a:pt x="60587" y="111284"/>
                  <a:pt x="55870" y="106861"/>
                </a:cubicBezTo>
                <a:cubicBezTo>
                  <a:pt x="51154" y="102438"/>
                  <a:pt x="48795" y="96846"/>
                  <a:pt x="48795" y="90086"/>
                </a:cubicBezTo>
                <a:cubicBezTo>
                  <a:pt x="48795" y="85613"/>
                  <a:pt x="49868" y="81625"/>
                  <a:pt x="52014" y="78122"/>
                </a:cubicBezTo>
                <a:cubicBezTo>
                  <a:pt x="54161" y="74617"/>
                  <a:pt x="57168" y="71933"/>
                  <a:pt x="61036" y="70069"/>
                </a:cubicBezTo>
                <a:cubicBezTo>
                  <a:pt x="64904" y="68205"/>
                  <a:pt x="70481" y="66578"/>
                  <a:pt x="77768" y="65187"/>
                </a:cubicBezTo>
                <a:cubicBezTo>
                  <a:pt x="87600" y="63348"/>
                  <a:pt x="94413" y="61633"/>
                  <a:pt x="98206" y="60042"/>
                </a:cubicBezTo>
                <a:lnTo>
                  <a:pt x="98206" y="57922"/>
                </a:lnTo>
                <a:cubicBezTo>
                  <a:pt x="98206" y="53834"/>
                  <a:pt x="97208" y="50920"/>
                  <a:pt x="95212" y="49180"/>
                </a:cubicBezTo>
                <a:cubicBezTo>
                  <a:pt x="93215" y="47437"/>
                  <a:pt x="89447" y="46566"/>
                  <a:pt x="83907" y="46566"/>
                </a:cubicBezTo>
                <a:cubicBezTo>
                  <a:pt x="80164" y="46566"/>
                  <a:pt x="77244" y="47320"/>
                  <a:pt x="75148" y="48826"/>
                </a:cubicBezTo>
                <a:cubicBezTo>
                  <a:pt x="73052" y="50331"/>
                  <a:pt x="71355" y="52972"/>
                  <a:pt x="70057" y="56748"/>
                </a:cubicBezTo>
                <a:moveTo>
                  <a:pt x="98206" y="73817"/>
                </a:moveTo>
                <a:cubicBezTo>
                  <a:pt x="95511" y="74705"/>
                  <a:pt x="91244" y="75765"/>
                  <a:pt x="85404" y="76999"/>
                </a:cubicBezTo>
                <a:cubicBezTo>
                  <a:pt x="79565" y="78231"/>
                  <a:pt x="75747" y="79439"/>
                  <a:pt x="73950" y="80623"/>
                </a:cubicBezTo>
                <a:cubicBezTo>
                  <a:pt x="71205" y="82546"/>
                  <a:pt x="69832" y="84987"/>
                  <a:pt x="69832" y="87946"/>
                </a:cubicBezTo>
                <a:cubicBezTo>
                  <a:pt x="69832" y="90856"/>
                  <a:pt x="70930" y="93372"/>
                  <a:pt x="73127" y="95493"/>
                </a:cubicBezTo>
                <a:cubicBezTo>
                  <a:pt x="75323" y="97613"/>
                  <a:pt x="78118" y="98673"/>
                  <a:pt x="81511" y="98673"/>
                </a:cubicBezTo>
                <a:cubicBezTo>
                  <a:pt x="85305" y="98673"/>
                  <a:pt x="88923" y="97440"/>
                  <a:pt x="92367" y="94974"/>
                </a:cubicBezTo>
                <a:cubicBezTo>
                  <a:pt x="94912" y="93101"/>
                  <a:pt x="96584" y="90807"/>
                  <a:pt x="97383" y="88093"/>
                </a:cubicBezTo>
                <a:cubicBezTo>
                  <a:pt x="97932" y="86318"/>
                  <a:pt x="98206" y="82941"/>
                  <a:pt x="98206" y="77961"/>
                </a:cubicBezTo>
                <a:lnTo>
                  <a:pt x="98206" y="73817"/>
                </a:lnTo>
                <a:close/>
                <a:moveTo>
                  <a:pt x="134028" y="144041"/>
                </a:moveTo>
                <a:cubicBezTo>
                  <a:pt x="138170" y="135148"/>
                  <a:pt x="141090" y="128328"/>
                  <a:pt x="142787" y="123582"/>
                </a:cubicBezTo>
                <a:cubicBezTo>
                  <a:pt x="144484" y="118835"/>
                  <a:pt x="146056" y="113365"/>
                  <a:pt x="147504" y="107170"/>
                </a:cubicBezTo>
                <a:cubicBezTo>
                  <a:pt x="148951" y="100973"/>
                  <a:pt x="150024" y="95090"/>
                  <a:pt x="150723" y="89520"/>
                </a:cubicBezTo>
                <a:cubicBezTo>
                  <a:pt x="151422" y="83949"/>
                  <a:pt x="151771" y="78241"/>
                  <a:pt x="151771" y="72395"/>
                </a:cubicBezTo>
                <a:cubicBezTo>
                  <a:pt x="151771" y="60504"/>
                  <a:pt x="150498" y="49250"/>
                  <a:pt x="147953" y="38633"/>
                </a:cubicBezTo>
                <a:cubicBezTo>
                  <a:pt x="145407" y="28016"/>
                  <a:pt x="140716" y="15138"/>
                  <a:pt x="133878" y="0"/>
                </a:cubicBezTo>
                <a:lnTo>
                  <a:pt x="148177" y="0"/>
                </a:lnTo>
                <a:cubicBezTo>
                  <a:pt x="155714" y="10742"/>
                  <a:pt x="161566" y="22133"/>
                  <a:pt x="165733" y="34174"/>
                </a:cubicBezTo>
                <a:cubicBezTo>
                  <a:pt x="169901" y="46215"/>
                  <a:pt x="171985" y="58430"/>
                  <a:pt x="171985" y="70820"/>
                </a:cubicBezTo>
                <a:cubicBezTo>
                  <a:pt x="171985" y="81262"/>
                  <a:pt x="170338" y="92454"/>
                  <a:pt x="167044" y="104395"/>
                </a:cubicBezTo>
                <a:cubicBezTo>
                  <a:pt x="163300" y="117785"/>
                  <a:pt x="157136" y="131000"/>
                  <a:pt x="148552" y="144041"/>
                </a:cubicBezTo>
                <a:lnTo>
                  <a:pt x="134028" y="144041"/>
                </a:lnTo>
                <a:close/>
                <a:moveTo>
                  <a:pt x="234117" y="111699"/>
                </a:moveTo>
                <a:lnTo>
                  <a:pt x="234117" y="1946"/>
                </a:lnTo>
                <a:lnTo>
                  <a:pt x="309357" y="1946"/>
                </a:lnTo>
                <a:lnTo>
                  <a:pt x="309357" y="20513"/>
                </a:lnTo>
                <a:lnTo>
                  <a:pt x="256277" y="20513"/>
                </a:lnTo>
                <a:lnTo>
                  <a:pt x="256277" y="46417"/>
                </a:lnTo>
                <a:lnTo>
                  <a:pt x="302095" y="46417"/>
                </a:lnTo>
                <a:lnTo>
                  <a:pt x="302095" y="64983"/>
                </a:lnTo>
                <a:lnTo>
                  <a:pt x="256277" y="64983"/>
                </a:lnTo>
                <a:lnTo>
                  <a:pt x="256277" y="111699"/>
                </a:lnTo>
                <a:lnTo>
                  <a:pt x="234117" y="111699"/>
                </a:lnTo>
                <a:close/>
                <a:moveTo>
                  <a:pt x="327768" y="21411"/>
                </a:moveTo>
                <a:lnTo>
                  <a:pt x="327768" y="1946"/>
                </a:lnTo>
                <a:lnTo>
                  <a:pt x="348805" y="1946"/>
                </a:lnTo>
                <a:lnTo>
                  <a:pt x="348805" y="21411"/>
                </a:lnTo>
                <a:lnTo>
                  <a:pt x="327768" y="21411"/>
                </a:lnTo>
                <a:moveTo>
                  <a:pt x="327768" y="111699"/>
                </a:moveTo>
                <a:lnTo>
                  <a:pt x="327768" y="32192"/>
                </a:lnTo>
                <a:lnTo>
                  <a:pt x="348805" y="32192"/>
                </a:lnTo>
                <a:lnTo>
                  <a:pt x="348805" y="111699"/>
                </a:lnTo>
                <a:lnTo>
                  <a:pt x="327768" y="111699"/>
                </a:lnTo>
                <a:close/>
                <a:moveTo>
                  <a:pt x="442698" y="111699"/>
                </a:moveTo>
                <a:lnTo>
                  <a:pt x="421661" y="111699"/>
                </a:lnTo>
                <a:lnTo>
                  <a:pt x="421661" y="71169"/>
                </a:lnTo>
                <a:cubicBezTo>
                  <a:pt x="421661" y="62594"/>
                  <a:pt x="421212" y="57047"/>
                  <a:pt x="420313" y="54530"/>
                </a:cubicBezTo>
                <a:cubicBezTo>
                  <a:pt x="419415" y="52013"/>
                  <a:pt x="417955" y="50056"/>
                  <a:pt x="415934" y="48660"/>
                </a:cubicBezTo>
                <a:cubicBezTo>
                  <a:pt x="413912" y="47264"/>
                  <a:pt x="411479" y="46566"/>
                  <a:pt x="408634" y="46566"/>
                </a:cubicBezTo>
                <a:cubicBezTo>
                  <a:pt x="404991" y="46566"/>
                  <a:pt x="401722" y="47564"/>
                  <a:pt x="398827" y="49559"/>
                </a:cubicBezTo>
                <a:cubicBezTo>
                  <a:pt x="395932" y="51552"/>
                  <a:pt x="393948" y="54194"/>
                  <a:pt x="392875" y="57485"/>
                </a:cubicBezTo>
                <a:cubicBezTo>
                  <a:pt x="391802" y="60774"/>
                  <a:pt x="391265" y="66856"/>
                  <a:pt x="391265" y="75731"/>
                </a:cubicBezTo>
                <a:lnTo>
                  <a:pt x="391265" y="111699"/>
                </a:lnTo>
                <a:lnTo>
                  <a:pt x="370228" y="111699"/>
                </a:lnTo>
                <a:lnTo>
                  <a:pt x="370228" y="32192"/>
                </a:lnTo>
                <a:lnTo>
                  <a:pt x="389768" y="32192"/>
                </a:lnTo>
                <a:lnTo>
                  <a:pt x="389768" y="43871"/>
                </a:lnTo>
                <a:cubicBezTo>
                  <a:pt x="396706" y="34887"/>
                  <a:pt x="405440" y="30395"/>
                  <a:pt x="415971" y="30395"/>
                </a:cubicBezTo>
                <a:cubicBezTo>
                  <a:pt x="420613" y="30395"/>
                  <a:pt x="424855" y="31231"/>
                  <a:pt x="428698" y="32903"/>
                </a:cubicBezTo>
                <a:cubicBezTo>
                  <a:pt x="432541" y="34575"/>
                  <a:pt x="435448" y="36709"/>
                  <a:pt x="437420" y="39304"/>
                </a:cubicBezTo>
                <a:cubicBezTo>
                  <a:pt x="439391" y="41900"/>
                  <a:pt x="440764" y="44844"/>
                  <a:pt x="441537" y="48138"/>
                </a:cubicBezTo>
                <a:cubicBezTo>
                  <a:pt x="442311" y="51432"/>
                  <a:pt x="442698" y="56149"/>
                  <a:pt x="442698" y="62288"/>
                </a:cubicBezTo>
                <a:lnTo>
                  <a:pt x="442698" y="111699"/>
                </a:lnTo>
                <a:close/>
                <a:moveTo>
                  <a:pt x="510370" y="86395"/>
                </a:moveTo>
                <a:lnTo>
                  <a:pt x="531333" y="89988"/>
                </a:lnTo>
                <a:cubicBezTo>
                  <a:pt x="528638" y="97649"/>
                  <a:pt x="524383" y="103483"/>
                  <a:pt x="518568" y="107488"/>
                </a:cubicBezTo>
                <a:cubicBezTo>
                  <a:pt x="512754" y="111493"/>
                  <a:pt x="505479" y="113496"/>
                  <a:pt x="496745" y="113496"/>
                </a:cubicBezTo>
                <a:cubicBezTo>
                  <a:pt x="482920" y="113496"/>
                  <a:pt x="472688" y="108979"/>
                  <a:pt x="466050" y="99945"/>
                </a:cubicBezTo>
                <a:cubicBezTo>
                  <a:pt x="460810" y="92708"/>
                  <a:pt x="458189" y="83575"/>
                  <a:pt x="458189" y="72545"/>
                </a:cubicBezTo>
                <a:cubicBezTo>
                  <a:pt x="458189" y="59368"/>
                  <a:pt x="461633" y="49049"/>
                  <a:pt x="468521" y="41588"/>
                </a:cubicBezTo>
                <a:cubicBezTo>
                  <a:pt x="475408" y="34126"/>
                  <a:pt x="484118" y="30395"/>
                  <a:pt x="494649" y="30395"/>
                </a:cubicBezTo>
                <a:cubicBezTo>
                  <a:pt x="506477" y="30395"/>
                  <a:pt x="515811" y="34301"/>
                  <a:pt x="522648" y="42112"/>
                </a:cubicBezTo>
                <a:cubicBezTo>
                  <a:pt x="529486" y="49923"/>
                  <a:pt x="532755" y="61889"/>
                  <a:pt x="532456" y="78010"/>
                </a:cubicBezTo>
                <a:lnTo>
                  <a:pt x="479751" y="78010"/>
                </a:lnTo>
                <a:cubicBezTo>
                  <a:pt x="479900" y="84248"/>
                  <a:pt x="481597" y="89102"/>
                  <a:pt x="484841" y="92571"/>
                </a:cubicBezTo>
                <a:cubicBezTo>
                  <a:pt x="488086" y="96040"/>
                  <a:pt x="492128" y="97774"/>
                  <a:pt x="496970" y="97774"/>
                </a:cubicBezTo>
                <a:cubicBezTo>
                  <a:pt x="500264" y="97774"/>
                  <a:pt x="503034" y="96876"/>
                  <a:pt x="505280" y="95079"/>
                </a:cubicBezTo>
                <a:cubicBezTo>
                  <a:pt x="507526" y="93282"/>
                  <a:pt x="509223" y="90387"/>
                  <a:pt x="510370" y="86395"/>
                </a:cubicBezTo>
                <a:moveTo>
                  <a:pt x="511568" y="65133"/>
                </a:moveTo>
                <a:cubicBezTo>
                  <a:pt x="511419" y="59069"/>
                  <a:pt x="509846" y="54458"/>
                  <a:pt x="506852" y="51301"/>
                </a:cubicBezTo>
                <a:cubicBezTo>
                  <a:pt x="503857" y="48145"/>
                  <a:pt x="500214" y="46566"/>
                  <a:pt x="495921" y="46566"/>
                </a:cubicBezTo>
                <a:cubicBezTo>
                  <a:pt x="491330" y="46566"/>
                  <a:pt x="487537" y="48231"/>
                  <a:pt x="484542" y="51561"/>
                </a:cubicBezTo>
                <a:cubicBezTo>
                  <a:pt x="481547" y="54893"/>
                  <a:pt x="480075" y="59417"/>
                  <a:pt x="480125" y="65133"/>
                </a:cubicBezTo>
                <a:lnTo>
                  <a:pt x="511568" y="65133"/>
                </a:lnTo>
                <a:close/>
                <a:moveTo>
                  <a:pt x="547500" y="82352"/>
                </a:moveTo>
                <a:lnTo>
                  <a:pt x="547500" y="61240"/>
                </a:lnTo>
                <a:lnTo>
                  <a:pt x="588826" y="61240"/>
                </a:lnTo>
                <a:lnTo>
                  <a:pt x="588826" y="82352"/>
                </a:lnTo>
                <a:lnTo>
                  <a:pt x="547500" y="82352"/>
                </a:lnTo>
                <a:close/>
                <a:moveTo>
                  <a:pt x="599290" y="116790"/>
                </a:moveTo>
                <a:lnTo>
                  <a:pt x="623322" y="119785"/>
                </a:lnTo>
                <a:cubicBezTo>
                  <a:pt x="623721" y="122606"/>
                  <a:pt x="624645" y="124546"/>
                  <a:pt x="626092" y="125603"/>
                </a:cubicBezTo>
                <a:cubicBezTo>
                  <a:pt x="628089" y="127114"/>
                  <a:pt x="631233" y="127870"/>
                  <a:pt x="635525" y="127870"/>
                </a:cubicBezTo>
                <a:cubicBezTo>
                  <a:pt x="641015" y="127870"/>
                  <a:pt x="645133" y="127040"/>
                  <a:pt x="647878" y="125381"/>
                </a:cubicBezTo>
                <a:cubicBezTo>
                  <a:pt x="649725" y="124275"/>
                  <a:pt x="651122" y="122491"/>
                  <a:pt x="652070" y="120028"/>
                </a:cubicBezTo>
                <a:cubicBezTo>
                  <a:pt x="652719" y="118269"/>
                  <a:pt x="653044" y="115027"/>
                  <a:pt x="653044" y="110302"/>
                </a:cubicBezTo>
                <a:lnTo>
                  <a:pt x="653044" y="98614"/>
                </a:lnTo>
                <a:cubicBezTo>
                  <a:pt x="646755" y="107337"/>
                  <a:pt x="638819" y="111699"/>
                  <a:pt x="629236" y="111699"/>
                </a:cubicBezTo>
                <a:cubicBezTo>
                  <a:pt x="618556" y="111699"/>
                  <a:pt x="610096" y="107182"/>
                  <a:pt x="603857" y="98148"/>
                </a:cubicBezTo>
                <a:cubicBezTo>
                  <a:pt x="598966" y="91011"/>
                  <a:pt x="596520" y="82127"/>
                  <a:pt x="596520" y="71496"/>
                </a:cubicBezTo>
                <a:cubicBezTo>
                  <a:pt x="596520" y="58170"/>
                  <a:pt x="599727" y="47989"/>
                  <a:pt x="606140" y="40951"/>
                </a:cubicBezTo>
                <a:cubicBezTo>
                  <a:pt x="612554" y="33914"/>
                  <a:pt x="620527" y="30395"/>
                  <a:pt x="630060" y="30395"/>
                </a:cubicBezTo>
                <a:cubicBezTo>
                  <a:pt x="639892" y="30395"/>
                  <a:pt x="648003" y="34733"/>
                  <a:pt x="654391" y="43408"/>
                </a:cubicBezTo>
                <a:lnTo>
                  <a:pt x="654391" y="32192"/>
                </a:lnTo>
                <a:lnTo>
                  <a:pt x="674081" y="32192"/>
                </a:lnTo>
                <a:lnTo>
                  <a:pt x="674081" y="103586"/>
                </a:lnTo>
                <a:cubicBezTo>
                  <a:pt x="674081" y="112975"/>
                  <a:pt x="673307" y="119992"/>
                  <a:pt x="671760" y="124637"/>
                </a:cubicBezTo>
                <a:cubicBezTo>
                  <a:pt x="670213" y="129282"/>
                  <a:pt x="668042" y="132927"/>
                  <a:pt x="665247" y="135574"/>
                </a:cubicBezTo>
                <a:cubicBezTo>
                  <a:pt x="662452" y="138222"/>
                  <a:pt x="658721" y="140295"/>
                  <a:pt x="654054" y="141793"/>
                </a:cubicBezTo>
                <a:cubicBezTo>
                  <a:pt x="649388" y="143292"/>
                  <a:pt x="643486" y="144041"/>
                  <a:pt x="636349" y="144041"/>
                </a:cubicBezTo>
                <a:cubicBezTo>
                  <a:pt x="622873" y="144041"/>
                  <a:pt x="613315" y="141713"/>
                  <a:pt x="607675" y="137057"/>
                </a:cubicBezTo>
                <a:cubicBezTo>
                  <a:pt x="602035" y="132403"/>
                  <a:pt x="599215" y="126503"/>
                  <a:pt x="599215" y="119356"/>
                </a:cubicBezTo>
                <a:cubicBezTo>
                  <a:pt x="599215" y="118651"/>
                  <a:pt x="599240" y="117796"/>
                  <a:pt x="599290" y="116790"/>
                </a:cubicBezTo>
                <a:moveTo>
                  <a:pt x="618082" y="70299"/>
                </a:moveTo>
                <a:cubicBezTo>
                  <a:pt x="618082" y="78708"/>
                  <a:pt x="619716" y="84866"/>
                  <a:pt x="622985" y="88772"/>
                </a:cubicBezTo>
                <a:cubicBezTo>
                  <a:pt x="626254" y="92677"/>
                  <a:pt x="630285" y="94630"/>
                  <a:pt x="635076" y="94630"/>
                </a:cubicBezTo>
                <a:cubicBezTo>
                  <a:pt x="640217" y="94630"/>
                  <a:pt x="644559" y="92627"/>
                  <a:pt x="648103" y="88622"/>
                </a:cubicBezTo>
                <a:cubicBezTo>
                  <a:pt x="651646" y="84617"/>
                  <a:pt x="653418" y="78683"/>
                  <a:pt x="653418" y="70823"/>
                </a:cubicBezTo>
                <a:cubicBezTo>
                  <a:pt x="653418" y="62612"/>
                  <a:pt x="651721" y="56517"/>
                  <a:pt x="648327" y="52537"/>
                </a:cubicBezTo>
                <a:cubicBezTo>
                  <a:pt x="644933" y="48556"/>
                  <a:pt x="640641" y="46566"/>
                  <a:pt x="635450" y="46566"/>
                </a:cubicBezTo>
                <a:cubicBezTo>
                  <a:pt x="630409" y="46566"/>
                  <a:pt x="626254" y="48519"/>
                  <a:pt x="622985" y="52424"/>
                </a:cubicBezTo>
                <a:cubicBezTo>
                  <a:pt x="619716" y="56330"/>
                  <a:pt x="618082" y="62288"/>
                  <a:pt x="618082" y="70299"/>
                </a:cubicBezTo>
                <a:close/>
                <a:moveTo>
                  <a:pt x="715326" y="111699"/>
                </a:moveTo>
                <a:lnTo>
                  <a:pt x="694289" y="111699"/>
                </a:lnTo>
                <a:lnTo>
                  <a:pt x="694289" y="32192"/>
                </a:lnTo>
                <a:lnTo>
                  <a:pt x="713829" y="32192"/>
                </a:lnTo>
                <a:lnTo>
                  <a:pt x="713829" y="43497"/>
                </a:lnTo>
                <a:cubicBezTo>
                  <a:pt x="717173" y="38156"/>
                  <a:pt x="720180" y="34638"/>
                  <a:pt x="722850" y="32941"/>
                </a:cubicBezTo>
                <a:cubicBezTo>
                  <a:pt x="725520" y="31244"/>
                  <a:pt x="728552" y="30395"/>
                  <a:pt x="731946" y="30395"/>
                </a:cubicBezTo>
                <a:cubicBezTo>
                  <a:pt x="736737" y="30395"/>
                  <a:pt x="741354" y="31718"/>
                  <a:pt x="745796" y="34363"/>
                </a:cubicBezTo>
                <a:lnTo>
                  <a:pt x="739283" y="52705"/>
                </a:lnTo>
                <a:cubicBezTo>
                  <a:pt x="735739" y="50409"/>
                  <a:pt x="732445" y="49261"/>
                  <a:pt x="729401" y="49261"/>
                </a:cubicBezTo>
                <a:cubicBezTo>
                  <a:pt x="726456" y="49261"/>
                  <a:pt x="723960" y="50072"/>
                  <a:pt x="721914" y="51695"/>
                </a:cubicBezTo>
                <a:cubicBezTo>
                  <a:pt x="719868" y="53317"/>
                  <a:pt x="718258" y="56249"/>
                  <a:pt x="717085" y="60491"/>
                </a:cubicBezTo>
                <a:cubicBezTo>
                  <a:pt x="715912" y="64734"/>
                  <a:pt x="715326" y="73618"/>
                  <a:pt x="715326" y="87143"/>
                </a:cubicBezTo>
                <a:lnTo>
                  <a:pt x="715326" y="111699"/>
                </a:lnTo>
                <a:close/>
                <a:moveTo>
                  <a:pt x="770632" y="56748"/>
                </a:moveTo>
                <a:lnTo>
                  <a:pt x="751541" y="53304"/>
                </a:lnTo>
                <a:cubicBezTo>
                  <a:pt x="753688" y="45517"/>
                  <a:pt x="757381" y="39752"/>
                  <a:pt x="762621" y="36010"/>
                </a:cubicBezTo>
                <a:cubicBezTo>
                  <a:pt x="767862" y="32267"/>
                  <a:pt x="775648" y="30395"/>
                  <a:pt x="785979" y="30395"/>
                </a:cubicBezTo>
                <a:cubicBezTo>
                  <a:pt x="795363" y="30395"/>
                  <a:pt x="802350" y="31506"/>
                  <a:pt x="806942" y="33727"/>
                </a:cubicBezTo>
                <a:cubicBezTo>
                  <a:pt x="811533" y="35948"/>
                  <a:pt x="814765" y="38768"/>
                  <a:pt x="816637" y="42187"/>
                </a:cubicBezTo>
                <a:cubicBezTo>
                  <a:pt x="818508" y="45605"/>
                  <a:pt x="819444" y="51882"/>
                  <a:pt x="819444" y="61015"/>
                </a:cubicBezTo>
                <a:lnTo>
                  <a:pt x="819220" y="85571"/>
                </a:lnTo>
                <a:cubicBezTo>
                  <a:pt x="819220" y="92559"/>
                  <a:pt x="819557" y="97712"/>
                  <a:pt x="820230" y="101031"/>
                </a:cubicBezTo>
                <a:cubicBezTo>
                  <a:pt x="820904" y="104350"/>
                  <a:pt x="822164" y="107906"/>
                  <a:pt x="824011" y="111699"/>
                </a:cubicBezTo>
                <a:lnTo>
                  <a:pt x="803198" y="111699"/>
                </a:lnTo>
                <a:cubicBezTo>
                  <a:pt x="802649" y="110302"/>
                  <a:pt x="801976" y="108230"/>
                  <a:pt x="801177" y="105485"/>
                </a:cubicBezTo>
                <a:cubicBezTo>
                  <a:pt x="800828" y="104238"/>
                  <a:pt x="800578" y="103414"/>
                  <a:pt x="800428" y="103015"/>
                </a:cubicBezTo>
                <a:cubicBezTo>
                  <a:pt x="796835" y="106508"/>
                  <a:pt x="792992" y="109129"/>
                  <a:pt x="788899" y="110876"/>
                </a:cubicBezTo>
                <a:cubicBezTo>
                  <a:pt x="784807" y="112622"/>
                  <a:pt x="780439" y="113496"/>
                  <a:pt x="775798" y="113496"/>
                </a:cubicBezTo>
                <a:cubicBezTo>
                  <a:pt x="767612" y="113496"/>
                  <a:pt x="761162" y="111284"/>
                  <a:pt x="756445" y="106861"/>
                </a:cubicBezTo>
                <a:cubicBezTo>
                  <a:pt x="751729" y="102438"/>
                  <a:pt x="749370" y="96846"/>
                  <a:pt x="749370" y="90086"/>
                </a:cubicBezTo>
                <a:cubicBezTo>
                  <a:pt x="749370" y="85613"/>
                  <a:pt x="750443" y="81625"/>
                  <a:pt x="752589" y="78122"/>
                </a:cubicBezTo>
                <a:cubicBezTo>
                  <a:pt x="754736" y="74617"/>
                  <a:pt x="757743" y="71933"/>
                  <a:pt x="761611" y="70069"/>
                </a:cubicBezTo>
                <a:cubicBezTo>
                  <a:pt x="765479" y="68205"/>
                  <a:pt x="771056" y="66578"/>
                  <a:pt x="778343" y="65187"/>
                </a:cubicBezTo>
                <a:cubicBezTo>
                  <a:pt x="788175" y="63348"/>
                  <a:pt x="794988" y="61633"/>
                  <a:pt x="798781" y="60042"/>
                </a:cubicBezTo>
                <a:lnTo>
                  <a:pt x="798781" y="57922"/>
                </a:lnTo>
                <a:cubicBezTo>
                  <a:pt x="798781" y="53834"/>
                  <a:pt x="797783" y="50920"/>
                  <a:pt x="795787" y="49180"/>
                </a:cubicBezTo>
                <a:cubicBezTo>
                  <a:pt x="793790" y="47437"/>
                  <a:pt x="790022" y="46566"/>
                  <a:pt x="784482" y="46566"/>
                </a:cubicBezTo>
                <a:cubicBezTo>
                  <a:pt x="780739" y="46566"/>
                  <a:pt x="777819" y="47320"/>
                  <a:pt x="775723" y="48826"/>
                </a:cubicBezTo>
                <a:cubicBezTo>
                  <a:pt x="773627" y="50331"/>
                  <a:pt x="771930" y="52972"/>
                  <a:pt x="770632" y="56748"/>
                </a:cubicBezTo>
                <a:moveTo>
                  <a:pt x="798781" y="73817"/>
                </a:moveTo>
                <a:cubicBezTo>
                  <a:pt x="796086" y="74705"/>
                  <a:pt x="791819" y="75765"/>
                  <a:pt x="785979" y="76999"/>
                </a:cubicBezTo>
                <a:cubicBezTo>
                  <a:pt x="780140" y="78231"/>
                  <a:pt x="776322" y="79439"/>
                  <a:pt x="774525" y="80623"/>
                </a:cubicBezTo>
                <a:cubicBezTo>
                  <a:pt x="771780" y="82546"/>
                  <a:pt x="770407" y="84987"/>
                  <a:pt x="770407" y="87946"/>
                </a:cubicBezTo>
                <a:cubicBezTo>
                  <a:pt x="770407" y="90856"/>
                  <a:pt x="771505" y="93372"/>
                  <a:pt x="773702" y="95493"/>
                </a:cubicBezTo>
                <a:cubicBezTo>
                  <a:pt x="775898" y="97613"/>
                  <a:pt x="778693" y="98673"/>
                  <a:pt x="782086" y="98673"/>
                </a:cubicBezTo>
                <a:cubicBezTo>
                  <a:pt x="785880" y="98673"/>
                  <a:pt x="789498" y="97440"/>
                  <a:pt x="792942" y="94974"/>
                </a:cubicBezTo>
                <a:cubicBezTo>
                  <a:pt x="795487" y="93101"/>
                  <a:pt x="797159" y="90807"/>
                  <a:pt x="797958" y="88093"/>
                </a:cubicBezTo>
                <a:cubicBezTo>
                  <a:pt x="798507" y="86318"/>
                  <a:pt x="798781" y="82941"/>
                  <a:pt x="798781" y="77961"/>
                </a:cubicBezTo>
                <a:lnTo>
                  <a:pt x="798781" y="73817"/>
                </a:lnTo>
                <a:close/>
                <a:moveTo>
                  <a:pt x="840478" y="21411"/>
                </a:moveTo>
                <a:lnTo>
                  <a:pt x="840478" y="1946"/>
                </a:lnTo>
                <a:lnTo>
                  <a:pt x="861515" y="1946"/>
                </a:lnTo>
                <a:lnTo>
                  <a:pt x="861515" y="21411"/>
                </a:lnTo>
                <a:lnTo>
                  <a:pt x="840478" y="21411"/>
                </a:lnTo>
                <a:moveTo>
                  <a:pt x="840478" y="111699"/>
                </a:moveTo>
                <a:lnTo>
                  <a:pt x="840478" y="32192"/>
                </a:lnTo>
                <a:lnTo>
                  <a:pt x="861515" y="32192"/>
                </a:lnTo>
                <a:lnTo>
                  <a:pt x="861515" y="111699"/>
                </a:lnTo>
                <a:lnTo>
                  <a:pt x="840478" y="111699"/>
                </a:lnTo>
                <a:close/>
                <a:moveTo>
                  <a:pt x="955408" y="111699"/>
                </a:moveTo>
                <a:lnTo>
                  <a:pt x="934371" y="111699"/>
                </a:lnTo>
                <a:lnTo>
                  <a:pt x="934371" y="71169"/>
                </a:lnTo>
                <a:cubicBezTo>
                  <a:pt x="934371" y="62594"/>
                  <a:pt x="933921" y="57047"/>
                  <a:pt x="933023" y="54530"/>
                </a:cubicBezTo>
                <a:cubicBezTo>
                  <a:pt x="932125" y="52013"/>
                  <a:pt x="930665" y="50056"/>
                  <a:pt x="928643" y="48660"/>
                </a:cubicBezTo>
                <a:cubicBezTo>
                  <a:pt x="926622" y="47264"/>
                  <a:pt x="924189" y="46566"/>
                  <a:pt x="921344" y="46566"/>
                </a:cubicBezTo>
                <a:cubicBezTo>
                  <a:pt x="917701" y="46566"/>
                  <a:pt x="914431" y="47564"/>
                  <a:pt x="911537" y="49559"/>
                </a:cubicBezTo>
                <a:cubicBezTo>
                  <a:pt x="908642" y="51552"/>
                  <a:pt x="906658" y="54194"/>
                  <a:pt x="905585" y="57485"/>
                </a:cubicBezTo>
                <a:cubicBezTo>
                  <a:pt x="904512" y="60774"/>
                  <a:pt x="903975" y="66856"/>
                  <a:pt x="903975" y="75731"/>
                </a:cubicBezTo>
                <a:lnTo>
                  <a:pt x="903975" y="111699"/>
                </a:lnTo>
                <a:lnTo>
                  <a:pt x="882938" y="111699"/>
                </a:lnTo>
                <a:lnTo>
                  <a:pt x="882938" y="32192"/>
                </a:lnTo>
                <a:lnTo>
                  <a:pt x="902478" y="32192"/>
                </a:lnTo>
                <a:lnTo>
                  <a:pt x="902478" y="43871"/>
                </a:lnTo>
                <a:cubicBezTo>
                  <a:pt x="909415" y="34887"/>
                  <a:pt x="918150" y="30395"/>
                  <a:pt x="928681" y="30395"/>
                </a:cubicBezTo>
                <a:cubicBezTo>
                  <a:pt x="933322" y="30395"/>
                  <a:pt x="937565" y="31231"/>
                  <a:pt x="941408" y="32903"/>
                </a:cubicBezTo>
                <a:cubicBezTo>
                  <a:pt x="945251" y="34575"/>
                  <a:pt x="948158" y="36709"/>
                  <a:pt x="950130" y="39304"/>
                </a:cubicBezTo>
                <a:cubicBezTo>
                  <a:pt x="952101" y="41900"/>
                  <a:pt x="953474" y="44844"/>
                  <a:pt x="954247" y="48138"/>
                </a:cubicBezTo>
                <a:cubicBezTo>
                  <a:pt x="955021" y="51432"/>
                  <a:pt x="955408" y="56149"/>
                  <a:pt x="955408" y="62288"/>
                </a:cubicBezTo>
                <a:lnTo>
                  <a:pt x="955408" y="111699"/>
                </a:lnTo>
                <a:close/>
                <a:moveTo>
                  <a:pt x="1023081" y="86395"/>
                </a:moveTo>
                <a:lnTo>
                  <a:pt x="1044043" y="89988"/>
                </a:lnTo>
                <a:cubicBezTo>
                  <a:pt x="1041348" y="97649"/>
                  <a:pt x="1037093" y="103483"/>
                  <a:pt x="1031279" y="107488"/>
                </a:cubicBezTo>
                <a:cubicBezTo>
                  <a:pt x="1025464" y="111493"/>
                  <a:pt x="1018190" y="113496"/>
                  <a:pt x="1009455" y="113496"/>
                </a:cubicBezTo>
                <a:cubicBezTo>
                  <a:pt x="995630" y="113496"/>
                  <a:pt x="985399" y="108979"/>
                  <a:pt x="978761" y="99945"/>
                </a:cubicBezTo>
                <a:cubicBezTo>
                  <a:pt x="973520" y="92708"/>
                  <a:pt x="970900" y="83575"/>
                  <a:pt x="970900" y="72545"/>
                </a:cubicBezTo>
                <a:cubicBezTo>
                  <a:pt x="970900" y="59368"/>
                  <a:pt x="974343" y="49049"/>
                  <a:pt x="981231" y="41588"/>
                </a:cubicBezTo>
                <a:cubicBezTo>
                  <a:pt x="988119" y="34126"/>
                  <a:pt x="996828" y="30395"/>
                  <a:pt x="1007359" y="30395"/>
                </a:cubicBezTo>
                <a:cubicBezTo>
                  <a:pt x="1019188" y="30395"/>
                  <a:pt x="1028521" y="34301"/>
                  <a:pt x="1035359" y="42112"/>
                </a:cubicBezTo>
                <a:cubicBezTo>
                  <a:pt x="1042196" y="49923"/>
                  <a:pt x="1045466" y="61889"/>
                  <a:pt x="1045166" y="78010"/>
                </a:cubicBezTo>
                <a:lnTo>
                  <a:pt x="992461" y="78010"/>
                </a:lnTo>
                <a:cubicBezTo>
                  <a:pt x="992611" y="84248"/>
                  <a:pt x="994308" y="89102"/>
                  <a:pt x="997552" y="92571"/>
                </a:cubicBezTo>
                <a:cubicBezTo>
                  <a:pt x="1000796" y="96040"/>
                  <a:pt x="1004839" y="97774"/>
                  <a:pt x="1009680" y="97774"/>
                </a:cubicBezTo>
                <a:cubicBezTo>
                  <a:pt x="1012974" y="97774"/>
                  <a:pt x="1015744" y="96876"/>
                  <a:pt x="1017990" y="95079"/>
                </a:cubicBezTo>
                <a:cubicBezTo>
                  <a:pt x="1020236" y="93282"/>
                  <a:pt x="1021933" y="90387"/>
                  <a:pt x="1023081" y="86395"/>
                </a:cubicBezTo>
                <a:moveTo>
                  <a:pt x="1024279" y="65133"/>
                </a:moveTo>
                <a:cubicBezTo>
                  <a:pt x="1024129" y="59069"/>
                  <a:pt x="1022557" y="54458"/>
                  <a:pt x="1019562" y="51301"/>
                </a:cubicBezTo>
                <a:cubicBezTo>
                  <a:pt x="1016568" y="48145"/>
                  <a:pt x="1012924" y="46566"/>
                  <a:pt x="1008632" y="46566"/>
                </a:cubicBezTo>
                <a:cubicBezTo>
                  <a:pt x="1004040" y="46566"/>
                  <a:pt x="1000247" y="48231"/>
                  <a:pt x="997252" y="51561"/>
                </a:cubicBezTo>
                <a:cubicBezTo>
                  <a:pt x="994258" y="54893"/>
                  <a:pt x="992785" y="59417"/>
                  <a:pt x="992835" y="65133"/>
                </a:cubicBezTo>
                <a:lnTo>
                  <a:pt x="1024279" y="65133"/>
                </a:lnTo>
                <a:close/>
                <a:moveTo>
                  <a:pt x="1135526" y="111699"/>
                </a:moveTo>
                <a:lnTo>
                  <a:pt x="1115986" y="111699"/>
                </a:lnTo>
                <a:lnTo>
                  <a:pt x="1115986" y="100020"/>
                </a:lnTo>
                <a:cubicBezTo>
                  <a:pt x="1112742" y="104562"/>
                  <a:pt x="1108911" y="107943"/>
                  <a:pt x="1104494" y="110164"/>
                </a:cubicBezTo>
                <a:cubicBezTo>
                  <a:pt x="1100077" y="112385"/>
                  <a:pt x="1095622" y="113496"/>
                  <a:pt x="1091130" y="113496"/>
                </a:cubicBezTo>
                <a:cubicBezTo>
                  <a:pt x="1081997" y="113496"/>
                  <a:pt x="1074173" y="109815"/>
                  <a:pt x="1067660" y="102453"/>
                </a:cubicBezTo>
                <a:cubicBezTo>
                  <a:pt x="1061147" y="95091"/>
                  <a:pt x="1057890" y="84822"/>
                  <a:pt x="1057890" y="71646"/>
                </a:cubicBezTo>
                <a:cubicBezTo>
                  <a:pt x="1057890" y="58170"/>
                  <a:pt x="1061060" y="47926"/>
                  <a:pt x="1067398" y="40914"/>
                </a:cubicBezTo>
                <a:cubicBezTo>
                  <a:pt x="1073737" y="33902"/>
                  <a:pt x="1081747" y="30395"/>
                  <a:pt x="1091430" y="30395"/>
                </a:cubicBezTo>
                <a:cubicBezTo>
                  <a:pt x="1100314" y="30395"/>
                  <a:pt x="1108000" y="34089"/>
                  <a:pt x="1114488" y="41475"/>
                </a:cubicBezTo>
                <a:lnTo>
                  <a:pt x="1114488" y="1946"/>
                </a:lnTo>
                <a:lnTo>
                  <a:pt x="1135526" y="1946"/>
                </a:lnTo>
                <a:lnTo>
                  <a:pt x="1135526" y="111699"/>
                </a:lnTo>
                <a:moveTo>
                  <a:pt x="1079377" y="70263"/>
                </a:moveTo>
                <a:cubicBezTo>
                  <a:pt x="1079377" y="78736"/>
                  <a:pt x="1080549" y="84865"/>
                  <a:pt x="1082895" y="88652"/>
                </a:cubicBezTo>
                <a:cubicBezTo>
                  <a:pt x="1086289" y="94135"/>
                  <a:pt x="1091031" y="96876"/>
                  <a:pt x="1097120" y="96876"/>
                </a:cubicBezTo>
                <a:cubicBezTo>
                  <a:pt x="1101961" y="96876"/>
                  <a:pt x="1106079" y="94820"/>
                  <a:pt x="1109472" y="90709"/>
                </a:cubicBezTo>
                <a:cubicBezTo>
                  <a:pt x="1112866" y="86597"/>
                  <a:pt x="1114563" y="80455"/>
                  <a:pt x="1114563" y="72282"/>
                </a:cubicBezTo>
                <a:cubicBezTo>
                  <a:pt x="1114563" y="63161"/>
                  <a:pt x="1112916" y="56595"/>
                  <a:pt x="1109622" y="52584"/>
                </a:cubicBezTo>
                <a:cubicBezTo>
                  <a:pt x="1106328" y="48572"/>
                  <a:pt x="1102111" y="46566"/>
                  <a:pt x="1096970" y="46566"/>
                </a:cubicBezTo>
                <a:cubicBezTo>
                  <a:pt x="1091979" y="46566"/>
                  <a:pt x="1087799" y="48547"/>
                  <a:pt x="1084430" y="52509"/>
                </a:cubicBezTo>
                <a:cubicBezTo>
                  <a:pt x="1081061" y="56470"/>
                  <a:pt x="1079377" y="62389"/>
                  <a:pt x="1079377" y="70263"/>
                </a:cubicBezTo>
                <a:close/>
                <a:moveTo>
                  <a:pt x="1199316" y="111699"/>
                </a:moveTo>
                <a:lnTo>
                  <a:pt x="1199316" y="1946"/>
                </a:lnTo>
                <a:lnTo>
                  <a:pt x="1234877" y="1946"/>
                </a:lnTo>
                <a:cubicBezTo>
                  <a:pt x="1248353" y="1946"/>
                  <a:pt x="1257137" y="2495"/>
                  <a:pt x="1261230" y="3591"/>
                </a:cubicBezTo>
                <a:cubicBezTo>
                  <a:pt x="1267518" y="5237"/>
                  <a:pt x="1272784" y="8814"/>
                  <a:pt x="1277026" y="14323"/>
                </a:cubicBezTo>
                <a:cubicBezTo>
                  <a:pt x="1281269" y="19832"/>
                  <a:pt x="1283390" y="26948"/>
                  <a:pt x="1283390" y="35673"/>
                </a:cubicBezTo>
                <a:cubicBezTo>
                  <a:pt x="1283390" y="42403"/>
                  <a:pt x="1282167" y="48062"/>
                  <a:pt x="1279722" y="52649"/>
                </a:cubicBezTo>
                <a:cubicBezTo>
                  <a:pt x="1277276" y="57236"/>
                  <a:pt x="1274169" y="60838"/>
                  <a:pt x="1270401" y="63455"/>
                </a:cubicBezTo>
                <a:cubicBezTo>
                  <a:pt x="1266633" y="66073"/>
                  <a:pt x="1262802" y="67805"/>
                  <a:pt x="1258909" y="68654"/>
                </a:cubicBezTo>
                <a:cubicBezTo>
                  <a:pt x="1253618" y="69700"/>
                  <a:pt x="1245957" y="70224"/>
                  <a:pt x="1235925" y="70224"/>
                </a:cubicBezTo>
                <a:lnTo>
                  <a:pt x="1221476" y="70224"/>
                </a:lnTo>
                <a:lnTo>
                  <a:pt x="1221476" y="111699"/>
                </a:lnTo>
                <a:lnTo>
                  <a:pt x="1199316" y="111699"/>
                </a:lnTo>
                <a:moveTo>
                  <a:pt x="1221476" y="20513"/>
                </a:moveTo>
                <a:lnTo>
                  <a:pt x="1221476" y="51657"/>
                </a:lnTo>
                <a:lnTo>
                  <a:pt x="1233604" y="51657"/>
                </a:lnTo>
                <a:cubicBezTo>
                  <a:pt x="1242339" y="51657"/>
                  <a:pt x="1248178" y="51083"/>
                  <a:pt x="1251123" y="49935"/>
                </a:cubicBezTo>
                <a:cubicBezTo>
                  <a:pt x="1254068" y="48787"/>
                  <a:pt x="1256376" y="46990"/>
                  <a:pt x="1258048" y="44545"/>
                </a:cubicBezTo>
                <a:cubicBezTo>
                  <a:pt x="1259720" y="42099"/>
                  <a:pt x="1260556" y="39254"/>
                  <a:pt x="1260556" y="36010"/>
                </a:cubicBezTo>
                <a:cubicBezTo>
                  <a:pt x="1260556" y="32017"/>
                  <a:pt x="1259383" y="28723"/>
                  <a:pt x="1257037" y="26128"/>
                </a:cubicBezTo>
                <a:cubicBezTo>
                  <a:pt x="1254692" y="23533"/>
                  <a:pt x="1251722" y="21911"/>
                  <a:pt x="1248128" y="21262"/>
                </a:cubicBezTo>
                <a:cubicBezTo>
                  <a:pt x="1245483" y="20763"/>
                  <a:pt x="1240168" y="20513"/>
                  <a:pt x="1232182" y="20513"/>
                </a:cubicBezTo>
                <a:lnTo>
                  <a:pt x="1221476" y="20513"/>
                </a:lnTo>
                <a:close/>
                <a:moveTo>
                  <a:pt x="1317220" y="56748"/>
                </a:moveTo>
                <a:lnTo>
                  <a:pt x="1298130" y="53304"/>
                </a:lnTo>
                <a:cubicBezTo>
                  <a:pt x="1300276" y="45517"/>
                  <a:pt x="1303969" y="39752"/>
                  <a:pt x="1309210" y="36010"/>
                </a:cubicBezTo>
                <a:cubicBezTo>
                  <a:pt x="1314450" y="32267"/>
                  <a:pt x="1322236" y="30395"/>
                  <a:pt x="1332568" y="30395"/>
                </a:cubicBezTo>
                <a:cubicBezTo>
                  <a:pt x="1341951" y="30395"/>
                  <a:pt x="1348938" y="31506"/>
                  <a:pt x="1353530" y="33727"/>
                </a:cubicBezTo>
                <a:cubicBezTo>
                  <a:pt x="1358122" y="35948"/>
                  <a:pt x="1361353" y="38768"/>
                  <a:pt x="1363225" y="42187"/>
                </a:cubicBezTo>
                <a:cubicBezTo>
                  <a:pt x="1365097" y="45605"/>
                  <a:pt x="1366033" y="51882"/>
                  <a:pt x="1366033" y="61015"/>
                </a:cubicBezTo>
                <a:lnTo>
                  <a:pt x="1365808" y="85571"/>
                </a:lnTo>
                <a:cubicBezTo>
                  <a:pt x="1365808" y="92559"/>
                  <a:pt x="1366145" y="97712"/>
                  <a:pt x="1366819" y="101031"/>
                </a:cubicBezTo>
                <a:cubicBezTo>
                  <a:pt x="1367492" y="104350"/>
                  <a:pt x="1368753" y="107906"/>
                  <a:pt x="1370599" y="111699"/>
                </a:cubicBezTo>
                <a:lnTo>
                  <a:pt x="1349787" y="111699"/>
                </a:lnTo>
                <a:cubicBezTo>
                  <a:pt x="1349238" y="110302"/>
                  <a:pt x="1348564" y="108230"/>
                  <a:pt x="1347765" y="105485"/>
                </a:cubicBezTo>
                <a:cubicBezTo>
                  <a:pt x="1347416" y="104238"/>
                  <a:pt x="1347166" y="103414"/>
                  <a:pt x="1347017" y="103015"/>
                </a:cubicBezTo>
                <a:cubicBezTo>
                  <a:pt x="1343423" y="106508"/>
                  <a:pt x="1339580" y="109129"/>
                  <a:pt x="1335487" y="110876"/>
                </a:cubicBezTo>
                <a:cubicBezTo>
                  <a:pt x="1331395" y="112622"/>
                  <a:pt x="1327028" y="113496"/>
                  <a:pt x="1322386" y="113496"/>
                </a:cubicBezTo>
                <a:cubicBezTo>
                  <a:pt x="1314201" y="113496"/>
                  <a:pt x="1307750" y="111284"/>
                  <a:pt x="1303033" y="106861"/>
                </a:cubicBezTo>
                <a:cubicBezTo>
                  <a:pt x="1298317" y="102438"/>
                  <a:pt x="1295959" y="96846"/>
                  <a:pt x="1295959" y="90086"/>
                </a:cubicBezTo>
                <a:cubicBezTo>
                  <a:pt x="1295959" y="85613"/>
                  <a:pt x="1297032" y="81625"/>
                  <a:pt x="1299178" y="78122"/>
                </a:cubicBezTo>
                <a:cubicBezTo>
                  <a:pt x="1301324" y="74617"/>
                  <a:pt x="1304331" y="71933"/>
                  <a:pt x="1308199" y="70069"/>
                </a:cubicBezTo>
                <a:cubicBezTo>
                  <a:pt x="1312067" y="68205"/>
                  <a:pt x="1317645" y="66578"/>
                  <a:pt x="1324931" y="65187"/>
                </a:cubicBezTo>
                <a:cubicBezTo>
                  <a:pt x="1334764" y="63348"/>
                  <a:pt x="1341577" y="61633"/>
                  <a:pt x="1345370" y="60042"/>
                </a:cubicBezTo>
                <a:lnTo>
                  <a:pt x="1345370" y="57922"/>
                </a:lnTo>
                <a:cubicBezTo>
                  <a:pt x="1345370" y="53834"/>
                  <a:pt x="1344372" y="50920"/>
                  <a:pt x="1342375" y="49180"/>
                </a:cubicBezTo>
                <a:cubicBezTo>
                  <a:pt x="1340379" y="47437"/>
                  <a:pt x="1336610" y="46566"/>
                  <a:pt x="1331070" y="46566"/>
                </a:cubicBezTo>
                <a:cubicBezTo>
                  <a:pt x="1327327" y="46566"/>
                  <a:pt x="1324407" y="47320"/>
                  <a:pt x="1322311" y="48826"/>
                </a:cubicBezTo>
                <a:cubicBezTo>
                  <a:pt x="1320215" y="50331"/>
                  <a:pt x="1318518" y="52972"/>
                  <a:pt x="1317220" y="56748"/>
                </a:cubicBezTo>
                <a:moveTo>
                  <a:pt x="1345370" y="73817"/>
                </a:moveTo>
                <a:cubicBezTo>
                  <a:pt x="1342675" y="74705"/>
                  <a:pt x="1338407" y="75765"/>
                  <a:pt x="1332568" y="76999"/>
                </a:cubicBezTo>
                <a:cubicBezTo>
                  <a:pt x="1326728" y="78231"/>
                  <a:pt x="1322910" y="79439"/>
                  <a:pt x="1321113" y="80623"/>
                </a:cubicBezTo>
                <a:cubicBezTo>
                  <a:pt x="1318368" y="82546"/>
                  <a:pt x="1316996" y="84987"/>
                  <a:pt x="1316996" y="87946"/>
                </a:cubicBezTo>
                <a:cubicBezTo>
                  <a:pt x="1316996" y="90856"/>
                  <a:pt x="1318094" y="93372"/>
                  <a:pt x="1320290" y="95493"/>
                </a:cubicBezTo>
                <a:cubicBezTo>
                  <a:pt x="1322486" y="97613"/>
                  <a:pt x="1325281" y="98673"/>
                  <a:pt x="1328675" y="98673"/>
                </a:cubicBezTo>
                <a:cubicBezTo>
                  <a:pt x="1332468" y="98673"/>
                  <a:pt x="1336086" y="97440"/>
                  <a:pt x="1339530" y="94974"/>
                </a:cubicBezTo>
                <a:cubicBezTo>
                  <a:pt x="1342076" y="93101"/>
                  <a:pt x="1343748" y="90807"/>
                  <a:pt x="1344546" y="88093"/>
                </a:cubicBezTo>
                <a:cubicBezTo>
                  <a:pt x="1345095" y="86318"/>
                  <a:pt x="1345370" y="82941"/>
                  <a:pt x="1345370" y="77961"/>
                </a:cubicBezTo>
                <a:lnTo>
                  <a:pt x="1345370" y="73817"/>
                </a:lnTo>
                <a:close/>
                <a:moveTo>
                  <a:pt x="1423527" y="32192"/>
                </a:moveTo>
                <a:lnTo>
                  <a:pt x="1423527" y="48962"/>
                </a:lnTo>
                <a:lnTo>
                  <a:pt x="1409153" y="48962"/>
                </a:lnTo>
                <a:lnTo>
                  <a:pt x="1409153" y="80953"/>
                </a:lnTo>
                <a:cubicBezTo>
                  <a:pt x="1409153" y="87432"/>
                  <a:pt x="1409290" y="91207"/>
                  <a:pt x="1409565" y="92279"/>
                </a:cubicBezTo>
                <a:cubicBezTo>
                  <a:pt x="1409839" y="93349"/>
                  <a:pt x="1410463" y="94233"/>
                  <a:pt x="1411436" y="94932"/>
                </a:cubicBezTo>
                <a:cubicBezTo>
                  <a:pt x="1412410" y="95629"/>
                  <a:pt x="1413595" y="95977"/>
                  <a:pt x="1414992" y="95977"/>
                </a:cubicBezTo>
                <a:cubicBezTo>
                  <a:pt x="1416939" y="95977"/>
                  <a:pt x="1419759" y="95304"/>
                  <a:pt x="1423452" y="93956"/>
                </a:cubicBezTo>
                <a:lnTo>
                  <a:pt x="1425249" y="110337"/>
                </a:lnTo>
                <a:cubicBezTo>
                  <a:pt x="1420358" y="112443"/>
                  <a:pt x="1414818" y="113496"/>
                  <a:pt x="1408629" y="113496"/>
                </a:cubicBezTo>
                <a:cubicBezTo>
                  <a:pt x="1404836" y="113496"/>
                  <a:pt x="1401417" y="112860"/>
                  <a:pt x="1398372" y="111587"/>
                </a:cubicBezTo>
                <a:cubicBezTo>
                  <a:pt x="1395328" y="110314"/>
                  <a:pt x="1393094" y="108667"/>
                  <a:pt x="1391672" y="106646"/>
                </a:cubicBezTo>
                <a:cubicBezTo>
                  <a:pt x="1390249" y="104624"/>
                  <a:pt x="1389264" y="101892"/>
                  <a:pt x="1388715" y="98448"/>
                </a:cubicBezTo>
                <a:cubicBezTo>
                  <a:pt x="1388265" y="96002"/>
                  <a:pt x="1388041" y="91061"/>
                  <a:pt x="1388041" y="83625"/>
                </a:cubicBezTo>
                <a:lnTo>
                  <a:pt x="1388041" y="48962"/>
                </a:lnTo>
                <a:lnTo>
                  <a:pt x="1378383" y="48962"/>
                </a:lnTo>
                <a:lnTo>
                  <a:pt x="1378383" y="32192"/>
                </a:lnTo>
                <a:lnTo>
                  <a:pt x="1388041" y="32192"/>
                </a:lnTo>
                <a:lnTo>
                  <a:pt x="1388041" y="16321"/>
                </a:lnTo>
                <a:lnTo>
                  <a:pt x="1409153" y="3893"/>
                </a:lnTo>
                <a:lnTo>
                  <a:pt x="1409153" y="32192"/>
                </a:lnTo>
                <a:lnTo>
                  <a:pt x="1423527" y="32192"/>
                </a:lnTo>
                <a:close/>
                <a:moveTo>
                  <a:pt x="1474867" y="32192"/>
                </a:moveTo>
                <a:lnTo>
                  <a:pt x="1474867" y="48962"/>
                </a:lnTo>
                <a:lnTo>
                  <a:pt x="1460493" y="48962"/>
                </a:lnTo>
                <a:lnTo>
                  <a:pt x="1460493" y="80953"/>
                </a:lnTo>
                <a:cubicBezTo>
                  <a:pt x="1460493" y="87432"/>
                  <a:pt x="1460631" y="91207"/>
                  <a:pt x="1460905" y="92279"/>
                </a:cubicBezTo>
                <a:cubicBezTo>
                  <a:pt x="1461180" y="93349"/>
                  <a:pt x="1461803" y="94233"/>
                  <a:pt x="1462777" y="94932"/>
                </a:cubicBezTo>
                <a:cubicBezTo>
                  <a:pt x="1463750" y="95629"/>
                  <a:pt x="1464935" y="95977"/>
                  <a:pt x="1466333" y="95977"/>
                </a:cubicBezTo>
                <a:cubicBezTo>
                  <a:pt x="1468279" y="95977"/>
                  <a:pt x="1471099" y="95304"/>
                  <a:pt x="1474793" y="93956"/>
                </a:cubicBezTo>
                <a:lnTo>
                  <a:pt x="1476589" y="110337"/>
                </a:lnTo>
                <a:cubicBezTo>
                  <a:pt x="1471698" y="112443"/>
                  <a:pt x="1466158" y="113496"/>
                  <a:pt x="1459969" y="113496"/>
                </a:cubicBezTo>
                <a:cubicBezTo>
                  <a:pt x="1456176" y="113496"/>
                  <a:pt x="1452757" y="112860"/>
                  <a:pt x="1449713" y="111587"/>
                </a:cubicBezTo>
                <a:cubicBezTo>
                  <a:pt x="1446668" y="110314"/>
                  <a:pt x="1444435" y="108667"/>
                  <a:pt x="1443012" y="106646"/>
                </a:cubicBezTo>
                <a:cubicBezTo>
                  <a:pt x="1441590" y="104624"/>
                  <a:pt x="1440604" y="101892"/>
                  <a:pt x="1440055" y="98448"/>
                </a:cubicBezTo>
                <a:cubicBezTo>
                  <a:pt x="1439606" y="96002"/>
                  <a:pt x="1439381" y="91061"/>
                  <a:pt x="1439381" y="83625"/>
                </a:cubicBezTo>
                <a:lnTo>
                  <a:pt x="1439381" y="48962"/>
                </a:lnTo>
                <a:lnTo>
                  <a:pt x="1429724" y="48962"/>
                </a:lnTo>
                <a:lnTo>
                  <a:pt x="1429724" y="32192"/>
                </a:lnTo>
                <a:lnTo>
                  <a:pt x="1439381" y="32192"/>
                </a:lnTo>
                <a:lnTo>
                  <a:pt x="1439381" y="16321"/>
                </a:lnTo>
                <a:lnTo>
                  <a:pt x="1460493" y="3893"/>
                </a:lnTo>
                <a:lnTo>
                  <a:pt x="1460493" y="32192"/>
                </a:lnTo>
                <a:lnTo>
                  <a:pt x="1474867" y="32192"/>
                </a:lnTo>
                <a:close/>
                <a:moveTo>
                  <a:pt x="1535791" y="86395"/>
                </a:moveTo>
                <a:lnTo>
                  <a:pt x="1556754" y="89988"/>
                </a:lnTo>
                <a:cubicBezTo>
                  <a:pt x="1554059" y="97649"/>
                  <a:pt x="1549804" y="103483"/>
                  <a:pt x="1543989" y="107488"/>
                </a:cubicBezTo>
                <a:cubicBezTo>
                  <a:pt x="1538175" y="111493"/>
                  <a:pt x="1530900" y="113496"/>
                  <a:pt x="1522166" y="113496"/>
                </a:cubicBezTo>
                <a:cubicBezTo>
                  <a:pt x="1508341" y="113496"/>
                  <a:pt x="1498109" y="108979"/>
                  <a:pt x="1491471" y="99945"/>
                </a:cubicBezTo>
                <a:cubicBezTo>
                  <a:pt x="1486231" y="92708"/>
                  <a:pt x="1483610" y="83575"/>
                  <a:pt x="1483610" y="72545"/>
                </a:cubicBezTo>
                <a:cubicBezTo>
                  <a:pt x="1483610" y="59368"/>
                  <a:pt x="1487054" y="49049"/>
                  <a:pt x="1493942" y="41588"/>
                </a:cubicBezTo>
                <a:cubicBezTo>
                  <a:pt x="1500829" y="34126"/>
                  <a:pt x="1509539" y="30395"/>
                  <a:pt x="1520070" y="30395"/>
                </a:cubicBezTo>
                <a:cubicBezTo>
                  <a:pt x="1531898" y="30395"/>
                  <a:pt x="1541232" y="34301"/>
                  <a:pt x="1548069" y="42112"/>
                </a:cubicBezTo>
                <a:cubicBezTo>
                  <a:pt x="1554907" y="49923"/>
                  <a:pt x="1558176" y="61889"/>
                  <a:pt x="1557877" y="78010"/>
                </a:cubicBezTo>
                <a:lnTo>
                  <a:pt x="1505172" y="78010"/>
                </a:lnTo>
                <a:cubicBezTo>
                  <a:pt x="1505321" y="84248"/>
                  <a:pt x="1507018" y="89102"/>
                  <a:pt x="1510262" y="92571"/>
                </a:cubicBezTo>
                <a:cubicBezTo>
                  <a:pt x="1513507" y="96040"/>
                  <a:pt x="1517549" y="97774"/>
                  <a:pt x="1522391" y="97774"/>
                </a:cubicBezTo>
                <a:cubicBezTo>
                  <a:pt x="1525685" y="97774"/>
                  <a:pt x="1528455" y="96876"/>
                  <a:pt x="1530701" y="95079"/>
                </a:cubicBezTo>
                <a:cubicBezTo>
                  <a:pt x="1532947" y="93282"/>
                  <a:pt x="1534644" y="90387"/>
                  <a:pt x="1535791" y="86395"/>
                </a:cubicBezTo>
                <a:moveTo>
                  <a:pt x="1536989" y="65133"/>
                </a:moveTo>
                <a:cubicBezTo>
                  <a:pt x="1536840" y="59069"/>
                  <a:pt x="1535267" y="54458"/>
                  <a:pt x="1532273" y="51301"/>
                </a:cubicBezTo>
                <a:cubicBezTo>
                  <a:pt x="1529278" y="48145"/>
                  <a:pt x="1525635" y="46566"/>
                  <a:pt x="1521342" y="46566"/>
                </a:cubicBezTo>
                <a:cubicBezTo>
                  <a:pt x="1516751" y="46566"/>
                  <a:pt x="1512958" y="48231"/>
                  <a:pt x="1509963" y="51561"/>
                </a:cubicBezTo>
                <a:cubicBezTo>
                  <a:pt x="1506968" y="54893"/>
                  <a:pt x="1505496" y="59417"/>
                  <a:pt x="1505546" y="65133"/>
                </a:cubicBezTo>
                <a:lnTo>
                  <a:pt x="1536989" y="65133"/>
                </a:lnTo>
                <a:close/>
                <a:moveTo>
                  <a:pt x="1595456" y="111699"/>
                </a:moveTo>
                <a:lnTo>
                  <a:pt x="1574419" y="111699"/>
                </a:lnTo>
                <a:lnTo>
                  <a:pt x="1574419" y="32192"/>
                </a:lnTo>
                <a:lnTo>
                  <a:pt x="1593959" y="32192"/>
                </a:lnTo>
                <a:lnTo>
                  <a:pt x="1593959" y="43497"/>
                </a:lnTo>
                <a:cubicBezTo>
                  <a:pt x="1597303" y="38156"/>
                  <a:pt x="1600310" y="34638"/>
                  <a:pt x="1602980" y="32941"/>
                </a:cubicBezTo>
                <a:cubicBezTo>
                  <a:pt x="1605650" y="31244"/>
                  <a:pt x="1608682" y="30395"/>
                  <a:pt x="1612076" y="30395"/>
                </a:cubicBezTo>
                <a:cubicBezTo>
                  <a:pt x="1616867" y="30395"/>
                  <a:pt x="1621484" y="31718"/>
                  <a:pt x="1625926" y="34363"/>
                </a:cubicBezTo>
                <a:lnTo>
                  <a:pt x="1619413" y="52705"/>
                </a:lnTo>
                <a:cubicBezTo>
                  <a:pt x="1615869" y="50409"/>
                  <a:pt x="1612575" y="49261"/>
                  <a:pt x="1609531" y="49261"/>
                </a:cubicBezTo>
                <a:cubicBezTo>
                  <a:pt x="1606586" y="49261"/>
                  <a:pt x="1604090" y="50072"/>
                  <a:pt x="1602044" y="51695"/>
                </a:cubicBezTo>
                <a:cubicBezTo>
                  <a:pt x="1599998" y="53317"/>
                  <a:pt x="1598388" y="56249"/>
                  <a:pt x="1597215" y="60491"/>
                </a:cubicBezTo>
                <a:cubicBezTo>
                  <a:pt x="1596042" y="64734"/>
                  <a:pt x="1595456" y="73618"/>
                  <a:pt x="1595456" y="87143"/>
                </a:cubicBezTo>
                <a:lnTo>
                  <a:pt x="1595456" y="111699"/>
                </a:lnTo>
                <a:close/>
                <a:moveTo>
                  <a:pt x="1707360" y="111699"/>
                </a:moveTo>
                <a:lnTo>
                  <a:pt x="1686323" y="111699"/>
                </a:lnTo>
                <a:lnTo>
                  <a:pt x="1686323" y="71169"/>
                </a:lnTo>
                <a:cubicBezTo>
                  <a:pt x="1686323" y="62594"/>
                  <a:pt x="1685874" y="57047"/>
                  <a:pt x="1684975" y="54530"/>
                </a:cubicBezTo>
                <a:cubicBezTo>
                  <a:pt x="1684077" y="52013"/>
                  <a:pt x="1682617" y="50056"/>
                  <a:pt x="1680596" y="48660"/>
                </a:cubicBezTo>
                <a:cubicBezTo>
                  <a:pt x="1678574" y="47264"/>
                  <a:pt x="1676141" y="46566"/>
                  <a:pt x="1673296" y="46566"/>
                </a:cubicBezTo>
                <a:cubicBezTo>
                  <a:pt x="1669653" y="46566"/>
                  <a:pt x="1666384" y="47564"/>
                  <a:pt x="1663489" y="49559"/>
                </a:cubicBezTo>
                <a:cubicBezTo>
                  <a:pt x="1660594" y="51552"/>
                  <a:pt x="1658610" y="54194"/>
                  <a:pt x="1657537" y="57485"/>
                </a:cubicBezTo>
                <a:cubicBezTo>
                  <a:pt x="1656464" y="60774"/>
                  <a:pt x="1655927" y="66856"/>
                  <a:pt x="1655927" y="75731"/>
                </a:cubicBezTo>
                <a:lnTo>
                  <a:pt x="1655927" y="111699"/>
                </a:lnTo>
                <a:lnTo>
                  <a:pt x="1634890" y="111699"/>
                </a:lnTo>
                <a:lnTo>
                  <a:pt x="1634890" y="32192"/>
                </a:lnTo>
                <a:lnTo>
                  <a:pt x="1654430" y="32192"/>
                </a:lnTo>
                <a:lnTo>
                  <a:pt x="1654430" y="43871"/>
                </a:lnTo>
                <a:cubicBezTo>
                  <a:pt x="1661368" y="34887"/>
                  <a:pt x="1670102" y="30395"/>
                  <a:pt x="1680633" y="30395"/>
                </a:cubicBezTo>
                <a:cubicBezTo>
                  <a:pt x="1685275" y="30395"/>
                  <a:pt x="1689517" y="31231"/>
                  <a:pt x="1693360" y="32903"/>
                </a:cubicBezTo>
                <a:cubicBezTo>
                  <a:pt x="1697203" y="34575"/>
                  <a:pt x="1700110" y="36709"/>
                  <a:pt x="1702082" y="39304"/>
                </a:cubicBezTo>
                <a:cubicBezTo>
                  <a:pt x="1704053" y="41900"/>
                  <a:pt x="1705426" y="44844"/>
                  <a:pt x="1706200" y="48138"/>
                </a:cubicBezTo>
                <a:cubicBezTo>
                  <a:pt x="1706973" y="51432"/>
                  <a:pt x="1707360" y="56149"/>
                  <a:pt x="1707360" y="62288"/>
                </a:cubicBezTo>
                <a:lnTo>
                  <a:pt x="1707360" y="111699"/>
                </a:lnTo>
                <a:close/>
                <a:moveTo>
                  <a:pt x="1771750" y="111699"/>
                </a:moveTo>
                <a:lnTo>
                  <a:pt x="1771750" y="1946"/>
                </a:lnTo>
                <a:lnTo>
                  <a:pt x="1807311" y="1946"/>
                </a:lnTo>
                <a:cubicBezTo>
                  <a:pt x="1820787" y="1946"/>
                  <a:pt x="1829571" y="2495"/>
                  <a:pt x="1833664" y="3591"/>
                </a:cubicBezTo>
                <a:cubicBezTo>
                  <a:pt x="1839953" y="5237"/>
                  <a:pt x="1845218" y="8814"/>
                  <a:pt x="1849460" y="14323"/>
                </a:cubicBezTo>
                <a:cubicBezTo>
                  <a:pt x="1853703" y="19832"/>
                  <a:pt x="1855824" y="26948"/>
                  <a:pt x="1855824" y="35673"/>
                </a:cubicBezTo>
                <a:cubicBezTo>
                  <a:pt x="1855824" y="42403"/>
                  <a:pt x="1854601" y="48062"/>
                  <a:pt x="1852156" y="52649"/>
                </a:cubicBezTo>
                <a:cubicBezTo>
                  <a:pt x="1849710" y="57236"/>
                  <a:pt x="1846603" y="60838"/>
                  <a:pt x="1842835" y="63455"/>
                </a:cubicBezTo>
                <a:cubicBezTo>
                  <a:pt x="1839067" y="66073"/>
                  <a:pt x="1835236" y="67805"/>
                  <a:pt x="1831343" y="68654"/>
                </a:cubicBezTo>
                <a:cubicBezTo>
                  <a:pt x="1826053" y="69700"/>
                  <a:pt x="1818391" y="70224"/>
                  <a:pt x="1808359" y="70224"/>
                </a:cubicBezTo>
                <a:lnTo>
                  <a:pt x="1793910" y="70224"/>
                </a:lnTo>
                <a:lnTo>
                  <a:pt x="1793910" y="111699"/>
                </a:lnTo>
                <a:lnTo>
                  <a:pt x="1771750" y="111699"/>
                </a:lnTo>
                <a:moveTo>
                  <a:pt x="1793910" y="20513"/>
                </a:moveTo>
                <a:lnTo>
                  <a:pt x="1793910" y="51657"/>
                </a:lnTo>
                <a:lnTo>
                  <a:pt x="1806039" y="51657"/>
                </a:lnTo>
                <a:cubicBezTo>
                  <a:pt x="1814773" y="51657"/>
                  <a:pt x="1820612" y="51083"/>
                  <a:pt x="1823557" y="49935"/>
                </a:cubicBezTo>
                <a:cubicBezTo>
                  <a:pt x="1826502" y="48787"/>
                  <a:pt x="1828810" y="46990"/>
                  <a:pt x="1830482" y="44545"/>
                </a:cubicBezTo>
                <a:cubicBezTo>
                  <a:pt x="1832154" y="42099"/>
                  <a:pt x="1832990" y="39254"/>
                  <a:pt x="1832990" y="36010"/>
                </a:cubicBezTo>
                <a:cubicBezTo>
                  <a:pt x="1832990" y="32017"/>
                  <a:pt x="1831817" y="28723"/>
                  <a:pt x="1829471" y="26128"/>
                </a:cubicBezTo>
                <a:cubicBezTo>
                  <a:pt x="1827126" y="23533"/>
                  <a:pt x="1824156" y="21911"/>
                  <a:pt x="1820562" y="21262"/>
                </a:cubicBezTo>
                <a:cubicBezTo>
                  <a:pt x="1817917" y="20763"/>
                  <a:pt x="1812602" y="20513"/>
                  <a:pt x="1804616" y="20513"/>
                </a:cubicBezTo>
                <a:lnTo>
                  <a:pt x="1793910" y="20513"/>
                </a:lnTo>
                <a:close/>
                <a:moveTo>
                  <a:pt x="1889654" y="56748"/>
                </a:moveTo>
                <a:lnTo>
                  <a:pt x="1870564" y="53304"/>
                </a:lnTo>
                <a:cubicBezTo>
                  <a:pt x="1872710" y="45517"/>
                  <a:pt x="1876403" y="39752"/>
                  <a:pt x="1881644" y="36010"/>
                </a:cubicBezTo>
                <a:cubicBezTo>
                  <a:pt x="1886884" y="32267"/>
                  <a:pt x="1894670" y="30395"/>
                  <a:pt x="1905002" y="30395"/>
                </a:cubicBezTo>
                <a:cubicBezTo>
                  <a:pt x="1914385" y="30395"/>
                  <a:pt x="1921372" y="31506"/>
                  <a:pt x="1925964" y="33727"/>
                </a:cubicBezTo>
                <a:cubicBezTo>
                  <a:pt x="1930556" y="35948"/>
                  <a:pt x="1933787" y="38768"/>
                  <a:pt x="1935659" y="42187"/>
                </a:cubicBezTo>
                <a:cubicBezTo>
                  <a:pt x="1937531" y="45605"/>
                  <a:pt x="1938466" y="51882"/>
                  <a:pt x="1938466" y="61015"/>
                </a:cubicBezTo>
                <a:lnTo>
                  <a:pt x="1938242" y="85571"/>
                </a:lnTo>
                <a:cubicBezTo>
                  <a:pt x="1938242" y="92559"/>
                  <a:pt x="1938579" y="97712"/>
                  <a:pt x="1939252" y="101031"/>
                </a:cubicBezTo>
                <a:cubicBezTo>
                  <a:pt x="1939926" y="104350"/>
                  <a:pt x="1941187" y="107906"/>
                  <a:pt x="1943033" y="111699"/>
                </a:cubicBezTo>
                <a:lnTo>
                  <a:pt x="1922221" y="111699"/>
                </a:lnTo>
                <a:cubicBezTo>
                  <a:pt x="1921672" y="110302"/>
                  <a:pt x="1920998" y="108230"/>
                  <a:pt x="1920199" y="105485"/>
                </a:cubicBezTo>
                <a:cubicBezTo>
                  <a:pt x="1919850" y="104238"/>
                  <a:pt x="1919600" y="103414"/>
                  <a:pt x="1919451" y="103015"/>
                </a:cubicBezTo>
                <a:cubicBezTo>
                  <a:pt x="1915857" y="106508"/>
                  <a:pt x="1912014" y="109129"/>
                  <a:pt x="1907921" y="110876"/>
                </a:cubicBezTo>
                <a:cubicBezTo>
                  <a:pt x="1903829" y="112622"/>
                  <a:pt x="1899462" y="113496"/>
                  <a:pt x="1894820" y="113496"/>
                </a:cubicBezTo>
                <a:cubicBezTo>
                  <a:pt x="1886635" y="113496"/>
                  <a:pt x="1880184" y="111284"/>
                  <a:pt x="1875467" y="106861"/>
                </a:cubicBezTo>
                <a:cubicBezTo>
                  <a:pt x="1870751" y="102438"/>
                  <a:pt x="1868392" y="96846"/>
                  <a:pt x="1868392" y="90086"/>
                </a:cubicBezTo>
                <a:cubicBezTo>
                  <a:pt x="1868392" y="85613"/>
                  <a:pt x="1869465" y="81625"/>
                  <a:pt x="1871612" y="78122"/>
                </a:cubicBezTo>
                <a:cubicBezTo>
                  <a:pt x="1873758" y="74617"/>
                  <a:pt x="1876765" y="71933"/>
                  <a:pt x="1880633" y="70069"/>
                </a:cubicBezTo>
                <a:cubicBezTo>
                  <a:pt x="1884501" y="68205"/>
                  <a:pt x="1890078" y="66578"/>
                  <a:pt x="1897365" y="65187"/>
                </a:cubicBezTo>
                <a:cubicBezTo>
                  <a:pt x="1907198" y="63348"/>
                  <a:pt x="1914010" y="61633"/>
                  <a:pt x="1917804" y="60042"/>
                </a:cubicBezTo>
                <a:lnTo>
                  <a:pt x="1917804" y="57922"/>
                </a:lnTo>
                <a:cubicBezTo>
                  <a:pt x="1917804" y="53834"/>
                  <a:pt x="1916805" y="50920"/>
                  <a:pt x="1914809" y="49180"/>
                </a:cubicBezTo>
                <a:cubicBezTo>
                  <a:pt x="1912813" y="47437"/>
                  <a:pt x="1909044" y="46566"/>
                  <a:pt x="1903504" y="46566"/>
                </a:cubicBezTo>
                <a:cubicBezTo>
                  <a:pt x="1899761" y="46566"/>
                  <a:pt x="1896841" y="47320"/>
                  <a:pt x="1894745" y="48826"/>
                </a:cubicBezTo>
                <a:cubicBezTo>
                  <a:pt x="1892649" y="50331"/>
                  <a:pt x="1890952" y="52972"/>
                  <a:pt x="1889654" y="56748"/>
                </a:cubicBezTo>
                <a:moveTo>
                  <a:pt x="1917804" y="73817"/>
                </a:moveTo>
                <a:cubicBezTo>
                  <a:pt x="1915108" y="74705"/>
                  <a:pt x="1910841" y="75765"/>
                  <a:pt x="1905002" y="76999"/>
                </a:cubicBezTo>
                <a:cubicBezTo>
                  <a:pt x="1899162" y="78231"/>
                  <a:pt x="1895344" y="79439"/>
                  <a:pt x="1893547" y="80623"/>
                </a:cubicBezTo>
                <a:cubicBezTo>
                  <a:pt x="1890802" y="82546"/>
                  <a:pt x="1889430" y="84987"/>
                  <a:pt x="1889430" y="87946"/>
                </a:cubicBezTo>
                <a:cubicBezTo>
                  <a:pt x="1889430" y="90856"/>
                  <a:pt x="1890528" y="93372"/>
                  <a:pt x="1892724" y="95493"/>
                </a:cubicBezTo>
                <a:cubicBezTo>
                  <a:pt x="1894920" y="97613"/>
                  <a:pt x="1897715" y="98673"/>
                  <a:pt x="1901109" y="98673"/>
                </a:cubicBezTo>
                <a:cubicBezTo>
                  <a:pt x="1904902" y="98673"/>
                  <a:pt x="1908520" y="97440"/>
                  <a:pt x="1911964" y="94974"/>
                </a:cubicBezTo>
                <a:cubicBezTo>
                  <a:pt x="1914509" y="93101"/>
                  <a:pt x="1916181" y="90807"/>
                  <a:pt x="1916980" y="88093"/>
                </a:cubicBezTo>
                <a:cubicBezTo>
                  <a:pt x="1917529" y="86318"/>
                  <a:pt x="1917804" y="82941"/>
                  <a:pt x="1917804" y="77961"/>
                </a:cubicBezTo>
                <a:lnTo>
                  <a:pt x="1917804" y="73817"/>
                </a:lnTo>
                <a:close/>
                <a:moveTo>
                  <a:pt x="1979639" y="111699"/>
                </a:moveTo>
                <a:lnTo>
                  <a:pt x="1958602" y="111699"/>
                </a:lnTo>
                <a:lnTo>
                  <a:pt x="1958602" y="32192"/>
                </a:lnTo>
                <a:lnTo>
                  <a:pt x="1978142" y="32192"/>
                </a:lnTo>
                <a:lnTo>
                  <a:pt x="1978142" y="43497"/>
                </a:lnTo>
                <a:cubicBezTo>
                  <a:pt x="1981486" y="38156"/>
                  <a:pt x="1984493" y="34638"/>
                  <a:pt x="1987163" y="32941"/>
                </a:cubicBezTo>
                <a:cubicBezTo>
                  <a:pt x="1989834" y="31244"/>
                  <a:pt x="1992866" y="30395"/>
                  <a:pt x="1996259" y="30395"/>
                </a:cubicBezTo>
                <a:cubicBezTo>
                  <a:pt x="2001051" y="30395"/>
                  <a:pt x="2005668" y="31718"/>
                  <a:pt x="2010110" y="34363"/>
                </a:cubicBezTo>
                <a:lnTo>
                  <a:pt x="2003596" y="52705"/>
                </a:lnTo>
                <a:cubicBezTo>
                  <a:pt x="2000053" y="50409"/>
                  <a:pt x="1996759" y="49261"/>
                  <a:pt x="1993714" y="49261"/>
                </a:cubicBezTo>
                <a:cubicBezTo>
                  <a:pt x="1990769" y="49261"/>
                  <a:pt x="1988274" y="50072"/>
                  <a:pt x="1986228" y="51695"/>
                </a:cubicBezTo>
                <a:cubicBezTo>
                  <a:pt x="1984181" y="53317"/>
                  <a:pt x="1982572" y="56249"/>
                  <a:pt x="1981399" y="60491"/>
                </a:cubicBezTo>
                <a:cubicBezTo>
                  <a:pt x="1980226" y="64734"/>
                  <a:pt x="1979639" y="73618"/>
                  <a:pt x="1979639" y="87143"/>
                </a:cubicBezTo>
                <a:lnTo>
                  <a:pt x="1979639" y="111699"/>
                </a:lnTo>
                <a:close/>
                <a:moveTo>
                  <a:pt x="2011812" y="89090"/>
                </a:moveTo>
                <a:lnTo>
                  <a:pt x="2032924" y="85796"/>
                </a:lnTo>
                <a:cubicBezTo>
                  <a:pt x="2033823" y="89863"/>
                  <a:pt x="2035645" y="92952"/>
                  <a:pt x="2038390" y="95060"/>
                </a:cubicBezTo>
                <a:cubicBezTo>
                  <a:pt x="2041135" y="97169"/>
                  <a:pt x="2044978" y="98223"/>
                  <a:pt x="2049919" y="98223"/>
                </a:cubicBezTo>
                <a:cubicBezTo>
                  <a:pt x="2055359" y="98223"/>
                  <a:pt x="2059452" y="97227"/>
                  <a:pt x="2062197" y="95233"/>
                </a:cubicBezTo>
                <a:cubicBezTo>
                  <a:pt x="2064043" y="93837"/>
                  <a:pt x="2064967" y="91968"/>
                  <a:pt x="2064967" y="89626"/>
                </a:cubicBezTo>
                <a:cubicBezTo>
                  <a:pt x="2064967" y="88030"/>
                  <a:pt x="2064468" y="86709"/>
                  <a:pt x="2063469" y="85662"/>
                </a:cubicBezTo>
                <a:cubicBezTo>
                  <a:pt x="2062421" y="84666"/>
                  <a:pt x="2060076" y="83744"/>
                  <a:pt x="2056432" y="82897"/>
                </a:cubicBezTo>
                <a:cubicBezTo>
                  <a:pt x="2039463" y="79160"/>
                  <a:pt x="2028707" y="75746"/>
                  <a:pt x="2024165" y="72654"/>
                </a:cubicBezTo>
                <a:cubicBezTo>
                  <a:pt x="2017876" y="68365"/>
                  <a:pt x="2014732" y="62407"/>
                  <a:pt x="2014732" y="54778"/>
                </a:cubicBezTo>
                <a:cubicBezTo>
                  <a:pt x="2014732" y="47897"/>
                  <a:pt x="2017452" y="42113"/>
                  <a:pt x="2022892" y="37426"/>
                </a:cubicBezTo>
                <a:cubicBezTo>
                  <a:pt x="2028333" y="32739"/>
                  <a:pt x="2036767" y="30395"/>
                  <a:pt x="2048197" y="30395"/>
                </a:cubicBezTo>
                <a:cubicBezTo>
                  <a:pt x="2059077" y="30395"/>
                  <a:pt x="2067163" y="32161"/>
                  <a:pt x="2072453" y="35692"/>
                </a:cubicBezTo>
                <a:cubicBezTo>
                  <a:pt x="2077744" y="39223"/>
                  <a:pt x="2081387" y="44445"/>
                  <a:pt x="2083384" y="51358"/>
                </a:cubicBezTo>
                <a:lnTo>
                  <a:pt x="2063544" y="55101"/>
                </a:lnTo>
                <a:cubicBezTo>
                  <a:pt x="2062696" y="52006"/>
                  <a:pt x="2061086" y="49636"/>
                  <a:pt x="2058716" y="47989"/>
                </a:cubicBezTo>
                <a:cubicBezTo>
                  <a:pt x="2056345" y="46342"/>
                  <a:pt x="2052963" y="45518"/>
                  <a:pt x="2048571" y="45518"/>
                </a:cubicBezTo>
                <a:cubicBezTo>
                  <a:pt x="2043031" y="45518"/>
                  <a:pt x="2039063" y="46291"/>
                  <a:pt x="2036668" y="47837"/>
                </a:cubicBezTo>
                <a:cubicBezTo>
                  <a:pt x="2035071" y="48932"/>
                  <a:pt x="2034272" y="50352"/>
                  <a:pt x="2034272" y="52097"/>
                </a:cubicBezTo>
                <a:cubicBezTo>
                  <a:pt x="2034272" y="53591"/>
                  <a:pt x="2034971" y="54861"/>
                  <a:pt x="2036368" y="55908"/>
                </a:cubicBezTo>
                <a:cubicBezTo>
                  <a:pt x="2038265" y="57304"/>
                  <a:pt x="2044816" y="59273"/>
                  <a:pt x="2056020" y="61815"/>
                </a:cubicBezTo>
                <a:cubicBezTo>
                  <a:pt x="2067225" y="64358"/>
                  <a:pt x="2075049" y="67476"/>
                  <a:pt x="2079491" y="71171"/>
                </a:cubicBezTo>
                <a:cubicBezTo>
                  <a:pt x="2083883" y="74918"/>
                  <a:pt x="2086079" y="80136"/>
                  <a:pt x="2086079" y="86827"/>
                </a:cubicBezTo>
                <a:cubicBezTo>
                  <a:pt x="2086079" y="94119"/>
                  <a:pt x="2083034" y="100387"/>
                  <a:pt x="2076945" y="105630"/>
                </a:cubicBezTo>
                <a:cubicBezTo>
                  <a:pt x="2070856" y="110874"/>
                  <a:pt x="2061847" y="113496"/>
                  <a:pt x="2049919" y="113496"/>
                </a:cubicBezTo>
                <a:cubicBezTo>
                  <a:pt x="2039088" y="113496"/>
                  <a:pt x="2030516" y="111307"/>
                  <a:pt x="2024203" y="106929"/>
                </a:cubicBezTo>
                <a:cubicBezTo>
                  <a:pt x="2017889" y="102549"/>
                  <a:pt x="2013759" y="96603"/>
                  <a:pt x="2011812" y="89090"/>
                </a:cubicBezTo>
                <a:close/>
                <a:moveTo>
                  <a:pt x="2104792" y="21411"/>
                </a:moveTo>
                <a:lnTo>
                  <a:pt x="2104792" y="1946"/>
                </a:lnTo>
                <a:lnTo>
                  <a:pt x="2125829" y="1946"/>
                </a:lnTo>
                <a:lnTo>
                  <a:pt x="2125829" y="21411"/>
                </a:lnTo>
                <a:lnTo>
                  <a:pt x="2104792" y="21411"/>
                </a:lnTo>
                <a:moveTo>
                  <a:pt x="2104792" y="111699"/>
                </a:moveTo>
                <a:lnTo>
                  <a:pt x="2104792" y="32192"/>
                </a:lnTo>
                <a:lnTo>
                  <a:pt x="2125829" y="32192"/>
                </a:lnTo>
                <a:lnTo>
                  <a:pt x="2125829" y="111699"/>
                </a:lnTo>
                <a:lnTo>
                  <a:pt x="2104792" y="111699"/>
                </a:lnTo>
                <a:close/>
                <a:moveTo>
                  <a:pt x="2219722" y="111699"/>
                </a:moveTo>
                <a:lnTo>
                  <a:pt x="2198685" y="111699"/>
                </a:lnTo>
                <a:lnTo>
                  <a:pt x="2198685" y="71169"/>
                </a:lnTo>
                <a:cubicBezTo>
                  <a:pt x="2198685" y="62594"/>
                  <a:pt x="2198235" y="57047"/>
                  <a:pt x="2197337" y="54530"/>
                </a:cubicBezTo>
                <a:cubicBezTo>
                  <a:pt x="2196439" y="52013"/>
                  <a:pt x="2194979" y="50056"/>
                  <a:pt x="2192957" y="48660"/>
                </a:cubicBezTo>
                <a:cubicBezTo>
                  <a:pt x="2190936" y="47264"/>
                  <a:pt x="2188503" y="46566"/>
                  <a:pt x="2185658" y="46566"/>
                </a:cubicBezTo>
                <a:cubicBezTo>
                  <a:pt x="2182015" y="46566"/>
                  <a:pt x="2178745" y="47564"/>
                  <a:pt x="2175851" y="49559"/>
                </a:cubicBezTo>
                <a:cubicBezTo>
                  <a:pt x="2172956" y="51552"/>
                  <a:pt x="2170972" y="54194"/>
                  <a:pt x="2169899" y="57485"/>
                </a:cubicBezTo>
                <a:cubicBezTo>
                  <a:pt x="2168826" y="60774"/>
                  <a:pt x="2168289" y="66856"/>
                  <a:pt x="2168289" y="75731"/>
                </a:cubicBezTo>
                <a:lnTo>
                  <a:pt x="2168289" y="111699"/>
                </a:lnTo>
                <a:lnTo>
                  <a:pt x="2147252" y="111699"/>
                </a:lnTo>
                <a:lnTo>
                  <a:pt x="2147252" y="32192"/>
                </a:lnTo>
                <a:lnTo>
                  <a:pt x="2166792" y="32192"/>
                </a:lnTo>
                <a:lnTo>
                  <a:pt x="2166792" y="43871"/>
                </a:lnTo>
                <a:cubicBezTo>
                  <a:pt x="2173729" y="34887"/>
                  <a:pt x="2182464" y="30395"/>
                  <a:pt x="2192995" y="30395"/>
                </a:cubicBezTo>
                <a:cubicBezTo>
                  <a:pt x="2197636" y="30395"/>
                  <a:pt x="2201879" y="31231"/>
                  <a:pt x="2205722" y="32903"/>
                </a:cubicBezTo>
                <a:cubicBezTo>
                  <a:pt x="2209565" y="34575"/>
                  <a:pt x="2212472" y="36709"/>
                  <a:pt x="2214444" y="39304"/>
                </a:cubicBezTo>
                <a:cubicBezTo>
                  <a:pt x="2216415" y="41900"/>
                  <a:pt x="2217788" y="44844"/>
                  <a:pt x="2218561" y="48138"/>
                </a:cubicBezTo>
                <a:cubicBezTo>
                  <a:pt x="2219335" y="51432"/>
                  <a:pt x="2219722" y="56149"/>
                  <a:pt x="2219722" y="62288"/>
                </a:cubicBezTo>
                <a:lnTo>
                  <a:pt x="2219722" y="111699"/>
                </a:lnTo>
                <a:close/>
                <a:moveTo>
                  <a:pt x="2239406" y="116790"/>
                </a:moveTo>
                <a:lnTo>
                  <a:pt x="2263438" y="119785"/>
                </a:lnTo>
                <a:cubicBezTo>
                  <a:pt x="2263837" y="122606"/>
                  <a:pt x="2264761" y="124546"/>
                  <a:pt x="2266208" y="125603"/>
                </a:cubicBezTo>
                <a:cubicBezTo>
                  <a:pt x="2268204" y="127114"/>
                  <a:pt x="2271349" y="127870"/>
                  <a:pt x="2275641" y="127870"/>
                </a:cubicBezTo>
                <a:cubicBezTo>
                  <a:pt x="2281131" y="127870"/>
                  <a:pt x="2285249" y="127040"/>
                  <a:pt x="2287994" y="125381"/>
                </a:cubicBezTo>
                <a:cubicBezTo>
                  <a:pt x="2289840" y="124275"/>
                  <a:pt x="2291238" y="122491"/>
                  <a:pt x="2292186" y="120028"/>
                </a:cubicBezTo>
                <a:cubicBezTo>
                  <a:pt x="2292835" y="118269"/>
                  <a:pt x="2293159" y="115027"/>
                  <a:pt x="2293159" y="110302"/>
                </a:cubicBezTo>
                <a:lnTo>
                  <a:pt x="2293159" y="98614"/>
                </a:lnTo>
                <a:cubicBezTo>
                  <a:pt x="2286871" y="107337"/>
                  <a:pt x="2278935" y="111699"/>
                  <a:pt x="2269352" y="111699"/>
                </a:cubicBezTo>
                <a:cubicBezTo>
                  <a:pt x="2258672" y="111699"/>
                  <a:pt x="2250212" y="107182"/>
                  <a:pt x="2243973" y="98148"/>
                </a:cubicBezTo>
                <a:cubicBezTo>
                  <a:pt x="2239082" y="91011"/>
                  <a:pt x="2236636" y="82127"/>
                  <a:pt x="2236636" y="71496"/>
                </a:cubicBezTo>
                <a:cubicBezTo>
                  <a:pt x="2236636" y="58170"/>
                  <a:pt x="2239843" y="47989"/>
                  <a:pt x="2246256" y="40951"/>
                </a:cubicBezTo>
                <a:cubicBezTo>
                  <a:pt x="2252670" y="33914"/>
                  <a:pt x="2260643" y="30395"/>
                  <a:pt x="2270176" y="30395"/>
                </a:cubicBezTo>
                <a:cubicBezTo>
                  <a:pt x="2280008" y="30395"/>
                  <a:pt x="2288119" y="34733"/>
                  <a:pt x="2294507" y="43408"/>
                </a:cubicBezTo>
                <a:lnTo>
                  <a:pt x="2294507" y="32192"/>
                </a:lnTo>
                <a:lnTo>
                  <a:pt x="2314197" y="32192"/>
                </a:lnTo>
                <a:lnTo>
                  <a:pt x="2314197" y="103586"/>
                </a:lnTo>
                <a:cubicBezTo>
                  <a:pt x="2314197" y="112975"/>
                  <a:pt x="2313423" y="119992"/>
                  <a:pt x="2311876" y="124637"/>
                </a:cubicBezTo>
                <a:cubicBezTo>
                  <a:pt x="2310329" y="129282"/>
                  <a:pt x="2308158" y="132927"/>
                  <a:pt x="2305363" y="135574"/>
                </a:cubicBezTo>
                <a:cubicBezTo>
                  <a:pt x="2302568" y="138222"/>
                  <a:pt x="2298837" y="140295"/>
                  <a:pt x="2294170" y="141793"/>
                </a:cubicBezTo>
                <a:cubicBezTo>
                  <a:pt x="2289504" y="143292"/>
                  <a:pt x="2283602" y="144041"/>
                  <a:pt x="2276465" y="144041"/>
                </a:cubicBezTo>
                <a:cubicBezTo>
                  <a:pt x="2262989" y="144041"/>
                  <a:pt x="2253431" y="141713"/>
                  <a:pt x="2247791" y="137057"/>
                </a:cubicBezTo>
                <a:cubicBezTo>
                  <a:pt x="2242151" y="132403"/>
                  <a:pt x="2239331" y="126503"/>
                  <a:pt x="2239331" y="119356"/>
                </a:cubicBezTo>
                <a:cubicBezTo>
                  <a:pt x="2239331" y="118651"/>
                  <a:pt x="2239356" y="117796"/>
                  <a:pt x="2239406" y="116790"/>
                </a:cubicBezTo>
                <a:moveTo>
                  <a:pt x="2258197" y="70299"/>
                </a:moveTo>
                <a:cubicBezTo>
                  <a:pt x="2258197" y="78708"/>
                  <a:pt x="2259832" y="84866"/>
                  <a:pt x="2263101" y="88772"/>
                </a:cubicBezTo>
                <a:cubicBezTo>
                  <a:pt x="2266370" y="92677"/>
                  <a:pt x="2270400" y="94630"/>
                  <a:pt x="2275192" y="94630"/>
                </a:cubicBezTo>
                <a:cubicBezTo>
                  <a:pt x="2280333" y="94630"/>
                  <a:pt x="2284675" y="92627"/>
                  <a:pt x="2288218" y="88622"/>
                </a:cubicBezTo>
                <a:cubicBezTo>
                  <a:pt x="2291762" y="84617"/>
                  <a:pt x="2293534" y="78683"/>
                  <a:pt x="2293534" y="70823"/>
                </a:cubicBezTo>
                <a:cubicBezTo>
                  <a:pt x="2293534" y="62612"/>
                  <a:pt x="2291837" y="56517"/>
                  <a:pt x="2288443" y="52537"/>
                </a:cubicBezTo>
                <a:cubicBezTo>
                  <a:pt x="2285049" y="48556"/>
                  <a:pt x="2280757" y="46566"/>
                  <a:pt x="2275566" y="46566"/>
                </a:cubicBezTo>
                <a:cubicBezTo>
                  <a:pt x="2270525" y="46566"/>
                  <a:pt x="2266370" y="48519"/>
                  <a:pt x="2263101" y="52424"/>
                </a:cubicBezTo>
                <a:cubicBezTo>
                  <a:pt x="2259832" y="56330"/>
                  <a:pt x="2258197" y="62288"/>
                  <a:pt x="2258197" y="70299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620D993-D3B7-4B6F-BF77-8AB4966E0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7591" y="196483"/>
            <a:ext cx="2277860" cy="485469"/>
          </a:xfrm>
          <a:custGeom xmlns:a="http://schemas.openxmlformats.org/drawingml/2006/main">
            <a:pathLst>
              <a:path w="2277860" h="485469">
                <a:moveTo>
                  <a:pt x="672322" y="10478"/>
                </a:moveTo>
                <a:lnTo>
                  <a:pt x="672322" y="0"/>
                </a:lnTo>
                <a:lnTo>
                  <a:pt x="630411" y="0"/>
                </a:lnTo>
                <a:lnTo>
                  <a:pt x="630411" y="10478"/>
                </a:lnTo>
                <a:lnTo>
                  <a:pt x="672322" y="10478"/>
                </a:lnTo>
                <a:close/>
                <a:moveTo>
                  <a:pt x="378945" y="10478"/>
                </a:moveTo>
                <a:lnTo>
                  <a:pt x="378945" y="0"/>
                </a:lnTo>
                <a:lnTo>
                  <a:pt x="337034" y="0"/>
                </a:lnTo>
                <a:lnTo>
                  <a:pt x="337034" y="10478"/>
                </a:lnTo>
                <a:lnTo>
                  <a:pt x="378945" y="10478"/>
                </a:lnTo>
                <a:close/>
                <a:moveTo>
                  <a:pt x="158912" y="10478"/>
                </a:moveTo>
                <a:lnTo>
                  <a:pt x="158912" y="0"/>
                </a:lnTo>
                <a:lnTo>
                  <a:pt x="117001" y="0"/>
                </a:lnTo>
                <a:lnTo>
                  <a:pt x="117001" y="10478"/>
                </a:lnTo>
                <a:lnTo>
                  <a:pt x="158912" y="10478"/>
                </a:lnTo>
                <a:close/>
                <a:moveTo>
                  <a:pt x="232257" y="10478"/>
                </a:moveTo>
                <a:lnTo>
                  <a:pt x="232257" y="0"/>
                </a:lnTo>
                <a:lnTo>
                  <a:pt x="190346" y="0"/>
                </a:lnTo>
                <a:lnTo>
                  <a:pt x="190346" y="10478"/>
                </a:lnTo>
                <a:lnTo>
                  <a:pt x="232257" y="10478"/>
                </a:lnTo>
                <a:close/>
                <a:moveTo>
                  <a:pt x="305601" y="10478"/>
                </a:moveTo>
                <a:lnTo>
                  <a:pt x="305601" y="0"/>
                </a:lnTo>
                <a:lnTo>
                  <a:pt x="263690" y="0"/>
                </a:lnTo>
                <a:lnTo>
                  <a:pt x="263690" y="10478"/>
                </a:lnTo>
                <a:lnTo>
                  <a:pt x="305601" y="10478"/>
                </a:lnTo>
                <a:close/>
                <a:moveTo>
                  <a:pt x="598977" y="10478"/>
                </a:moveTo>
                <a:lnTo>
                  <a:pt x="598977" y="0"/>
                </a:lnTo>
                <a:lnTo>
                  <a:pt x="557066" y="0"/>
                </a:lnTo>
                <a:lnTo>
                  <a:pt x="557066" y="10478"/>
                </a:lnTo>
                <a:lnTo>
                  <a:pt x="598977" y="10478"/>
                </a:lnTo>
                <a:close/>
                <a:moveTo>
                  <a:pt x="85568" y="10478"/>
                </a:moveTo>
                <a:lnTo>
                  <a:pt x="85568" y="0"/>
                </a:lnTo>
                <a:lnTo>
                  <a:pt x="43657" y="0"/>
                </a:lnTo>
                <a:lnTo>
                  <a:pt x="43657" y="10478"/>
                </a:lnTo>
                <a:lnTo>
                  <a:pt x="85568" y="10478"/>
                </a:lnTo>
                <a:close/>
                <a:moveTo>
                  <a:pt x="525633" y="0"/>
                </a:moveTo>
                <a:lnTo>
                  <a:pt x="483722" y="0"/>
                </a:lnTo>
                <a:lnTo>
                  <a:pt x="483722" y="10478"/>
                </a:lnTo>
                <a:lnTo>
                  <a:pt x="525633" y="10478"/>
                </a:lnTo>
                <a:lnTo>
                  <a:pt x="525633" y="0"/>
                </a:lnTo>
                <a:close/>
                <a:moveTo>
                  <a:pt x="452289" y="0"/>
                </a:moveTo>
                <a:lnTo>
                  <a:pt x="410378" y="0"/>
                </a:lnTo>
                <a:lnTo>
                  <a:pt x="410378" y="10478"/>
                </a:lnTo>
                <a:lnTo>
                  <a:pt x="452289" y="10478"/>
                </a:lnTo>
                <a:lnTo>
                  <a:pt x="452289" y="0"/>
                </a:lnTo>
                <a:close/>
                <a:moveTo>
                  <a:pt x="10478" y="10478"/>
                </a:moveTo>
                <a:lnTo>
                  <a:pt x="12224" y="10478"/>
                </a:lnTo>
                <a:lnTo>
                  <a:pt x="12224" y="0"/>
                </a:lnTo>
                <a:lnTo>
                  <a:pt x="0" y="0"/>
                </a:lnTo>
                <a:lnTo>
                  <a:pt x="0" y="40165"/>
                </a:lnTo>
                <a:lnTo>
                  <a:pt x="10478" y="40165"/>
                </a:lnTo>
                <a:lnTo>
                  <a:pt x="10478" y="10478"/>
                </a:lnTo>
                <a:close/>
                <a:moveTo>
                  <a:pt x="10478" y="71598"/>
                </a:moveTo>
                <a:lnTo>
                  <a:pt x="0" y="71598"/>
                </a:lnTo>
                <a:lnTo>
                  <a:pt x="0" y="113509"/>
                </a:lnTo>
                <a:lnTo>
                  <a:pt x="10478" y="113509"/>
                </a:lnTo>
                <a:lnTo>
                  <a:pt x="10478" y="71598"/>
                </a:lnTo>
                <a:close/>
                <a:moveTo>
                  <a:pt x="0" y="144942"/>
                </a:moveTo>
                <a:lnTo>
                  <a:pt x="0" y="186853"/>
                </a:lnTo>
                <a:lnTo>
                  <a:pt x="10478" y="186853"/>
                </a:lnTo>
                <a:lnTo>
                  <a:pt x="10478" y="144942"/>
                </a:lnTo>
                <a:lnTo>
                  <a:pt x="0" y="144942"/>
                </a:lnTo>
                <a:close/>
                <a:moveTo>
                  <a:pt x="0" y="218286"/>
                </a:moveTo>
                <a:lnTo>
                  <a:pt x="0" y="260197"/>
                </a:lnTo>
                <a:lnTo>
                  <a:pt x="10478" y="260197"/>
                </a:lnTo>
                <a:lnTo>
                  <a:pt x="10478" y="218286"/>
                </a:lnTo>
                <a:lnTo>
                  <a:pt x="0" y="218286"/>
                </a:lnTo>
                <a:close/>
                <a:moveTo>
                  <a:pt x="10478" y="291630"/>
                </a:moveTo>
                <a:lnTo>
                  <a:pt x="0" y="291630"/>
                </a:lnTo>
                <a:lnTo>
                  <a:pt x="0" y="333541"/>
                </a:lnTo>
                <a:lnTo>
                  <a:pt x="10478" y="333541"/>
                </a:lnTo>
                <a:lnTo>
                  <a:pt x="10478" y="291630"/>
                </a:lnTo>
                <a:close/>
                <a:moveTo>
                  <a:pt x="10478" y="364975"/>
                </a:moveTo>
                <a:lnTo>
                  <a:pt x="0" y="364975"/>
                </a:lnTo>
                <a:lnTo>
                  <a:pt x="0" y="406885"/>
                </a:lnTo>
                <a:lnTo>
                  <a:pt x="10478" y="406885"/>
                </a:lnTo>
                <a:lnTo>
                  <a:pt x="10478" y="364975"/>
                </a:lnTo>
                <a:close/>
                <a:moveTo>
                  <a:pt x="10478" y="438319"/>
                </a:moveTo>
                <a:lnTo>
                  <a:pt x="0" y="438319"/>
                </a:lnTo>
                <a:lnTo>
                  <a:pt x="0" y="480230"/>
                </a:lnTo>
                <a:lnTo>
                  <a:pt x="10478" y="480230"/>
                </a:lnTo>
                <a:lnTo>
                  <a:pt x="10478" y="438319"/>
                </a:lnTo>
                <a:close/>
                <a:moveTo>
                  <a:pt x="313983" y="485469"/>
                </a:moveTo>
                <a:lnTo>
                  <a:pt x="355894" y="485469"/>
                </a:lnTo>
                <a:lnTo>
                  <a:pt x="355894" y="474991"/>
                </a:lnTo>
                <a:lnTo>
                  <a:pt x="313983" y="474991"/>
                </a:lnTo>
                <a:lnTo>
                  <a:pt x="313983" y="485469"/>
                </a:lnTo>
                <a:close/>
                <a:moveTo>
                  <a:pt x="387327" y="485469"/>
                </a:moveTo>
                <a:lnTo>
                  <a:pt x="429238" y="485469"/>
                </a:lnTo>
                <a:lnTo>
                  <a:pt x="429238" y="474991"/>
                </a:lnTo>
                <a:lnTo>
                  <a:pt x="387327" y="474991"/>
                </a:lnTo>
                <a:lnTo>
                  <a:pt x="387327" y="485469"/>
                </a:lnTo>
                <a:close/>
                <a:moveTo>
                  <a:pt x="240639" y="474991"/>
                </a:moveTo>
                <a:lnTo>
                  <a:pt x="240639" y="485469"/>
                </a:lnTo>
                <a:lnTo>
                  <a:pt x="282550" y="485469"/>
                </a:lnTo>
                <a:lnTo>
                  <a:pt x="282550" y="474991"/>
                </a:lnTo>
                <a:lnTo>
                  <a:pt x="240639" y="474991"/>
                </a:lnTo>
                <a:close/>
                <a:moveTo>
                  <a:pt x="460671" y="474991"/>
                </a:moveTo>
                <a:lnTo>
                  <a:pt x="460671" y="485469"/>
                </a:lnTo>
                <a:lnTo>
                  <a:pt x="502582" y="485469"/>
                </a:lnTo>
                <a:lnTo>
                  <a:pt x="502582" y="474991"/>
                </a:lnTo>
                <a:lnTo>
                  <a:pt x="460671" y="474991"/>
                </a:lnTo>
                <a:close/>
                <a:moveTo>
                  <a:pt x="167295" y="474991"/>
                </a:moveTo>
                <a:lnTo>
                  <a:pt x="167295" y="485469"/>
                </a:lnTo>
                <a:lnTo>
                  <a:pt x="209206" y="485469"/>
                </a:lnTo>
                <a:lnTo>
                  <a:pt x="209206" y="474991"/>
                </a:lnTo>
                <a:lnTo>
                  <a:pt x="167295" y="474991"/>
                </a:lnTo>
                <a:close/>
                <a:moveTo>
                  <a:pt x="534015" y="474991"/>
                </a:moveTo>
                <a:lnTo>
                  <a:pt x="534015" y="485469"/>
                </a:lnTo>
                <a:lnTo>
                  <a:pt x="575926" y="485469"/>
                </a:lnTo>
                <a:lnTo>
                  <a:pt x="575926" y="474991"/>
                </a:lnTo>
                <a:lnTo>
                  <a:pt x="534015" y="474991"/>
                </a:lnTo>
                <a:close/>
                <a:moveTo>
                  <a:pt x="20606" y="474991"/>
                </a:moveTo>
                <a:lnTo>
                  <a:pt x="20606" y="485469"/>
                </a:lnTo>
                <a:lnTo>
                  <a:pt x="62517" y="485469"/>
                </a:lnTo>
                <a:lnTo>
                  <a:pt x="62517" y="474991"/>
                </a:lnTo>
                <a:lnTo>
                  <a:pt x="20606" y="474991"/>
                </a:lnTo>
                <a:close/>
                <a:moveTo>
                  <a:pt x="607360" y="474991"/>
                </a:moveTo>
                <a:lnTo>
                  <a:pt x="607360" y="485469"/>
                </a:lnTo>
                <a:lnTo>
                  <a:pt x="649271" y="485469"/>
                </a:lnTo>
                <a:lnTo>
                  <a:pt x="649271" y="474991"/>
                </a:lnTo>
                <a:lnTo>
                  <a:pt x="607360" y="474991"/>
                </a:lnTo>
                <a:close/>
                <a:moveTo>
                  <a:pt x="93950" y="474991"/>
                </a:moveTo>
                <a:lnTo>
                  <a:pt x="93950" y="485469"/>
                </a:lnTo>
                <a:lnTo>
                  <a:pt x="135861" y="485469"/>
                </a:lnTo>
                <a:lnTo>
                  <a:pt x="135861" y="474991"/>
                </a:lnTo>
                <a:lnTo>
                  <a:pt x="93950" y="474991"/>
                </a:lnTo>
                <a:close/>
                <a:moveTo>
                  <a:pt x="1625796" y="0"/>
                </a:moveTo>
                <a:lnTo>
                  <a:pt x="1583885" y="0"/>
                </a:lnTo>
                <a:lnTo>
                  <a:pt x="1583885" y="10478"/>
                </a:lnTo>
                <a:lnTo>
                  <a:pt x="1625796" y="10478"/>
                </a:lnTo>
                <a:lnTo>
                  <a:pt x="1625796" y="0"/>
                </a:lnTo>
                <a:close/>
                <a:moveTo>
                  <a:pt x="745666" y="0"/>
                </a:moveTo>
                <a:lnTo>
                  <a:pt x="703755" y="0"/>
                </a:lnTo>
                <a:lnTo>
                  <a:pt x="703755" y="10478"/>
                </a:lnTo>
                <a:lnTo>
                  <a:pt x="745666" y="10478"/>
                </a:lnTo>
                <a:lnTo>
                  <a:pt x="745666" y="0"/>
                </a:lnTo>
                <a:close/>
                <a:moveTo>
                  <a:pt x="819010" y="10478"/>
                </a:moveTo>
                <a:lnTo>
                  <a:pt x="819010" y="0"/>
                </a:lnTo>
                <a:lnTo>
                  <a:pt x="777099" y="0"/>
                </a:lnTo>
                <a:lnTo>
                  <a:pt x="777099" y="10478"/>
                </a:lnTo>
                <a:lnTo>
                  <a:pt x="819010" y="10478"/>
                </a:lnTo>
                <a:close/>
                <a:moveTo>
                  <a:pt x="892354" y="10478"/>
                </a:moveTo>
                <a:lnTo>
                  <a:pt x="892354" y="0"/>
                </a:lnTo>
                <a:lnTo>
                  <a:pt x="850443" y="0"/>
                </a:lnTo>
                <a:lnTo>
                  <a:pt x="850443" y="10478"/>
                </a:lnTo>
                <a:lnTo>
                  <a:pt x="892354" y="10478"/>
                </a:lnTo>
                <a:close/>
                <a:moveTo>
                  <a:pt x="965698" y="10478"/>
                </a:moveTo>
                <a:lnTo>
                  <a:pt x="965698" y="0"/>
                </a:lnTo>
                <a:lnTo>
                  <a:pt x="923787" y="0"/>
                </a:lnTo>
                <a:lnTo>
                  <a:pt x="923787" y="10478"/>
                </a:lnTo>
                <a:lnTo>
                  <a:pt x="965698" y="10478"/>
                </a:lnTo>
                <a:close/>
                <a:moveTo>
                  <a:pt x="1039042" y="0"/>
                </a:moveTo>
                <a:lnTo>
                  <a:pt x="997131" y="0"/>
                </a:lnTo>
                <a:lnTo>
                  <a:pt x="997131" y="10478"/>
                </a:lnTo>
                <a:lnTo>
                  <a:pt x="1039042" y="10478"/>
                </a:lnTo>
                <a:lnTo>
                  <a:pt x="1039042" y="0"/>
                </a:lnTo>
                <a:close/>
                <a:moveTo>
                  <a:pt x="1112387" y="0"/>
                </a:moveTo>
                <a:lnTo>
                  <a:pt x="1070476" y="0"/>
                </a:lnTo>
                <a:lnTo>
                  <a:pt x="1070476" y="10478"/>
                </a:lnTo>
                <a:lnTo>
                  <a:pt x="1112387" y="10478"/>
                </a:lnTo>
                <a:lnTo>
                  <a:pt x="1112387" y="0"/>
                </a:lnTo>
                <a:close/>
                <a:moveTo>
                  <a:pt x="1185731" y="10478"/>
                </a:moveTo>
                <a:lnTo>
                  <a:pt x="1185731" y="0"/>
                </a:lnTo>
                <a:lnTo>
                  <a:pt x="1143820" y="0"/>
                </a:lnTo>
                <a:lnTo>
                  <a:pt x="1143820" y="10478"/>
                </a:lnTo>
                <a:lnTo>
                  <a:pt x="1185731" y="10478"/>
                </a:lnTo>
                <a:close/>
                <a:moveTo>
                  <a:pt x="1259075" y="10478"/>
                </a:moveTo>
                <a:lnTo>
                  <a:pt x="1259075" y="0"/>
                </a:lnTo>
                <a:lnTo>
                  <a:pt x="1217164" y="0"/>
                </a:lnTo>
                <a:lnTo>
                  <a:pt x="1217164" y="10478"/>
                </a:lnTo>
                <a:lnTo>
                  <a:pt x="1259075" y="10478"/>
                </a:lnTo>
                <a:close/>
                <a:moveTo>
                  <a:pt x="1332419" y="10478"/>
                </a:moveTo>
                <a:lnTo>
                  <a:pt x="1332419" y="0"/>
                </a:lnTo>
                <a:lnTo>
                  <a:pt x="1290508" y="0"/>
                </a:lnTo>
                <a:lnTo>
                  <a:pt x="1290508" y="10478"/>
                </a:lnTo>
                <a:lnTo>
                  <a:pt x="1332419" y="10478"/>
                </a:lnTo>
                <a:close/>
                <a:moveTo>
                  <a:pt x="1405763" y="0"/>
                </a:moveTo>
                <a:lnTo>
                  <a:pt x="1363852" y="0"/>
                </a:lnTo>
                <a:lnTo>
                  <a:pt x="1363852" y="10478"/>
                </a:lnTo>
                <a:lnTo>
                  <a:pt x="1405763" y="10478"/>
                </a:lnTo>
                <a:lnTo>
                  <a:pt x="1405763" y="0"/>
                </a:lnTo>
                <a:close/>
                <a:moveTo>
                  <a:pt x="1552452" y="0"/>
                </a:moveTo>
                <a:lnTo>
                  <a:pt x="1510541" y="0"/>
                </a:lnTo>
                <a:lnTo>
                  <a:pt x="1510541" y="10478"/>
                </a:lnTo>
                <a:lnTo>
                  <a:pt x="1552452" y="10478"/>
                </a:lnTo>
                <a:lnTo>
                  <a:pt x="1552452" y="0"/>
                </a:lnTo>
                <a:close/>
                <a:moveTo>
                  <a:pt x="1479107" y="10478"/>
                </a:moveTo>
                <a:lnTo>
                  <a:pt x="1479107" y="0"/>
                </a:lnTo>
                <a:lnTo>
                  <a:pt x="1437196" y="0"/>
                </a:lnTo>
                <a:lnTo>
                  <a:pt x="1437196" y="10478"/>
                </a:lnTo>
                <a:lnTo>
                  <a:pt x="1479107" y="10478"/>
                </a:lnTo>
                <a:close/>
                <a:moveTo>
                  <a:pt x="900736" y="474991"/>
                </a:moveTo>
                <a:lnTo>
                  <a:pt x="900736" y="485469"/>
                </a:lnTo>
                <a:lnTo>
                  <a:pt x="942647" y="485469"/>
                </a:lnTo>
                <a:lnTo>
                  <a:pt x="942647" y="474991"/>
                </a:lnTo>
                <a:lnTo>
                  <a:pt x="900736" y="474991"/>
                </a:lnTo>
                <a:close/>
                <a:moveTo>
                  <a:pt x="974080" y="474991"/>
                </a:moveTo>
                <a:lnTo>
                  <a:pt x="974080" y="485469"/>
                </a:lnTo>
                <a:lnTo>
                  <a:pt x="1015991" y="485469"/>
                </a:lnTo>
                <a:lnTo>
                  <a:pt x="1015991" y="474991"/>
                </a:lnTo>
                <a:lnTo>
                  <a:pt x="974080" y="474991"/>
                </a:lnTo>
                <a:close/>
                <a:moveTo>
                  <a:pt x="1047425" y="474991"/>
                </a:moveTo>
                <a:lnTo>
                  <a:pt x="1047425" y="485469"/>
                </a:lnTo>
                <a:lnTo>
                  <a:pt x="1089336" y="485469"/>
                </a:lnTo>
                <a:lnTo>
                  <a:pt x="1089336" y="474991"/>
                </a:lnTo>
                <a:lnTo>
                  <a:pt x="1047425" y="474991"/>
                </a:lnTo>
                <a:close/>
                <a:moveTo>
                  <a:pt x="1120769" y="474991"/>
                </a:moveTo>
                <a:lnTo>
                  <a:pt x="1120769" y="485469"/>
                </a:lnTo>
                <a:lnTo>
                  <a:pt x="1162680" y="485469"/>
                </a:lnTo>
                <a:lnTo>
                  <a:pt x="1162680" y="474991"/>
                </a:lnTo>
                <a:lnTo>
                  <a:pt x="1120769" y="474991"/>
                </a:lnTo>
                <a:close/>
                <a:moveTo>
                  <a:pt x="1194113" y="474991"/>
                </a:moveTo>
                <a:lnTo>
                  <a:pt x="1194113" y="485469"/>
                </a:lnTo>
                <a:lnTo>
                  <a:pt x="1236024" y="485469"/>
                </a:lnTo>
                <a:lnTo>
                  <a:pt x="1236024" y="474991"/>
                </a:lnTo>
                <a:lnTo>
                  <a:pt x="1194113" y="474991"/>
                </a:lnTo>
                <a:close/>
                <a:moveTo>
                  <a:pt x="1267457" y="474991"/>
                </a:moveTo>
                <a:lnTo>
                  <a:pt x="1267457" y="485469"/>
                </a:lnTo>
                <a:lnTo>
                  <a:pt x="1309368" y="485469"/>
                </a:lnTo>
                <a:lnTo>
                  <a:pt x="1309368" y="474991"/>
                </a:lnTo>
                <a:lnTo>
                  <a:pt x="1267457" y="474991"/>
                </a:lnTo>
                <a:close/>
                <a:moveTo>
                  <a:pt x="1340801" y="485469"/>
                </a:moveTo>
                <a:lnTo>
                  <a:pt x="1382712" y="485469"/>
                </a:lnTo>
                <a:lnTo>
                  <a:pt x="1382712" y="474991"/>
                </a:lnTo>
                <a:lnTo>
                  <a:pt x="1340801" y="474991"/>
                </a:lnTo>
                <a:lnTo>
                  <a:pt x="1340801" y="485469"/>
                </a:lnTo>
                <a:close/>
                <a:moveTo>
                  <a:pt x="1414145" y="485469"/>
                </a:moveTo>
                <a:lnTo>
                  <a:pt x="1456056" y="485469"/>
                </a:lnTo>
                <a:lnTo>
                  <a:pt x="1456056" y="474991"/>
                </a:lnTo>
                <a:lnTo>
                  <a:pt x="1414145" y="474991"/>
                </a:lnTo>
                <a:lnTo>
                  <a:pt x="1414145" y="485469"/>
                </a:lnTo>
                <a:close/>
                <a:moveTo>
                  <a:pt x="827392" y="474991"/>
                </a:moveTo>
                <a:lnTo>
                  <a:pt x="827392" y="485469"/>
                </a:lnTo>
                <a:lnTo>
                  <a:pt x="869303" y="485469"/>
                </a:lnTo>
                <a:lnTo>
                  <a:pt x="869303" y="474991"/>
                </a:lnTo>
                <a:lnTo>
                  <a:pt x="827392" y="474991"/>
                </a:lnTo>
                <a:close/>
                <a:moveTo>
                  <a:pt x="1487490" y="474991"/>
                </a:moveTo>
                <a:lnTo>
                  <a:pt x="1487490" y="485469"/>
                </a:lnTo>
                <a:lnTo>
                  <a:pt x="1529401" y="485469"/>
                </a:lnTo>
                <a:lnTo>
                  <a:pt x="1529401" y="474991"/>
                </a:lnTo>
                <a:lnTo>
                  <a:pt x="1487490" y="474991"/>
                </a:lnTo>
                <a:close/>
                <a:moveTo>
                  <a:pt x="754048" y="474991"/>
                </a:moveTo>
                <a:lnTo>
                  <a:pt x="754048" y="485469"/>
                </a:lnTo>
                <a:lnTo>
                  <a:pt x="795959" y="485469"/>
                </a:lnTo>
                <a:lnTo>
                  <a:pt x="795959" y="474991"/>
                </a:lnTo>
                <a:lnTo>
                  <a:pt x="754048" y="474991"/>
                </a:lnTo>
                <a:close/>
                <a:moveTo>
                  <a:pt x="1560834" y="485469"/>
                </a:moveTo>
                <a:lnTo>
                  <a:pt x="1602745" y="485469"/>
                </a:lnTo>
                <a:lnTo>
                  <a:pt x="1602745" y="474991"/>
                </a:lnTo>
                <a:lnTo>
                  <a:pt x="1560834" y="474991"/>
                </a:lnTo>
                <a:lnTo>
                  <a:pt x="1560834" y="485469"/>
                </a:lnTo>
                <a:close/>
                <a:moveTo>
                  <a:pt x="680704" y="485469"/>
                </a:moveTo>
                <a:lnTo>
                  <a:pt x="722615" y="485469"/>
                </a:lnTo>
                <a:lnTo>
                  <a:pt x="722615" y="474991"/>
                </a:lnTo>
                <a:lnTo>
                  <a:pt x="680704" y="474991"/>
                </a:lnTo>
                <a:lnTo>
                  <a:pt x="680704" y="485469"/>
                </a:lnTo>
                <a:close/>
                <a:moveTo>
                  <a:pt x="1699140" y="10478"/>
                </a:moveTo>
                <a:lnTo>
                  <a:pt x="1699140" y="0"/>
                </a:lnTo>
                <a:lnTo>
                  <a:pt x="1657229" y="0"/>
                </a:lnTo>
                <a:lnTo>
                  <a:pt x="1657229" y="10478"/>
                </a:lnTo>
                <a:lnTo>
                  <a:pt x="1699140" y="10478"/>
                </a:lnTo>
                <a:close/>
                <a:moveTo>
                  <a:pt x="1772484" y="10478"/>
                </a:moveTo>
                <a:lnTo>
                  <a:pt x="1772484" y="0"/>
                </a:lnTo>
                <a:lnTo>
                  <a:pt x="1730573" y="0"/>
                </a:lnTo>
                <a:lnTo>
                  <a:pt x="1730573" y="10478"/>
                </a:lnTo>
                <a:lnTo>
                  <a:pt x="1772484" y="10478"/>
                </a:lnTo>
                <a:close/>
                <a:moveTo>
                  <a:pt x="1845828" y="10478"/>
                </a:moveTo>
                <a:lnTo>
                  <a:pt x="1845828" y="0"/>
                </a:lnTo>
                <a:lnTo>
                  <a:pt x="1803917" y="0"/>
                </a:lnTo>
                <a:lnTo>
                  <a:pt x="1803917" y="10478"/>
                </a:lnTo>
                <a:lnTo>
                  <a:pt x="1845828" y="10478"/>
                </a:lnTo>
                <a:close/>
                <a:moveTo>
                  <a:pt x="1919172" y="0"/>
                </a:moveTo>
                <a:lnTo>
                  <a:pt x="1877261" y="0"/>
                </a:lnTo>
                <a:lnTo>
                  <a:pt x="1877261" y="10478"/>
                </a:lnTo>
                <a:lnTo>
                  <a:pt x="1919172" y="10478"/>
                </a:lnTo>
                <a:lnTo>
                  <a:pt x="1919172" y="0"/>
                </a:lnTo>
                <a:close/>
                <a:moveTo>
                  <a:pt x="1992517" y="0"/>
                </a:moveTo>
                <a:lnTo>
                  <a:pt x="1950606" y="0"/>
                </a:lnTo>
                <a:lnTo>
                  <a:pt x="1950606" y="10478"/>
                </a:lnTo>
                <a:lnTo>
                  <a:pt x="1992517" y="10478"/>
                </a:lnTo>
                <a:lnTo>
                  <a:pt x="1992517" y="0"/>
                </a:lnTo>
                <a:close/>
                <a:moveTo>
                  <a:pt x="2065861" y="10478"/>
                </a:moveTo>
                <a:lnTo>
                  <a:pt x="2065861" y="0"/>
                </a:lnTo>
                <a:lnTo>
                  <a:pt x="2023950" y="0"/>
                </a:lnTo>
                <a:lnTo>
                  <a:pt x="2023950" y="10478"/>
                </a:lnTo>
                <a:lnTo>
                  <a:pt x="2065861" y="10478"/>
                </a:lnTo>
                <a:close/>
                <a:moveTo>
                  <a:pt x="2139205" y="10478"/>
                </a:moveTo>
                <a:lnTo>
                  <a:pt x="2139205" y="0"/>
                </a:lnTo>
                <a:lnTo>
                  <a:pt x="2097294" y="0"/>
                </a:lnTo>
                <a:lnTo>
                  <a:pt x="2097294" y="10478"/>
                </a:lnTo>
                <a:lnTo>
                  <a:pt x="2139205" y="10478"/>
                </a:lnTo>
                <a:close/>
                <a:moveTo>
                  <a:pt x="2212549" y="10478"/>
                </a:moveTo>
                <a:lnTo>
                  <a:pt x="2212549" y="0"/>
                </a:lnTo>
                <a:lnTo>
                  <a:pt x="2170638" y="0"/>
                </a:lnTo>
                <a:lnTo>
                  <a:pt x="2170638" y="10478"/>
                </a:lnTo>
                <a:lnTo>
                  <a:pt x="2212549" y="10478"/>
                </a:lnTo>
                <a:close/>
                <a:moveTo>
                  <a:pt x="2267383" y="18511"/>
                </a:moveTo>
                <a:lnTo>
                  <a:pt x="2277860" y="18511"/>
                </a:lnTo>
                <a:lnTo>
                  <a:pt x="2277860" y="0"/>
                </a:lnTo>
                <a:lnTo>
                  <a:pt x="2243982" y="0"/>
                </a:lnTo>
                <a:lnTo>
                  <a:pt x="2243982" y="10478"/>
                </a:lnTo>
                <a:lnTo>
                  <a:pt x="2267383" y="10478"/>
                </a:lnTo>
                <a:lnTo>
                  <a:pt x="2267383" y="18511"/>
                </a:lnTo>
                <a:close/>
                <a:moveTo>
                  <a:pt x="2267383" y="91855"/>
                </a:moveTo>
                <a:lnTo>
                  <a:pt x="2277860" y="91855"/>
                </a:lnTo>
                <a:lnTo>
                  <a:pt x="2277860" y="49944"/>
                </a:lnTo>
                <a:lnTo>
                  <a:pt x="2267383" y="49944"/>
                </a:lnTo>
                <a:lnTo>
                  <a:pt x="2267383" y="91855"/>
                </a:lnTo>
                <a:close/>
                <a:moveTo>
                  <a:pt x="2267383" y="165199"/>
                </a:moveTo>
                <a:lnTo>
                  <a:pt x="2277860" y="165199"/>
                </a:lnTo>
                <a:lnTo>
                  <a:pt x="2277860" y="123288"/>
                </a:lnTo>
                <a:lnTo>
                  <a:pt x="2267383" y="123288"/>
                </a:lnTo>
                <a:lnTo>
                  <a:pt x="2267383" y="165199"/>
                </a:lnTo>
                <a:close/>
                <a:moveTo>
                  <a:pt x="2267383" y="238543"/>
                </a:moveTo>
                <a:lnTo>
                  <a:pt x="2277860" y="238543"/>
                </a:lnTo>
                <a:lnTo>
                  <a:pt x="2277860" y="196632"/>
                </a:lnTo>
                <a:lnTo>
                  <a:pt x="2267383" y="196632"/>
                </a:lnTo>
                <a:lnTo>
                  <a:pt x="2267383" y="238543"/>
                </a:lnTo>
                <a:close/>
                <a:moveTo>
                  <a:pt x="2277860" y="311887"/>
                </a:moveTo>
                <a:lnTo>
                  <a:pt x="2277860" y="269976"/>
                </a:lnTo>
                <a:lnTo>
                  <a:pt x="2267383" y="269976"/>
                </a:lnTo>
                <a:lnTo>
                  <a:pt x="2267383" y="311887"/>
                </a:lnTo>
                <a:lnTo>
                  <a:pt x="2277860" y="311887"/>
                </a:lnTo>
                <a:close/>
                <a:moveTo>
                  <a:pt x="2277860" y="385232"/>
                </a:moveTo>
                <a:lnTo>
                  <a:pt x="2277860" y="343321"/>
                </a:lnTo>
                <a:lnTo>
                  <a:pt x="2267383" y="343321"/>
                </a:lnTo>
                <a:lnTo>
                  <a:pt x="2267383" y="385232"/>
                </a:lnTo>
                <a:lnTo>
                  <a:pt x="2277860" y="385232"/>
                </a:lnTo>
                <a:close/>
                <a:moveTo>
                  <a:pt x="2267383" y="458576"/>
                </a:moveTo>
                <a:lnTo>
                  <a:pt x="2277860" y="458576"/>
                </a:lnTo>
                <a:lnTo>
                  <a:pt x="2277860" y="416665"/>
                </a:lnTo>
                <a:lnTo>
                  <a:pt x="2267383" y="416665"/>
                </a:lnTo>
                <a:lnTo>
                  <a:pt x="2267383" y="458576"/>
                </a:lnTo>
                <a:close/>
                <a:moveTo>
                  <a:pt x="2074243" y="474991"/>
                </a:moveTo>
                <a:lnTo>
                  <a:pt x="2074243" y="485469"/>
                </a:lnTo>
                <a:lnTo>
                  <a:pt x="2116154" y="485469"/>
                </a:lnTo>
                <a:lnTo>
                  <a:pt x="2116154" y="474991"/>
                </a:lnTo>
                <a:lnTo>
                  <a:pt x="2074243" y="474991"/>
                </a:lnTo>
                <a:close/>
                <a:moveTo>
                  <a:pt x="2220931" y="474991"/>
                </a:moveTo>
                <a:lnTo>
                  <a:pt x="2220931" y="485469"/>
                </a:lnTo>
                <a:lnTo>
                  <a:pt x="2262842" y="485469"/>
                </a:lnTo>
                <a:lnTo>
                  <a:pt x="2262842" y="474991"/>
                </a:lnTo>
                <a:lnTo>
                  <a:pt x="2220931" y="474991"/>
                </a:lnTo>
                <a:close/>
                <a:moveTo>
                  <a:pt x="2147587" y="485469"/>
                </a:moveTo>
                <a:lnTo>
                  <a:pt x="2189498" y="485469"/>
                </a:lnTo>
                <a:lnTo>
                  <a:pt x="2189498" y="474991"/>
                </a:lnTo>
                <a:lnTo>
                  <a:pt x="2147587" y="474991"/>
                </a:lnTo>
                <a:lnTo>
                  <a:pt x="2147587" y="485469"/>
                </a:lnTo>
                <a:close/>
                <a:moveTo>
                  <a:pt x="2000899" y="485469"/>
                </a:moveTo>
                <a:lnTo>
                  <a:pt x="2042810" y="485469"/>
                </a:lnTo>
                <a:lnTo>
                  <a:pt x="2042810" y="474991"/>
                </a:lnTo>
                <a:lnTo>
                  <a:pt x="2000899" y="474991"/>
                </a:lnTo>
                <a:lnTo>
                  <a:pt x="2000899" y="485469"/>
                </a:lnTo>
                <a:close/>
                <a:moveTo>
                  <a:pt x="1927555" y="474991"/>
                </a:moveTo>
                <a:lnTo>
                  <a:pt x="1927555" y="485469"/>
                </a:lnTo>
                <a:lnTo>
                  <a:pt x="1969466" y="485469"/>
                </a:lnTo>
                <a:lnTo>
                  <a:pt x="1969466" y="474991"/>
                </a:lnTo>
                <a:lnTo>
                  <a:pt x="1927555" y="474991"/>
                </a:lnTo>
                <a:close/>
                <a:moveTo>
                  <a:pt x="1854210" y="474991"/>
                </a:moveTo>
                <a:lnTo>
                  <a:pt x="1854210" y="485469"/>
                </a:lnTo>
                <a:lnTo>
                  <a:pt x="1896121" y="485469"/>
                </a:lnTo>
                <a:lnTo>
                  <a:pt x="1896121" y="474991"/>
                </a:lnTo>
                <a:lnTo>
                  <a:pt x="1854210" y="474991"/>
                </a:lnTo>
                <a:close/>
                <a:moveTo>
                  <a:pt x="1780866" y="474991"/>
                </a:moveTo>
                <a:lnTo>
                  <a:pt x="1780866" y="485469"/>
                </a:lnTo>
                <a:lnTo>
                  <a:pt x="1822777" y="485469"/>
                </a:lnTo>
                <a:lnTo>
                  <a:pt x="1822777" y="474991"/>
                </a:lnTo>
                <a:lnTo>
                  <a:pt x="1780866" y="474991"/>
                </a:lnTo>
                <a:close/>
                <a:moveTo>
                  <a:pt x="1707522" y="485469"/>
                </a:moveTo>
                <a:lnTo>
                  <a:pt x="1749433" y="485469"/>
                </a:lnTo>
                <a:lnTo>
                  <a:pt x="1749433" y="474991"/>
                </a:lnTo>
                <a:lnTo>
                  <a:pt x="1707522" y="474991"/>
                </a:lnTo>
                <a:lnTo>
                  <a:pt x="1707522" y="485469"/>
                </a:lnTo>
                <a:close/>
                <a:moveTo>
                  <a:pt x="1634178" y="485469"/>
                </a:moveTo>
                <a:lnTo>
                  <a:pt x="1676089" y="485469"/>
                </a:lnTo>
                <a:lnTo>
                  <a:pt x="1676089" y="474991"/>
                </a:lnTo>
                <a:lnTo>
                  <a:pt x="1634178" y="474991"/>
                </a:lnTo>
                <a:lnTo>
                  <a:pt x="1634178" y="48546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C694102-8FAF-473E-8BC1-0B912BC47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9287" y="1736151"/>
            <a:ext cx="495389" cy="205364"/>
          </a:xfrm>
          <a:custGeom xmlns:a="http://schemas.openxmlformats.org/drawingml/2006/main">
            <a:pathLst>
              <a:path w="495389" h="205364">
                <a:moveTo>
                  <a:pt x="0" y="51131"/>
                </a:moveTo>
                <a:lnTo>
                  <a:pt x="262363" y="51131"/>
                </a:lnTo>
                <a:lnTo>
                  <a:pt x="262363" y="0"/>
                </a:lnTo>
                <a:lnTo>
                  <a:pt x="495389" y="103101"/>
                </a:lnTo>
                <a:lnTo>
                  <a:pt x="262363" y="205364"/>
                </a:lnTo>
                <a:lnTo>
                  <a:pt x="262363" y="154232"/>
                </a:lnTo>
                <a:lnTo>
                  <a:pt x="0" y="154232"/>
                </a:lnTo>
                <a:lnTo>
                  <a:pt x="0" y="51131"/>
                </a:lnTo>
              </a:path>
            </a:pathLst>
          </a:custGeom>
          <a:solidFill xmlns:a="http://schemas.openxmlformats.org/drawingml/2006/main">
            <a:srgbClr val="BFBFB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FD96CE3-2C4D-4BAA-A939-6B69316FD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2451" y="1736151"/>
            <a:ext cx="516342" cy="205364"/>
          </a:xfrm>
          <a:custGeom xmlns:a="http://schemas.openxmlformats.org/drawingml/2006/main">
            <a:pathLst>
              <a:path w="516342" h="205364">
                <a:moveTo>
                  <a:pt x="0" y="51131"/>
                </a:moveTo>
                <a:lnTo>
                  <a:pt x="283317" y="51131"/>
                </a:lnTo>
                <a:lnTo>
                  <a:pt x="283317" y="0"/>
                </a:lnTo>
                <a:lnTo>
                  <a:pt x="516342" y="103101"/>
                </a:lnTo>
                <a:lnTo>
                  <a:pt x="283317" y="205364"/>
                </a:lnTo>
                <a:lnTo>
                  <a:pt x="283317" y="154232"/>
                </a:lnTo>
                <a:lnTo>
                  <a:pt x="0" y="154232"/>
                </a:lnTo>
                <a:lnTo>
                  <a:pt x="0" y="51131"/>
                </a:lnTo>
              </a:path>
            </a:pathLst>
          </a:custGeom>
          <a:solidFill xmlns:a="http://schemas.openxmlformats.org/drawingml/2006/main">
            <a:srgbClr val="BFBFB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A14E185-E27D-43FE-BA90-2433051B3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10964" y="1736151"/>
            <a:ext cx="471917" cy="205364"/>
          </a:xfrm>
          <a:custGeom xmlns:a="http://schemas.openxmlformats.org/drawingml/2006/main">
            <a:pathLst>
              <a:path w="471917" h="205364">
                <a:moveTo>
                  <a:pt x="0" y="51131"/>
                </a:moveTo>
                <a:lnTo>
                  <a:pt x="239731" y="51131"/>
                </a:lnTo>
                <a:lnTo>
                  <a:pt x="239731" y="0"/>
                </a:lnTo>
                <a:lnTo>
                  <a:pt x="471917" y="103101"/>
                </a:lnTo>
                <a:lnTo>
                  <a:pt x="239731" y="205364"/>
                </a:lnTo>
                <a:lnTo>
                  <a:pt x="239731" y="154232"/>
                </a:lnTo>
                <a:lnTo>
                  <a:pt x="0" y="154232"/>
                </a:lnTo>
                <a:lnTo>
                  <a:pt x="0" y="51131"/>
                </a:lnTo>
              </a:path>
            </a:pathLst>
          </a:custGeom>
          <a:solidFill xmlns:a="http://schemas.openxmlformats.org/drawingml/2006/main">
            <a:srgbClr val="BFBFB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8" name="Text InputPlaceholder:">
            <a:extLst xmlns:a="http://schemas.openxmlformats.org/drawingml/2006/main">
              <a:ext uri="{FF2B5EF4-FFF2-40B4-BE49-F238E27FC236}">
                <a16:creationId xmlns:a16="http://schemas.microsoft.com/office/drawing/2014/main" id="{2A5EE7F9-FAD3-49C5-80C1-5443FAEBF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19163" y="2373165"/>
            <a:ext cx="990139" cy="115050"/>
          </a:xfrm>
          <a:custGeom xmlns:a="http://schemas.openxmlformats.org/drawingml/2006/main">
            <a:pathLst>
              <a:path w="990139" h="115050">
                <a:moveTo>
                  <a:pt x="0" y="90002"/>
                </a:moveTo>
                <a:lnTo>
                  <a:pt x="0" y="0"/>
                </a:lnTo>
                <a:lnTo>
                  <a:pt x="11910" y="0"/>
                </a:lnTo>
                <a:lnTo>
                  <a:pt x="11910" y="90002"/>
                </a:lnTo>
                <a:lnTo>
                  <a:pt x="0" y="90002"/>
                </a:lnTo>
                <a:close/>
                <a:moveTo>
                  <a:pt x="31487" y="90002"/>
                </a:moveTo>
                <a:lnTo>
                  <a:pt x="31487" y="24803"/>
                </a:lnTo>
                <a:lnTo>
                  <a:pt x="41433" y="24803"/>
                </a:lnTo>
                <a:lnTo>
                  <a:pt x="41433" y="34012"/>
                </a:lnTo>
                <a:cubicBezTo>
                  <a:pt x="46222" y="26890"/>
                  <a:pt x="53138" y="23329"/>
                  <a:pt x="62184" y="23329"/>
                </a:cubicBezTo>
                <a:cubicBezTo>
                  <a:pt x="66113" y="23329"/>
                  <a:pt x="69725" y="24035"/>
                  <a:pt x="73020" y="25447"/>
                </a:cubicBezTo>
                <a:cubicBezTo>
                  <a:pt x="76314" y="26859"/>
                  <a:pt x="78780" y="28711"/>
                  <a:pt x="80417" y="31003"/>
                </a:cubicBezTo>
                <a:cubicBezTo>
                  <a:pt x="82055" y="33295"/>
                  <a:pt x="83201" y="36017"/>
                  <a:pt x="83855" y="39169"/>
                </a:cubicBezTo>
                <a:cubicBezTo>
                  <a:pt x="84265" y="41215"/>
                  <a:pt x="84469" y="44796"/>
                  <a:pt x="84469" y="49913"/>
                </a:cubicBezTo>
                <a:lnTo>
                  <a:pt x="84469" y="90002"/>
                </a:lnTo>
                <a:lnTo>
                  <a:pt x="73419" y="90002"/>
                </a:lnTo>
                <a:lnTo>
                  <a:pt x="73419" y="50300"/>
                </a:lnTo>
                <a:cubicBezTo>
                  <a:pt x="73419" y="45793"/>
                  <a:pt x="72989" y="42423"/>
                  <a:pt x="72129" y="40189"/>
                </a:cubicBezTo>
                <a:cubicBezTo>
                  <a:pt x="71270" y="37956"/>
                  <a:pt x="69745" y="36174"/>
                  <a:pt x="67556" y="34842"/>
                </a:cubicBezTo>
                <a:cubicBezTo>
                  <a:pt x="65366" y="33511"/>
                  <a:pt x="62798" y="32845"/>
                  <a:pt x="59851" y="32845"/>
                </a:cubicBezTo>
                <a:cubicBezTo>
                  <a:pt x="55144" y="32845"/>
                  <a:pt x="51082" y="34341"/>
                  <a:pt x="47664" y="37333"/>
                </a:cubicBezTo>
                <a:cubicBezTo>
                  <a:pt x="44247" y="40323"/>
                  <a:pt x="42538" y="45997"/>
                  <a:pt x="42538" y="54356"/>
                </a:cubicBezTo>
                <a:lnTo>
                  <a:pt x="42538" y="90002"/>
                </a:lnTo>
                <a:lnTo>
                  <a:pt x="31487" y="90002"/>
                </a:lnTo>
                <a:close/>
                <a:moveTo>
                  <a:pt x="101339" y="115050"/>
                </a:moveTo>
                <a:lnTo>
                  <a:pt x="101339" y="24803"/>
                </a:lnTo>
                <a:lnTo>
                  <a:pt x="111407" y="24803"/>
                </a:lnTo>
                <a:lnTo>
                  <a:pt x="111407" y="33214"/>
                </a:lnTo>
                <a:cubicBezTo>
                  <a:pt x="113781" y="29919"/>
                  <a:pt x="116462" y="27448"/>
                  <a:pt x="119450" y="25800"/>
                </a:cubicBezTo>
                <a:cubicBezTo>
                  <a:pt x="122438" y="24153"/>
                  <a:pt x="126060" y="23329"/>
                  <a:pt x="130316" y="23329"/>
                </a:cubicBezTo>
                <a:cubicBezTo>
                  <a:pt x="135883" y="23329"/>
                  <a:pt x="140794" y="24762"/>
                  <a:pt x="145051" y="27627"/>
                </a:cubicBezTo>
                <a:cubicBezTo>
                  <a:pt x="149307" y="30492"/>
                  <a:pt x="152520" y="34534"/>
                  <a:pt x="154689" y="39752"/>
                </a:cubicBezTo>
                <a:cubicBezTo>
                  <a:pt x="156859" y="44970"/>
                  <a:pt x="157943" y="50690"/>
                  <a:pt x="157943" y="56911"/>
                </a:cubicBezTo>
                <a:cubicBezTo>
                  <a:pt x="157943" y="63583"/>
                  <a:pt x="156746" y="69589"/>
                  <a:pt x="154352" y="74930"/>
                </a:cubicBezTo>
                <a:cubicBezTo>
                  <a:pt x="151957" y="80271"/>
                  <a:pt x="148478" y="84364"/>
                  <a:pt x="143915" y="87209"/>
                </a:cubicBezTo>
                <a:cubicBezTo>
                  <a:pt x="139351" y="90053"/>
                  <a:pt x="134552" y="91476"/>
                  <a:pt x="129518" y="91476"/>
                </a:cubicBezTo>
                <a:cubicBezTo>
                  <a:pt x="125835" y="91476"/>
                  <a:pt x="122530" y="90688"/>
                  <a:pt x="119603" y="89112"/>
                </a:cubicBezTo>
                <a:cubicBezTo>
                  <a:pt x="116677" y="87535"/>
                  <a:pt x="114272" y="85543"/>
                  <a:pt x="112390" y="83138"/>
                </a:cubicBezTo>
                <a:lnTo>
                  <a:pt x="112390" y="115050"/>
                </a:lnTo>
                <a:lnTo>
                  <a:pt x="101339" y="115050"/>
                </a:lnTo>
                <a:moveTo>
                  <a:pt x="111346" y="57679"/>
                </a:moveTo>
                <a:cubicBezTo>
                  <a:pt x="111346" y="66059"/>
                  <a:pt x="113044" y="72252"/>
                  <a:pt x="116441" y="76258"/>
                </a:cubicBezTo>
                <a:cubicBezTo>
                  <a:pt x="119839" y="80264"/>
                  <a:pt x="123952" y="82267"/>
                  <a:pt x="128781" y="82267"/>
                </a:cubicBezTo>
                <a:cubicBezTo>
                  <a:pt x="133693" y="82267"/>
                  <a:pt x="137898" y="80192"/>
                  <a:pt x="141398" y="76043"/>
                </a:cubicBezTo>
                <a:cubicBezTo>
                  <a:pt x="144897" y="71894"/>
                  <a:pt x="146647" y="65465"/>
                  <a:pt x="146647" y="56758"/>
                </a:cubicBezTo>
                <a:cubicBezTo>
                  <a:pt x="146647" y="48460"/>
                  <a:pt x="144938" y="42246"/>
                  <a:pt x="141521" y="38117"/>
                </a:cubicBezTo>
                <a:cubicBezTo>
                  <a:pt x="138103" y="33989"/>
                  <a:pt x="134020" y="31924"/>
                  <a:pt x="129273" y="31924"/>
                </a:cubicBezTo>
                <a:cubicBezTo>
                  <a:pt x="124566" y="31924"/>
                  <a:pt x="120401" y="34122"/>
                  <a:pt x="116779" y="38516"/>
                </a:cubicBezTo>
                <a:cubicBezTo>
                  <a:pt x="113157" y="42911"/>
                  <a:pt x="111346" y="49299"/>
                  <a:pt x="111346" y="57679"/>
                </a:cubicBezTo>
                <a:close/>
                <a:moveTo>
                  <a:pt x="213920" y="90002"/>
                </a:moveTo>
                <a:lnTo>
                  <a:pt x="213920" y="80425"/>
                </a:lnTo>
                <a:cubicBezTo>
                  <a:pt x="208845" y="87792"/>
                  <a:pt x="201948" y="91476"/>
                  <a:pt x="193230" y="91476"/>
                </a:cubicBezTo>
                <a:cubicBezTo>
                  <a:pt x="189383" y="91476"/>
                  <a:pt x="185792" y="90739"/>
                  <a:pt x="182456" y="89265"/>
                </a:cubicBezTo>
                <a:cubicBezTo>
                  <a:pt x="179120" y="87792"/>
                  <a:pt x="176644" y="85940"/>
                  <a:pt x="175027" y="83709"/>
                </a:cubicBezTo>
                <a:cubicBezTo>
                  <a:pt x="173411" y="81479"/>
                  <a:pt x="172275" y="78747"/>
                  <a:pt x="171620" y="75513"/>
                </a:cubicBezTo>
                <a:cubicBezTo>
                  <a:pt x="171170" y="73344"/>
                  <a:pt x="170945" y="69906"/>
                  <a:pt x="170945" y="65199"/>
                </a:cubicBezTo>
                <a:lnTo>
                  <a:pt x="170945" y="24803"/>
                </a:lnTo>
                <a:lnTo>
                  <a:pt x="181996" y="24803"/>
                </a:lnTo>
                <a:lnTo>
                  <a:pt x="181996" y="60963"/>
                </a:lnTo>
                <a:cubicBezTo>
                  <a:pt x="181996" y="66734"/>
                  <a:pt x="182221" y="70622"/>
                  <a:pt x="182671" y="72628"/>
                </a:cubicBezTo>
                <a:cubicBezTo>
                  <a:pt x="183367" y="75534"/>
                  <a:pt x="184840" y="77816"/>
                  <a:pt x="187091" y="79473"/>
                </a:cubicBezTo>
                <a:cubicBezTo>
                  <a:pt x="189342" y="81131"/>
                  <a:pt x="192125" y="81960"/>
                  <a:pt x="195441" y="81960"/>
                </a:cubicBezTo>
                <a:cubicBezTo>
                  <a:pt x="198756" y="81960"/>
                  <a:pt x="201866" y="81110"/>
                  <a:pt x="204772" y="79412"/>
                </a:cubicBezTo>
                <a:cubicBezTo>
                  <a:pt x="207678" y="77713"/>
                  <a:pt x="209735" y="75401"/>
                  <a:pt x="210942" y="72474"/>
                </a:cubicBezTo>
                <a:cubicBezTo>
                  <a:pt x="212150" y="69548"/>
                  <a:pt x="212753" y="65302"/>
                  <a:pt x="212753" y="59735"/>
                </a:cubicBezTo>
                <a:lnTo>
                  <a:pt x="212753" y="24803"/>
                </a:lnTo>
                <a:lnTo>
                  <a:pt x="223804" y="24803"/>
                </a:lnTo>
                <a:lnTo>
                  <a:pt x="223804" y="90002"/>
                </a:lnTo>
                <a:lnTo>
                  <a:pt x="213920" y="90002"/>
                </a:lnTo>
                <a:close/>
                <a:moveTo>
                  <a:pt x="265169" y="80241"/>
                </a:moveTo>
                <a:lnTo>
                  <a:pt x="266766" y="90002"/>
                </a:lnTo>
                <a:cubicBezTo>
                  <a:pt x="263655" y="90575"/>
                  <a:pt x="260872" y="90862"/>
                  <a:pt x="258416" y="90862"/>
                </a:cubicBezTo>
                <a:cubicBezTo>
                  <a:pt x="254405" y="90862"/>
                  <a:pt x="251295" y="90227"/>
                  <a:pt x="249084" y="88958"/>
                </a:cubicBezTo>
                <a:cubicBezTo>
                  <a:pt x="246874" y="87690"/>
                  <a:pt x="245319" y="86022"/>
                  <a:pt x="244419" y="83955"/>
                </a:cubicBezTo>
                <a:cubicBezTo>
                  <a:pt x="243518" y="81888"/>
                  <a:pt x="243068" y="77539"/>
                  <a:pt x="243068" y="70909"/>
                </a:cubicBezTo>
                <a:lnTo>
                  <a:pt x="243068" y="33398"/>
                </a:lnTo>
                <a:lnTo>
                  <a:pt x="234964" y="33398"/>
                </a:lnTo>
                <a:lnTo>
                  <a:pt x="234964" y="24803"/>
                </a:lnTo>
                <a:lnTo>
                  <a:pt x="243068" y="24803"/>
                </a:lnTo>
                <a:lnTo>
                  <a:pt x="243068" y="8612"/>
                </a:lnTo>
                <a:lnTo>
                  <a:pt x="254057" y="1965"/>
                </a:lnTo>
                <a:lnTo>
                  <a:pt x="254057" y="24803"/>
                </a:lnTo>
                <a:lnTo>
                  <a:pt x="265169" y="24803"/>
                </a:lnTo>
                <a:lnTo>
                  <a:pt x="265169" y="33398"/>
                </a:lnTo>
                <a:lnTo>
                  <a:pt x="254057" y="33398"/>
                </a:lnTo>
                <a:lnTo>
                  <a:pt x="254057" y="71523"/>
                </a:lnTo>
                <a:cubicBezTo>
                  <a:pt x="254057" y="74674"/>
                  <a:pt x="254252" y="76700"/>
                  <a:pt x="254641" y="77601"/>
                </a:cubicBezTo>
                <a:cubicBezTo>
                  <a:pt x="255029" y="78501"/>
                  <a:pt x="255664" y="79217"/>
                  <a:pt x="256544" y="79750"/>
                </a:cubicBezTo>
                <a:cubicBezTo>
                  <a:pt x="257424" y="80282"/>
                  <a:pt x="258682" y="80548"/>
                  <a:pt x="260319" y="80548"/>
                </a:cubicBezTo>
                <a:cubicBezTo>
                  <a:pt x="261547" y="80548"/>
                  <a:pt x="263164" y="80445"/>
                  <a:pt x="265169" y="80241"/>
                </a:cubicBezTo>
                <a:close/>
                <a:moveTo>
                  <a:pt x="312306" y="90002"/>
                </a:moveTo>
                <a:lnTo>
                  <a:pt x="312306" y="0"/>
                </a:lnTo>
                <a:lnTo>
                  <a:pt x="346256" y="0"/>
                </a:lnTo>
                <a:cubicBezTo>
                  <a:pt x="352232" y="0"/>
                  <a:pt x="356795" y="286"/>
                  <a:pt x="359947" y="858"/>
                </a:cubicBezTo>
                <a:cubicBezTo>
                  <a:pt x="364367" y="1594"/>
                  <a:pt x="368071" y="2995"/>
                  <a:pt x="371059" y="5059"/>
                </a:cubicBezTo>
                <a:cubicBezTo>
                  <a:pt x="374046" y="7124"/>
                  <a:pt x="376451" y="10016"/>
                  <a:pt x="378272" y="13737"/>
                </a:cubicBezTo>
                <a:cubicBezTo>
                  <a:pt x="380094" y="17456"/>
                  <a:pt x="381004" y="21544"/>
                  <a:pt x="381004" y="26000"/>
                </a:cubicBezTo>
                <a:cubicBezTo>
                  <a:pt x="381004" y="33646"/>
                  <a:pt x="378569" y="40116"/>
                  <a:pt x="373699" y="45410"/>
                </a:cubicBezTo>
                <a:cubicBezTo>
                  <a:pt x="368828" y="50704"/>
                  <a:pt x="360028" y="53351"/>
                  <a:pt x="347300" y="53351"/>
                </a:cubicBezTo>
                <a:lnTo>
                  <a:pt x="324216" y="53351"/>
                </a:lnTo>
                <a:lnTo>
                  <a:pt x="324216" y="90002"/>
                </a:lnTo>
                <a:lnTo>
                  <a:pt x="312306" y="90002"/>
                </a:lnTo>
                <a:moveTo>
                  <a:pt x="324216" y="42730"/>
                </a:moveTo>
                <a:lnTo>
                  <a:pt x="347484" y="42730"/>
                </a:lnTo>
                <a:cubicBezTo>
                  <a:pt x="355178" y="42730"/>
                  <a:pt x="360642" y="41300"/>
                  <a:pt x="363876" y="38442"/>
                </a:cubicBezTo>
                <a:cubicBezTo>
                  <a:pt x="367109" y="35582"/>
                  <a:pt x="368726" y="31557"/>
                  <a:pt x="368726" y="26368"/>
                </a:cubicBezTo>
                <a:cubicBezTo>
                  <a:pt x="368726" y="22611"/>
                  <a:pt x="367774" y="19394"/>
                  <a:pt x="365871" y="16718"/>
                </a:cubicBezTo>
                <a:cubicBezTo>
                  <a:pt x="363968" y="14042"/>
                  <a:pt x="361461" y="12275"/>
                  <a:pt x="358350" y="11417"/>
                </a:cubicBezTo>
                <a:cubicBezTo>
                  <a:pt x="356345" y="10886"/>
                  <a:pt x="352641" y="10621"/>
                  <a:pt x="347238" y="10621"/>
                </a:cubicBezTo>
                <a:lnTo>
                  <a:pt x="324216" y="10621"/>
                </a:lnTo>
                <a:lnTo>
                  <a:pt x="324216" y="42730"/>
                </a:lnTo>
                <a:close/>
                <a:moveTo>
                  <a:pt x="394470" y="90002"/>
                </a:moveTo>
                <a:lnTo>
                  <a:pt x="394470" y="0"/>
                </a:lnTo>
                <a:lnTo>
                  <a:pt x="405521" y="0"/>
                </a:lnTo>
                <a:lnTo>
                  <a:pt x="405521" y="90002"/>
                </a:lnTo>
                <a:lnTo>
                  <a:pt x="394470" y="90002"/>
                </a:lnTo>
                <a:close/>
                <a:moveTo>
                  <a:pt x="465201" y="81952"/>
                </a:moveTo>
                <a:cubicBezTo>
                  <a:pt x="461109" y="85433"/>
                  <a:pt x="457169" y="87891"/>
                  <a:pt x="453383" y="89325"/>
                </a:cubicBezTo>
                <a:cubicBezTo>
                  <a:pt x="449597" y="90759"/>
                  <a:pt x="445535" y="91476"/>
                  <a:pt x="441197" y="91476"/>
                </a:cubicBezTo>
                <a:cubicBezTo>
                  <a:pt x="434034" y="91476"/>
                  <a:pt x="428529" y="89725"/>
                  <a:pt x="424682" y="86223"/>
                </a:cubicBezTo>
                <a:cubicBezTo>
                  <a:pt x="420835" y="82721"/>
                  <a:pt x="418911" y="78246"/>
                  <a:pt x="418911" y="72799"/>
                </a:cubicBezTo>
                <a:cubicBezTo>
                  <a:pt x="418911" y="69605"/>
                  <a:pt x="419638" y="66688"/>
                  <a:pt x="421091" y="64046"/>
                </a:cubicBezTo>
                <a:cubicBezTo>
                  <a:pt x="422544" y="61404"/>
                  <a:pt x="424447" y="59284"/>
                  <a:pt x="426800" y="57686"/>
                </a:cubicBezTo>
                <a:cubicBezTo>
                  <a:pt x="429154" y="56089"/>
                  <a:pt x="431804" y="54881"/>
                  <a:pt x="434751" y="54062"/>
                </a:cubicBezTo>
                <a:cubicBezTo>
                  <a:pt x="436920" y="53488"/>
                  <a:pt x="440194" y="52935"/>
                  <a:pt x="444573" y="52403"/>
                </a:cubicBezTo>
                <a:cubicBezTo>
                  <a:pt x="453496" y="51346"/>
                  <a:pt x="460065" y="50086"/>
                  <a:pt x="464281" y="48623"/>
                </a:cubicBezTo>
                <a:cubicBezTo>
                  <a:pt x="464321" y="47115"/>
                  <a:pt x="464342" y="46157"/>
                  <a:pt x="464342" y="45749"/>
                </a:cubicBezTo>
                <a:cubicBezTo>
                  <a:pt x="464342" y="41264"/>
                  <a:pt x="463298" y="38104"/>
                  <a:pt x="461211" y="36270"/>
                </a:cubicBezTo>
                <a:cubicBezTo>
                  <a:pt x="458387" y="33782"/>
                  <a:pt x="454192" y="32538"/>
                  <a:pt x="448625" y="32538"/>
                </a:cubicBezTo>
                <a:cubicBezTo>
                  <a:pt x="443427" y="32538"/>
                  <a:pt x="439590" y="33449"/>
                  <a:pt x="437114" y="35270"/>
                </a:cubicBezTo>
                <a:cubicBezTo>
                  <a:pt x="434638" y="37092"/>
                  <a:pt x="432806" y="40315"/>
                  <a:pt x="431619" y="44940"/>
                </a:cubicBezTo>
                <a:lnTo>
                  <a:pt x="420814" y="43466"/>
                </a:lnTo>
                <a:cubicBezTo>
                  <a:pt x="421797" y="38827"/>
                  <a:pt x="423413" y="35081"/>
                  <a:pt x="425664" y="32227"/>
                </a:cubicBezTo>
                <a:cubicBezTo>
                  <a:pt x="427915" y="29374"/>
                  <a:pt x="431169" y="27178"/>
                  <a:pt x="435426" y="25639"/>
                </a:cubicBezTo>
                <a:cubicBezTo>
                  <a:pt x="439682" y="24099"/>
                  <a:pt x="444614" y="23329"/>
                  <a:pt x="450222" y="23329"/>
                </a:cubicBezTo>
                <a:cubicBezTo>
                  <a:pt x="455788" y="23329"/>
                  <a:pt x="460310" y="23984"/>
                  <a:pt x="463789" y="25294"/>
                </a:cubicBezTo>
                <a:cubicBezTo>
                  <a:pt x="467268" y="26604"/>
                  <a:pt x="469826" y="28251"/>
                  <a:pt x="471464" y="30236"/>
                </a:cubicBezTo>
                <a:cubicBezTo>
                  <a:pt x="473101" y="32221"/>
                  <a:pt x="474247" y="34728"/>
                  <a:pt x="474902" y="37757"/>
                </a:cubicBezTo>
                <a:cubicBezTo>
                  <a:pt x="475270" y="39639"/>
                  <a:pt x="475454" y="43036"/>
                  <a:pt x="475454" y="47948"/>
                </a:cubicBezTo>
                <a:lnTo>
                  <a:pt x="475454" y="62682"/>
                </a:lnTo>
                <a:cubicBezTo>
                  <a:pt x="475454" y="72955"/>
                  <a:pt x="475689" y="79453"/>
                  <a:pt x="476160" y="82175"/>
                </a:cubicBezTo>
                <a:cubicBezTo>
                  <a:pt x="476631" y="84896"/>
                  <a:pt x="477562" y="87505"/>
                  <a:pt x="478953" y="90002"/>
                </a:cubicBezTo>
                <a:lnTo>
                  <a:pt x="467412" y="90002"/>
                </a:lnTo>
                <a:cubicBezTo>
                  <a:pt x="466266" y="87708"/>
                  <a:pt x="465529" y="85024"/>
                  <a:pt x="465201" y="81952"/>
                </a:cubicBezTo>
                <a:moveTo>
                  <a:pt x="464281" y="57218"/>
                </a:moveTo>
                <a:cubicBezTo>
                  <a:pt x="460270" y="58869"/>
                  <a:pt x="454253" y="60273"/>
                  <a:pt x="446231" y="61428"/>
                </a:cubicBezTo>
                <a:cubicBezTo>
                  <a:pt x="441688" y="62085"/>
                  <a:pt x="438475" y="62825"/>
                  <a:pt x="436592" y="63647"/>
                </a:cubicBezTo>
                <a:cubicBezTo>
                  <a:pt x="434710" y="64468"/>
                  <a:pt x="433257" y="65671"/>
                  <a:pt x="432233" y="67254"/>
                </a:cubicBezTo>
                <a:cubicBezTo>
                  <a:pt x="431210" y="68836"/>
                  <a:pt x="430699" y="70593"/>
                  <a:pt x="430699" y="72524"/>
                </a:cubicBezTo>
                <a:cubicBezTo>
                  <a:pt x="430699" y="75483"/>
                  <a:pt x="431814" y="77949"/>
                  <a:pt x="434045" y="79922"/>
                </a:cubicBezTo>
                <a:cubicBezTo>
                  <a:pt x="436275" y="81894"/>
                  <a:pt x="439539" y="82881"/>
                  <a:pt x="443837" y="82881"/>
                </a:cubicBezTo>
                <a:cubicBezTo>
                  <a:pt x="448093" y="82881"/>
                  <a:pt x="451879" y="81945"/>
                  <a:pt x="455194" y="80074"/>
                </a:cubicBezTo>
                <a:cubicBezTo>
                  <a:pt x="458510" y="78203"/>
                  <a:pt x="460945" y="75643"/>
                  <a:pt x="462500" y="72394"/>
                </a:cubicBezTo>
                <a:cubicBezTo>
                  <a:pt x="463687" y="69884"/>
                  <a:pt x="464281" y="66183"/>
                  <a:pt x="464281" y="61289"/>
                </a:cubicBezTo>
                <a:lnTo>
                  <a:pt x="464281" y="57218"/>
                </a:lnTo>
                <a:close/>
                <a:moveTo>
                  <a:pt x="535053" y="66059"/>
                </a:moveTo>
                <a:lnTo>
                  <a:pt x="545920" y="67471"/>
                </a:lnTo>
                <a:cubicBezTo>
                  <a:pt x="544733" y="74980"/>
                  <a:pt x="541694" y="80858"/>
                  <a:pt x="536803" y="85106"/>
                </a:cubicBezTo>
                <a:cubicBezTo>
                  <a:pt x="531912" y="89352"/>
                  <a:pt x="525905" y="91476"/>
                  <a:pt x="518784" y="91476"/>
                </a:cubicBezTo>
                <a:cubicBezTo>
                  <a:pt x="509861" y="91476"/>
                  <a:pt x="502689" y="88559"/>
                  <a:pt x="497266" y="82727"/>
                </a:cubicBezTo>
                <a:cubicBezTo>
                  <a:pt x="491843" y="76895"/>
                  <a:pt x="489131" y="68535"/>
                  <a:pt x="489131" y="57648"/>
                </a:cubicBezTo>
                <a:cubicBezTo>
                  <a:pt x="489131" y="50608"/>
                  <a:pt x="490298" y="44449"/>
                  <a:pt x="492630" y="39169"/>
                </a:cubicBezTo>
                <a:cubicBezTo>
                  <a:pt x="494963" y="33889"/>
                  <a:pt x="498514" y="29929"/>
                  <a:pt x="503282" y="27289"/>
                </a:cubicBezTo>
                <a:cubicBezTo>
                  <a:pt x="508050" y="24649"/>
                  <a:pt x="513238" y="23329"/>
                  <a:pt x="518845" y="23329"/>
                </a:cubicBezTo>
                <a:cubicBezTo>
                  <a:pt x="525926" y="23329"/>
                  <a:pt x="531717" y="25126"/>
                  <a:pt x="536220" y="28718"/>
                </a:cubicBezTo>
                <a:cubicBezTo>
                  <a:pt x="540722" y="32310"/>
                  <a:pt x="543607" y="37410"/>
                  <a:pt x="544876" y="44019"/>
                </a:cubicBezTo>
                <a:lnTo>
                  <a:pt x="534132" y="45676"/>
                </a:lnTo>
                <a:cubicBezTo>
                  <a:pt x="533109" y="41317"/>
                  <a:pt x="531298" y="38038"/>
                  <a:pt x="528699" y="35838"/>
                </a:cubicBezTo>
                <a:cubicBezTo>
                  <a:pt x="526100" y="33638"/>
                  <a:pt x="522959" y="32538"/>
                  <a:pt x="519275" y="32538"/>
                </a:cubicBezTo>
                <a:cubicBezTo>
                  <a:pt x="513709" y="32538"/>
                  <a:pt x="509186" y="34524"/>
                  <a:pt x="505707" y="38495"/>
                </a:cubicBezTo>
                <a:cubicBezTo>
                  <a:pt x="502228" y="42465"/>
                  <a:pt x="500489" y="48747"/>
                  <a:pt x="500489" y="57341"/>
                </a:cubicBezTo>
                <a:cubicBezTo>
                  <a:pt x="500489" y="66058"/>
                  <a:pt x="502167" y="72391"/>
                  <a:pt x="505523" y="76342"/>
                </a:cubicBezTo>
                <a:cubicBezTo>
                  <a:pt x="508879" y="80292"/>
                  <a:pt x="513259" y="82267"/>
                  <a:pt x="518661" y="82267"/>
                </a:cubicBezTo>
                <a:cubicBezTo>
                  <a:pt x="523000" y="82267"/>
                  <a:pt x="526622" y="80942"/>
                  <a:pt x="529528" y="78291"/>
                </a:cubicBezTo>
                <a:cubicBezTo>
                  <a:pt x="532434" y="75641"/>
                  <a:pt x="534275" y="71564"/>
                  <a:pt x="535053" y="66059"/>
                </a:cubicBezTo>
                <a:close/>
                <a:moveTo>
                  <a:pt x="600007" y="69006"/>
                </a:moveTo>
                <a:lnTo>
                  <a:pt x="611427" y="70418"/>
                </a:lnTo>
                <a:cubicBezTo>
                  <a:pt x="609626" y="77089"/>
                  <a:pt x="606290" y="82267"/>
                  <a:pt x="601419" y="85950"/>
                </a:cubicBezTo>
                <a:cubicBezTo>
                  <a:pt x="596549" y="89634"/>
                  <a:pt x="590328" y="91476"/>
                  <a:pt x="582756" y="91476"/>
                </a:cubicBezTo>
                <a:cubicBezTo>
                  <a:pt x="573220" y="91476"/>
                  <a:pt x="565658" y="88539"/>
                  <a:pt x="560071" y="82666"/>
                </a:cubicBezTo>
                <a:cubicBezTo>
                  <a:pt x="554484" y="76792"/>
                  <a:pt x="551691" y="68556"/>
                  <a:pt x="551691" y="57955"/>
                </a:cubicBezTo>
                <a:cubicBezTo>
                  <a:pt x="551691" y="46986"/>
                  <a:pt x="554515" y="38473"/>
                  <a:pt x="560163" y="32416"/>
                </a:cubicBezTo>
                <a:cubicBezTo>
                  <a:pt x="565812" y="26358"/>
                  <a:pt x="573138" y="23329"/>
                  <a:pt x="582142" y="23329"/>
                </a:cubicBezTo>
                <a:cubicBezTo>
                  <a:pt x="590860" y="23329"/>
                  <a:pt x="597981" y="26292"/>
                  <a:pt x="603507" y="32218"/>
                </a:cubicBezTo>
                <a:cubicBezTo>
                  <a:pt x="609032" y="38142"/>
                  <a:pt x="611795" y="46478"/>
                  <a:pt x="611795" y="57224"/>
                </a:cubicBezTo>
                <a:cubicBezTo>
                  <a:pt x="611795" y="57878"/>
                  <a:pt x="611774" y="58858"/>
                  <a:pt x="611733" y="60165"/>
                </a:cubicBezTo>
                <a:lnTo>
                  <a:pt x="563110" y="60165"/>
                </a:lnTo>
                <a:cubicBezTo>
                  <a:pt x="563519" y="67307"/>
                  <a:pt x="565545" y="72776"/>
                  <a:pt x="569188" y="76572"/>
                </a:cubicBezTo>
                <a:cubicBezTo>
                  <a:pt x="572831" y="80369"/>
                  <a:pt x="577374" y="82267"/>
                  <a:pt x="582817" y="82267"/>
                </a:cubicBezTo>
                <a:cubicBezTo>
                  <a:pt x="586869" y="82267"/>
                  <a:pt x="590328" y="81213"/>
                  <a:pt x="593193" y="79105"/>
                </a:cubicBezTo>
                <a:cubicBezTo>
                  <a:pt x="596058" y="76996"/>
                  <a:pt x="598329" y="73629"/>
                  <a:pt x="600007" y="69006"/>
                </a:cubicBezTo>
                <a:moveTo>
                  <a:pt x="563724" y="50956"/>
                </a:moveTo>
                <a:lnTo>
                  <a:pt x="600130" y="50956"/>
                </a:lnTo>
                <a:cubicBezTo>
                  <a:pt x="599639" y="45561"/>
                  <a:pt x="598247" y="41515"/>
                  <a:pt x="595955" y="38818"/>
                </a:cubicBezTo>
                <a:cubicBezTo>
                  <a:pt x="592436" y="34631"/>
                  <a:pt x="587872" y="32538"/>
                  <a:pt x="582265" y="32538"/>
                </a:cubicBezTo>
                <a:cubicBezTo>
                  <a:pt x="577190" y="32538"/>
                  <a:pt x="572923" y="34209"/>
                  <a:pt x="569464" y="37551"/>
                </a:cubicBezTo>
                <a:cubicBezTo>
                  <a:pt x="566006" y="40892"/>
                  <a:pt x="564092" y="45360"/>
                  <a:pt x="563724" y="50956"/>
                </a:cubicBezTo>
                <a:close/>
                <a:moveTo>
                  <a:pt x="625226" y="90002"/>
                </a:moveTo>
                <a:lnTo>
                  <a:pt x="625226" y="0"/>
                </a:lnTo>
                <a:lnTo>
                  <a:pt x="636277" y="0"/>
                </a:lnTo>
                <a:lnTo>
                  <a:pt x="636277" y="32293"/>
                </a:lnTo>
                <a:cubicBezTo>
                  <a:pt x="641434" y="26317"/>
                  <a:pt x="647941" y="23329"/>
                  <a:pt x="655800" y="23329"/>
                </a:cubicBezTo>
                <a:cubicBezTo>
                  <a:pt x="660629" y="23329"/>
                  <a:pt x="664824" y="24281"/>
                  <a:pt x="668385" y="26184"/>
                </a:cubicBezTo>
                <a:cubicBezTo>
                  <a:pt x="671946" y="28087"/>
                  <a:pt x="674494" y="30717"/>
                  <a:pt x="676029" y="34073"/>
                </a:cubicBezTo>
                <a:cubicBezTo>
                  <a:pt x="677564" y="37429"/>
                  <a:pt x="678331" y="42300"/>
                  <a:pt x="678331" y="48685"/>
                </a:cubicBezTo>
                <a:lnTo>
                  <a:pt x="678331" y="90002"/>
                </a:lnTo>
                <a:lnTo>
                  <a:pt x="667280" y="90002"/>
                </a:lnTo>
                <a:lnTo>
                  <a:pt x="667280" y="48685"/>
                </a:lnTo>
                <a:cubicBezTo>
                  <a:pt x="667280" y="43159"/>
                  <a:pt x="666083" y="39138"/>
                  <a:pt x="663689" y="36621"/>
                </a:cubicBezTo>
                <a:cubicBezTo>
                  <a:pt x="661294" y="34104"/>
                  <a:pt x="657908" y="32845"/>
                  <a:pt x="653528" y="32845"/>
                </a:cubicBezTo>
                <a:cubicBezTo>
                  <a:pt x="650254" y="32845"/>
                  <a:pt x="647174" y="33695"/>
                  <a:pt x="644289" y="35393"/>
                </a:cubicBezTo>
                <a:cubicBezTo>
                  <a:pt x="641403" y="37092"/>
                  <a:pt x="639346" y="39394"/>
                  <a:pt x="638119" y="42300"/>
                </a:cubicBezTo>
                <a:cubicBezTo>
                  <a:pt x="636891" y="45206"/>
                  <a:pt x="636277" y="49217"/>
                  <a:pt x="636277" y="54333"/>
                </a:cubicBezTo>
                <a:lnTo>
                  <a:pt x="636277" y="90002"/>
                </a:lnTo>
                <a:lnTo>
                  <a:pt x="625226" y="90002"/>
                </a:lnTo>
                <a:close/>
                <a:moveTo>
                  <a:pt x="690964" y="57402"/>
                </a:moveTo>
                <a:cubicBezTo>
                  <a:pt x="690964" y="45328"/>
                  <a:pt x="694320" y="36386"/>
                  <a:pt x="701032" y="30574"/>
                </a:cubicBezTo>
                <a:cubicBezTo>
                  <a:pt x="706640" y="25744"/>
                  <a:pt x="713475" y="23329"/>
                  <a:pt x="721538" y="23329"/>
                </a:cubicBezTo>
                <a:cubicBezTo>
                  <a:pt x="730501" y="23329"/>
                  <a:pt x="737827" y="26266"/>
                  <a:pt x="743516" y="32139"/>
                </a:cubicBezTo>
                <a:cubicBezTo>
                  <a:pt x="749205" y="38012"/>
                  <a:pt x="752050" y="46127"/>
                  <a:pt x="752050" y="56482"/>
                </a:cubicBezTo>
                <a:cubicBezTo>
                  <a:pt x="752050" y="64872"/>
                  <a:pt x="750791" y="71472"/>
                  <a:pt x="748274" y="76281"/>
                </a:cubicBezTo>
                <a:cubicBezTo>
                  <a:pt x="745757" y="81090"/>
                  <a:pt x="742094" y="84825"/>
                  <a:pt x="737285" y="87485"/>
                </a:cubicBezTo>
                <a:cubicBezTo>
                  <a:pt x="732476" y="90145"/>
                  <a:pt x="727227" y="91476"/>
                  <a:pt x="721538" y="91476"/>
                </a:cubicBezTo>
                <a:cubicBezTo>
                  <a:pt x="712411" y="91476"/>
                  <a:pt x="705033" y="88549"/>
                  <a:pt x="699406" y="82696"/>
                </a:cubicBezTo>
                <a:cubicBezTo>
                  <a:pt x="693778" y="76844"/>
                  <a:pt x="690964" y="68412"/>
                  <a:pt x="690964" y="57402"/>
                </a:cubicBezTo>
                <a:moveTo>
                  <a:pt x="702322" y="57372"/>
                </a:moveTo>
                <a:cubicBezTo>
                  <a:pt x="702322" y="65691"/>
                  <a:pt x="704143" y="71919"/>
                  <a:pt x="707786" y="76058"/>
                </a:cubicBezTo>
                <a:cubicBezTo>
                  <a:pt x="711428" y="80197"/>
                  <a:pt x="716012" y="82267"/>
                  <a:pt x="721538" y="82267"/>
                </a:cubicBezTo>
                <a:cubicBezTo>
                  <a:pt x="727022" y="82267"/>
                  <a:pt x="731586" y="80187"/>
                  <a:pt x="735228" y="76028"/>
                </a:cubicBezTo>
                <a:cubicBezTo>
                  <a:pt x="738871" y="71868"/>
                  <a:pt x="740692" y="65527"/>
                  <a:pt x="740692" y="57005"/>
                </a:cubicBezTo>
                <a:cubicBezTo>
                  <a:pt x="740692" y="48972"/>
                  <a:pt x="738861" y="42886"/>
                  <a:pt x="735198" y="38747"/>
                </a:cubicBezTo>
                <a:cubicBezTo>
                  <a:pt x="731535" y="34608"/>
                  <a:pt x="726981" y="32538"/>
                  <a:pt x="721538" y="32538"/>
                </a:cubicBezTo>
                <a:cubicBezTo>
                  <a:pt x="716012" y="32538"/>
                  <a:pt x="711428" y="34598"/>
                  <a:pt x="707786" y="38716"/>
                </a:cubicBezTo>
                <a:cubicBezTo>
                  <a:pt x="704143" y="42834"/>
                  <a:pt x="702322" y="49053"/>
                  <a:pt x="702322" y="57372"/>
                </a:cubicBezTo>
                <a:close/>
                <a:moveTo>
                  <a:pt x="764684" y="90002"/>
                </a:moveTo>
                <a:lnTo>
                  <a:pt x="764684" y="0"/>
                </a:lnTo>
                <a:lnTo>
                  <a:pt x="775735" y="0"/>
                </a:lnTo>
                <a:lnTo>
                  <a:pt x="775735" y="90002"/>
                </a:lnTo>
                <a:lnTo>
                  <a:pt x="764684" y="90002"/>
                </a:lnTo>
                <a:close/>
                <a:moveTo>
                  <a:pt x="835169" y="90002"/>
                </a:moveTo>
                <a:lnTo>
                  <a:pt x="835169" y="81775"/>
                </a:lnTo>
                <a:cubicBezTo>
                  <a:pt x="831036" y="88242"/>
                  <a:pt x="824958" y="91476"/>
                  <a:pt x="816936" y="91476"/>
                </a:cubicBezTo>
                <a:cubicBezTo>
                  <a:pt x="811738" y="91476"/>
                  <a:pt x="806959" y="90043"/>
                  <a:pt x="802600" y="87178"/>
                </a:cubicBezTo>
                <a:cubicBezTo>
                  <a:pt x="798241" y="84313"/>
                  <a:pt x="794865" y="80312"/>
                  <a:pt x="792470" y="75176"/>
                </a:cubicBezTo>
                <a:cubicBezTo>
                  <a:pt x="790076" y="70039"/>
                  <a:pt x="788879" y="64135"/>
                  <a:pt x="788879" y="57464"/>
                </a:cubicBezTo>
                <a:cubicBezTo>
                  <a:pt x="788879" y="50956"/>
                  <a:pt x="789964" y="45052"/>
                  <a:pt x="792133" y="39752"/>
                </a:cubicBezTo>
                <a:cubicBezTo>
                  <a:pt x="794302" y="34452"/>
                  <a:pt x="797556" y="30390"/>
                  <a:pt x="801894" y="27565"/>
                </a:cubicBezTo>
                <a:cubicBezTo>
                  <a:pt x="806233" y="24741"/>
                  <a:pt x="811083" y="23329"/>
                  <a:pt x="816444" y="23329"/>
                </a:cubicBezTo>
                <a:cubicBezTo>
                  <a:pt x="820374" y="23329"/>
                  <a:pt x="823873" y="24158"/>
                  <a:pt x="826943" y="25816"/>
                </a:cubicBezTo>
                <a:cubicBezTo>
                  <a:pt x="830012" y="27473"/>
                  <a:pt x="832509" y="29632"/>
                  <a:pt x="834433" y="32293"/>
                </a:cubicBezTo>
                <a:lnTo>
                  <a:pt x="834433" y="0"/>
                </a:lnTo>
                <a:lnTo>
                  <a:pt x="845422" y="0"/>
                </a:lnTo>
                <a:lnTo>
                  <a:pt x="845422" y="90002"/>
                </a:lnTo>
                <a:lnTo>
                  <a:pt x="835169" y="90002"/>
                </a:lnTo>
                <a:moveTo>
                  <a:pt x="800237" y="57433"/>
                </a:moveTo>
                <a:cubicBezTo>
                  <a:pt x="800237" y="65752"/>
                  <a:pt x="801997" y="71970"/>
                  <a:pt x="805516" y="76089"/>
                </a:cubicBezTo>
                <a:cubicBezTo>
                  <a:pt x="809036" y="80207"/>
                  <a:pt x="813191" y="82267"/>
                  <a:pt x="817979" y="82267"/>
                </a:cubicBezTo>
                <a:cubicBezTo>
                  <a:pt x="822809" y="82267"/>
                  <a:pt x="826912" y="80299"/>
                  <a:pt x="830289" y="76365"/>
                </a:cubicBezTo>
                <a:cubicBezTo>
                  <a:pt x="833665" y="72430"/>
                  <a:pt x="835353" y="66425"/>
                  <a:pt x="835353" y="58350"/>
                </a:cubicBezTo>
                <a:cubicBezTo>
                  <a:pt x="835353" y="49461"/>
                  <a:pt x="833634" y="42937"/>
                  <a:pt x="830196" y="38777"/>
                </a:cubicBezTo>
                <a:cubicBezTo>
                  <a:pt x="826758" y="34618"/>
                  <a:pt x="822522" y="32538"/>
                  <a:pt x="817488" y="32538"/>
                </a:cubicBezTo>
                <a:cubicBezTo>
                  <a:pt x="812577" y="32538"/>
                  <a:pt x="808474" y="34537"/>
                  <a:pt x="805179" y="38534"/>
                </a:cubicBezTo>
                <a:cubicBezTo>
                  <a:pt x="801884" y="42529"/>
                  <a:pt x="800237" y="48829"/>
                  <a:pt x="800237" y="57433"/>
                </a:cubicBezTo>
                <a:close/>
                <a:moveTo>
                  <a:pt x="907354" y="69006"/>
                </a:moveTo>
                <a:lnTo>
                  <a:pt x="918773" y="70418"/>
                </a:lnTo>
                <a:cubicBezTo>
                  <a:pt x="916973" y="77089"/>
                  <a:pt x="913637" y="82267"/>
                  <a:pt x="908766" y="85950"/>
                </a:cubicBezTo>
                <a:cubicBezTo>
                  <a:pt x="903896" y="89634"/>
                  <a:pt x="897675" y="91476"/>
                  <a:pt x="890103" y="91476"/>
                </a:cubicBezTo>
                <a:cubicBezTo>
                  <a:pt x="880567" y="91476"/>
                  <a:pt x="873005" y="88539"/>
                  <a:pt x="867418" y="82666"/>
                </a:cubicBezTo>
                <a:cubicBezTo>
                  <a:pt x="861831" y="76792"/>
                  <a:pt x="859038" y="68556"/>
                  <a:pt x="859038" y="57955"/>
                </a:cubicBezTo>
                <a:cubicBezTo>
                  <a:pt x="859038" y="46986"/>
                  <a:pt x="861862" y="38473"/>
                  <a:pt x="867510" y="32416"/>
                </a:cubicBezTo>
                <a:cubicBezTo>
                  <a:pt x="873158" y="26358"/>
                  <a:pt x="880485" y="23329"/>
                  <a:pt x="889489" y="23329"/>
                </a:cubicBezTo>
                <a:cubicBezTo>
                  <a:pt x="898207" y="23329"/>
                  <a:pt x="905328" y="26292"/>
                  <a:pt x="910854" y="32218"/>
                </a:cubicBezTo>
                <a:cubicBezTo>
                  <a:pt x="916379" y="38142"/>
                  <a:pt x="919142" y="46478"/>
                  <a:pt x="919142" y="57224"/>
                </a:cubicBezTo>
                <a:cubicBezTo>
                  <a:pt x="919142" y="57878"/>
                  <a:pt x="919121" y="58858"/>
                  <a:pt x="919080" y="60165"/>
                </a:cubicBezTo>
                <a:lnTo>
                  <a:pt x="870457" y="60165"/>
                </a:lnTo>
                <a:cubicBezTo>
                  <a:pt x="870866" y="67307"/>
                  <a:pt x="872892" y="72776"/>
                  <a:pt x="876535" y="76572"/>
                </a:cubicBezTo>
                <a:cubicBezTo>
                  <a:pt x="880178" y="80369"/>
                  <a:pt x="884721" y="82267"/>
                  <a:pt x="890164" y="82267"/>
                </a:cubicBezTo>
                <a:cubicBezTo>
                  <a:pt x="894216" y="82267"/>
                  <a:pt x="897675" y="81213"/>
                  <a:pt x="900540" y="79105"/>
                </a:cubicBezTo>
                <a:cubicBezTo>
                  <a:pt x="903405" y="76996"/>
                  <a:pt x="905676" y="73629"/>
                  <a:pt x="907354" y="69006"/>
                </a:cubicBezTo>
                <a:moveTo>
                  <a:pt x="871071" y="50956"/>
                </a:moveTo>
                <a:lnTo>
                  <a:pt x="907477" y="50956"/>
                </a:lnTo>
                <a:cubicBezTo>
                  <a:pt x="906986" y="45561"/>
                  <a:pt x="905594" y="41515"/>
                  <a:pt x="903302" y="38818"/>
                </a:cubicBezTo>
                <a:cubicBezTo>
                  <a:pt x="899783" y="34631"/>
                  <a:pt x="895219" y="32538"/>
                  <a:pt x="889612" y="32538"/>
                </a:cubicBezTo>
                <a:cubicBezTo>
                  <a:pt x="884537" y="32538"/>
                  <a:pt x="880270" y="34209"/>
                  <a:pt x="876811" y="37551"/>
                </a:cubicBezTo>
                <a:cubicBezTo>
                  <a:pt x="873353" y="40892"/>
                  <a:pt x="871439" y="45360"/>
                  <a:pt x="871071" y="50956"/>
                </a:cubicBezTo>
                <a:close/>
                <a:moveTo>
                  <a:pt x="932450" y="90002"/>
                </a:moveTo>
                <a:lnTo>
                  <a:pt x="932450" y="24803"/>
                </a:lnTo>
                <a:lnTo>
                  <a:pt x="942396" y="24803"/>
                </a:lnTo>
                <a:lnTo>
                  <a:pt x="942396" y="34626"/>
                </a:lnTo>
                <a:cubicBezTo>
                  <a:pt x="944933" y="30026"/>
                  <a:pt x="947277" y="26994"/>
                  <a:pt x="949425" y="25528"/>
                </a:cubicBezTo>
                <a:cubicBezTo>
                  <a:pt x="951574" y="24062"/>
                  <a:pt x="953938" y="23329"/>
                  <a:pt x="956516" y="23329"/>
                </a:cubicBezTo>
                <a:cubicBezTo>
                  <a:pt x="960241" y="23329"/>
                  <a:pt x="964027" y="24511"/>
                  <a:pt x="967874" y="26875"/>
                </a:cubicBezTo>
                <a:lnTo>
                  <a:pt x="964068" y="37081"/>
                </a:lnTo>
                <a:cubicBezTo>
                  <a:pt x="961366" y="35485"/>
                  <a:pt x="958665" y="34687"/>
                  <a:pt x="955964" y="34687"/>
                </a:cubicBezTo>
                <a:cubicBezTo>
                  <a:pt x="953549" y="34687"/>
                  <a:pt x="951380" y="35415"/>
                  <a:pt x="949456" y="36870"/>
                </a:cubicBezTo>
                <a:cubicBezTo>
                  <a:pt x="947532" y="38325"/>
                  <a:pt x="946161" y="40342"/>
                  <a:pt x="945343" y="42923"/>
                </a:cubicBezTo>
                <a:cubicBezTo>
                  <a:pt x="944115" y="46856"/>
                  <a:pt x="943501" y="51158"/>
                  <a:pt x="943501" y="55829"/>
                </a:cubicBezTo>
                <a:lnTo>
                  <a:pt x="943501" y="90002"/>
                </a:lnTo>
                <a:lnTo>
                  <a:pt x="932450" y="90002"/>
                </a:lnTo>
                <a:close/>
                <a:moveTo>
                  <a:pt x="977554" y="37450"/>
                </a:moveTo>
                <a:lnTo>
                  <a:pt x="977554" y="24803"/>
                </a:lnTo>
                <a:lnTo>
                  <a:pt x="990139" y="24803"/>
                </a:lnTo>
                <a:lnTo>
                  <a:pt x="990139" y="37450"/>
                </a:lnTo>
                <a:lnTo>
                  <a:pt x="977554" y="37450"/>
                </a:lnTo>
                <a:moveTo>
                  <a:pt x="977554" y="90002"/>
                </a:moveTo>
                <a:lnTo>
                  <a:pt x="977554" y="77355"/>
                </a:lnTo>
                <a:lnTo>
                  <a:pt x="990139" y="77355"/>
                </a:lnTo>
                <a:lnTo>
                  <a:pt x="990139" y="90002"/>
                </a:lnTo>
                <a:lnTo>
                  <a:pt x="977554" y="9000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9" name="Text ReasoningSpecification:">
            <a:extLst xmlns:a="http://schemas.openxmlformats.org/drawingml/2006/main">
              <a:ext uri="{FF2B5EF4-FFF2-40B4-BE49-F238E27FC236}">
                <a16:creationId xmlns:a16="http://schemas.microsoft.com/office/drawing/2014/main" id="{3A0A8957-E8AE-45CB-9B29-D3C963D2C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32039" y="1944077"/>
            <a:ext cx="1362195" cy="118120"/>
          </a:xfrm>
          <a:custGeom xmlns:a="http://schemas.openxmlformats.org/drawingml/2006/main">
            <a:pathLst>
              <a:path w="1362195" h="118120">
                <a:moveTo>
                  <a:pt x="0" y="91598"/>
                </a:moveTo>
                <a:lnTo>
                  <a:pt x="0" y="1596"/>
                </a:lnTo>
                <a:lnTo>
                  <a:pt x="39905" y="1596"/>
                </a:lnTo>
                <a:cubicBezTo>
                  <a:pt x="47927" y="1596"/>
                  <a:pt x="54026" y="2404"/>
                  <a:pt x="58201" y="4019"/>
                </a:cubicBezTo>
                <a:cubicBezTo>
                  <a:pt x="62375" y="5633"/>
                  <a:pt x="65711" y="8484"/>
                  <a:pt x="68208" y="12572"/>
                </a:cubicBezTo>
                <a:cubicBezTo>
                  <a:pt x="70704" y="16660"/>
                  <a:pt x="71953" y="21177"/>
                  <a:pt x="71953" y="26123"/>
                </a:cubicBezTo>
                <a:cubicBezTo>
                  <a:pt x="71953" y="32500"/>
                  <a:pt x="69886" y="37876"/>
                  <a:pt x="65752" y="42250"/>
                </a:cubicBezTo>
                <a:cubicBezTo>
                  <a:pt x="61618" y="46623"/>
                  <a:pt x="55233" y="49402"/>
                  <a:pt x="46597" y="50588"/>
                </a:cubicBezTo>
                <a:cubicBezTo>
                  <a:pt x="49749" y="52105"/>
                  <a:pt x="52143" y="53601"/>
                  <a:pt x="53780" y="55077"/>
                </a:cubicBezTo>
                <a:cubicBezTo>
                  <a:pt x="57259" y="58273"/>
                  <a:pt x="60554" y="62270"/>
                  <a:pt x="63665" y="67066"/>
                </a:cubicBezTo>
                <a:lnTo>
                  <a:pt x="79320" y="91598"/>
                </a:lnTo>
                <a:lnTo>
                  <a:pt x="64340" y="91598"/>
                </a:lnTo>
                <a:lnTo>
                  <a:pt x="52430" y="72845"/>
                </a:lnTo>
                <a:cubicBezTo>
                  <a:pt x="48951" y="67434"/>
                  <a:pt x="46086" y="63295"/>
                  <a:pt x="43835" y="60426"/>
                </a:cubicBezTo>
                <a:cubicBezTo>
                  <a:pt x="41584" y="57556"/>
                  <a:pt x="39568" y="55547"/>
                  <a:pt x="37787" y="54400"/>
                </a:cubicBezTo>
                <a:cubicBezTo>
                  <a:pt x="36007" y="53251"/>
                  <a:pt x="34196" y="52451"/>
                  <a:pt x="32354" y="52000"/>
                </a:cubicBezTo>
                <a:cubicBezTo>
                  <a:pt x="31003" y="51713"/>
                  <a:pt x="28793" y="51570"/>
                  <a:pt x="25724" y="51570"/>
                </a:cubicBezTo>
                <a:lnTo>
                  <a:pt x="11910" y="51570"/>
                </a:lnTo>
                <a:lnTo>
                  <a:pt x="11910" y="91598"/>
                </a:lnTo>
                <a:lnTo>
                  <a:pt x="0" y="91598"/>
                </a:lnTo>
                <a:moveTo>
                  <a:pt x="11910" y="41256"/>
                </a:moveTo>
                <a:lnTo>
                  <a:pt x="37511" y="41256"/>
                </a:lnTo>
                <a:cubicBezTo>
                  <a:pt x="42955" y="41256"/>
                  <a:pt x="47211" y="40695"/>
                  <a:pt x="50281" y="39572"/>
                </a:cubicBezTo>
                <a:cubicBezTo>
                  <a:pt x="53351" y="38449"/>
                  <a:pt x="55683" y="36652"/>
                  <a:pt x="57280" y="34181"/>
                </a:cubicBezTo>
                <a:cubicBezTo>
                  <a:pt x="58876" y="31709"/>
                  <a:pt x="59674" y="29024"/>
                  <a:pt x="59674" y="26123"/>
                </a:cubicBezTo>
                <a:cubicBezTo>
                  <a:pt x="59674" y="21875"/>
                  <a:pt x="58129" y="18383"/>
                  <a:pt x="55039" y="15648"/>
                </a:cubicBezTo>
                <a:cubicBezTo>
                  <a:pt x="51949" y="12910"/>
                  <a:pt x="47068" y="11542"/>
                  <a:pt x="40397" y="11542"/>
                </a:cubicBezTo>
                <a:lnTo>
                  <a:pt x="11910" y="11542"/>
                </a:lnTo>
                <a:lnTo>
                  <a:pt x="11910" y="41256"/>
                </a:lnTo>
                <a:close/>
                <a:moveTo>
                  <a:pt x="133844" y="70602"/>
                </a:moveTo>
                <a:lnTo>
                  <a:pt x="145263" y="72014"/>
                </a:lnTo>
                <a:cubicBezTo>
                  <a:pt x="143462" y="78685"/>
                  <a:pt x="140126" y="83863"/>
                  <a:pt x="135256" y="87546"/>
                </a:cubicBezTo>
                <a:cubicBezTo>
                  <a:pt x="130385" y="91230"/>
                  <a:pt x="124164" y="93072"/>
                  <a:pt x="116592" y="93072"/>
                </a:cubicBezTo>
                <a:cubicBezTo>
                  <a:pt x="107056" y="93072"/>
                  <a:pt x="99494" y="90135"/>
                  <a:pt x="93908" y="84262"/>
                </a:cubicBezTo>
                <a:cubicBezTo>
                  <a:pt x="88321" y="78389"/>
                  <a:pt x="85528" y="70152"/>
                  <a:pt x="85528" y="59551"/>
                </a:cubicBezTo>
                <a:cubicBezTo>
                  <a:pt x="85528" y="48582"/>
                  <a:pt x="88352" y="40069"/>
                  <a:pt x="94000" y="34012"/>
                </a:cubicBezTo>
                <a:cubicBezTo>
                  <a:pt x="99648" y="27954"/>
                  <a:pt x="106974" y="24926"/>
                  <a:pt x="115978" y="24926"/>
                </a:cubicBezTo>
                <a:cubicBezTo>
                  <a:pt x="124696" y="24926"/>
                  <a:pt x="131818" y="27888"/>
                  <a:pt x="137343" y="33814"/>
                </a:cubicBezTo>
                <a:cubicBezTo>
                  <a:pt x="142869" y="39739"/>
                  <a:pt x="145631" y="48074"/>
                  <a:pt x="145631" y="58820"/>
                </a:cubicBezTo>
                <a:cubicBezTo>
                  <a:pt x="145631" y="59474"/>
                  <a:pt x="145611" y="60454"/>
                  <a:pt x="145570" y="61761"/>
                </a:cubicBezTo>
                <a:lnTo>
                  <a:pt x="96947" y="61761"/>
                </a:lnTo>
                <a:cubicBezTo>
                  <a:pt x="97356" y="68903"/>
                  <a:pt x="99382" y="74372"/>
                  <a:pt x="103025" y="78169"/>
                </a:cubicBezTo>
                <a:cubicBezTo>
                  <a:pt x="106667" y="81965"/>
                  <a:pt x="111210" y="83863"/>
                  <a:pt x="116654" y="83863"/>
                </a:cubicBezTo>
                <a:cubicBezTo>
                  <a:pt x="120706" y="83863"/>
                  <a:pt x="124164" y="82809"/>
                  <a:pt x="127029" y="80701"/>
                </a:cubicBezTo>
                <a:cubicBezTo>
                  <a:pt x="129894" y="78592"/>
                  <a:pt x="132166" y="75226"/>
                  <a:pt x="133844" y="70602"/>
                </a:cubicBezTo>
                <a:moveTo>
                  <a:pt x="97561" y="52552"/>
                </a:moveTo>
                <a:lnTo>
                  <a:pt x="133967" y="52552"/>
                </a:lnTo>
                <a:cubicBezTo>
                  <a:pt x="133475" y="47157"/>
                  <a:pt x="132084" y="43111"/>
                  <a:pt x="129792" y="40414"/>
                </a:cubicBezTo>
                <a:cubicBezTo>
                  <a:pt x="126272" y="36228"/>
                  <a:pt x="121708" y="34135"/>
                  <a:pt x="116101" y="34135"/>
                </a:cubicBezTo>
                <a:cubicBezTo>
                  <a:pt x="111026" y="34135"/>
                  <a:pt x="106759" y="35806"/>
                  <a:pt x="103301" y="39148"/>
                </a:cubicBezTo>
                <a:cubicBezTo>
                  <a:pt x="99842" y="42488"/>
                  <a:pt x="97929" y="46957"/>
                  <a:pt x="97561" y="52552"/>
                </a:cubicBezTo>
                <a:close/>
                <a:moveTo>
                  <a:pt x="201609" y="83548"/>
                </a:moveTo>
                <a:cubicBezTo>
                  <a:pt x="197516" y="87030"/>
                  <a:pt x="193576" y="89487"/>
                  <a:pt x="189790" y="90921"/>
                </a:cubicBezTo>
                <a:cubicBezTo>
                  <a:pt x="186005" y="92355"/>
                  <a:pt x="181942" y="93072"/>
                  <a:pt x="177604" y="93072"/>
                </a:cubicBezTo>
                <a:cubicBezTo>
                  <a:pt x="170441" y="93072"/>
                  <a:pt x="164937" y="91321"/>
                  <a:pt x="161089" y="87819"/>
                </a:cubicBezTo>
                <a:cubicBezTo>
                  <a:pt x="157242" y="84317"/>
                  <a:pt x="155318" y="79842"/>
                  <a:pt x="155318" y="74395"/>
                </a:cubicBezTo>
                <a:cubicBezTo>
                  <a:pt x="155318" y="71201"/>
                  <a:pt x="156045" y="68284"/>
                  <a:pt x="157498" y="65643"/>
                </a:cubicBezTo>
                <a:cubicBezTo>
                  <a:pt x="158951" y="63000"/>
                  <a:pt x="160854" y="60880"/>
                  <a:pt x="163207" y="59283"/>
                </a:cubicBezTo>
                <a:cubicBezTo>
                  <a:pt x="165561" y="57685"/>
                  <a:pt x="168211" y="56477"/>
                  <a:pt x="171158" y="55659"/>
                </a:cubicBezTo>
                <a:cubicBezTo>
                  <a:pt x="173327" y="55084"/>
                  <a:pt x="176601" y="54531"/>
                  <a:pt x="180981" y="53999"/>
                </a:cubicBezTo>
                <a:cubicBezTo>
                  <a:pt x="189903" y="52943"/>
                  <a:pt x="196472" y="51683"/>
                  <a:pt x="200688" y="50219"/>
                </a:cubicBezTo>
                <a:cubicBezTo>
                  <a:pt x="200729" y="48712"/>
                  <a:pt x="200749" y="47754"/>
                  <a:pt x="200749" y="47346"/>
                </a:cubicBezTo>
                <a:cubicBezTo>
                  <a:pt x="200749" y="42860"/>
                  <a:pt x="199705" y="39700"/>
                  <a:pt x="197618" y="37866"/>
                </a:cubicBezTo>
                <a:cubicBezTo>
                  <a:pt x="194794" y="35378"/>
                  <a:pt x="190599" y="34135"/>
                  <a:pt x="185033" y="34135"/>
                </a:cubicBezTo>
                <a:cubicBezTo>
                  <a:pt x="179835" y="34135"/>
                  <a:pt x="175998" y="35045"/>
                  <a:pt x="173521" y="36866"/>
                </a:cubicBezTo>
                <a:cubicBezTo>
                  <a:pt x="171045" y="38688"/>
                  <a:pt x="169214" y="41911"/>
                  <a:pt x="168027" y="46536"/>
                </a:cubicBezTo>
                <a:lnTo>
                  <a:pt x="157222" y="45062"/>
                </a:lnTo>
                <a:cubicBezTo>
                  <a:pt x="158204" y="40423"/>
                  <a:pt x="159820" y="36677"/>
                  <a:pt x="162072" y="33824"/>
                </a:cubicBezTo>
                <a:cubicBezTo>
                  <a:pt x="164323" y="30970"/>
                  <a:pt x="167576" y="28774"/>
                  <a:pt x="171833" y="27235"/>
                </a:cubicBezTo>
                <a:cubicBezTo>
                  <a:pt x="176090" y="25696"/>
                  <a:pt x="181022" y="24926"/>
                  <a:pt x="186629" y="24926"/>
                </a:cubicBezTo>
                <a:cubicBezTo>
                  <a:pt x="192195" y="24926"/>
                  <a:pt x="196718" y="25580"/>
                  <a:pt x="200197" y="26890"/>
                </a:cubicBezTo>
                <a:cubicBezTo>
                  <a:pt x="203676" y="28200"/>
                  <a:pt x="206234" y="29847"/>
                  <a:pt x="207871" y="31832"/>
                </a:cubicBezTo>
                <a:cubicBezTo>
                  <a:pt x="209508" y="33817"/>
                  <a:pt x="210654" y="36324"/>
                  <a:pt x="211309" y="39353"/>
                </a:cubicBezTo>
                <a:cubicBezTo>
                  <a:pt x="211677" y="41236"/>
                  <a:pt x="211861" y="44633"/>
                  <a:pt x="211861" y="49544"/>
                </a:cubicBezTo>
                <a:lnTo>
                  <a:pt x="211861" y="64278"/>
                </a:lnTo>
                <a:cubicBezTo>
                  <a:pt x="211861" y="74552"/>
                  <a:pt x="212097" y="81049"/>
                  <a:pt x="212567" y="83771"/>
                </a:cubicBezTo>
                <a:cubicBezTo>
                  <a:pt x="213038" y="86492"/>
                  <a:pt x="213969" y="89102"/>
                  <a:pt x="215361" y="91598"/>
                </a:cubicBezTo>
                <a:lnTo>
                  <a:pt x="203819" y="91598"/>
                </a:lnTo>
                <a:cubicBezTo>
                  <a:pt x="202673" y="89304"/>
                  <a:pt x="201936" y="86620"/>
                  <a:pt x="201609" y="83548"/>
                </a:cubicBezTo>
                <a:moveTo>
                  <a:pt x="200688" y="58814"/>
                </a:moveTo>
                <a:cubicBezTo>
                  <a:pt x="196677" y="60466"/>
                  <a:pt x="190660" y="61869"/>
                  <a:pt x="182638" y="63024"/>
                </a:cubicBezTo>
                <a:cubicBezTo>
                  <a:pt x="178095" y="63681"/>
                  <a:pt x="174882" y="64421"/>
                  <a:pt x="173000" y="65243"/>
                </a:cubicBezTo>
                <a:cubicBezTo>
                  <a:pt x="171117" y="66065"/>
                  <a:pt x="169664" y="67267"/>
                  <a:pt x="168641" y="68850"/>
                </a:cubicBezTo>
                <a:cubicBezTo>
                  <a:pt x="167617" y="70432"/>
                  <a:pt x="167106" y="72189"/>
                  <a:pt x="167106" y="74121"/>
                </a:cubicBezTo>
                <a:cubicBezTo>
                  <a:pt x="167106" y="77079"/>
                  <a:pt x="168221" y="79545"/>
                  <a:pt x="170452" y="81518"/>
                </a:cubicBezTo>
                <a:cubicBezTo>
                  <a:pt x="172682" y="83491"/>
                  <a:pt x="175946" y="84477"/>
                  <a:pt x="180244" y="84477"/>
                </a:cubicBezTo>
                <a:cubicBezTo>
                  <a:pt x="184500" y="84477"/>
                  <a:pt x="188286" y="83541"/>
                  <a:pt x="191602" y="81670"/>
                </a:cubicBezTo>
                <a:cubicBezTo>
                  <a:pt x="194917" y="79799"/>
                  <a:pt x="197352" y="77239"/>
                  <a:pt x="198907" y="73990"/>
                </a:cubicBezTo>
                <a:cubicBezTo>
                  <a:pt x="200094" y="71481"/>
                  <a:pt x="200688" y="67779"/>
                  <a:pt x="200688" y="62886"/>
                </a:cubicBezTo>
                <a:lnTo>
                  <a:pt x="200688" y="58814"/>
                </a:lnTo>
                <a:close/>
                <a:moveTo>
                  <a:pt x="224494" y="72075"/>
                </a:moveTo>
                <a:lnTo>
                  <a:pt x="235422" y="70356"/>
                </a:lnTo>
                <a:cubicBezTo>
                  <a:pt x="236036" y="74717"/>
                  <a:pt x="237745" y="78058"/>
                  <a:pt x="240549" y="80381"/>
                </a:cubicBezTo>
                <a:cubicBezTo>
                  <a:pt x="243352" y="82702"/>
                  <a:pt x="247271" y="83863"/>
                  <a:pt x="252305" y="83863"/>
                </a:cubicBezTo>
                <a:cubicBezTo>
                  <a:pt x="257380" y="83863"/>
                  <a:pt x="261146" y="82838"/>
                  <a:pt x="263602" y="80787"/>
                </a:cubicBezTo>
                <a:cubicBezTo>
                  <a:pt x="266057" y="78736"/>
                  <a:pt x="267285" y="76330"/>
                  <a:pt x="267285" y="73570"/>
                </a:cubicBezTo>
                <a:cubicBezTo>
                  <a:pt x="267285" y="71092"/>
                  <a:pt x="266201" y="69143"/>
                  <a:pt x="264031" y="67722"/>
                </a:cubicBezTo>
                <a:cubicBezTo>
                  <a:pt x="262517" y="66748"/>
                  <a:pt x="258752" y="65509"/>
                  <a:pt x="252735" y="64006"/>
                </a:cubicBezTo>
                <a:cubicBezTo>
                  <a:pt x="244631" y="61958"/>
                  <a:pt x="239014" y="60187"/>
                  <a:pt x="235883" y="58692"/>
                </a:cubicBezTo>
                <a:cubicBezTo>
                  <a:pt x="232752" y="57197"/>
                  <a:pt x="230378" y="55128"/>
                  <a:pt x="228761" y="52485"/>
                </a:cubicBezTo>
                <a:cubicBezTo>
                  <a:pt x="227144" y="49843"/>
                  <a:pt x="226336" y="46924"/>
                  <a:pt x="226336" y="43729"/>
                </a:cubicBezTo>
                <a:cubicBezTo>
                  <a:pt x="226336" y="40821"/>
                  <a:pt x="227001" y="38127"/>
                  <a:pt x="228331" y="35648"/>
                </a:cubicBezTo>
                <a:cubicBezTo>
                  <a:pt x="229662" y="33169"/>
                  <a:pt x="231473" y="31111"/>
                  <a:pt x="233765" y="29472"/>
                </a:cubicBezTo>
                <a:cubicBezTo>
                  <a:pt x="235484" y="28202"/>
                  <a:pt x="237827" y="27127"/>
                  <a:pt x="240794" y="26247"/>
                </a:cubicBezTo>
                <a:cubicBezTo>
                  <a:pt x="243761" y="25366"/>
                  <a:pt x="246944" y="24926"/>
                  <a:pt x="250341" y="24926"/>
                </a:cubicBezTo>
                <a:cubicBezTo>
                  <a:pt x="255457" y="24926"/>
                  <a:pt x="259949" y="25667"/>
                  <a:pt x="263817" y="27151"/>
                </a:cubicBezTo>
                <a:cubicBezTo>
                  <a:pt x="267684" y="28633"/>
                  <a:pt x="270539" y="30642"/>
                  <a:pt x="272381" y="33177"/>
                </a:cubicBezTo>
                <a:cubicBezTo>
                  <a:pt x="274223" y="35711"/>
                  <a:pt x="275491" y="39100"/>
                  <a:pt x="276187" y="43343"/>
                </a:cubicBezTo>
                <a:lnTo>
                  <a:pt x="265382" y="44817"/>
                </a:lnTo>
                <a:cubicBezTo>
                  <a:pt x="264891" y="41461"/>
                  <a:pt x="263469" y="38841"/>
                  <a:pt x="261115" y="36959"/>
                </a:cubicBezTo>
                <a:cubicBezTo>
                  <a:pt x="258762" y="35076"/>
                  <a:pt x="255436" y="34135"/>
                  <a:pt x="251139" y="34135"/>
                </a:cubicBezTo>
                <a:cubicBezTo>
                  <a:pt x="246064" y="34135"/>
                  <a:pt x="242442" y="34970"/>
                  <a:pt x="240272" y="36640"/>
                </a:cubicBezTo>
                <a:cubicBezTo>
                  <a:pt x="238103" y="38309"/>
                  <a:pt x="237018" y="40264"/>
                  <a:pt x="237018" y="42505"/>
                </a:cubicBezTo>
                <a:cubicBezTo>
                  <a:pt x="237018" y="43930"/>
                  <a:pt x="237469" y="45213"/>
                  <a:pt x="238369" y="46354"/>
                </a:cubicBezTo>
                <a:cubicBezTo>
                  <a:pt x="239270" y="47534"/>
                  <a:pt x="240682" y="48511"/>
                  <a:pt x="242605" y="49285"/>
                </a:cubicBezTo>
                <a:cubicBezTo>
                  <a:pt x="243710" y="49693"/>
                  <a:pt x="246964" y="50630"/>
                  <a:pt x="252367" y="52096"/>
                </a:cubicBezTo>
                <a:cubicBezTo>
                  <a:pt x="260184" y="54182"/>
                  <a:pt x="265638" y="55889"/>
                  <a:pt x="268728" y="57218"/>
                </a:cubicBezTo>
                <a:cubicBezTo>
                  <a:pt x="271818" y="58547"/>
                  <a:pt x="274243" y="60480"/>
                  <a:pt x="276003" y="63016"/>
                </a:cubicBezTo>
                <a:cubicBezTo>
                  <a:pt x="277763" y="65551"/>
                  <a:pt x="278643" y="68699"/>
                  <a:pt x="278643" y="72461"/>
                </a:cubicBezTo>
                <a:cubicBezTo>
                  <a:pt x="278643" y="76142"/>
                  <a:pt x="277569" y="79608"/>
                  <a:pt x="275420" y="82859"/>
                </a:cubicBezTo>
                <a:cubicBezTo>
                  <a:pt x="273271" y="86109"/>
                  <a:pt x="270171" y="88624"/>
                  <a:pt x="266119" y="90403"/>
                </a:cubicBezTo>
                <a:cubicBezTo>
                  <a:pt x="262067" y="92182"/>
                  <a:pt x="257483" y="93072"/>
                  <a:pt x="252367" y="93072"/>
                </a:cubicBezTo>
                <a:cubicBezTo>
                  <a:pt x="243894" y="93072"/>
                  <a:pt x="237438" y="91307"/>
                  <a:pt x="232997" y="87777"/>
                </a:cubicBezTo>
                <a:cubicBezTo>
                  <a:pt x="228556" y="84247"/>
                  <a:pt x="225722" y="79013"/>
                  <a:pt x="224494" y="72075"/>
                </a:cubicBezTo>
                <a:close/>
                <a:moveTo>
                  <a:pt x="287667" y="58999"/>
                </a:moveTo>
                <a:cubicBezTo>
                  <a:pt x="287667" y="46925"/>
                  <a:pt x="291023" y="37982"/>
                  <a:pt x="297736" y="32170"/>
                </a:cubicBezTo>
                <a:cubicBezTo>
                  <a:pt x="303343" y="27340"/>
                  <a:pt x="310178" y="24926"/>
                  <a:pt x="318241" y="24926"/>
                </a:cubicBezTo>
                <a:cubicBezTo>
                  <a:pt x="327204" y="24926"/>
                  <a:pt x="334530" y="27862"/>
                  <a:pt x="340220" y="33735"/>
                </a:cubicBezTo>
                <a:cubicBezTo>
                  <a:pt x="345909" y="39609"/>
                  <a:pt x="348753" y="47723"/>
                  <a:pt x="348753" y="58078"/>
                </a:cubicBezTo>
                <a:cubicBezTo>
                  <a:pt x="348753" y="66468"/>
                  <a:pt x="347495" y="73068"/>
                  <a:pt x="344977" y="77877"/>
                </a:cubicBezTo>
                <a:cubicBezTo>
                  <a:pt x="342460" y="82686"/>
                  <a:pt x="338797" y="86421"/>
                  <a:pt x="333988" y="89081"/>
                </a:cubicBezTo>
                <a:cubicBezTo>
                  <a:pt x="329179" y="91742"/>
                  <a:pt x="323930" y="93072"/>
                  <a:pt x="318241" y="93072"/>
                </a:cubicBezTo>
                <a:cubicBezTo>
                  <a:pt x="309114" y="93072"/>
                  <a:pt x="301736" y="90145"/>
                  <a:pt x="296109" y="84293"/>
                </a:cubicBezTo>
                <a:cubicBezTo>
                  <a:pt x="290481" y="78440"/>
                  <a:pt x="287667" y="70008"/>
                  <a:pt x="287667" y="58999"/>
                </a:cubicBezTo>
                <a:moveTo>
                  <a:pt x="299025" y="58968"/>
                </a:moveTo>
                <a:cubicBezTo>
                  <a:pt x="299025" y="67287"/>
                  <a:pt x="300846" y="73516"/>
                  <a:pt x="304489" y="77654"/>
                </a:cubicBezTo>
                <a:cubicBezTo>
                  <a:pt x="308131" y="81793"/>
                  <a:pt x="312715" y="83863"/>
                  <a:pt x="318241" y="83863"/>
                </a:cubicBezTo>
                <a:cubicBezTo>
                  <a:pt x="323725" y="83863"/>
                  <a:pt x="328289" y="81783"/>
                  <a:pt x="331931" y="77624"/>
                </a:cubicBezTo>
                <a:cubicBezTo>
                  <a:pt x="335574" y="73464"/>
                  <a:pt x="337395" y="67124"/>
                  <a:pt x="337395" y="58602"/>
                </a:cubicBezTo>
                <a:cubicBezTo>
                  <a:pt x="337395" y="50568"/>
                  <a:pt x="335564" y="44482"/>
                  <a:pt x="331901" y="40343"/>
                </a:cubicBezTo>
                <a:cubicBezTo>
                  <a:pt x="328238" y="36204"/>
                  <a:pt x="323684" y="34135"/>
                  <a:pt x="318241" y="34135"/>
                </a:cubicBezTo>
                <a:cubicBezTo>
                  <a:pt x="312715" y="34135"/>
                  <a:pt x="308131" y="36194"/>
                  <a:pt x="304489" y="40312"/>
                </a:cubicBezTo>
                <a:cubicBezTo>
                  <a:pt x="300846" y="44431"/>
                  <a:pt x="299025" y="50649"/>
                  <a:pt x="299025" y="58968"/>
                </a:cubicBezTo>
                <a:close/>
                <a:moveTo>
                  <a:pt x="361633" y="91598"/>
                </a:moveTo>
                <a:lnTo>
                  <a:pt x="361633" y="26399"/>
                </a:lnTo>
                <a:lnTo>
                  <a:pt x="371579" y="26399"/>
                </a:lnTo>
                <a:lnTo>
                  <a:pt x="371579" y="35608"/>
                </a:lnTo>
                <a:cubicBezTo>
                  <a:pt x="376367" y="28486"/>
                  <a:pt x="383284" y="24926"/>
                  <a:pt x="392329" y="24926"/>
                </a:cubicBezTo>
                <a:cubicBezTo>
                  <a:pt x="396259" y="24926"/>
                  <a:pt x="399870" y="25632"/>
                  <a:pt x="403165" y="27044"/>
                </a:cubicBezTo>
                <a:cubicBezTo>
                  <a:pt x="406460" y="28456"/>
                  <a:pt x="408926" y="30308"/>
                  <a:pt x="410563" y="32600"/>
                </a:cubicBezTo>
                <a:cubicBezTo>
                  <a:pt x="412200" y="34892"/>
                  <a:pt x="413346" y="37613"/>
                  <a:pt x="414001" y="40765"/>
                </a:cubicBezTo>
                <a:cubicBezTo>
                  <a:pt x="414410" y="42811"/>
                  <a:pt x="414615" y="46393"/>
                  <a:pt x="414615" y="51509"/>
                </a:cubicBezTo>
                <a:lnTo>
                  <a:pt x="414615" y="91598"/>
                </a:lnTo>
                <a:lnTo>
                  <a:pt x="403564" y="91598"/>
                </a:lnTo>
                <a:lnTo>
                  <a:pt x="403564" y="51896"/>
                </a:lnTo>
                <a:cubicBezTo>
                  <a:pt x="403564" y="47389"/>
                  <a:pt x="403135" y="44019"/>
                  <a:pt x="402275" y="41786"/>
                </a:cubicBezTo>
                <a:cubicBezTo>
                  <a:pt x="401416" y="39552"/>
                  <a:pt x="399891" y="37770"/>
                  <a:pt x="397701" y="36439"/>
                </a:cubicBezTo>
                <a:cubicBezTo>
                  <a:pt x="395512" y="35107"/>
                  <a:pt x="392943" y="34441"/>
                  <a:pt x="389996" y="34441"/>
                </a:cubicBezTo>
                <a:cubicBezTo>
                  <a:pt x="385290" y="34441"/>
                  <a:pt x="381227" y="35937"/>
                  <a:pt x="377810" y="38929"/>
                </a:cubicBezTo>
                <a:cubicBezTo>
                  <a:pt x="374392" y="41919"/>
                  <a:pt x="372684" y="47594"/>
                  <a:pt x="372684" y="55952"/>
                </a:cubicBezTo>
                <a:lnTo>
                  <a:pt x="372684" y="91598"/>
                </a:lnTo>
                <a:lnTo>
                  <a:pt x="361633" y="91598"/>
                </a:lnTo>
                <a:close/>
                <a:moveTo>
                  <a:pt x="431545" y="14366"/>
                </a:moveTo>
                <a:lnTo>
                  <a:pt x="431545" y="1596"/>
                </a:lnTo>
                <a:lnTo>
                  <a:pt x="442596" y="1596"/>
                </a:lnTo>
                <a:lnTo>
                  <a:pt x="442596" y="14366"/>
                </a:lnTo>
                <a:lnTo>
                  <a:pt x="431545" y="14366"/>
                </a:lnTo>
                <a:moveTo>
                  <a:pt x="431545" y="91598"/>
                </a:moveTo>
                <a:lnTo>
                  <a:pt x="431545" y="26399"/>
                </a:lnTo>
                <a:lnTo>
                  <a:pt x="442596" y="26399"/>
                </a:lnTo>
                <a:lnTo>
                  <a:pt x="442596" y="91598"/>
                </a:lnTo>
                <a:lnTo>
                  <a:pt x="431545" y="91598"/>
                </a:lnTo>
                <a:close/>
                <a:moveTo>
                  <a:pt x="459425" y="91598"/>
                </a:moveTo>
                <a:lnTo>
                  <a:pt x="459425" y="26399"/>
                </a:lnTo>
                <a:lnTo>
                  <a:pt x="469371" y="26399"/>
                </a:lnTo>
                <a:lnTo>
                  <a:pt x="469371" y="35608"/>
                </a:lnTo>
                <a:cubicBezTo>
                  <a:pt x="474159" y="28486"/>
                  <a:pt x="481076" y="24926"/>
                  <a:pt x="490122" y="24926"/>
                </a:cubicBezTo>
                <a:cubicBezTo>
                  <a:pt x="494051" y="24926"/>
                  <a:pt x="497663" y="25632"/>
                  <a:pt x="500957" y="27044"/>
                </a:cubicBezTo>
                <a:cubicBezTo>
                  <a:pt x="504252" y="28456"/>
                  <a:pt x="506718" y="30308"/>
                  <a:pt x="508355" y="32600"/>
                </a:cubicBezTo>
                <a:cubicBezTo>
                  <a:pt x="509992" y="34892"/>
                  <a:pt x="511138" y="37613"/>
                  <a:pt x="511793" y="40765"/>
                </a:cubicBezTo>
                <a:cubicBezTo>
                  <a:pt x="512203" y="42811"/>
                  <a:pt x="512407" y="46393"/>
                  <a:pt x="512407" y="51509"/>
                </a:cubicBezTo>
                <a:lnTo>
                  <a:pt x="512407" y="91598"/>
                </a:lnTo>
                <a:lnTo>
                  <a:pt x="501357" y="91598"/>
                </a:lnTo>
                <a:lnTo>
                  <a:pt x="501357" y="51896"/>
                </a:lnTo>
                <a:cubicBezTo>
                  <a:pt x="501357" y="47389"/>
                  <a:pt x="500927" y="44019"/>
                  <a:pt x="500067" y="41786"/>
                </a:cubicBezTo>
                <a:cubicBezTo>
                  <a:pt x="499208" y="39552"/>
                  <a:pt x="497683" y="37770"/>
                  <a:pt x="495494" y="36439"/>
                </a:cubicBezTo>
                <a:cubicBezTo>
                  <a:pt x="493304" y="35107"/>
                  <a:pt x="490736" y="34441"/>
                  <a:pt x="487789" y="34441"/>
                </a:cubicBezTo>
                <a:cubicBezTo>
                  <a:pt x="483082" y="34441"/>
                  <a:pt x="479020" y="35937"/>
                  <a:pt x="475602" y="38929"/>
                </a:cubicBezTo>
                <a:cubicBezTo>
                  <a:pt x="472185" y="41919"/>
                  <a:pt x="470476" y="47594"/>
                  <a:pt x="470476" y="55952"/>
                </a:cubicBezTo>
                <a:lnTo>
                  <a:pt x="470476" y="91598"/>
                </a:lnTo>
                <a:lnTo>
                  <a:pt x="459425" y="91598"/>
                </a:lnTo>
                <a:close/>
                <a:moveTo>
                  <a:pt x="527250" y="97001"/>
                </a:moveTo>
                <a:lnTo>
                  <a:pt x="537994" y="98597"/>
                </a:lnTo>
                <a:cubicBezTo>
                  <a:pt x="538444" y="101912"/>
                  <a:pt x="539692" y="104327"/>
                  <a:pt x="541739" y="105842"/>
                </a:cubicBezTo>
                <a:cubicBezTo>
                  <a:pt x="544481" y="107888"/>
                  <a:pt x="548226" y="108911"/>
                  <a:pt x="552974" y="108911"/>
                </a:cubicBezTo>
                <a:cubicBezTo>
                  <a:pt x="558090" y="108911"/>
                  <a:pt x="562039" y="107885"/>
                  <a:pt x="564822" y="105834"/>
                </a:cubicBezTo>
                <a:cubicBezTo>
                  <a:pt x="567606" y="103784"/>
                  <a:pt x="569488" y="100912"/>
                  <a:pt x="570471" y="97220"/>
                </a:cubicBezTo>
                <a:cubicBezTo>
                  <a:pt x="571044" y="94965"/>
                  <a:pt x="571310" y="90227"/>
                  <a:pt x="571269" y="83007"/>
                </a:cubicBezTo>
                <a:cubicBezTo>
                  <a:pt x="566439" y="88735"/>
                  <a:pt x="560423" y="91598"/>
                  <a:pt x="553219" y="91598"/>
                </a:cubicBezTo>
                <a:cubicBezTo>
                  <a:pt x="544256" y="91598"/>
                  <a:pt x="537318" y="88365"/>
                  <a:pt x="532407" y="81898"/>
                </a:cubicBezTo>
                <a:cubicBezTo>
                  <a:pt x="527495" y="75432"/>
                  <a:pt x="525040" y="67676"/>
                  <a:pt x="525040" y="58630"/>
                </a:cubicBezTo>
                <a:cubicBezTo>
                  <a:pt x="525040" y="52409"/>
                  <a:pt x="526165" y="46669"/>
                  <a:pt x="528416" y="41410"/>
                </a:cubicBezTo>
                <a:cubicBezTo>
                  <a:pt x="530667" y="36150"/>
                  <a:pt x="533931" y="32088"/>
                  <a:pt x="538209" y="29223"/>
                </a:cubicBezTo>
                <a:cubicBezTo>
                  <a:pt x="542486" y="26358"/>
                  <a:pt x="547510" y="24926"/>
                  <a:pt x="553281" y="24926"/>
                </a:cubicBezTo>
                <a:cubicBezTo>
                  <a:pt x="560975" y="24926"/>
                  <a:pt x="567319" y="28057"/>
                  <a:pt x="572312" y="34319"/>
                </a:cubicBezTo>
                <a:lnTo>
                  <a:pt x="572312" y="26399"/>
                </a:lnTo>
                <a:lnTo>
                  <a:pt x="582504" y="26399"/>
                </a:lnTo>
                <a:lnTo>
                  <a:pt x="582504" y="82796"/>
                </a:lnTo>
                <a:cubicBezTo>
                  <a:pt x="582504" y="92953"/>
                  <a:pt x="581470" y="100151"/>
                  <a:pt x="579403" y="104389"/>
                </a:cubicBezTo>
                <a:cubicBezTo>
                  <a:pt x="577336" y="108628"/>
                  <a:pt x="574062" y="111976"/>
                  <a:pt x="569580" y="114433"/>
                </a:cubicBezTo>
                <a:cubicBezTo>
                  <a:pt x="565099" y="116891"/>
                  <a:pt x="559584" y="118120"/>
                  <a:pt x="553035" y="118120"/>
                </a:cubicBezTo>
                <a:cubicBezTo>
                  <a:pt x="545258" y="118120"/>
                  <a:pt x="538976" y="116365"/>
                  <a:pt x="534187" y="112856"/>
                </a:cubicBezTo>
                <a:cubicBezTo>
                  <a:pt x="529399" y="109346"/>
                  <a:pt x="527086" y="104061"/>
                  <a:pt x="527250" y="97001"/>
                </a:cubicBezTo>
                <a:moveTo>
                  <a:pt x="536397" y="57834"/>
                </a:moveTo>
                <a:cubicBezTo>
                  <a:pt x="536397" y="66366"/>
                  <a:pt x="538096" y="72592"/>
                  <a:pt x="541493" y="76511"/>
                </a:cubicBezTo>
                <a:cubicBezTo>
                  <a:pt x="544890" y="80430"/>
                  <a:pt x="549147" y="82389"/>
                  <a:pt x="554263" y="82389"/>
                </a:cubicBezTo>
                <a:cubicBezTo>
                  <a:pt x="559338" y="82389"/>
                  <a:pt x="563595" y="80440"/>
                  <a:pt x="567033" y="76542"/>
                </a:cubicBezTo>
                <a:cubicBezTo>
                  <a:pt x="570471" y="72643"/>
                  <a:pt x="572190" y="66530"/>
                  <a:pt x="572190" y="58201"/>
                </a:cubicBezTo>
                <a:cubicBezTo>
                  <a:pt x="572190" y="50240"/>
                  <a:pt x="570419" y="44239"/>
                  <a:pt x="566879" y="40197"/>
                </a:cubicBezTo>
                <a:cubicBezTo>
                  <a:pt x="563339" y="36155"/>
                  <a:pt x="559072" y="34135"/>
                  <a:pt x="554079" y="34135"/>
                </a:cubicBezTo>
                <a:cubicBezTo>
                  <a:pt x="549167" y="34135"/>
                  <a:pt x="544992" y="36125"/>
                  <a:pt x="541554" y="40105"/>
                </a:cubicBezTo>
                <a:cubicBezTo>
                  <a:pt x="538116" y="44085"/>
                  <a:pt x="536397" y="49995"/>
                  <a:pt x="536397" y="57834"/>
                </a:cubicBezTo>
                <a:close/>
                <a:moveTo>
                  <a:pt x="631414" y="62621"/>
                </a:moveTo>
                <a:lnTo>
                  <a:pt x="642649" y="61639"/>
                </a:lnTo>
                <a:cubicBezTo>
                  <a:pt x="643181" y="66141"/>
                  <a:pt x="644419" y="69835"/>
                  <a:pt x="646363" y="72720"/>
                </a:cubicBezTo>
                <a:cubicBezTo>
                  <a:pt x="648307" y="75605"/>
                  <a:pt x="651326" y="77938"/>
                  <a:pt x="655419" y="79719"/>
                </a:cubicBezTo>
                <a:cubicBezTo>
                  <a:pt x="659511" y="81499"/>
                  <a:pt x="664116" y="82389"/>
                  <a:pt x="669232" y="82389"/>
                </a:cubicBezTo>
                <a:cubicBezTo>
                  <a:pt x="673775" y="82389"/>
                  <a:pt x="677786" y="81714"/>
                  <a:pt x="681265" y="80363"/>
                </a:cubicBezTo>
                <a:cubicBezTo>
                  <a:pt x="684744" y="79013"/>
                  <a:pt x="687333" y="77161"/>
                  <a:pt x="689031" y="74807"/>
                </a:cubicBezTo>
                <a:cubicBezTo>
                  <a:pt x="690730" y="72454"/>
                  <a:pt x="691579" y="69886"/>
                  <a:pt x="691579" y="67103"/>
                </a:cubicBezTo>
                <a:cubicBezTo>
                  <a:pt x="691579" y="64278"/>
                  <a:pt x="690760" y="61813"/>
                  <a:pt x="689123" y="59705"/>
                </a:cubicBezTo>
                <a:cubicBezTo>
                  <a:pt x="687486" y="57597"/>
                  <a:pt x="684785" y="55827"/>
                  <a:pt x="681019" y="54394"/>
                </a:cubicBezTo>
                <a:cubicBezTo>
                  <a:pt x="678605" y="53453"/>
                  <a:pt x="673263" y="51990"/>
                  <a:pt x="664996" y="50005"/>
                </a:cubicBezTo>
                <a:cubicBezTo>
                  <a:pt x="656728" y="48020"/>
                  <a:pt x="650937" y="46147"/>
                  <a:pt x="647622" y="44387"/>
                </a:cubicBezTo>
                <a:cubicBezTo>
                  <a:pt x="643324" y="42136"/>
                  <a:pt x="640121" y="39343"/>
                  <a:pt x="638014" y="36007"/>
                </a:cubicBezTo>
                <a:cubicBezTo>
                  <a:pt x="635906" y="32671"/>
                  <a:pt x="634852" y="28937"/>
                  <a:pt x="634852" y="24803"/>
                </a:cubicBezTo>
                <a:cubicBezTo>
                  <a:pt x="634852" y="20260"/>
                  <a:pt x="636141" y="16013"/>
                  <a:pt x="638720" y="12064"/>
                </a:cubicBezTo>
                <a:cubicBezTo>
                  <a:pt x="641298" y="8114"/>
                  <a:pt x="645064" y="5116"/>
                  <a:pt x="650016" y="3070"/>
                </a:cubicBezTo>
                <a:cubicBezTo>
                  <a:pt x="654968" y="1023"/>
                  <a:pt x="660473" y="0"/>
                  <a:pt x="666531" y="0"/>
                </a:cubicBezTo>
                <a:cubicBezTo>
                  <a:pt x="673202" y="0"/>
                  <a:pt x="679086" y="1074"/>
                  <a:pt x="684181" y="3223"/>
                </a:cubicBezTo>
                <a:cubicBezTo>
                  <a:pt x="689277" y="5372"/>
                  <a:pt x="693196" y="8534"/>
                  <a:pt x="695938" y="12708"/>
                </a:cubicBezTo>
                <a:cubicBezTo>
                  <a:pt x="698680" y="16883"/>
                  <a:pt x="700154" y="21610"/>
                  <a:pt x="700358" y="26890"/>
                </a:cubicBezTo>
                <a:lnTo>
                  <a:pt x="688939" y="27750"/>
                </a:lnTo>
                <a:cubicBezTo>
                  <a:pt x="688325" y="22040"/>
                  <a:pt x="686248" y="17727"/>
                  <a:pt x="682708" y="14811"/>
                </a:cubicBezTo>
                <a:cubicBezTo>
                  <a:pt x="679167" y="11895"/>
                  <a:pt x="673939" y="10437"/>
                  <a:pt x="667022" y="10437"/>
                </a:cubicBezTo>
                <a:cubicBezTo>
                  <a:pt x="659818" y="10437"/>
                  <a:pt x="654569" y="11758"/>
                  <a:pt x="651275" y="14400"/>
                </a:cubicBezTo>
                <a:cubicBezTo>
                  <a:pt x="647980" y="17042"/>
                  <a:pt x="646332" y="20226"/>
                  <a:pt x="646332" y="23953"/>
                </a:cubicBezTo>
                <a:cubicBezTo>
                  <a:pt x="646332" y="27189"/>
                  <a:pt x="647499" y="29851"/>
                  <a:pt x="649832" y="31940"/>
                </a:cubicBezTo>
                <a:cubicBezTo>
                  <a:pt x="652124" y="34030"/>
                  <a:pt x="658110" y="36170"/>
                  <a:pt x="667789" y="38361"/>
                </a:cubicBezTo>
                <a:cubicBezTo>
                  <a:pt x="677469" y="40552"/>
                  <a:pt x="684110" y="42467"/>
                  <a:pt x="687711" y="44105"/>
                </a:cubicBezTo>
                <a:cubicBezTo>
                  <a:pt x="692950" y="46521"/>
                  <a:pt x="696818" y="49583"/>
                  <a:pt x="699315" y="53291"/>
                </a:cubicBezTo>
                <a:cubicBezTo>
                  <a:pt x="701811" y="56998"/>
                  <a:pt x="703060" y="61268"/>
                  <a:pt x="703060" y="66101"/>
                </a:cubicBezTo>
                <a:cubicBezTo>
                  <a:pt x="703060" y="70892"/>
                  <a:pt x="701688" y="75408"/>
                  <a:pt x="698946" y="79648"/>
                </a:cubicBezTo>
                <a:cubicBezTo>
                  <a:pt x="696204" y="83886"/>
                  <a:pt x="692265" y="87184"/>
                  <a:pt x="687128" y="89540"/>
                </a:cubicBezTo>
                <a:cubicBezTo>
                  <a:pt x="681991" y="91894"/>
                  <a:pt x="676210" y="93072"/>
                  <a:pt x="669785" y="93072"/>
                </a:cubicBezTo>
                <a:cubicBezTo>
                  <a:pt x="661640" y="93072"/>
                  <a:pt x="654815" y="91885"/>
                  <a:pt x="649310" y="89511"/>
                </a:cubicBezTo>
                <a:cubicBezTo>
                  <a:pt x="643805" y="87137"/>
                  <a:pt x="639487" y="83566"/>
                  <a:pt x="636356" y="78798"/>
                </a:cubicBezTo>
                <a:cubicBezTo>
                  <a:pt x="633225" y="74030"/>
                  <a:pt x="631578" y="68637"/>
                  <a:pt x="631414" y="62621"/>
                </a:cubicBezTo>
                <a:close/>
                <a:moveTo>
                  <a:pt x="717876" y="116647"/>
                </a:moveTo>
                <a:lnTo>
                  <a:pt x="717876" y="26399"/>
                </a:lnTo>
                <a:lnTo>
                  <a:pt x="727944" y="26399"/>
                </a:lnTo>
                <a:lnTo>
                  <a:pt x="727944" y="34810"/>
                </a:lnTo>
                <a:cubicBezTo>
                  <a:pt x="730318" y="31515"/>
                  <a:pt x="732999" y="29044"/>
                  <a:pt x="735987" y="27397"/>
                </a:cubicBezTo>
                <a:cubicBezTo>
                  <a:pt x="738975" y="25749"/>
                  <a:pt x="742597" y="24926"/>
                  <a:pt x="746853" y="24926"/>
                </a:cubicBezTo>
                <a:cubicBezTo>
                  <a:pt x="752420" y="24926"/>
                  <a:pt x="757331" y="26358"/>
                  <a:pt x="761588" y="29223"/>
                </a:cubicBezTo>
                <a:cubicBezTo>
                  <a:pt x="765844" y="32088"/>
                  <a:pt x="769057" y="36130"/>
                  <a:pt x="771227" y="41348"/>
                </a:cubicBezTo>
                <a:cubicBezTo>
                  <a:pt x="773396" y="46567"/>
                  <a:pt x="774480" y="52286"/>
                  <a:pt x="774480" y="58508"/>
                </a:cubicBezTo>
                <a:cubicBezTo>
                  <a:pt x="774480" y="65179"/>
                  <a:pt x="773283" y="71185"/>
                  <a:pt x="770889" y="76526"/>
                </a:cubicBezTo>
                <a:cubicBezTo>
                  <a:pt x="768495" y="81868"/>
                  <a:pt x="765016" y="85960"/>
                  <a:pt x="760452" y="88805"/>
                </a:cubicBezTo>
                <a:cubicBezTo>
                  <a:pt x="755888" y="91650"/>
                  <a:pt x="751090" y="93072"/>
                  <a:pt x="746055" y="93072"/>
                </a:cubicBezTo>
                <a:cubicBezTo>
                  <a:pt x="742372" y="93072"/>
                  <a:pt x="739067" y="92284"/>
                  <a:pt x="736140" y="90708"/>
                </a:cubicBezTo>
                <a:cubicBezTo>
                  <a:pt x="733214" y="89131"/>
                  <a:pt x="730809" y="87140"/>
                  <a:pt x="728927" y="84734"/>
                </a:cubicBezTo>
                <a:lnTo>
                  <a:pt x="728927" y="116647"/>
                </a:lnTo>
                <a:lnTo>
                  <a:pt x="717876" y="116647"/>
                </a:lnTo>
                <a:moveTo>
                  <a:pt x="727883" y="59275"/>
                </a:moveTo>
                <a:cubicBezTo>
                  <a:pt x="727883" y="67655"/>
                  <a:pt x="729582" y="73848"/>
                  <a:pt x="732979" y="77854"/>
                </a:cubicBezTo>
                <a:cubicBezTo>
                  <a:pt x="736376" y="81860"/>
                  <a:pt x="740489" y="83863"/>
                  <a:pt x="745319" y="83863"/>
                </a:cubicBezTo>
                <a:cubicBezTo>
                  <a:pt x="750230" y="83863"/>
                  <a:pt x="754436" y="81788"/>
                  <a:pt x="757935" y="77639"/>
                </a:cubicBezTo>
                <a:cubicBezTo>
                  <a:pt x="761434" y="73490"/>
                  <a:pt x="763184" y="67062"/>
                  <a:pt x="763184" y="58354"/>
                </a:cubicBezTo>
                <a:cubicBezTo>
                  <a:pt x="763184" y="50056"/>
                  <a:pt x="761475" y="43842"/>
                  <a:pt x="758058" y="39714"/>
                </a:cubicBezTo>
                <a:cubicBezTo>
                  <a:pt x="754640" y="35585"/>
                  <a:pt x="750558" y="33521"/>
                  <a:pt x="745810" y="33521"/>
                </a:cubicBezTo>
                <a:cubicBezTo>
                  <a:pt x="741103" y="33521"/>
                  <a:pt x="736939" y="35718"/>
                  <a:pt x="733316" y="40113"/>
                </a:cubicBezTo>
                <a:cubicBezTo>
                  <a:pt x="729694" y="44507"/>
                  <a:pt x="727883" y="50895"/>
                  <a:pt x="727883" y="59275"/>
                </a:cubicBezTo>
                <a:close/>
                <a:moveTo>
                  <a:pt x="832360" y="70602"/>
                </a:moveTo>
                <a:lnTo>
                  <a:pt x="843779" y="72014"/>
                </a:lnTo>
                <a:cubicBezTo>
                  <a:pt x="841978" y="78685"/>
                  <a:pt x="838643" y="83863"/>
                  <a:pt x="833772" y="87546"/>
                </a:cubicBezTo>
                <a:cubicBezTo>
                  <a:pt x="828902" y="91230"/>
                  <a:pt x="822680" y="93072"/>
                  <a:pt x="815109" y="93072"/>
                </a:cubicBezTo>
                <a:cubicBezTo>
                  <a:pt x="805572" y="93072"/>
                  <a:pt x="798011" y="90135"/>
                  <a:pt x="792424" y="84262"/>
                </a:cubicBezTo>
                <a:cubicBezTo>
                  <a:pt x="786837" y="78389"/>
                  <a:pt x="784044" y="70152"/>
                  <a:pt x="784044" y="59551"/>
                </a:cubicBezTo>
                <a:cubicBezTo>
                  <a:pt x="784044" y="48582"/>
                  <a:pt x="786868" y="40069"/>
                  <a:pt x="792516" y="34012"/>
                </a:cubicBezTo>
                <a:cubicBezTo>
                  <a:pt x="798164" y="27954"/>
                  <a:pt x="805490" y="24926"/>
                  <a:pt x="814495" y="24926"/>
                </a:cubicBezTo>
                <a:cubicBezTo>
                  <a:pt x="823212" y="24926"/>
                  <a:pt x="830334" y="27888"/>
                  <a:pt x="835859" y="33814"/>
                </a:cubicBezTo>
                <a:cubicBezTo>
                  <a:pt x="841385" y="39739"/>
                  <a:pt x="844147" y="48074"/>
                  <a:pt x="844147" y="58820"/>
                </a:cubicBezTo>
                <a:cubicBezTo>
                  <a:pt x="844147" y="59474"/>
                  <a:pt x="844127" y="60454"/>
                  <a:pt x="844086" y="61761"/>
                </a:cubicBezTo>
                <a:lnTo>
                  <a:pt x="795463" y="61761"/>
                </a:lnTo>
                <a:cubicBezTo>
                  <a:pt x="795872" y="68903"/>
                  <a:pt x="797898" y="74372"/>
                  <a:pt x="801541" y="78169"/>
                </a:cubicBezTo>
                <a:cubicBezTo>
                  <a:pt x="805183" y="81965"/>
                  <a:pt x="809726" y="83863"/>
                  <a:pt x="815170" y="83863"/>
                </a:cubicBezTo>
                <a:cubicBezTo>
                  <a:pt x="819222" y="83863"/>
                  <a:pt x="822680" y="82809"/>
                  <a:pt x="825545" y="80701"/>
                </a:cubicBezTo>
                <a:cubicBezTo>
                  <a:pt x="828410" y="78592"/>
                  <a:pt x="830682" y="75226"/>
                  <a:pt x="832360" y="70602"/>
                </a:cubicBezTo>
                <a:moveTo>
                  <a:pt x="796077" y="52552"/>
                </a:moveTo>
                <a:lnTo>
                  <a:pt x="832483" y="52552"/>
                </a:lnTo>
                <a:cubicBezTo>
                  <a:pt x="831992" y="47157"/>
                  <a:pt x="830600" y="43111"/>
                  <a:pt x="828308" y="40414"/>
                </a:cubicBezTo>
                <a:cubicBezTo>
                  <a:pt x="824788" y="36228"/>
                  <a:pt x="820225" y="34135"/>
                  <a:pt x="814617" y="34135"/>
                </a:cubicBezTo>
                <a:cubicBezTo>
                  <a:pt x="809542" y="34135"/>
                  <a:pt x="805275" y="35806"/>
                  <a:pt x="801817" y="39148"/>
                </a:cubicBezTo>
                <a:cubicBezTo>
                  <a:pt x="798359" y="42488"/>
                  <a:pt x="796445" y="46957"/>
                  <a:pt x="796077" y="52552"/>
                </a:cubicBezTo>
                <a:close/>
                <a:moveTo>
                  <a:pt x="900124" y="67655"/>
                </a:moveTo>
                <a:lnTo>
                  <a:pt x="910991" y="69067"/>
                </a:lnTo>
                <a:cubicBezTo>
                  <a:pt x="909804" y="76576"/>
                  <a:pt x="906765" y="82455"/>
                  <a:pt x="901874" y="86702"/>
                </a:cubicBezTo>
                <a:cubicBezTo>
                  <a:pt x="896983" y="90949"/>
                  <a:pt x="890976" y="93072"/>
                  <a:pt x="883855" y="93072"/>
                </a:cubicBezTo>
                <a:cubicBezTo>
                  <a:pt x="874932" y="93072"/>
                  <a:pt x="867760" y="90156"/>
                  <a:pt x="862337" y="84323"/>
                </a:cubicBezTo>
                <a:cubicBezTo>
                  <a:pt x="856914" y="78491"/>
                  <a:pt x="854202" y="70131"/>
                  <a:pt x="854202" y="59244"/>
                </a:cubicBezTo>
                <a:cubicBezTo>
                  <a:pt x="854202" y="52205"/>
                  <a:pt x="855368" y="46045"/>
                  <a:pt x="857701" y="40765"/>
                </a:cubicBezTo>
                <a:cubicBezTo>
                  <a:pt x="860034" y="35485"/>
                  <a:pt x="863585" y="31525"/>
                  <a:pt x="868353" y="28885"/>
                </a:cubicBezTo>
                <a:cubicBezTo>
                  <a:pt x="873121" y="26246"/>
                  <a:pt x="878309" y="24926"/>
                  <a:pt x="883916" y="24926"/>
                </a:cubicBezTo>
                <a:cubicBezTo>
                  <a:pt x="890997" y="24926"/>
                  <a:pt x="896788" y="26722"/>
                  <a:pt x="901290" y="30315"/>
                </a:cubicBezTo>
                <a:cubicBezTo>
                  <a:pt x="905793" y="33906"/>
                  <a:pt x="908678" y="39006"/>
                  <a:pt x="909947" y="45615"/>
                </a:cubicBezTo>
                <a:lnTo>
                  <a:pt x="899203" y="47273"/>
                </a:lnTo>
                <a:cubicBezTo>
                  <a:pt x="898180" y="42914"/>
                  <a:pt x="896369" y="39634"/>
                  <a:pt x="893770" y="37434"/>
                </a:cubicBezTo>
                <a:cubicBezTo>
                  <a:pt x="891171" y="35234"/>
                  <a:pt x="888030" y="34135"/>
                  <a:pt x="884346" y="34135"/>
                </a:cubicBezTo>
                <a:cubicBezTo>
                  <a:pt x="878780" y="34135"/>
                  <a:pt x="874257" y="36120"/>
                  <a:pt x="870778" y="40092"/>
                </a:cubicBezTo>
                <a:cubicBezTo>
                  <a:pt x="867299" y="44062"/>
                  <a:pt x="865560" y="50344"/>
                  <a:pt x="865560" y="58937"/>
                </a:cubicBezTo>
                <a:cubicBezTo>
                  <a:pt x="865560" y="67654"/>
                  <a:pt x="867238" y="73988"/>
                  <a:pt x="870594" y="77938"/>
                </a:cubicBezTo>
                <a:cubicBezTo>
                  <a:pt x="873950" y="81888"/>
                  <a:pt x="878329" y="83863"/>
                  <a:pt x="883732" y="83863"/>
                </a:cubicBezTo>
                <a:cubicBezTo>
                  <a:pt x="888070" y="83863"/>
                  <a:pt x="891693" y="82538"/>
                  <a:pt x="894599" y="79888"/>
                </a:cubicBezTo>
                <a:cubicBezTo>
                  <a:pt x="897505" y="77238"/>
                  <a:pt x="899346" y="73160"/>
                  <a:pt x="900124" y="67655"/>
                </a:cubicBezTo>
                <a:close/>
                <a:moveTo>
                  <a:pt x="920507" y="14366"/>
                </a:moveTo>
                <a:lnTo>
                  <a:pt x="920507" y="1596"/>
                </a:lnTo>
                <a:lnTo>
                  <a:pt x="931558" y="1596"/>
                </a:lnTo>
                <a:lnTo>
                  <a:pt x="931558" y="14366"/>
                </a:lnTo>
                <a:lnTo>
                  <a:pt x="920507" y="14366"/>
                </a:lnTo>
                <a:moveTo>
                  <a:pt x="920507" y="91598"/>
                </a:moveTo>
                <a:lnTo>
                  <a:pt x="920507" y="26399"/>
                </a:lnTo>
                <a:lnTo>
                  <a:pt x="931558" y="26399"/>
                </a:lnTo>
                <a:lnTo>
                  <a:pt x="931558" y="91598"/>
                </a:lnTo>
                <a:lnTo>
                  <a:pt x="920507" y="91598"/>
                </a:lnTo>
                <a:close/>
                <a:moveTo>
                  <a:pt x="951025" y="91598"/>
                </a:moveTo>
                <a:lnTo>
                  <a:pt x="951025" y="34994"/>
                </a:lnTo>
                <a:lnTo>
                  <a:pt x="941264" y="34994"/>
                </a:lnTo>
                <a:lnTo>
                  <a:pt x="941264" y="26399"/>
                </a:lnTo>
                <a:lnTo>
                  <a:pt x="951025" y="26399"/>
                </a:lnTo>
                <a:lnTo>
                  <a:pt x="951025" y="19477"/>
                </a:lnTo>
                <a:cubicBezTo>
                  <a:pt x="951025" y="15108"/>
                  <a:pt x="951414" y="11862"/>
                  <a:pt x="952192" y="9738"/>
                </a:cubicBezTo>
                <a:cubicBezTo>
                  <a:pt x="953256" y="6881"/>
                  <a:pt x="955128" y="4564"/>
                  <a:pt x="957809" y="2788"/>
                </a:cubicBezTo>
                <a:cubicBezTo>
                  <a:pt x="960490" y="1011"/>
                  <a:pt x="964245" y="123"/>
                  <a:pt x="969075" y="123"/>
                </a:cubicBezTo>
                <a:cubicBezTo>
                  <a:pt x="972185" y="123"/>
                  <a:pt x="975623" y="491"/>
                  <a:pt x="979389" y="1228"/>
                </a:cubicBezTo>
                <a:lnTo>
                  <a:pt x="977731" y="10867"/>
                </a:lnTo>
                <a:cubicBezTo>
                  <a:pt x="975439" y="10457"/>
                  <a:pt x="973270" y="10253"/>
                  <a:pt x="971224" y="10253"/>
                </a:cubicBezTo>
                <a:cubicBezTo>
                  <a:pt x="967867" y="10253"/>
                  <a:pt x="965494" y="10966"/>
                  <a:pt x="964102" y="12394"/>
                </a:cubicBezTo>
                <a:cubicBezTo>
                  <a:pt x="962710" y="13821"/>
                  <a:pt x="962015" y="16492"/>
                  <a:pt x="962015" y="20405"/>
                </a:cubicBezTo>
                <a:lnTo>
                  <a:pt x="962015" y="26399"/>
                </a:lnTo>
                <a:lnTo>
                  <a:pt x="974723" y="26399"/>
                </a:lnTo>
                <a:lnTo>
                  <a:pt x="974723" y="34994"/>
                </a:lnTo>
                <a:lnTo>
                  <a:pt x="962015" y="34994"/>
                </a:lnTo>
                <a:lnTo>
                  <a:pt x="962015" y="91598"/>
                </a:lnTo>
                <a:lnTo>
                  <a:pt x="951025" y="91598"/>
                </a:lnTo>
                <a:close/>
                <a:moveTo>
                  <a:pt x="983373" y="14366"/>
                </a:moveTo>
                <a:lnTo>
                  <a:pt x="983373" y="1596"/>
                </a:lnTo>
                <a:lnTo>
                  <a:pt x="994424" y="1596"/>
                </a:lnTo>
                <a:lnTo>
                  <a:pt x="994424" y="14366"/>
                </a:lnTo>
                <a:lnTo>
                  <a:pt x="983373" y="14366"/>
                </a:lnTo>
                <a:moveTo>
                  <a:pt x="983373" y="91598"/>
                </a:moveTo>
                <a:lnTo>
                  <a:pt x="983373" y="26399"/>
                </a:lnTo>
                <a:lnTo>
                  <a:pt x="994424" y="26399"/>
                </a:lnTo>
                <a:lnTo>
                  <a:pt x="994424" y="91598"/>
                </a:lnTo>
                <a:lnTo>
                  <a:pt x="983373" y="91598"/>
                </a:lnTo>
                <a:close/>
                <a:moveTo>
                  <a:pt x="1053797" y="67655"/>
                </a:moveTo>
                <a:lnTo>
                  <a:pt x="1064664" y="69067"/>
                </a:lnTo>
                <a:cubicBezTo>
                  <a:pt x="1063477" y="76576"/>
                  <a:pt x="1060438" y="82455"/>
                  <a:pt x="1055547" y="86702"/>
                </a:cubicBezTo>
                <a:cubicBezTo>
                  <a:pt x="1050656" y="90949"/>
                  <a:pt x="1044650" y="93072"/>
                  <a:pt x="1037528" y="93072"/>
                </a:cubicBezTo>
                <a:cubicBezTo>
                  <a:pt x="1028606" y="93072"/>
                  <a:pt x="1021433" y="90156"/>
                  <a:pt x="1016010" y="84323"/>
                </a:cubicBezTo>
                <a:cubicBezTo>
                  <a:pt x="1010587" y="78491"/>
                  <a:pt x="1007875" y="70131"/>
                  <a:pt x="1007875" y="59244"/>
                </a:cubicBezTo>
                <a:cubicBezTo>
                  <a:pt x="1007875" y="52205"/>
                  <a:pt x="1009042" y="46045"/>
                  <a:pt x="1011375" y="40765"/>
                </a:cubicBezTo>
                <a:cubicBezTo>
                  <a:pt x="1013708" y="35485"/>
                  <a:pt x="1017258" y="31525"/>
                  <a:pt x="1022027" y="28885"/>
                </a:cubicBezTo>
                <a:cubicBezTo>
                  <a:pt x="1026795" y="26246"/>
                  <a:pt x="1031982" y="24926"/>
                  <a:pt x="1037590" y="24926"/>
                </a:cubicBezTo>
                <a:cubicBezTo>
                  <a:pt x="1044670" y="24926"/>
                  <a:pt x="1050462" y="26722"/>
                  <a:pt x="1054964" y="30315"/>
                </a:cubicBezTo>
                <a:cubicBezTo>
                  <a:pt x="1059466" y="33906"/>
                  <a:pt x="1062352" y="39006"/>
                  <a:pt x="1063620" y="45615"/>
                </a:cubicBezTo>
                <a:lnTo>
                  <a:pt x="1052877" y="47273"/>
                </a:lnTo>
                <a:cubicBezTo>
                  <a:pt x="1051853" y="42914"/>
                  <a:pt x="1050042" y="39634"/>
                  <a:pt x="1047443" y="37434"/>
                </a:cubicBezTo>
                <a:cubicBezTo>
                  <a:pt x="1044844" y="35234"/>
                  <a:pt x="1041703" y="34135"/>
                  <a:pt x="1038019" y="34135"/>
                </a:cubicBezTo>
                <a:cubicBezTo>
                  <a:pt x="1032453" y="34135"/>
                  <a:pt x="1027931" y="36120"/>
                  <a:pt x="1024452" y="40092"/>
                </a:cubicBezTo>
                <a:cubicBezTo>
                  <a:pt x="1020973" y="44062"/>
                  <a:pt x="1019233" y="50344"/>
                  <a:pt x="1019233" y="58937"/>
                </a:cubicBezTo>
                <a:cubicBezTo>
                  <a:pt x="1019233" y="67654"/>
                  <a:pt x="1020911" y="73988"/>
                  <a:pt x="1024267" y="77938"/>
                </a:cubicBezTo>
                <a:cubicBezTo>
                  <a:pt x="1027624" y="81888"/>
                  <a:pt x="1032003" y="83863"/>
                  <a:pt x="1037406" y="83863"/>
                </a:cubicBezTo>
                <a:cubicBezTo>
                  <a:pt x="1041744" y="83863"/>
                  <a:pt x="1045366" y="82538"/>
                  <a:pt x="1048272" y="79888"/>
                </a:cubicBezTo>
                <a:cubicBezTo>
                  <a:pt x="1051178" y="77238"/>
                  <a:pt x="1053020" y="73160"/>
                  <a:pt x="1053797" y="67655"/>
                </a:cubicBezTo>
                <a:close/>
                <a:moveTo>
                  <a:pt x="1116664" y="83548"/>
                </a:moveTo>
                <a:cubicBezTo>
                  <a:pt x="1112572" y="87030"/>
                  <a:pt x="1108632" y="89487"/>
                  <a:pt x="1104846" y="90921"/>
                </a:cubicBezTo>
                <a:cubicBezTo>
                  <a:pt x="1101060" y="92355"/>
                  <a:pt x="1096998" y="93072"/>
                  <a:pt x="1092660" y="93072"/>
                </a:cubicBezTo>
                <a:cubicBezTo>
                  <a:pt x="1085497" y="93072"/>
                  <a:pt x="1079992" y="91321"/>
                  <a:pt x="1076145" y="87819"/>
                </a:cubicBezTo>
                <a:cubicBezTo>
                  <a:pt x="1072298" y="84317"/>
                  <a:pt x="1070374" y="79842"/>
                  <a:pt x="1070374" y="74395"/>
                </a:cubicBezTo>
                <a:cubicBezTo>
                  <a:pt x="1070374" y="71201"/>
                  <a:pt x="1071101" y="68284"/>
                  <a:pt x="1072554" y="65643"/>
                </a:cubicBezTo>
                <a:cubicBezTo>
                  <a:pt x="1074007" y="63000"/>
                  <a:pt x="1075910" y="60880"/>
                  <a:pt x="1078263" y="59283"/>
                </a:cubicBezTo>
                <a:cubicBezTo>
                  <a:pt x="1080617" y="57685"/>
                  <a:pt x="1083267" y="56477"/>
                  <a:pt x="1086214" y="55659"/>
                </a:cubicBezTo>
                <a:cubicBezTo>
                  <a:pt x="1088383" y="55084"/>
                  <a:pt x="1091657" y="54531"/>
                  <a:pt x="1096036" y="53999"/>
                </a:cubicBezTo>
                <a:cubicBezTo>
                  <a:pt x="1104959" y="52943"/>
                  <a:pt x="1111528" y="51683"/>
                  <a:pt x="1115744" y="50219"/>
                </a:cubicBezTo>
                <a:cubicBezTo>
                  <a:pt x="1115784" y="48712"/>
                  <a:pt x="1115805" y="47754"/>
                  <a:pt x="1115805" y="47346"/>
                </a:cubicBezTo>
                <a:cubicBezTo>
                  <a:pt x="1115805" y="42860"/>
                  <a:pt x="1114761" y="39700"/>
                  <a:pt x="1112674" y="37866"/>
                </a:cubicBezTo>
                <a:cubicBezTo>
                  <a:pt x="1109850" y="35378"/>
                  <a:pt x="1105655" y="34135"/>
                  <a:pt x="1100088" y="34135"/>
                </a:cubicBezTo>
                <a:cubicBezTo>
                  <a:pt x="1094890" y="34135"/>
                  <a:pt x="1091053" y="35045"/>
                  <a:pt x="1088577" y="36866"/>
                </a:cubicBezTo>
                <a:cubicBezTo>
                  <a:pt x="1086101" y="38688"/>
                  <a:pt x="1084269" y="41911"/>
                  <a:pt x="1083082" y="46536"/>
                </a:cubicBezTo>
                <a:lnTo>
                  <a:pt x="1072277" y="45062"/>
                </a:lnTo>
                <a:cubicBezTo>
                  <a:pt x="1073260" y="40423"/>
                  <a:pt x="1074876" y="36677"/>
                  <a:pt x="1077127" y="33824"/>
                </a:cubicBezTo>
                <a:cubicBezTo>
                  <a:pt x="1079378" y="30970"/>
                  <a:pt x="1082632" y="28774"/>
                  <a:pt x="1086889" y="27235"/>
                </a:cubicBezTo>
                <a:cubicBezTo>
                  <a:pt x="1091145" y="25696"/>
                  <a:pt x="1096077" y="24926"/>
                  <a:pt x="1101685" y="24926"/>
                </a:cubicBezTo>
                <a:cubicBezTo>
                  <a:pt x="1107251" y="24926"/>
                  <a:pt x="1111773" y="25580"/>
                  <a:pt x="1115252" y="26890"/>
                </a:cubicBezTo>
                <a:cubicBezTo>
                  <a:pt x="1118731" y="28200"/>
                  <a:pt x="1121289" y="29847"/>
                  <a:pt x="1122927" y="31832"/>
                </a:cubicBezTo>
                <a:cubicBezTo>
                  <a:pt x="1124564" y="33817"/>
                  <a:pt x="1125710" y="36324"/>
                  <a:pt x="1126365" y="39353"/>
                </a:cubicBezTo>
                <a:cubicBezTo>
                  <a:pt x="1126733" y="41236"/>
                  <a:pt x="1126917" y="44633"/>
                  <a:pt x="1126917" y="49544"/>
                </a:cubicBezTo>
                <a:lnTo>
                  <a:pt x="1126917" y="64278"/>
                </a:lnTo>
                <a:cubicBezTo>
                  <a:pt x="1126917" y="74552"/>
                  <a:pt x="1127152" y="81049"/>
                  <a:pt x="1127623" y="83771"/>
                </a:cubicBezTo>
                <a:cubicBezTo>
                  <a:pt x="1128094" y="86492"/>
                  <a:pt x="1129025" y="89102"/>
                  <a:pt x="1130416" y="91598"/>
                </a:cubicBezTo>
                <a:lnTo>
                  <a:pt x="1118875" y="91598"/>
                </a:lnTo>
                <a:cubicBezTo>
                  <a:pt x="1117729" y="89304"/>
                  <a:pt x="1116992" y="86620"/>
                  <a:pt x="1116664" y="83548"/>
                </a:cubicBezTo>
                <a:moveTo>
                  <a:pt x="1115744" y="58814"/>
                </a:moveTo>
                <a:cubicBezTo>
                  <a:pt x="1111733" y="60466"/>
                  <a:pt x="1105716" y="61869"/>
                  <a:pt x="1097694" y="63024"/>
                </a:cubicBezTo>
                <a:cubicBezTo>
                  <a:pt x="1093151" y="63681"/>
                  <a:pt x="1089938" y="64421"/>
                  <a:pt x="1088055" y="65243"/>
                </a:cubicBezTo>
                <a:cubicBezTo>
                  <a:pt x="1086173" y="66065"/>
                  <a:pt x="1084720" y="67267"/>
                  <a:pt x="1083696" y="68850"/>
                </a:cubicBezTo>
                <a:cubicBezTo>
                  <a:pt x="1082673" y="70432"/>
                  <a:pt x="1082162" y="72189"/>
                  <a:pt x="1082162" y="74121"/>
                </a:cubicBezTo>
                <a:cubicBezTo>
                  <a:pt x="1082162" y="77079"/>
                  <a:pt x="1083277" y="79545"/>
                  <a:pt x="1085507" y="81518"/>
                </a:cubicBezTo>
                <a:cubicBezTo>
                  <a:pt x="1087738" y="83491"/>
                  <a:pt x="1091002" y="84477"/>
                  <a:pt x="1095300" y="84477"/>
                </a:cubicBezTo>
                <a:cubicBezTo>
                  <a:pt x="1099556" y="84477"/>
                  <a:pt x="1103342" y="83541"/>
                  <a:pt x="1106657" y="81670"/>
                </a:cubicBezTo>
                <a:cubicBezTo>
                  <a:pt x="1109973" y="79799"/>
                  <a:pt x="1112408" y="77239"/>
                  <a:pt x="1113963" y="73990"/>
                </a:cubicBezTo>
                <a:cubicBezTo>
                  <a:pt x="1115150" y="71481"/>
                  <a:pt x="1115744" y="67779"/>
                  <a:pt x="1115744" y="62886"/>
                </a:cubicBezTo>
                <a:lnTo>
                  <a:pt x="1115744" y="58814"/>
                </a:lnTo>
                <a:close/>
                <a:moveTo>
                  <a:pt x="1168097" y="81837"/>
                </a:moveTo>
                <a:lnTo>
                  <a:pt x="1169693" y="91598"/>
                </a:lnTo>
                <a:cubicBezTo>
                  <a:pt x="1166583" y="92171"/>
                  <a:pt x="1163800" y="92458"/>
                  <a:pt x="1161344" y="92458"/>
                </a:cubicBezTo>
                <a:cubicBezTo>
                  <a:pt x="1157333" y="92458"/>
                  <a:pt x="1154222" y="91823"/>
                  <a:pt x="1152012" y="90555"/>
                </a:cubicBezTo>
                <a:cubicBezTo>
                  <a:pt x="1149802" y="89286"/>
                  <a:pt x="1148247" y="87618"/>
                  <a:pt x="1147346" y="85551"/>
                </a:cubicBezTo>
                <a:cubicBezTo>
                  <a:pt x="1146446" y="83484"/>
                  <a:pt x="1145996" y="79136"/>
                  <a:pt x="1145996" y="72505"/>
                </a:cubicBezTo>
                <a:lnTo>
                  <a:pt x="1145996" y="34994"/>
                </a:lnTo>
                <a:lnTo>
                  <a:pt x="1137892" y="34994"/>
                </a:lnTo>
                <a:lnTo>
                  <a:pt x="1137892" y="26399"/>
                </a:lnTo>
                <a:lnTo>
                  <a:pt x="1145996" y="26399"/>
                </a:lnTo>
                <a:lnTo>
                  <a:pt x="1145996" y="10209"/>
                </a:lnTo>
                <a:lnTo>
                  <a:pt x="1156985" y="3561"/>
                </a:lnTo>
                <a:lnTo>
                  <a:pt x="1156985" y="26399"/>
                </a:lnTo>
                <a:lnTo>
                  <a:pt x="1168097" y="26399"/>
                </a:lnTo>
                <a:lnTo>
                  <a:pt x="1168097" y="34994"/>
                </a:lnTo>
                <a:lnTo>
                  <a:pt x="1156985" y="34994"/>
                </a:lnTo>
                <a:lnTo>
                  <a:pt x="1156985" y="73119"/>
                </a:lnTo>
                <a:cubicBezTo>
                  <a:pt x="1156985" y="76271"/>
                  <a:pt x="1157180" y="78297"/>
                  <a:pt x="1157568" y="79197"/>
                </a:cubicBezTo>
                <a:cubicBezTo>
                  <a:pt x="1157957" y="80097"/>
                  <a:pt x="1158592" y="80814"/>
                  <a:pt x="1159472" y="81346"/>
                </a:cubicBezTo>
                <a:cubicBezTo>
                  <a:pt x="1160352" y="81878"/>
                  <a:pt x="1161610" y="82144"/>
                  <a:pt x="1163247" y="82144"/>
                </a:cubicBezTo>
                <a:cubicBezTo>
                  <a:pt x="1164475" y="82144"/>
                  <a:pt x="1166092" y="82042"/>
                  <a:pt x="1168097" y="81837"/>
                </a:cubicBezTo>
                <a:close/>
                <a:moveTo>
                  <a:pt x="1178958" y="14366"/>
                </a:moveTo>
                <a:lnTo>
                  <a:pt x="1178958" y="1596"/>
                </a:lnTo>
                <a:lnTo>
                  <a:pt x="1190009" y="1596"/>
                </a:lnTo>
                <a:lnTo>
                  <a:pt x="1190009" y="14366"/>
                </a:lnTo>
                <a:lnTo>
                  <a:pt x="1178958" y="14366"/>
                </a:lnTo>
                <a:moveTo>
                  <a:pt x="1178958" y="91598"/>
                </a:moveTo>
                <a:lnTo>
                  <a:pt x="1178958" y="26399"/>
                </a:lnTo>
                <a:lnTo>
                  <a:pt x="1190009" y="26399"/>
                </a:lnTo>
                <a:lnTo>
                  <a:pt x="1190009" y="91598"/>
                </a:lnTo>
                <a:lnTo>
                  <a:pt x="1178958" y="91598"/>
                </a:lnTo>
                <a:close/>
                <a:moveTo>
                  <a:pt x="1202723" y="58999"/>
                </a:moveTo>
                <a:cubicBezTo>
                  <a:pt x="1202723" y="46925"/>
                  <a:pt x="1206079" y="37982"/>
                  <a:pt x="1212792" y="32170"/>
                </a:cubicBezTo>
                <a:cubicBezTo>
                  <a:pt x="1218399" y="27340"/>
                  <a:pt x="1225234" y="24926"/>
                  <a:pt x="1233297" y="24926"/>
                </a:cubicBezTo>
                <a:cubicBezTo>
                  <a:pt x="1242260" y="24926"/>
                  <a:pt x="1249587" y="27862"/>
                  <a:pt x="1255276" y="33735"/>
                </a:cubicBezTo>
                <a:cubicBezTo>
                  <a:pt x="1260965" y="39609"/>
                  <a:pt x="1263809" y="47723"/>
                  <a:pt x="1263809" y="58078"/>
                </a:cubicBezTo>
                <a:cubicBezTo>
                  <a:pt x="1263809" y="66468"/>
                  <a:pt x="1262551" y="73068"/>
                  <a:pt x="1260034" y="77877"/>
                </a:cubicBezTo>
                <a:cubicBezTo>
                  <a:pt x="1257516" y="82686"/>
                  <a:pt x="1253853" y="86421"/>
                  <a:pt x="1249044" y="89081"/>
                </a:cubicBezTo>
                <a:cubicBezTo>
                  <a:pt x="1244235" y="91742"/>
                  <a:pt x="1238986" y="93072"/>
                  <a:pt x="1233297" y="93072"/>
                </a:cubicBezTo>
                <a:cubicBezTo>
                  <a:pt x="1224170" y="93072"/>
                  <a:pt x="1216792" y="90145"/>
                  <a:pt x="1211165" y="84293"/>
                </a:cubicBezTo>
                <a:cubicBezTo>
                  <a:pt x="1205537" y="78440"/>
                  <a:pt x="1202723" y="70008"/>
                  <a:pt x="1202723" y="58999"/>
                </a:cubicBezTo>
                <a:moveTo>
                  <a:pt x="1214081" y="58968"/>
                </a:moveTo>
                <a:cubicBezTo>
                  <a:pt x="1214081" y="67287"/>
                  <a:pt x="1215902" y="73516"/>
                  <a:pt x="1219545" y="77654"/>
                </a:cubicBezTo>
                <a:cubicBezTo>
                  <a:pt x="1223188" y="81793"/>
                  <a:pt x="1227772" y="83863"/>
                  <a:pt x="1233297" y="83863"/>
                </a:cubicBezTo>
                <a:cubicBezTo>
                  <a:pt x="1238781" y="83863"/>
                  <a:pt x="1243345" y="81783"/>
                  <a:pt x="1246988" y="77624"/>
                </a:cubicBezTo>
                <a:cubicBezTo>
                  <a:pt x="1250630" y="73464"/>
                  <a:pt x="1252452" y="67124"/>
                  <a:pt x="1252452" y="58602"/>
                </a:cubicBezTo>
                <a:cubicBezTo>
                  <a:pt x="1252452" y="50568"/>
                  <a:pt x="1250620" y="44482"/>
                  <a:pt x="1246957" y="40343"/>
                </a:cubicBezTo>
                <a:cubicBezTo>
                  <a:pt x="1243294" y="36204"/>
                  <a:pt x="1238740" y="34135"/>
                  <a:pt x="1233297" y="34135"/>
                </a:cubicBezTo>
                <a:cubicBezTo>
                  <a:pt x="1227772" y="34135"/>
                  <a:pt x="1223188" y="36194"/>
                  <a:pt x="1219545" y="40312"/>
                </a:cubicBezTo>
                <a:cubicBezTo>
                  <a:pt x="1215902" y="44431"/>
                  <a:pt x="1214081" y="50649"/>
                  <a:pt x="1214081" y="58968"/>
                </a:cubicBezTo>
                <a:close/>
                <a:moveTo>
                  <a:pt x="1276689" y="91598"/>
                </a:moveTo>
                <a:lnTo>
                  <a:pt x="1276689" y="26399"/>
                </a:lnTo>
                <a:lnTo>
                  <a:pt x="1286634" y="26399"/>
                </a:lnTo>
                <a:lnTo>
                  <a:pt x="1286634" y="35608"/>
                </a:lnTo>
                <a:cubicBezTo>
                  <a:pt x="1291423" y="28486"/>
                  <a:pt x="1298340" y="24926"/>
                  <a:pt x="1307385" y="24926"/>
                </a:cubicBezTo>
                <a:cubicBezTo>
                  <a:pt x="1311314" y="24926"/>
                  <a:pt x="1314926" y="25632"/>
                  <a:pt x="1318221" y="27044"/>
                </a:cubicBezTo>
                <a:cubicBezTo>
                  <a:pt x="1321516" y="28456"/>
                  <a:pt x="1323982" y="30308"/>
                  <a:pt x="1325619" y="32600"/>
                </a:cubicBezTo>
                <a:cubicBezTo>
                  <a:pt x="1327256" y="34892"/>
                  <a:pt x="1328402" y="37613"/>
                  <a:pt x="1329057" y="40765"/>
                </a:cubicBezTo>
                <a:cubicBezTo>
                  <a:pt x="1329466" y="42811"/>
                  <a:pt x="1329671" y="46393"/>
                  <a:pt x="1329671" y="51509"/>
                </a:cubicBezTo>
                <a:lnTo>
                  <a:pt x="1329671" y="91598"/>
                </a:lnTo>
                <a:lnTo>
                  <a:pt x="1318620" y="91598"/>
                </a:lnTo>
                <a:lnTo>
                  <a:pt x="1318620" y="51896"/>
                </a:lnTo>
                <a:cubicBezTo>
                  <a:pt x="1318620" y="47389"/>
                  <a:pt x="1318190" y="44019"/>
                  <a:pt x="1317331" y="41786"/>
                </a:cubicBezTo>
                <a:cubicBezTo>
                  <a:pt x="1316471" y="39552"/>
                  <a:pt x="1314947" y="37770"/>
                  <a:pt x="1312757" y="36439"/>
                </a:cubicBezTo>
                <a:cubicBezTo>
                  <a:pt x="1310567" y="35107"/>
                  <a:pt x="1307999" y="34441"/>
                  <a:pt x="1305052" y="34441"/>
                </a:cubicBezTo>
                <a:cubicBezTo>
                  <a:pt x="1300345" y="34441"/>
                  <a:pt x="1296283" y="35937"/>
                  <a:pt x="1292866" y="38929"/>
                </a:cubicBezTo>
                <a:cubicBezTo>
                  <a:pt x="1289448" y="41919"/>
                  <a:pt x="1287739" y="47594"/>
                  <a:pt x="1287739" y="55952"/>
                </a:cubicBezTo>
                <a:lnTo>
                  <a:pt x="1287739" y="91598"/>
                </a:lnTo>
                <a:lnTo>
                  <a:pt x="1276689" y="91598"/>
                </a:lnTo>
                <a:close/>
                <a:moveTo>
                  <a:pt x="1349610" y="39046"/>
                </a:moveTo>
                <a:lnTo>
                  <a:pt x="1349610" y="26399"/>
                </a:lnTo>
                <a:lnTo>
                  <a:pt x="1362195" y="26399"/>
                </a:lnTo>
                <a:lnTo>
                  <a:pt x="1362195" y="39046"/>
                </a:lnTo>
                <a:lnTo>
                  <a:pt x="1349610" y="39046"/>
                </a:lnTo>
                <a:moveTo>
                  <a:pt x="1349610" y="91598"/>
                </a:moveTo>
                <a:lnTo>
                  <a:pt x="1349610" y="78951"/>
                </a:lnTo>
                <a:lnTo>
                  <a:pt x="1362195" y="78951"/>
                </a:lnTo>
                <a:lnTo>
                  <a:pt x="1362195" y="91598"/>
                </a:lnTo>
                <a:lnTo>
                  <a:pt x="1349610" y="9159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0" name="Text GeneticOperator-">
            <a:extLst xmlns:a="http://schemas.openxmlformats.org/drawingml/2006/main">
              <a:ext uri="{FF2B5EF4-FFF2-40B4-BE49-F238E27FC236}">
                <a16:creationId xmlns:a16="http://schemas.microsoft.com/office/drawing/2014/main" id="{B43CFA3D-FF41-4D5A-B8FE-AEC6F01C7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17970" y="1350688"/>
            <a:ext cx="995201" cy="116647"/>
          </a:xfrm>
          <a:custGeom xmlns:a="http://schemas.openxmlformats.org/drawingml/2006/main">
            <a:pathLst>
              <a:path w="995201" h="116647">
                <a:moveTo>
                  <a:pt x="45124" y="56113"/>
                </a:moveTo>
                <a:lnTo>
                  <a:pt x="45124" y="45676"/>
                </a:lnTo>
                <a:lnTo>
                  <a:pt x="83249" y="45615"/>
                </a:lnTo>
                <a:lnTo>
                  <a:pt x="83249" y="78951"/>
                </a:lnTo>
                <a:cubicBezTo>
                  <a:pt x="77396" y="83638"/>
                  <a:pt x="71359" y="87163"/>
                  <a:pt x="65138" y="89526"/>
                </a:cubicBezTo>
                <a:cubicBezTo>
                  <a:pt x="58917" y="91890"/>
                  <a:pt x="52532" y="93072"/>
                  <a:pt x="45983" y="93072"/>
                </a:cubicBezTo>
                <a:cubicBezTo>
                  <a:pt x="37143" y="93072"/>
                  <a:pt x="29111" y="91179"/>
                  <a:pt x="21887" y="87393"/>
                </a:cubicBezTo>
                <a:cubicBezTo>
                  <a:pt x="14663" y="83607"/>
                  <a:pt x="9209" y="78133"/>
                  <a:pt x="5525" y="70970"/>
                </a:cubicBezTo>
                <a:cubicBezTo>
                  <a:pt x="1842" y="63808"/>
                  <a:pt x="0" y="55806"/>
                  <a:pt x="0" y="46966"/>
                </a:cubicBezTo>
                <a:cubicBezTo>
                  <a:pt x="0" y="38207"/>
                  <a:pt x="1832" y="30031"/>
                  <a:pt x="5495" y="22439"/>
                </a:cubicBezTo>
                <a:cubicBezTo>
                  <a:pt x="9158" y="14847"/>
                  <a:pt x="14427" y="9209"/>
                  <a:pt x="21303" y="5525"/>
                </a:cubicBezTo>
                <a:cubicBezTo>
                  <a:pt x="28179" y="1842"/>
                  <a:pt x="36099" y="0"/>
                  <a:pt x="45062" y="0"/>
                </a:cubicBezTo>
                <a:cubicBezTo>
                  <a:pt x="51570" y="0"/>
                  <a:pt x="57454" y="1051"/>
                  <a:pt x="62713" y="3154"/>
                </a:cubicBezTo>
                <a:cubicBezTo>
                  <a:pt x="67972" y="5257"/>
                  <a:pt x="72096" y="8187"/>
                  <a:pt x="75084" y="11945"/>
                </a:cubicBezTo>
                <a:cubicBezTo>
                  <a:pt x="78071" y="15701"/>
                  <a:pt x="80343" y="20601"/>
                  <a:pt x="81898" y="26645"/>
                </a:cubicBezTo>
                <a:lnTo>
                  <a:pt x="71154" y="29591"/>
                </a:lnTo>
                <a:cubicBezTo>
                  <a:pt x="69804" y="25007"/>
                  <a:pt x="68126" y="21406"/>
                  <a:pt x="66120" y="18786"/>
                </a:cubicBezTo>
                <a:cubicBezTo>
                  <a:pt x="64115" y="16167"/>
                  <a:pt x="61250" y="14069"/>
                  <a:pt x="57525" y="12493"/>
                </a:cubicBezTo>
                <a:cubicBezTo>
                  <a:pt x="53801" y="10918"/>
                  <a:pt x="49667" y="10130"/>
                  <a:pt x="45124" y="10130"/>
                </a:cubicBezTo>
                <a:cubicBezTo>
                  <a:pt x="39680" y="10130"/>
                  <a:pt x="34974" y="10959"/>
                  <a:pt x="31003" y="12618"/>
                </a:cubicBezTo>
                <a:cubicBezTo>
                  <a:pt x="27033" y="14277"/>
                  <a:pt x="23831" y="16458"/>
                  <a:pt x="21395" y="19162"/>
                </a:cubicBezTo>
                <a:cubicBezTo>
                  <a:pt x="18960" y="21866"/>
                  <a:pt x="17067" y="24836"/>
                  <a:pt x="15717" y="28072"/>
                </a:cubicBezTo>
                <a:cubicBezTo>
                  <a:pt x="13425" y="33643"/>
                  <a:pt x="12279" y="39685"/>
                  <a:pt x="12279" y="46198"/>
                </a:cubicBezTo>
                <a:cubicBezTo>
                  <a:pt x="12279" y="54227"/>
                  <a:pt x="13660" y="60945"/>
                  <a:pt x="16423" y="66352"/>
                </a:cubicBezTo>
                <a:cubicBezTo>
                  <a:pt x="19185" y="71760"/>
                  <a:pt x="23207" y="75775"/>
                  <a:pt x="28486" y="78397"/>
                </a:cubicBezTo>
                <a:cubicBezTo>
                  <a:pt x="33766" y="81018"/>
                  <a:pt x="39373" y="82328"/>
                  <a:pt x="45308" y="82328"/>
                </a:cubicBezTo>
                <a:cubicBezTo>
                  <a:pt x="50465" y="82328"/>
                  <a:pt x="55499" y="81329"/>
                  <a:pt x="60411" y="79331"/>
                </a:cubicBezTo>
                <a:cubicBezTo>
                  <a:pt x="65322" y="77333"/>
                  <a:pt x="69047" y="75201"/>
                  <a:pt x="71584" y="72935"/>
                </a:cubicBezTo>
                <a:lnTo>
                  <a:pt x="71584" y="56113"/>
                </a:lnTo>
                <a:lnTo>
                  <a:pt x="45124" y="56113"/>
                </a:lnTo>
                <a:close/>
                <a:moveTo>
                  <a:pt x="144021" y="70602"/>
                </a:moveTo>
                <a:lnTo>
                  <a:pt x="155440" y="72014"/>
                </a:lnTo>
                <a:cubicBezTo>
                  <a:pt x="153639" y="78685"/>
                  <a:pt x="150303" y="83863"/>
                  <a:pt x="145433" y="87546"/>
                </a:cubicBezTo>
                <a:cubicBezTo>
                  <a:pt x="140562" y="91230"/>
                  <a:pt x="134341" y="93072"/>
                  <a:pt x="126769" y="93072"/>
                </a:cubicBezTo>
                <a:cubicBezTo>
                  <a:pt x="117233" y="93072"/>
                  <a:pt x="109671" y="90135"/>
                  <a:pt x="104084" y="84262"/>
                </a:cubicBezTo>
                <a:cubicBezTo>
                  <a:pt x="98498" y="78389"/>
                  <a:pt x="95704" y="70152"/>
                  <a:pt x="95704" y="59551"/>
                </a:cubicBezTo>
                <a:cubicBezTo>
                  <a:pt x="95704" y="48582"/>
                  <a:pt x="98528" y="40069"/>
                  <a:pt x="104177" y="34012"/>
                </a:cubicBezTo>
                <a:cubicBezTo>
                  <a:pt x="109825" y="27954"/>
                  <a:pt x="117151" y="24926"/>
                  <a:pt x="126155" y="24926"/>
                </a:cubicBezTo>
                <a:cubicBezTo>
                  <a:pt x="134873" y="24926"/>
                  <a:pt x="141995" y="27888"/>
                  <a:pt x="147520" y="33814"/>
                </a:cubicBezTo>
                <a:cubicBezTo>
                  <a:pt x="153045" y="39739"/>
                  <a:pt x="155808" y="48074"/>
                  <a:pt x="155808" y="58820"/>
                </a:cubicBezTo>
                <a:cubicBezTo>
                  <a:pt x="155808" y="59474"/>
                  <a:pt x="155788" y="60454"/>
                  <a:pt x="155747" y="61761"/>
                </a:cubicBezTo>
                <a:lnTo>
                  <a:pt x="107123" y="61761"/>
                </a:lnTo>
                <a:cubicBezTo>
                  <a:pt x="107533" y="68903"/>
                  <a:pt x="109559" y="74372"/>
                  <a:pt x="113201" y="78169"/>
                </a:cubicBezTo>
                <a:cubicBezTo>
                  <a:pt x="116844" y="81965"/>
                  <a:pt x="121387" y="83863"/>
                  <a:pt x="126831" y="83863"/>
                </a:cubicBezTo>
                <a:cubicBezTo>
                  <a:pt x="130882" y="83863"/>
                  <a:pt x="134341" y="82809"/>
                  <a:pt x="137206" y="80701"/>
                </a:cubicBezTo>
                <a:cubicBezTo>
                  <a:pt x="140071" y="78592"/>
                  <a:pt x="142343" y="75226"/>
                  <a:pt x="144021" y="70602"/>
                </a:cubicBezTo>
                <a:moveTo>
                  <a:pt x="107737" y="52552"/>
                </a:moveTo>
                <a:lnTo>
                  <a:pt x="144143" y="52552"/>
                </a:lnTo>
                <a:cubicBezTo>
                  <a:pt x="143652" y="47157"/>
                  <a:pt x="142261" y="43111"/>
                  <a:pt x="139969" y="40414"/>
                </a:cubicBezTo>
                <a:cubicBezTo>
                  <a:pt x="136449" y="36228"/>
                  <a:pt x="131885" y="34135"/>
                  <a:pt x="126278" y="34135"/>
                </a:cubicBezTo>
                <a:cubicBezTo>
                  <a:pt x="121203" y="34135"/>
                  <a:pt x="116936" y="35806"/>
                  <a:pt x="113478" y="39148"/>
                </a:cubicBezTo>
                <a:cubicBezTo>
                  <a:pt x="110019" y="42488"/>
                  <a:pt x="108106" y="46957"/>
                  <a:pt x="107737" y="52552"/>
                </a:cubicBezTo>
                <a:close/>
                <a:moveTo>
                  <a:pt x="169240" y="91598"/>
                </a:moveTo>
                <a:lnTo>
                  <a:pt x="169240" y="26399"/>
                </a:lnTo>
                <a:lnTo>
                  <a:pt x="179185" y="26399"/>
                </a:lnTo>
                <a:lnTo>
                  <a:pt x="179185" y="35608"/>
                </a:lnTo>
                <a:cubicBezTo>
                  <a:pt x="183974" y="28486"/>
                  <a:pt x="190891" y="24926"/>
                  <a:pt x="199936" y="24926"/>
                </a:cubicBezTo>
                <a:cubicBezTo>
                  <a:pt x="203865" y="24926"/>
                  <a:pt x="207477" y="25632"/>
                  <a:pt x="210772" y="27044"/>
                </a:cubicBezTo>
                <a:cubicBezTo>
                  <a:pt x="214067" y="28456"/>
                  <a:pt x="216533" y="30308"/>
                  <a:pt x="218170" y="32600"/>
                </a:cubicBezTo>
                <a:cubicBezTo>
                  <a:pt x="219807" y="34892"/>
                  <a:pt x="220953" y="37613"/>
                  <a:pt x="221608" y="40765"/>
                </a:cubicBezTo>
                <a:cubicBezTo>
                  <a:pt x="222017" y="42811"/>
                  <a:pt x="222222" y="46393"/>
                  <a:pt x="222222" y="51509"/>
                </a:cubicBezTo>
                <a:lnTo>
                  <a:pt x="222222" y="91598"/>
                </a:lnTo>
                <a:lnTo>
                  <a:pt x="211171" y="91598"/>
                </a:lnTo>
                <a:lnTo>
                  <a:pt x="211171" y="51896"/>
                </a:lnTo>
                <a:cubicBezTo>
                  <a:pt x="211171" y="47389"/>
                  <a:pt x="210741" y="44019"/>
                  <a:pt x="209882" y="41786"/>
                </a:cubicBezTo>
                <a:cubicBezTo>
                  <a:pt x="209022" y="39552"/>
                  <a:pt x="207498" y="37770"/>
                  <a:pt x="205308" y="36439"/>
                </a:cubicBezTo>
                <a:cubicBezTo>
                  <a:pt x="203118" y="35107"/>
                  <a:pt x="200550" y="34441"/>
                  <a:pt x="197603" y="34441"/>
                </a:cubicBezTo>
                <a:cubicBezTo>
                  <a:pt x="192897" y="34441"/>
                  <a:pt x="188834" y="35937"/>
                  <a:pt x="185417" y="38929"/>
                </a:cubicBezTo>
                <a:cubicBezTo>
                  <a:pt x="181999" y="41919"/>
                  <a:pt x="180290" y="47594"/>
                  <a:pt x="180290" y="55952"/>
                </a:cubicBezTo>
                <a:lnTo>
                  <a:pt x="180290" y="91598"/>
                </a:lnTo>
                <a:lnTo>
                  <a:pt x="169240" y="91598"/>
                </a:lnTo>
                <a:close/>
                <a:moveTo>
                  <a:pt x="283724" y="70602"/>
                </a:moveTo>
                <a:lnTo>
                  <a:pt x="295143" y="72014"/>
                </a:lnTo>
                <a:cubicBezTo>
                  <a:pt x="293342" y="78685"/>
                  <a:pt x="290006" y="83863"/>
                  <a:pt x="285136" y="87546"/>
                </a:cubicBezTo>
                <a:cubicBezTo>
                  <a:pt x="280265" y="91230"/>
                  <a:pt x="274044" y="93072"/>
                  <a:pt x="266472" y="93072"/>
                </a:cubicBezTo>
                <a:cubicBezTo>
                  <a:pt x="256936" y="93072"/>
                  <a:pt x="249374" y="90135"/>
                  <a:pt x="243788" y="84262"/>
                </a:cubicBezTo>
                <a:cubicBezTo>
                  <a:pt x="238201" y="78389"/>
                  <a:pt x="235407" y="70152"/>
                  <a:pt x="235407" y="59551"/>
                </a:cubicBezTo>
                <a:cubicBezTo>
                  <a:pt x="235407" y="48582"/>
                  <a:pt x="238232" y="40069"/>
                  <a:pt x="243880" y="34012"/>
                </a:cubicBezTo>
                <a:cubicBezTo>
                  <a:pt x="249528" y="27954"/>
                  <a:pt x="256854" y="24926"/>
                  <a:pt x="265858" y="24926"/>
                </a:cubicBezTo>
                <a:cubicBezTo>
                  <a:pt x="274576" y="24926"/>
                  <a:pt x="281698" y="27888"/>
                  <a:pt x="287223" y="33814"/>
                </a:cubicBezTo>
                <a:cubicBezTo>
                  <a:pt x="292749" y="39739"/>
                  <a:pt x="295511" y="48074"/>
                  <a:pt x="295511" y="58820"/>
                </a:cubicBezTo>
                <a:cubicBezTo>
                  <a:pt x="295511" y="59474"/>
                  <a:pt x="295491" y="60454"/>
                  <a:pt x="295450" y="61761"/>
                </a:cubicBezTo>
                <a:lnTo>
                  <a:pt x="246827" y="61761"/>
                </a:lnTo>
                <a:cubicBezTo>
                  <a:pt x="247236" y="68903"/>
                  <a:pt x="249262" y="74372"/>
                  <a:pt x="252904" y="78169"/>
                </a:cubicBezTo>
                <a:cubicBezTo>
                  <a:pt x="256547" y="81965"/>
                  <a:pt x="261090" y="83863"/>
                  <a:pt x="266534" y="83863"/>
                </a:cubicBezTo>
                <a:cubicBezTo>
                  <a:pt x="270586" y="83863"/>
                  <a:pt x="274044" y="82809"/>
                  <a:pt x="276909" y="80701"/>
                </a:cubicBezTo>
                <a:cubicBezTo>
                  <a:pt x="279774" y="78592"/>
                  <a:pt x="282046" y="75226"/>
                  <a:pt x="283724" y="70602"/>
                </a:cubicBezTo>
                <a:moveTo>
                  <a:pt x="247440" y="52552"/>
                </a:moveTo>
                <a:lnTo>
                  <a:pt x="283847" y="52552"/>
                </a:lnTo>
                <a:cubicBezTo>
                  <a:pt x="283355" y="47157"/>
                  <a:pt x="281964" y="43111"/>
                  <a:pt x="279672" y="40414"/>
                </a:cubicBezTo>
                <a:cubicBezTo>
                  <a:pt x="276152" y="36228"/>
                  <a:pt x="271588" y="34135"/>
                  <a:pt x="265981" y="34135"/>
                </a:cubicBezTo>
                <a:cubicBezTo>
                  <a:pt x="260906" y="34135"/>
                  <a:pt x="256639" y="35806"/>
                  <a:pt x="253181" y="39148"/>
                </a:cubicBezTo>
                <a:cubicBezTo>
                  <a:pt x="249722" y="42488"/>
                  <a:pt x="247809" y="46957"/>
                  <a:pt x="247440" y="52552"/>
                </a:cubicBezTo>
                <a:close/>
                <a:moveTo>
                  <a:pt x="333071" y="81837"/>
                </a:moveTo>
                <a:lnTo>
                  <a:pt x="334667" y="91598"/>
                </a:lnTo>
                <a:cubicBezTo>
                  <a:pt x="331556" y="92171"/>
                  <a:pt x="328773" y="92458"/>
                  <a:pt x="326317" y="92458"/>
                </a:cubicBezTo>
                <a:cubicBezTo>
                  <a:pt x="322306" y="92458"/>
                  <a:pt x="319196" y="91823"/>
                  <a:pt x="316986" y="90555"/>
                </a:cubicBezTo>
                <a:cubicBezTo>
                  <a:pt x="314776" y="89286"/>
                  <a:pt x="313220" y="87618"/>
                  <a:pt x="312320" y="85551"/>
                </a:cubicBezTo>
                <a:cubicBezTo>
                  <a:pt x="311419" y="83484"/>
                  <a:pt x="310969" y="79136"/>
                  <a:pt x="310969" y="72505"/>
                </a:cubicBezTo>
                <a:lnTo>
                  <a:pt x="310969" y="34994"/>
                </a:lnTo>
                <a:lnTo>
                  <a:pt x="302865" y="34994"/>
                </a:lnTo>
                <a:lnTo>
                  <a:pt x="302865" y="26399"/>
                </a:lnTo>
                <a:lnTo>
                  <a:pt x="310969" y="26399"/>
                </a:lnTo>
                <a:lnTo>
                  <a:pt x="310969" y="10209"/>
                </a:lnTo>
                <a:lnTo>
                  <a:pt x="321959" y="3561"/>
                </a:lnTo>
                <a:lnTo>
                  <a:pt x="321959" y="26399"/>
                </a:lnTo>
                <a:lnTo>
                  <a:pt x="333071" y="26399"/>
                </a:lnTo>
                <a:lnTo>
                  <a:pt x="333071" y="34994"/>
                </a:lnTo>
                <a:lnTo>
                  <a:pt x="321959" y="34994"/>
                </a:lnTo>
                <a:lnTo>
                  <a:pt x="321959" y="73119"/>
                </a:lnTo>
                <a:cubicBezTo>
                  <a:pt x="321959" y="76271"/>
                  <a:pt x="322153" y="78297"/>
                  <a:pt x="322542" y="79197"/>
                </a:cubicBezTo>
                <a:cubicBezTo>
                  <a:pt x="322931" y="80097"/>
                  <a:pt x="323565" y="80814"/>
                  <a:pt x="324445" y="81346"/>
                </a:cubicBezTo>
                <a:cubicBezTo>
                  <a:pt x="325325" y="81878"/>
                  <a:pt x="326583" y="82144"/>
                  <a:pt x="328221" y="82144"/>
                </a:cubicBezTo>
                <a:cubicBezTo>
                  <a:pt x="329448" y="82144"/>
                  <a:pt x="331065" y="82042"/>
                  <a:pt x="333071" y="81837"/>
                </a:cubicBezTo>
                <a:close/>
                <a:moveTo>
                  <a:pt x="343930" y="14366"/>
                </a:moveTo>
                <a:lnTo>
                  <a:pt x="343930" y="1596"/>
                </a:lnTo>
                <a:lnTo>
                  <a:pt x="354981" y="1596"/>
                </a:lnTo>
                <a:lnTo>
                  <a:pt x="354981" y="14366"/>
                </a:lnTo>
                <a:lnTo>
                  <a:pt x="343930" y="14366"/>
                </a:lnTo>
                <a:moveTo>
                  <a:pt x="343930" y="91598"/>
                </a:moveTo>
                <a:lnTo>
                  <a:pt x="343930" y="26399"/>
                </a:lnTo>
                <a:lnTo>
                  <a:pt x="354981" y="26399"/>
                </a:lnTo>
                <a:lnTo>
                  <a:pt x="354981" y="91598"/>
                </a:lnTo>
                <a:lnTo>
                  <a:pt x="343930" y="91598"/>
                </a:lnTo>
                <a:close/>
                <a:moveTo>
                  <a:pt x="414355" y="67655"/>
                </a:moveTo>
                <a:lnTo>
                  <a:pt x="425221" y="69067"/>
                </a:lnTo>
                <a:cubicBezTo>
                  <a:pt x="424034" y="76576"/>
                  <a:pt x="420995" y="82455"/>
                  <a:pt x="416104" y="86702"/>
                </a:cubicBezTo>
                <a:cubicBezTo>
                  <a:pt x="411213" y="90949"/>
                  <a:pt x="405207" y="93072"/>
                  <a:pt x="398086" y="93072"/>
                </a:cubicBezTo>
                <a:cubicBezTo>
                  <a:pt x="389163" y="93072"/>
                  <a:pt x="381990" y="90156"/>
                  <a:pt x="376567" y="84323"/>
                </a:cubicBezTo>
                <a:cubicBezTo>
                  <a:pt x="371144" y="78491"/>
                  <a:pt x="368433" y="70131"/>
                  <a:pt x="368433" y="59244"/>
                </a:cubicBezTo>
                <a:cubicBezTo>
                  <a:pt x="368433" y="52205"/>
                  <a:pt x="369599" y="46045"/>
                  <a:pt x="371932" y="40765"/>
                </a:cubicBezTo>
                <a:cubicBezTo>
                  <a:pt x="374265" y="35485"/>
                  <a:pt x="377816" y="31525"/>
                  <a:pt x="382584" y="28885"/>
                </a:cubicBezTo>
                <a:cubicBezTo>
                  <a:pt x="387352" y="26246"/>
                  <a:pt x="392540" y="24926"/>
                  <a:pt x="398147" y="24926"/>
                </a:cubicBezTo>
                <a:cubicBezTo>
                  <a:pt x="405228" y="24926"/>
                  <a:pt x="411019" y="26722"/>
                  <a:pt x="415521" y="30315"/>
                </a:cubicBezTo>
                <a:cubicBezTo>
                  <a:pt x="420023" y="33906"/>
                  <a:pt x="422909" y="39006"/>
                  <a:pt x="424178" y="45615"/>
                </a:cubicBezTo>
                <a:lnTo>
                  <a:pt x="413434" y="47273"/>
                </a:lnTo>
                <a:cubicBezTo>
                  <a:pt x="412411" y="42914"/>
                  <a:pt x="410599" y="39634"/>
                  <a:pt x="408001" y="37434"/>
                </a:cubicBezTo>
                <a:cubicBezTo>
                  <a:pt x="405402" y="35234"/>
                  <a:pt x="402260" y="34135"/>
                  <a:pt x="398577" y="34135"/>
                </a:cubicBezTo>
                <a:cubicBezTo>
                  <a:pt x="393010" y="34135"/>
                  <a:pt x="388488" y="36120"/>
                  <a:pt x="385009" y="40092"/>
                </a:cubicBezTo>
                <a:cubicBezTo>
                  <a:pt x="381530" y="44062"/>
                  <a:pt x="379790" y="50344"/>
                  <a:pt x="379790" y="58937"/>
                </a:cubicBezTo>
                <a:cubicBezTo>
                  <a:pt x="379790" y="67654"/>
                  <a:pt x="381469" y="73988"/>
                  <a:pt x="384825" y="77938"/>
                </a:cubicBezTo>
                <a:cubicBezTo>
                  <a:pt x="388181" y="81888"/>
                  <a:pt x="392560" y="83863"/>
                  <a:pt x="397963" y="83863"/>
                </a:cubicBezTo>
                <a:cubicBezTo>
                  <a:pt x="402301" y="83863"/>
                  <a:pt x="405923" y="82538"/>
                  <a:pt x="408829" y="79888"/>
                </a:cubicBezTo>
                <a:cubicBezTo>
                  <a:pt x="411735" y="77238"/>
                  <a:pt x="413577" y="73160"/>
                  <a:pt x="414355" y="67655"/>
                </a:cubicBezTo>
                <a:close/>
                <a:moveTo>
                  <a:pt x="467392" y="47733"/>
                </a:moveTo>
                <a:cubicBezTo>
                  <a:pt x="467392" y="32803"/>
                  <a:pt x="471403" y="21115"/>
                  <a:pt x="479425" y="12670"/>
                </a:cubicBezTo>
                <a:cubicBezTo>
                  <a:pt x="487447" y="4223"/>
                  <a:pt x="497802" y="0"/>
                  <a:pt x="510490" y="0"/>
                </a:cubicBezTo>
                <a:cubicBezTo>
                  <a:pt x="518798" y="0"/>
                  <a:pt x="526288" y="1984"/>
                  <a:pt x="532959" y="5951"/>
                </a:cubicBezTo>
                <a:cubicBezTo>
                  <a:pt x="539631" y="9919"/>
                  <a:pt x="544716" y="15451"/>
                  <a:pt x="548216" y="22548"/>
                </a:cubicBezTo>
                <a:cubicBezTo>
                  <a:pt x="551715" y="29645"/>
                  <a:pt x="553465" y="37691"/>
                  <a:pt x="553465" y="46689"/>
                </a:cubicBezTo>
                <a:cubicBezTo>
                  <a:pt x="553465" y="55810"/>
                  <a:pt x="551623" y="63970"/>
                  <a:pt x="547939" y="71170"/>
                </a:cubicBezTo>
                <a:cubicBezTo>
                  <a:pt x="544256" y="78368"/>
                  <a:pt x="539037" y="83818"/>
                  <a:pt x="532284" y="87520"/>
                </a:cubicBezTo>
                <a:cubicBezTo>
                  <a:pt x="525531" y="91221"/>
                  <a:pt x="518246" y="93072"/>
                  <a:pt x="510428" y="93072"/>
                </a:cubicBezTo>
                <a:cubicBezTo>
                  <a:pt x="501956" y="93072"/>
                  <a:pt x="494384" y="91027"/>
                  <a:pt x="487713" y="86936"/>
                </a:cubicBezTo>
                <a:cubicBezTo>
                  <a:pt x="481041" y="82846"/>
                  <a:pt x="475987" y="77263"/>
                  <a:pt x="472549" y="70188"/>
                </a:cubicBezTo>
                <a:cubicBezTo>
                  <a:pt x="469111" y="63112"/>
                  <a:pt x="467392" y="55627"/>
                  <a:pt x="467392" y="47733"/>
                </a:cubicBezTo>
                <a:moveTo>
                  <a:pt x="479670" y="47888"/>
                </a:moveTo>
                <a:cubicBezTo>
                  <a:pt x="479670" y="58754"/>
                  <a:pt x="482586" y="67312"/>
                  <a:pt x="488419" y="73564"/>
                </a:cubicBezTo>
                <a:cubicBezTo>
                  <a:pt x="494251" y="79816"/>
                  <a:pt x="501567" y="82942"/>
                  <a:pt x="510367" y="82942"/>
                </a:cubicBezTo>
                <a:cubicBezTo>
                  <a:pt x="519330" y="82942"/>
                  <a:pt x="526708" y="79785"/>
                  <a:pt x="532499" y="73472"/>
                </a:cubicBezTo>
                <a:cubicBezTo>
                  <a:pt x="538290" y="67158"/>
                  <a:pt x="541186" y="58199"/>
                  <a:pt x="541186" y="46597"/>
                </a:cubicBezTo>
                <a:cubicBezTo>
                  <a:pt x="541186" y="39258"/>
                  <a:pt x="539948" y="32852"/>
                  <a:pt x="537472" y="27379"/>
                </a:cubicBezTo>
                <a:cubicBezTo>
                  <a:pt x="534996" y="21906"/>
                  <a:pt x="531373" y="17663"/>
                  <a:pt x="526605" y="14650"/>
                </a:cubicBezTo>
                <a:cubicBezTo>
                  <a:pt x="521837" y="11637"/>
                  <a:pt x="516486" y="10130"/>
                  <a:pt x="510551" y="10130"/>
                </a:cubicBezTo>
                <a:cubicBezTo>
                  <a:pt x="502120" y="10130"/>
                  <a:pt x="494865" y="13031"/>
                  <a:pt x="488787" y="18832"/>
                </a:cubicBezTo>
                <a:cubicBezTo>
                  <a:pt x="482709" y="24633"/>
                  <a:pt x="479670" y="34318"/>
                  <a:pt x="479670" y="47888"/>
                </a:cubicBezTo>
                <a:close/>
                <a:moveTo>
                  <a:pt x="567394" y="116647"/>
                </a:moveTo>
                <a:lnTo>
                  <a:pt x="567394" y="26399"/>
                </a:lnTo>
                <a:lnTo>
                  <a:pt x="577463" y="26399"/>
                </a:lnTo>
                <a:lnTo>
                  <a:pt x="577463" y="34810"/>
                </a:lnTo>
                <a:cubicBezTo>
                  <a:pt x="579836" y="31515"/>
                  <a:pt x="582517" y="29044"/>
                  <a:pt x="585505" y="27397"/>
                </a:cubicBezTo>
                <a:cubicBezTo>
                  <a:pt x="588493" y="25749"/>
                  <a:pt x="592115" y="24926"/>
                  <a:pt x="596372" y="24926"/>
                </a:cubicBezTo>
                <a:cubicBezTo>
                  <a:pt x="601938" y="24926"/>
                  <a:pt x="606849" y="26358"/>
                  <a:pt x="611106" y="29223"/>
                </a:cubicBezTo>
                <a:cubicBezTo>
                  <a:pt x="615362" y="32088"/>
                  <a:pt x="618575" y="36130"/>
                  <a:pt x="620745" y="41348"/>
                </a:cubicBezTo>
                <a:cubicBezTo>
                  <a:pt x="622914" y="46567"/>
                  <a:pt x="623998" y="52286"/>
                  <a:pt x="623998" y="58508"/>
                </a:cubicBezTo>
                <a:cubicBezTo>
                  <a:pt x="623998" y="65179"/>
                  <a:pt x="622801" y="71185"/>
                  <a:pt x="620407" y="76526"/>
                </a:cubicBezTo>
                <a:cubicBezTo>
                  <a:pt x="618013" y="81868"/>
                  <a:pt x="614534" y="85960"/>
                  <a:pt x="609970" y="88805"/>
                </a:cubicBezTo>
                <a:cubicBezTo>
                  <a:pt x="605407" y="91650"/>
                  <a:pt x="600608" y="93072"/>
                  <a:pt x="595573" y="93072"/>
                </a:cubicBezTo>
                <a:cubicBezTo>
                  <a:pt x="591890" y="93072"/>
                  <a:pt x="588585" y="92284"/>
                  <a:pt x="585658" y="90708"/>
                </a:cubicBezTo>
                <a:cubicBezTo>
                  <a:pt x="582732" y="89131"/>
                  <a:pt x="580328" y="87140"/>
                  <a:pt x="578445" y="84734"/>
                </a:cubicBezTo>
                <a:lnTo>
                  <a:pt x="578445" y="116647"/>
                </a:lnTo>
                <a:lnTo>
                  <a:pt x="567394" y="116647"/>
                </a:lnTo>
                <a:moveTo>
                  <a:pt x="577401" y="59275"/>
                </a:moveTo>
                <a:cubicBezTo>
                  <a:pt x="577401" y="67655"/>
                  <a:pt x="579100" y="73848"/>
                  <a:pt x="582497" y="77854"/>
                </a:cubicBezTo>
                <a:cubicBezTo>
                  <a:pt x="585894" y="81860"/>
                  <a:pt x="590007" y="83863"/>
                  <a:pt x="594837" y="83863"/>
                </a:cubicBezTo>
                <a:cubicBezTo>
                  <a:pt x="599748" y="83863"/>
                  <a:pt x="603954" y="81788"/>
                  <a:pt x="607453" y="77639"/>
                </a:cubicBezTo>
                <a:cubicBezTo>
                  <a:pt x="610952" y="73490"/>
                  <a:pt x="612702" y="67062"/>
                  <a:pt x="612702" y="58354"/>
                </a:cubicBezTo>
                <a:cubicBezTo>
                  <a:pt x="612702" y="50056"/>
                  <a:pt x="610993" y="43842"/>
                  <a:pt x="607576" y="39714"/>
                </a:cubicBezTo>
                <a:cubicBezTo>
                  <a:pt x="604158" y="35585"/>
                  <a:pt x="600076" y="33521"/>
                  <a:pt x="595328" y="33521"/>
                </a:cubicBezTo>
                <a:cubicBezTo>
                  <a:pt x="590621" y="33521"/>
                  <a:pt x="586457" y="35718"/>
                  <a:pt x="582834" y="40113"/>
                </a:cubicBezTo>
                <a:cubicBezTo>
                  <a:pt x="579212" y="44507"/>
                  <a:pt x="577401" y="50895"/>
                  <a:pt x="577401" y="59275"/>
                </a:cubicBezTo>
                <a:close/>
                <a:moveTo>
                  <a:pt x="681878" y="70602"/>
                </a:moveTo>
                <a:lnTo>
                  <a:pt x="693297" y="72014"/>
                </a:lnTo>
                <a:cubicBezTo>
                  <a:pt x="691496" y="78685"/>
                  <a:pt x="688161" y="83863"/>
                  <a:pt x="683290" y="87546"/>
                </a:cubicBezTo>
                <a:cubicBezTo>
                  <a:pt x="678420" y="91230"/>
                  <a:pt x="672198" y="93072"/>
                  <a:pt x="664627" y="93072"/>
                </a:cubicBezTo>
                <a:cubicBezTo>
                  <a:pt x="655090" y="93072"/>
                  <a:pt x="647529" y="90135"/>
                  <a:pt x="641942" y="84262"/>
                </a:cubicBezTo>
                <a:cubicBezTo>
                  <a:pt x="636355" y="78389"/>
                  <a:pt x="633562" y="70152"/>
                  <a:pt x="633562" y="59551"/>
                </a:cubicBezTo>
                <a:cubicBezTo>
                  <a:pt x="633562" y="48582"/>
                  <a:pt x="636386" y="40069"/>
                  <a:pt x="642034" y="34012"/>
                </a:cubicBezTo>
                <a:cubicBezTo>
                  <a:pt x="647682" y="27954"/>
                  <a:pt x="655008" y="24926"/>
                  <a:pt x="664013" y="24926"/>
                </a:cubicBezTo>
                <a:cubicBezTo>
                  <a:pt x="672731" y="24926"/>
                  <a:pt x="679852" y="27888"/>
                  <a:pt x="685377" y="33814"/>
                </a:cubicBezTo>
                <a:cubicBezTo>
                  <a:pt x="690903" y="39739"/>
                  <a:pt x="693666" y="48074"/>
                  <a:pt x="693666" y="58820"/>
                </a:cubicBezTo>
                <a:cubicBezTo>
                  <a:pt x="693666" y="59474"/>
                  <a:pt x="693645" y="60454"/>
                  <a:pt x="693604" y="61761"/>
                </a:cubicBezTo>
                <a:lnTo>
                  <a:pt x="644981" y="61761"/>
                </a:lnTo>
                <a:cubicBezTo>
                  <a:pt x="645390" y="68903"/>
                  <a:pt x="647416" y="74372"/>
                  <a:pt x="651059" y="78169"/>
                </a:cubicBezTo>
                <a:cubicBezTo>
                  <a:pt x="654701" y="81965"/>
                  <a:pt x="659245" y="83863"/>
                  <a:pt x="664688" y="83863"/>
                </a:cubicBezTo>
                <a:cubicBezTo>
                  <a:pt x="668740" y="83863"/>
                  <a:pt x="672198" y="82809"/>
                  <a:pt x="675063" y="80701"/>
                </a:cubicBezTo>
                <a:cubicBezTo>
                  <a:pt x="677928" y="78592"/>
                  <a:pt x="680200" y="75226"/>
                  <a:pt x="681878" y="70602"/>
                </a:cubicBezTo>
                <a:moveTo>
                  <a:pt x="645595" y="52552"/>
                </a:moveTo>
                <a:lnTo>
                  <a:pt x="682001" y="52552"/>
                </a:lnTo>
                <a:cubicBezTo>
                  <a:pt x="681510" y="47157"/>
                  <a:pt x="680118" y="43111"/>
                  <a:pt x="677826" y="40414"/>
                </a:cubicBezTo>
                <a:cubicBezTo>
                  <a:pt x="674306" y="36228"/>
                  <a:pt x="669743" y="34135"/>
                  <a:pt x="664136" y="34135"/>
                </a:cubicBezTo>
                <a:cubicBezTo>
                  <a:pt x="659060" y="34135"/>
                  <a:pt x="654794" y="35806"/>
                  <a:pt x="651335" y="39148"/>
                </a:cubicBezTo>
                <a:cubicBezTo>
                  <a:pt x="647877" y="42488"/>
                  <a:pt x="645963" y="46957"/>
                  <a:pt x="645595" y="52552"/>
                </a:cubicBezTo>
                <a:close/>
                <a:moveTo>
                  <a:pt x="706974" y="91598"/>
                </a:moveTo>
                <a:lnTo>
                  <a:pt x="706974" y="26399"/>
                </a:lnTo>
                <a:lnTo>
                  <a:pt x="716920" y="26399"/>
                </a:lnTo>
                <a:lnTo>
                  <a:pt x="716920" y="36222"/>
                </a:lnTo>
                <a:cubicBezTo>
                  <a:pt x="719457" y="31623"/>
                  <a:pt x="721800" y="28590"/>
                  <a:pt x="723949" y="27124"/>
                </a:cubicBezTo>
                <a:cubicBezTo>
                  <a:pt x="726098" y="25658"/>
                  <a:pt x="728461" y="24926"/>
                  <a:pt x="731040" y="24926"/>
                </a:cubicBezTo>
                <a:cubicBezTo>
                  <a:pt x="734764" y="24926"/>
                  <a:pt x="738550" y="26107"/>
                  <a:pt x="742398" y="28471"/>
                </a:cubicBezTo>
                <a:lnTo>
                  <a:pt x="738591" y="38678"/>
                </a:lnTo>
                <a:cubicBezTo>
                  <a:pt x="735890" y="37081"/>
                  <a:pt x="733189" y="36283"/>
                  <a:pt x="730487" y="36283"/>
                </a:cubicBezTo>
                <a:cubicBezTo>
                  <a:pt x="728073" y="36283"/>
                  <a:pt x="725903" y="37011"/>
                  <a:pt x="723980" y="38467"/>
                </a:cubicBezTo>
                <a:cubicBezTo>
                  <a:pt x="722056" y="39921"/>
                  <a:pt x="720685" y="41938"/>
                  <a:pt x="719866" y="44520"/>
                </a:cubicBezTo>
                <a:cubicBezTo>
                  <a:pt x="718639" y="48453"/>
                  <a:pt x="718025" y="52754"/>
                  <a:pt x="718025" y="57425"/>
                </a:cubicBezTo>
                <a:lnTo>
                  <a:pt x="718025" y="91598"/>
                </a:lnTo>
                <a:lnTo>
                  <a:pt x="706974" y="91598"/>
                </a:lnTo>
                <a:close/>
                <a:moveTo>
                  <a:pt x="791553" y="83548"/>
                </a:moveTo>
                <a:cubicBezTo>
                  <a:pt x="787460" y="87030"/>
                  <a:pt x="783521" y="89487"/>
                  <a:pt x="779735" y="90921"/>
                </a:cubicBezTo>
                <a:cubicBezTo>
                  <a:pt x="775949" y="92355"/>
                  <a:pt x="771887" y="93072"/>
                  <a:pt x="767548" y="93072"/>
                </a:cubicBezTo>
                <a:cubicBezTo>
                  <a:pt x="760386" y="93072"/>
                  <a:pt x="754881" y="91321"/>
                  <a:pt x="751034" y="87819"/>
                </a:cubicBezTo>
                <a:cubicBezTo>
                  <a:pt x="747186" y="84317"/>
                  <a:pt x="745263" y="79842"/>
                  <a:pt x="745263" y="74395"/>
                </a:cubicBezTo>
                <a:cubicBezTo>
                  <a:pt x="745263" y="71201"/>
                  <a:pt x="745989" y="68284"/>
                  <a:pt x="747442" y="65643"/>
                </a:cubicBezTo>
                <a:cubicBezTo>
                  <a:pt x="748895" y="63000"/>
                  <a:pt x="750798" y="60880"/>
                  <a:pt x="753152" y="59283"/>
                </a:cubicBezTo>
                <a:cubicBezTo>
                  <a:pt x="755505" y="57685"/>
                  <a:pt x="758155" y="56477"/>
                  <a:pt x="761102" y="55659"/>
                </a:cubicBezTo>
                <a:cubicBezTo>
                  <a:pt x="763271" y="55084"/>
                  <a:pt x="766546" y="54531"/>
                  <a:pt x="770925" y="53999"/>
                </a:cubicBezTo>
                <a:cubicBezTo>
                  <a:pt x="779847" y="52943"/>
                  <a:pt x="786416" y="51683"/>
                  <a:pt x="790632" y="50219"/>
                </a:cubicBezTo>
                <a:cubicBezTo>
                  <a:pt x="790673" y="48712"/>
                  <a:pt x="790693" y="47754"/>
                  <a:pt x="790693" y="47346"/>
                </a:cubicBezTo>
                <a:cubicBezTo>
                  <a:pt x="790693" y="42860"/>
                  <a:pt x="789650" y="39700"/>
                  <a:pt x="787562" y="37866"/>
                </a:cubicBezTo>
                <a:cubicBezTo>
                  <a:pt x="784738" y="35378"/>
                  <a:pt x="780543" y="34135"/>
                  <a:pt x="774977" y="34135"/>
                </a:cubicBezTo>
                <a:cubicBezTo>
                  <a:pt x="769779" y="34135"/>
                  <a:pt x="765942" y="35045"/>
                  <a:pt x="763466" y="36866"/>
                </a:cubicBezTo>
                <a:cubicBezTo>
                  <a:pt x="760989" y="38688"/>
                  <a:pt x="759158" y="41911"/>
                  <a:pt x="757971" y="46536"/>
                </a:cubicBezTo>
                <a:lnTo>
                  <a:pt x="747166" y="45062"/>
                </a:lnTo>
                <a:cubicBezTo>
                  <a:pt x="748148" y="40423"/>
                  <a:pt x="749765" y="36677"/>
                  <a:pt x="752016" y="33824"/>
                </a:cubicBezTo>
                <a:cubicBezTo>
                  <a:pt x="754267" y="30970"/>
                  <a:pt x="757521" y="28774"/>
                  <a:pt x="761777" y="27235"/>
                </a:cubicBezTo>
                <a:cubicBezTo>
                  <a:pt x="766034" y="25696"/>
                  <a:pt x="770966" y="24926"/>
                  <a:pt x="776573" y="24926"/>
                </a:cubicBezTo>
                <a:cubicBezTo>
                  <a:pt x="782139" y="24926"/>
                  <a:pt x="786662" y="25580"/>
                  <a:pt x="790141" y="26890"/>
                </a:cubicBezTo>
                <a:cubicBezTo>
                  <a:pt x="793620" y="28200"/>
                  <a:pt x="796178" y="29847"/>
                  <a:pt x="797815" y="31832"/>
                </a:cubicBezTo>
                <a:cubicBezTo>
                  <a:pt x="799452" y="33817"/>
                  <a:pt x="800598" y="36324"/>
                  <a:pt x="801253" y="39353"/>
                </a:cubicBezTo>
                <a:cubicBezTo>
                  <a:pt x="801621" y="41236"/>
                  <a:pt x="801806" y="44633"/>
                  <a:pt x="801806" y="49544"/>
                </a:cubicBezTo>
                <a:lnTo>
                  <a:pt x="801806" y="64278"/>
                </a:lnTo>
                <a:cubicBezTo>
                  <a:pt x="801806" y="74552"/>
                  <a:pt x="802041" y="81049"/>
                  <a:pt x="802512" y="83771"/>
                </a:cubicBezTo>
                <a:cubicBezTo>
                  <a:pt x="802982" y="86492"/>
                  <a:pt x="803913" y="89102"/>
                  <a:pt x="805305" y="91598"/>
                </a:cubicBezTo>
                <a:lnTo>
                  <a:pt x="793763" y="91598"/>
                </a:lnTo>
                <a:cubicBezTo>
                  <a:pt x="792617" y="89304"/>
                  <a:pt x="791880" y="86620"/>
                  <a:pt x="791553" y="83548"/>
                </a:cubicBezTo>
                <a:moveTo>
                  <a:pt x="790632" y="58814"/>
                </a:moveTo>
                <a:cubicBezTo>
                  <a:pt x="786621" y="60466"/>
                  <a:pt x="780605" y="61869"/>
                  <a:pt x="772583" y="63024"/>
                </a:cubicBezTo>
                <a:cubicBezTo>
                  <a:pt x="768039" y="63681"/>
                  <a:pt x="764827" y="64421"/>
                  <a:pt x="762944" y="65243"/>
                </a:cubicBezTo>
                <a:cubicBezTo>
                  <a:pt x="761061" y="66065"/>
                  <a:pt x="759608" y="67267"/>
                  <a:pt x="758585" y="68850"/>
                </a:cubicBezTo>
                <a:cubicBezTo>
                  <a:pt x="757562" y="70432"/>
                  <a:pt x="757050" y="72189"/>
                  <a:pt x="757050" y="74121"/>
                </a:cubicBezTo>
                <a:cubicBezTo>
                  <a:pt x="757050" y="77079"/>
                  <a:pt x="758165" y="79545"/>
                  <a:pt x="760396" y="81518"/>
                </a:cubicBezTo>
                <a:cubicBezTo>
                  <a:pt x="762627" y="83491"/>
                  <a:pt x="765891" y="84477"/>
                  <a:pt x="770188" y="84477"/>
                </a:cubicBezTo>
                <a:cubicBezTo>
                  <a:pt x="774445" y="84477"/>
                  <a:pt x="778231" y="83541"/>
                  <a:pt x="781546" y="81670"/>
                </a:cubicBezTo>
                <a:cubicBezTo>
                  <a:pt x="784861" y="79799"/>
                  <a:pt x="787296" y="77239"/>
                  <a:pt x="788852" y="73990"/>
                </a:cubicBezTo>
                <a:cubicBezTo>
                  <a:pt x="790039" y="71481"/>
                  <a:pt x="790632" y="67779"/>
                  <a:pt x="790632" y="62886"/>
                </a:cubicBezTo>
                <a:lnTo>
                  <a:pt x="790632" y="58814"/>
                </a:lnTo>
                <a:close/>
                <a:moveTo>
                  <a:pt x="842987" y="81837"/>
                </a:moveTo>
                <a:lnTo>
                  <a:pt x="844583" y="91598"/>
                </a:lnTo>
                <a:cubicBezTo>
                  <a:pt x="841473" y="92171"/>
                  <a:pt x="838690" y="92458"/>
                  <a:pt x="836234" y="92458"/>
                </a:cubicBezTo>
                <a:cubicBezTo>
                  <a:pt x="832223" y="92458"/>
                  <a:pt x="829112" y="91823"/>
                  <a:pt x="826902" y="90555"/>
                </a:cubicBezTo>
                <a:cubicBezTo>
                  <a:pt x="824692" y="89286"/>
                  <a:pt x="823137" y="87618"/>
                  <a:pt x="822236" y="85551"/>
                </a:cubicBezTo>
                <a:cubicBezTo>
                  <a:pt x="821336" y="83484"/>
                  <a:pt x="820886" y="79136"/>
                  <a:pt x="820886" y="72505"/>
                </a:cubicBezTo>
                <a:lnTo>
                  <a:pt x="820886" y="34994"/>
                </a:lnTo>
                <a:lnTo>
                  <a:pt x="812782" y="34994"/>
                </a:lnTo>
                <a:lnTo>
                  <a:pt x="812782" y="26399"/>
                </a:lnTo>
                <a:lnTo>
                  <a:pt x="820886" y="26399"/>
                </a:lnTo>
                <a:lnTo>
                  <a:pt x="820886" y="10209"/>
                </a:lnTo>
                <a:lnTo>
                  <a:pt x="831875" y="3561"/>
                </a:lnTo>
                <a:lnTo>
                  <a:pt x="831875" y="26399"/>
                </a:lnTo>
                <a:lnTo>
                  <a:pt x="842987" y="26399"/>
                </a:lnTo>
                <a:lnTo>
                  <a:pt x="842987" y="34994"/>
                </a:lnTo>
                <a:lnTo>
                  <a:pt x="831875" y="34994"/>
                </a:lnTo>
                <a:lnTo>
                  <a:pt x="831875" y="73119"/>
                </a:lnTo>
                <a:cubicBezTo>
                  <a:pt x="831875" y="76271"/>
                  <a:pt x="832070" y="78297"/>
                  <a:pt x="832458" y="79197"/>
                </a:cubicBezTo>
                <a:cubicBezTo>
                  <a:pt x="832847" y="80097"/>
                  <a:pt x="833482" y="80814"/>
                  <a:pt x="834362" y="81346"/>
                </a:cubicBezTo>
                <a:cubicBezTo>
                  <a:pt x="835241" y="81878"/>
                  <a:pt x="836500" y="82144"/>
                  <a:pt x="838137" y="82144"/>
                </a:cubicBezTo>
                <a:cubicBezTo>
                  <a:pt x="839365" y="82144"/>
                  <a:pt x="840982" y="82042"/>
                  <a:pt x="842987" y="81837"/>
                </a:cubicBezTo>
                <a:close/>
                <a:moveTo>
                  <a:pt x="849672" y="58999"/>
                </a:moveTo>
                <a:cubicBezTo>
                  <a:pt x="849672" y="46925"/>
                  <a:pt x="853028" y="37982"/>
                  <a:pt x="859740" y="32170"/>
                </a:cubicBezTo>
                <a:cubicBezTo>
                  <a:pt x="865347" y="27340"/>
                  <a:pt x="872182" y="24926"/>
                  <a:pt x="880245" y="24926"/>
                </a:cubicBezTo>
                <a:cubicBezTo>
                  <a:pt x="889209" y="24926"/>
                  <a:pt x="896535" y="27862"/>
                  <a:pt x="902224" y="33735"/>
                </a:cubicBezTo>
                <a:cubicBezTo>
                  <a:pt x="907913" y="39609"/>
                  <a:pt x="910758" y="47723"/>
                  <a:pt x="910758" y="58078"/>
                </a:cubicBezTo>
                <a:cubicBezTo>
                  <a:pt x="910758" y="66468"/>
                  <a:pt x="909499" y="73068"/>
                  <a:pt x="906982" y="77877"/>
                </a:cubicBezTo>
                <a:cubicBezTo>
                  <a:pt x="904465" y="82686"/>
                  <a:pt x="900802" y="86421"/>
                  <a:pt x="895993" y="89081"/>
                </a:cubicBezTo>
                <a:cubicBezTo>
                  <a:pt x="891184" y="91742"/>
                  <a:pt x="885934" y="93072"/>
                  <a:pt x="880245" y="93072"/>
                </a:cubicBezTo>
                <a:cubicBezTo>
                  <a:pt x="871118" y="93072"/>
                  <a:pt x="863741" y="90145"/>
                  <a:pt x="858113" y="84293"/>
                </a:cubicBezTo>
                <a:cubicBezTo>
                  <a:pt x="852486" y="78440"/>
                  <a:pt x="849672" y="70008"/>
                  <a:pt x="849672" y="58999"/>
                </a:cubicBezTo>
                <a:moveTo>
                  <a:pt x="861029" y="58968"/>
                </a:moveTo>
                <a:cubicBezTo>
                  <a:pt x="861029" y="67287"/>
                  <a:pt x="862851" y="73516"/>
                  <a:pt x="866493" y="77654"/>
                </a:cubicBezTo>
                <a:cubicBezTo>
                  <a:pt x="870136" y="81793"/>
                  <a:pt x="874720" y="83863"/>
                  <a:pt x="880245" y="83863"/>
                </a:cubicBezTo>
                <a:cubicBezTo>
                  <a:pt x="885730" y="83863"/>
                  <a:pt x="890293" y="81783"/>
                  <a:pt x="893936" y="77624"/>
                </a:cubicBezTo>
                <a:cubicBezTo>
                  <a:pt x="897579" y="73464"/>
                  <a:pt x="899400" y="67124"/>
                  <a:pt x="899400" y="58602"/>
                </a:cubicBezTo>
                <a:cubicBezTo>
                  <a:pt x="899400" y="50568"/>
                  <a:pt x="897568" y="44482"/>
                  <a:pt x="893905" y="40343"/>
                </a:cubicBezTo>
                <a:cubicBezTo>
                  <a:pt x="890242" y="36204"/>
                  <a:pt x="885689" y="34135"/>
                  <a:pt x="880245" y="34135"/>
                </a:cubicBezTo>
                <a:cubicBezTo>
                  <a:pt x="874720" y="34135"/>
                  <a:pt x="870136" y="36194"/>
                  <a:pt x="866493" y="40312"/>
                </a:cubicBezTo>
                <a:cubicBezTo>
                  <a:pt x="862851" y="44431"/>
                  <a:pt x="861029" y="50649"/>
                  <a:pt x="861029" y="58968"/>
                </a:cubicBezTo>
                <a:close/>
                <a:moveTo>
                  <a:pt x="923514" y="91598"/>
                </a:moveTo>
                <a:lnTo>
                  <a:pt x="923514" y="26399"/>
                </a:lnTo>
                <a:lnTo>
                  <a:pt x="933460" y="26399"/>
                </a:lnTo>
                <a:lnTo>
                  <a:pt x="933460" y="36222"/>
                </a:lnTo>
                <a:cubicBezTo>
                  <a:pt x="935998" y="31623"/>
                  <a:pt x="938341" y="28590"/>
                  <a:pt x="940490" y="27124"/>
                </a:cubicBezTo>
                <a:cubicBezTo>
                  <a:pt x="942638" y="25658"/>
                  <a:pt x="945002" y="24926"/>
                  <a:pt x="947580" y="24926"/>
                </a:cubicBezTo>
                <a:cubicBezTo>
                  <a:pt x="951305" y="24926"/>
                  <a:pt x="955091" y="26107"/>
                  <a:pt x="958938" y="28471"/>
                </a:cubicBezTo>
                <a:lnTo>
                  <a:pt x="955132" y="38678"/>
                </a:lnTo>
                <a:cubicBezTo>
                  <a:pt x="952430" y="37081"/>
                  <a:pt x="949729" y="36283"/>
                  <a:pt x="947028" y="36283"/>
                </a:cubicBezTo>
                <a:cubicBezTo>
                  <a:pt x="944613" y="36283"/>
                  <a:pt x="942444" y="37011"/>
                  <a:pt x="940520" y="38467"/>
                </a:cubicBezTo>
                <a:cubicBezTo>
                  <a:pt x="938597" y="39921"/>
                  <a:pt x="937225" y="41938"/>
                  <a:pt x="936407" y="44520"/>
                </a:cubicBezTo>
                <a:cubicBezTo>
                  <a:pt x="935179" y="48453"/>
                  <a:pt x="934565" y="52754"/>
                  <a:pt x="934565" y="57425"/>
                </a:cubicBezTo>
                <a:lnTo>
                  <a:pt x="934565" y="91598"/>
                </a:lnTo>
                <a:lnTo>
                  <a:pt x="923514" y="91598"/>
                </a:lnTo>
                <a:close/>
                <a:moveTo>
                  <a:pt x="961251" y="64585"/>
                </a:moveTo>
                <a:lnTo>
                  <a:pt x="961251" y="53412"/>
                </a:lnTo>
                <a:lnTo>
                  <a:pt x="995201" y="53412"/>
                </a:lnTo>
                <a:lnTo>
                  <a:pt x="995201" y="64585"/>
                </a:lnTo>
                <a:lnTo>
                  <a:pt x="961251" y="6458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1" name="Text incorporatedInstructions:">
            <a:extLst xmlns:a="http://schemas.openxmlformats.org/drawingml/2006/main">
              <a:ext uri="{FF2B5EF4-FFF2-40B4-BE49-F238E27FC236}">
                <a16:creationId xmlns:a16="http://schemas.microsoft.com/office/drawing/2014/main" id="{B2563052-C9B1-4FBA-B1FE-1CF8E47B4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7058" y="1503164"/>
            <a:ext cx="1391670" cy="115050"/>
          </a:xfrm>
          <a:custGeom xmlns:a="http://schemas.openxmlformats.org/drawingml/2006/main">
            <a:pathLst>
              <a:path w="1391670" h="115050">
                <a:moveTo>
                  <a:pt x="0" y="12770"/>
                </a:moveTo>
                <a:lnTo>
                  <a:pt x="0" y="0"/>
                </a:lnTo>
                <a:lnTo>
                  <a:pt x="11051" y="0"/>
                </a:lnTo>
                <a:lnTo>
                  <a:pt x="11051" y="12770"/>
                </a:lnTo>
                <a:lnTo>
                  <a:pt x="0" y="12770"/>
                </a:lnTo>
                <a:moveTo>
                  <a:pt x="0" y="90002"/>
                </a:moveTo>
                <a:lnTo>
                  <a:pt x="0" y="24803"/>
                </a:lnTo>
                <a:lnTo>
                  <a:pt x="11051" y="24803"/>
                </a:lnTo>
                <a:lnTo>
                  <a:pt x="11051" y="90002"/>
                </a:lnTo>
                <a:lnTo>
                  <a:pt x="0" y="90002"/>
                </a:lnTo>
                <a:close/>
                <a:moveTo>
                  <a:pt x="27879" y="90002"/>
                </a:moveTo>
                <a:lnTo>
                  <a:pt x="27879" y="24803"/>
                </a:lnTo>
                <a:lnTo>
                  <a:pt x="37825" y="24803"/>
                </a:lnTo>
                <a:lnTo>
                  <a:pt x="37825" y="34012"/>
                </a:lnTo>
                <a:cubicBezTo>
                  <a:pt x="42613" y="26890"/>
                  <a:pt x="49530" y="23329"/>
                  <a:pt x="58575" y="23329"/>
                </a:cubicBezTo>
                <a:cubicBezTo>
                  <a:pt x="62505" y="23329"/>
                  <a:pt x="66117" y="24035"/>
                  <a:pt x="69411" y="25447"/>
                </a:cubicBezTo>
                <a:cubicBezTo>
                  <a:pt x="72706" y="26859"/>
                  <a:pt x="75172" y="28711"/>
                  <a:pt x="76809" y="31003"/>
                </a:cubicBezTo>
                <a:cubicBezTo>
                  <a:pt x="78446" y="33295"/>
                  <a:pt x="79592" y="36017"/>
                  <a:pt x="80247" y="39169"/>
                </a:cubicBezTo>
                <a:cubicBezTo>
                  <a:pt x="80656" y="41215"/>
                  <a:pt x="80861" y="44796"/>
                  <a:pt x="80861" y="49913"/>
                </a:cubicBezTo>
                <a:lnTo>
                  <a:pt x="80861" y="90002"/>
                </a:lnTo>
                <a:lnTo>
                  <a:pt x="69810" y="90002"/>
                </a:lnTo>
                <a:lnTo>
                  <a:pt x="69810" y="50300"/>
                </a:lnTo>
                <a:cubicBezTo>
                  <a:pt x="69810" y="45793"/>
                  <a:pt x="69381" y="42423"/>
                  <a:pt x="68521" y="40189"/>
                </a:cubicBezTo>
                <a:cubicBezTo>
                  <a:pt x="67662" y="37956"/>
                  <a:pt x="66137" y="36174"/>
                  <a:pt x="63947" y="34842"/>
                </a:cubicBezTo>
                <a:cubicBezTo>
                  <a:pt x="61758" y="33511"/>
                  <a:pt x="59189" y="32845"/>
                  <a:pt x="56243" y="32845"/>
                </a:cubicBezTo>
                <a:cubicBezTo>
                  <a:pt x="51536" y="32845"/>
                  <a:pt x="47474" y="34341"/>
                  <a:pt x="44056" y="37333"/>
                </a:cubicBezTo>
                <a:cubicBezTo>
                  <a:pt x="40638" y="40323"/>
                  <a:pt x="38930" y="45997"/>
                  <a:pt x="38930" y="54356"/>
                </a:cubicBezTo>
                <a:lnTo>
                  <a:pt x="38930" y="90002"/>
                </a:lnTo>
                <a:lnTo>
                  <a:pt x="27879" y="90002"/>
                </a:lnTo>
                <a:close/>
                <a:moveTo>
                  <a:pt x="140275" y="66059"/>
                </a:moveTo>
                <a:lnTo>
                  <a:pt x="151141" y="67471"/>
                </a:lnTo>
                <a:cubicBezTo>
                  <a:pt x="149954" y="74980"/>
                  <a:pt x="146915" y="80858"/>
                  <a:pt x="142024" y="85106"/>
                </a:cubicBezTo>
                <a:cubicBezTo>
                  <a:pt x="137133" y="89352"/>
                  <a:pt x="131127" y="91476"/>
                  <a:pt x="124006" y="91476"/>
                </a:cubicBezTo>
                <a:cubicBezTo>
                  <a:pt x="115083" y="91476"/>
                  <a:pt x="107910" y="88559"/>
                  <a:pt x="102487" y="82727"/>
                </a:cubicBezTo>
                <a:cubicBezTo>
                  <a:pt x="97064" y="76895"/>
                  <a:pt x="94353" y="68535"/>
                  <a:pt x="94353" y="57648"/>
                </a:cubicBezTo>
                <a:cubicBezTo>
                  <a:pt x="94353" y="50608"/>
                  <a:pt x="95519" y="44449"/>
                  <a:pt x="97852" y="39169"/>
                </a:cubicBezTo>
                <a:cubicBezTo>
                  <a:pt x="100185" y="33889"/>
                  <a:pt x="103736" y="29929"/>
                  <a:pt x="108504" y="27289"/>
                </a:cubicBezTo>
                <a:cubicBezTo>
                  <a:pt x="113272" y="24649"/>
                  <a:pt x="118460" y="23329"/>
                  <a:pt x="124067" y="23329"/>
                </a:cubicBezTo>
                <a:cubicBezTo>
                  <a:pt x="131148" y="23329"/>
                  <a:pt x="136939" y="25126"/>
                  <a:pt x="141441" y="28718"/>
                </a:cubicBezTo>
                <a:cubicBezTo>
                  <a:pt x="145943" y="32310"/>
                  <a:pt x="148829" y="37410"/>
                  <a:pt x="150098" y="44019"/>
                </a:cubicBezTo>
                <a:lnTo>
                  <a:pt x="139354" y="45676"/>
                </a:lnTo>
                <a:cubicBezTo>
                  <a:pt x="138331" y="41317"/>
                  <a:pt x="136520" y="38038"/>
                  <a:pt x="133921" y="35838"/>
                </a:cubicBezTo>
                <a:cubicBezTo>
                  <a:pt x="131322" y="33638"/>
                  <a:pt x="128180" y="32538"/>
                  <a:pt x="124497" y="32538"/>
                </a:cubicBezTo>
                <a:cubicBezTo>
                  <a:pt x="118930" y="32538"/>
                  <a:pt x="114408" y="34524"/>
                  <a:pt x="110929" y="38495"/>
                </a:cubicBezTo>
                <a:cubicBezTo>
                  <a:pt x="107450" y="42465"/>
                  <a:pt x="105710" y="48747"/>
                  <a:pt x="105710" y="57341"/>
                </a:cubicBezTo>
                <a:cubicBezTo>
                  <a:pt x="105710" y="66058"/>
                  <a:pt x="107389" y="72391"/>
                  <a:pt x="110745" y="76342"/>
                </a:cubicBezTo>
                <a:cubicBezTo>
                  <a:pt x="114101" y="80292"/>
                  <a:pt x="118480" y="82267"/>
                  <a:pt x="123883" y="82267"/>
                </a:cubicBezTo>
                <a:cubicBezTo>
                  <a:pt x="128221" y="82267"/>
                  <a:pt x="131843" y="80942"/>
                  <a:pt x="134749" y="78291"/>
                </a:cubicBezTo>
                <a:cubicBezTo>
                  <a:pt x="137655" y="75641"/>
                  <a:pt x="139497" y="71564"/>
                  <a:pt x="140275" y="66059"/>
                </a:cubicBezTo>
                <a:close/>
                <a:moveTo>
                  <a:pt x="156484" y="57402"/>
                </a:moveTo>
                <a:cubicBezTo>
                  <a:pt x="156484" y="45328"/>
                  <a:pt x="159840" y="36386"/>
                  <a:pt x="166552" y="30574"/>
                </a:cubicBezTo>
                <a:cubicBezTo>
                  <a:pt x="172160" y="25744"/>
                  <a:pt x="178995" y="23329"/>
                  <a:pt x="187058" y="23329"/>
                </a:cubicBezTo>
                <a:cubicBezTo>
                  <a:pt x="196021" y="23329"/>
                  <a:pt x="203347" y="26266"/>
                  <a:pt x="209036" y="32139"/>
                </a:cubicBezTo>
                <a:cubicBezTo>
                  <a:pt x="214725" y="38012"/>
                  <a:pt x="217570" y="46127"/>
                  <a:pt x="217570" y="56482"/>
                </a:cubicBezTo>
                <a:cubicBezTo>
                  <a:pt x="217570" y="64872"/>
                  <a:pt x="216311" y="71472"/>
                  <a:pt x="213794" y="76281"/>
                </a:cubicBezTo>
                <a:cubicBezTo>
                  <a:pt x="211277" y="81090"/>
                  <a:pt x="207614" y="84825"/>
                  <a:pt x="202805" y="87485"/>
                </a:cubicBezTo>
                <a:cubicBezTo>
                  <a:pt x="197996" y="90145"/>
                  <a:pt x="192747" y="91476"/>
                  <a:pt x="187058" y="91476"/>
                </a:cubicBezTo>
                <a:cubicBezTo>
                  <a:pt x="177931" y="91476"/>
                  <a:pt x="170553" y="88549"/>
                  <a:pt x="164925" y="82696"/>
                </a:cubicBezTo>
                <a:cubicBezTo>
                  <a:pt x="159298" y="76844"/>
                  <a:pt x="156484" y="68412"/>
                  <a:pt x="156484" y="57402"/>
                </a:cubicBezTo>
                <a:moveTo>
                  <a:pt x="167842" y="57372"/>
                </a:moveTo>
                <a:cubicBezTo>
                  <a:pt x="167842" y="65691"/>
                  <a:pt x="169663" y="71919"/>
                  <a:pt x="173306" y="76058"/>
                </a:cubicBezTo>
                <a:cubicBezTo>
                  <a:pt x="176948" y="80197"/>
                  <a:pt x="181532" y="82267"/>
                  <a:pt x="187058" y="82267"/>
                </a:cubicBezTo>
                <a:cubicBezTo>
                  <a:pt x="192542" y="82267"/>
                  <a:pt x="197106" y="80187"/>
                  <a:pt x="200748" y="76028"/>
                </a:cubicBezTo>
                <a:cubicBezTo>
                  <a:pt x="204391" y="71868"/>
                  <a:pt x="206212" y="65527"/>
                  <a:pt x="206212" y="57005"/>
                </a:cubicBezTo>
                <a:cubicBezTo>
                  <a:pt x="206212" y="48972"/>
                  <a:pt x="204381" y="42886"/>
                  <a:pt x="200718" y="38747"/>
                </a:cubicBezTo>
                <a:cubicBezTo>
                  <a:pt x="197054" y="34608"/>
                  <a:pt x="192501" y="32538"/>
                  <a:pt x="187058" y="32538"/>
                </a:cubicBezTo>
                <a:cubicBezTo>
                  <a:pt x="181532" y="32538"/>
                  <a:pt x="176948" y="34598"/>
                  <a:pt x="173306" y="38716"/>
                </a:cubicBezTo>
                <a:cubicBezTo>
                  <a:pt x="169663" y="42834"/>
                  <a:pt x="167842" y="49053"/>
                  <a:pt x="167842" y="57372"/>
                </a:cubicBezTo>
                <a:close/>
                <a:moveTo>
                  <a:pt x="230326" y="90002"/>
                </a:moveTo>
                <a:lnTo>
                  <a:pt x="230326" y="24803"/>
                </a:lnTo>
                <a:lnTo>
                  <a:pt x="240271" y="24803"/>
                </a:lnTo>
                <a:lnTo>
                  <a:pt x="240271" y="34626"/>
                </a:lnTo>
                <a:cubicBezTo>
                  <a:pt x="242809" y="30026"/>
                  <a:pt x="245152" y="26994"/>
                  <a:pt x="247301" y="25528"/>
                </a:cubicBezTo>
                <a:cubicBezTo>
                  <a:pt x="249450" y="24062"/>
                  <a:pt x="251813" y="23329"/>
                  <a:pt x="254392" y="23329"/>
                </a:cubicBezTo>
                <a:cubicBezTo>
                  <a:pt x="258116" y="23329"/>
                  <a:pt x="261902" y="24511"/>
                  <a:pt x="265750" y="26875"/>
                </a:cubicBezTo>
                <a:lnTo>
                  <a:pt x="261943" y="37081"/>
                </a:lnTo>
                <a:cubicBezTo>
                  <a:pt x="259242" y="35485"/>
                  <a:pt x="256541" y="34687"/>
                  <a:pt x="253839" y="34687"/>
                </a:cubicBezTo>
                <a:cubicBezTo>
                  <a:pt x="251424" y="34687"/>
                  <a:pt x="249255" y="35415"/>
                  <a:pt x="247332" y="36870"/>
                </a:cubicBezTo>
                <a:cubicBezTo>
                  <a:pt x="245408" y="38325"/>
                  <a:pt x="244037" y="40342"/>
                  <a:pt x="243218" y="42923"/>
                </a:cubicBezTo>
                <a:cubicBezTo>
                  <a:pt x="241990" y="46856"/>
                  <a:pt x="241377" y="51158"/>
                  <a:pt x="241377" y="55829"/>
                </a:cubicBezTo>
                <a:lnTo>
                  <a:pt x="241377" y="90002"/>
                </a:lnTo>
                <a:lnTo>
                  <a:pt x="230326" y="90002"/>
                </a:lnTo>
                <a:close/>
                <a:moveTo>
                  <a:pt x="272360" y="115050"/>
                </a:moveTo>
                <a:lnTo>
                  <a:pt x="272360" y="24803"/>
                </a:lnTo>
                <a:lnTo>
                  <a:pt x="282428" y="24803"/>
                </a:lnTo>
                <a:lnTo>
                  <a:pt x="282428" y="33214"/>
                </a:lnTo>
                <a:cubicBezTo>
                  <a:pt x="284802" y="29919"/>
                  <a:pt x="287483" y="27448"/>
                  <a:pt x="290470" y="25800"/>
                </a:cubicBezTo>
                <a:cubicBezTo>
                  <a:pt x="293458" y="24153"/>
                  <a:pt x="297080" y="23329"/>
                  <a:pt x="301337" y="23329"/>
                </a:cubicBezTo>
                <a:cubicBezTo>
                  <a:pt x="306903" y="23329"/>
                  <a:pt x="311815" y="24762"/>
                  <a:pt x="316071" y="27627"/>
                </a:cubicBezTo>
                <a:cubicBezTo>
                  <a:pt x="320328" y="30492"/>
                  <a:pt x="323541" y="34534"/>
                  <a:pt x="325710" y="39752"/>
                </a:cubicBezTo>
                <a:cubicBezTo>
                  <a:pt x="327879" y="44970"/>
                  <a:pt x="328964" y="50690"/>
                  <a:pt x="328964" y="56911"/>
                </a:cubicBezTo>
                <a:cubicBezTo>
                  <a:pt x="328964" y="63583"/>
                  <a:pt x="327767" y="69589"/>
                  <a:pt x="325372" y="74930"/>
                </a:cubicBezTo>
                <a:cubicBezTo>
                  <a:pt x="322978" y="80271"/>
                  <a:pt x="319499" y="84364"/>
                  <a:pt x="314936" y="87209"/>
                </a:cubicBezTo>
                <a:cubicBezTo>
                  <a:pt x="310372" y="90053"/>
                  <a:pt x="305573" y="91476"/>
                  <a:pt x="300539" y="91476"/>
                </a:cubicBezTo>
                <a:cubicBezTo>
                  <a:pt x="296855" y="91476"/>
                  <a:pt x="293550" y="90688"/>
                  <a:pt x="290624" y="89112"/>
                </a:cubicBezTo>
                <a:cubicBezTo>
                  <a:pt x="287698" y="87535"/>
                  <a:pt x="285293" y="85543"/>
                  <a:pt x="283410" y="83138"/>
                </a:cubicBezTo>
                <a:lnTo>
                  <a:pt x="283410" y="115050"/>
                </a:lnTo>
                <a:lnTo>
                  <a:pt x="272360" y="115050"/>
                </a:lnTo>
                <a:moveTo>
                  <a:pt x="282367" y="57679"/>
                </a:moveTo>
                <a:cubicBezTo>
                  <a:pt x="282367" y="66059"/>
                  <a:pt x="284065" y="72252"/>
                  <a:pt x="287462" y="76258"/>
                </a:cubicBezTo>
                <a:cubicBezTo>
                  <a:pt x="290859" y="80264"/>
                  <a:pt x="294973" y="82267"/>
                  <a:pt x="299802" y="82267"/>
                </a:cubicBezTo>
                <a:cubicBezTo>
                  <a:pt x="304714" y="82267"/>
                  <a:pt x="308919" y="80192"/>
                  <a:pt x="312418" y="76043"/>
                </a:cubicBezTo>
                <a:cubicBezTo>
                  <a:pt x="315918" y="71894"/>
                  <a:pt x="317668" y="65465"/>
                  <a:pt x="317668" y="56758"/>
                </a:cubicBezTo>
                <a:cubicBezTo>
                  <a:pt x="317668" y="48460"/>
                  <a:pt x="315959" y="42246"/>
                  <a:pt x="312541" y="38117"/>
                </a:cubicBezTo>
                <a:cubicBezTo>
                  <a:pt x="309124" y="33989"/>
                  <a:pt x="305041" y="31924"/>
                  <a:pt x="300293" y="31924"/>
                </a:cubicBezTo>
                <a:cubicBezTo>
                  <a:pt x="295587" y="31924"/>
                  <a:pt x="291422" y="34122"/>
                  <a:pt x="287800" y="38516"/>
                </a:cubicBezTo>
                <a:cubicBezTo>
                  <a:pt x="284178" y="42911"/>
                  <a:pt x="282367" y="49299"/>
                  <a:pt x="282367" y="57679"/>
                </a:cubicBezTo>
                <a:close/>
                <a:moveTo>
                  <a:pt x="338097" y="57402"/>
                </a:moveTo>
                <a:cubicBezTo>
                  <a:pt x="338097" y="45328"/>
                  <a:pt x="341454" y="36386"/>
                  <a:pt x="348166" y="30574"/>
                </a:cubicBezTo>
                <a:cubicBezTo>
                  <a:pt x="353773" y="25744"/>
                  <a:pt x="360608" y="23329"/>
                  <a:pt x="368671" y="23329"/>
                </a:cubicBezTo>
                <a:cubicBezTo>
                  <a:pt x="377635" y="23329"/>
                  <a:pt x="384961" y="26266"/>
                  <a:pt x="390650" y="32139"/>
                </a:cubicBezTo>
                <a:cubicBezTo>
                  <a:pt x="396339" y="38012"/>
                  <a:pt x="399184" y="46127"/>
                  <a:pt x="399184" y="56482"/>
                </a:cubicBezTo>
                <a:cubicBezTo>
                  <a:pt x="399184" y="64872"/>
                  <a:pt x="397925" y="71472"/>
                  <a:pt x="395408" y="76281"/>
                </a:cubicBezTo>
                <a:cubicBezTo>
                  <a:pt x="392891" y="81090"/>
                  <a:pt x="389228" y="84825"/>
                  <a:pt x="384419" y="87485"/>
                </a:cubicBezTo>
                <a:cubicBezTo>
                  <a:pt x="379609" y="90145"/>
                  <a:pt x="374360" y="91476"/>
                  <a:pt x="368671" y="91476"/>
                </a:cubicBezTo>
                <a:cubicBezTo>
                  <a:pt x="359544" y="91476"/>
                  <a:pt x="352167" y="88549"/>
                  <a:pt x="346539" y="82696"/>
                </a:cubicBezTo>
                <a:cubicBezTo>
                  <a:pt x="340911" y="76844"/>
                  <a:pt x="338097" y="68412"/>
                  <a:pt x="338097" y="57402"/>
                </a:cubicBezTo>
                <a:moveTo>
                  <a:pt x="349455" y="57372"/>
                </a:moveTo>
                <a:cubicBezTo>
                  <a:pt x="349455" y="65691"/>
                  <a:pt x="351277" y="71919"/>
                  <a:pt x="354919" y="76058"/>
                </a:cubicBezTo>
                <a:cubicBezTo>
                  <a:pt x="358562" y="80197"/>
                  <a:pt x="363146" y="82267"/>
                  <a:pt x="368671" y="82267"/>
                </a:cubicBezTo>
                <a:cubicBezTo>
                  <a:pt x="374156" y="82267"/>
                  <a:pt x="378719" y="80187"/>
                  <a:pt x="382362" y="76028"/>
                </a:cubicBezTo>
                <a:cubicBezTo>
                  <a:pt x="386004" y="71868"/>
                  <a:pt x="387826" y="65527"/>
                  <a:pt x="387826" y="57005"/>
                </a:cubicBezTo>
                <a:cubicBezTo>
                  <a:pt x="387826" y="48972"/>
                  <a:pt x="385994" y="42886"/>
                  <a:pt x="382331" y="38747"/>
                </a:cubicBezTo>
                <a:cubicBezTo>
                  <a:pt x="378668" y="34608"/>
                  <a:pt x="374115" y="32538"/>
                  <a:pt x="368671" y="32538"/>
                </a:cubicBezTo>
                <a:cubicBezTo>
                  <a:pt x="363146" y="32538"/>
                  <a:pt x="358562" y="34598"/>
                  <a:pt x="354919" y="38716"/>
                </a:cubicBezTo>
                <a:cubicBezTo>
                  <a:pt x="351277" y="42834"/>
                  <a:pt x="349455" y="49053"/>
                  <a:pt x="349455" y="57372"/>
                </a:cubicBezTo>
                <a:close/>
                <a:moveTo>
                  <a:pt x="411940" y="90002"/>
                </a:moveTo>
                <a:lnTo>
                  <a:pt x="411940" y="24803"/>
                </a:lnTo>
                <a:lnTo>
                  <a:pt x="421886" y="24803"/>
                </a:lnTo>
                <a:lnTo>
                  <a:pt x="421886" y="34626"/>
                </a:lnTo>
                <a:cubicBezTo>
                  <a:pt x="424423" y="30026"/>
                  <a:pt x="426767" y="26994"/>
                  <a:pt x="428915" y="25528"/>
                </a:cubicBezTo>
                <a:cubicBezTo>
                  <a:pt x="431064" y="24062"/>
                  <a:pt x="433428" y="23329"/>
                  <a:pt x="436006" y="23329"/>
                </a:cubicBezTo>
                <a:cubicBezTo>
                  <a:pt x="439731" y="23329"/>
                  <a:pt x="443517" y="24511"/>
                  <a:pt x="447364" y="26875"/>
                </a:cubicBezTo>
                <a:lnTo>
                  <a:pt x="443558" y="37081"/>
                </a:lnTo>
                <a:cubicBezTo>
                  <a:pt x="440856" y="35485"/>
                  <a:pt x="438155" y="34687"/>
                  <a:pt x="435454" y="34687"/>
                </a:cubicBezTo>
                <a:cubicBezTo>
                  <a:pt x="433039" y="34687"/>
                  <a:pt x="430870" y="35415"/>
                  <a:pt x="428946" y="36870"/>
                </a:cubicBezTo>
                <a:cubicBezTo>
                  <a:pt x="427022" y="38325"/>
                  <a:pt x="425651" y="40342"/>
                  <a:pt x="424833" y="42923"/>
                </a:cubicBezTo>
                <a:cubicBezTo>
                  <a:pt x="423605" y="46856"/>
                  <a:pt x="422991" y="51158"/>
                  <a:pt x="422991" y="55829"/>
                </a:cubicBezTo>
                <a:lnTo>
                  <a:pt x="422991" y="90002"/>
                </a:lnTo>
                <a:lnTo>
                  <a:pt x="411940" y="90002"/>
                </a:lnTo>
                <a:close/>
                <a:moveTo>
                  <a:pt x="496518" y="81952"/>
                </a:moveTo>
                <a:cubicBezTo>
                  <a:pt x="492426" y="85433"/>
                  <a:pt x="488486" y="87891"/>
                  <a:pt x="484700" y="89325"/>
                </a:cubicBezTo>
                <a:cubicBezTo>
                  <a:pt x="480914" y="90759"/>
                  <a:pt x="476852" y="91476"/>
                  <a:pt x="472514" y="91476"/>
                </a:cubicBezTo>
                <a:cubicBezTo>
                  <a:pt x="465351" y="91476"/>
                  <a:pt x="459846" y="89725"/>
                  <a:pt x="455999" y="86223"/>
                </a:cubicBezTo>
                <a:cubicBezTo>
                  <a:pt x="452152" y="82721"/>
                  <a:pt x="450228" y="78246"/>
                  <a:pt x="450228" y="72799"/>
                </a:cubicBezTo>
                <a:cubicBezTo>
                  <a:pt x="450228" y="69605"/>
                  <a:pt x="450955" y="66688"/>
                  <a:pt x="452408" y="64046"/>
                </a:cubicBezTo>
                <a:cubicBezTo>
                  <a:pt x="453861" y="61404"/>
                  <a:pt x="455764" y="59284"/>
                  <a:pt x="458117" y="57686"/>
                </a:cubicBezTo>
                <a:cubicBezTo>
                  <a:pt x="460470" y="56089"/>
                  <a:pt x="463121" y="54881"/>
                  <a:pt x="466067" y="54062"/>
                </a:cubicBezTo>
                <a:cubicBezTo>
                  <a:pt x="468237" y="53488"/>
                  <a:pt x="471511" y="52935"/>
                  <a:pt x="475890" y="52403"/>
                </a:cubicBezTo>
                <a:cubicBezTo>
                  <a:pt x="484813" y="51346"/>
                  <a:pt x="491382" y="50086"/>
                  <a:pt x="495598" y="48623"/>
                </a:cubicBezTo>
                <a:cubicBezTo>
                  <a:pt x="495638" y="47115"/>
                  <a:pt x="495659" y="46157"/>
                  <a:pt x="495659" y="45749"/>
                </a:cubicBezTo>
                <a:cubicBezTo>
                  <a:pt x="495659" y="41264"/>
                  <a:pt x="494615" y="38104"/>
                  <a:pt x="492528" y="36270"/>
                </a:cubicBezTo>
                <a:cubicBezTo>
                  <a:pt x="489704" y="33782"/>
                  <a:pt x="485509" y="32538"/>
                  <a:pt x="479942" y="32538"/>
                </a:cubicBezTo>
                <a:cubicBezTo>
                  <a:pt x="474744" y="32538"/>
                  <a:pt x="470907" y="33449"/>
                  <a:pt x="468431" y="35270"/>
                </a:cubicBezTo>
                <a:cubicBezTo>
                  <a:pt x="465955" y="37092"/>
                  <a:pt x="464123" y="40315"/>
                  <a:pt x="462936" y="44940"/>
                </a:cubicBezTo>
                <a:lnTo>
                  <a:pt x="452131" y="43466"/>
                </a:lnTo>
                <a:cubicBezTo>
                  <a:pt x="453114" y="38827"/>
                  <a:pt x="454730" y="35081"/>
                  <a:pt x="456981" y="32227"/>
                </a:cubicBezTo>
                <a:cubicBezTo>
                  <a:pt x="459232" y="29374"/>
                  <a:pt x="462486" y="27178"/>
                  <a:pt x="466743" y="25639"/>
                </a:cubicBezTo>
                <a:cubicBezTo>
                  <a:pt x="470999" y="24099"/>
                  <a:pt x="475931" y="23329"/>
                  <a:pt x="481539" y="23329"/>
                </a:cubicBezTo>
                <a:cubicBezTo>
                  <a:pt x="487105" y="23329"/>
                  <a:pt x="491627" y="23984"/>
                  <a:pt x="495106" y="25294"/>
                </a:cubicBezTo>
                <a:cubicBezTo>
                  <a:pt x="498585" y="26604"/>
                  <a:pt x="501143" y="28251"/>
                  <a:pt x="502781" y="30236"/>
                </a:cubicBezTo>
                <a:cubicBezTo>
                  <a:pt x="504418" y="32221"/>
                  <a:pt x="505564" y="34728"/>
                  <a:pt x="506219" y="37757"/>
                </a:cubicBezTo>
                <a:cubicBezTo>
                  <a:pt x="506587" y="39639"/>
                  <a:pt x="506771" y="43036"/>
                  <a:pt x="506771" y="47948"/>
                </a:cubicBezTo>
                <a:lnTo>
                  <a:pt x="506771" y="62682"/>
                </a:lnTo>
                <a:cubicBezTo>
                  <a:pt x="506771" y="72955"/>
                  <a:pt x="507006" y="79453"/>
                  <a:pt x="507477" y="82175"/>
                </a:cubicBezTo>
                <a:cubicBezTo>
                  <a:pt x="507948" y="84896"/>
                  <a:pt x="508879" y="87505"/>
                  <a:pt x="510270" y="90002"/>
                </a:cubicBezTo>
                <a:lnTo>
                  <a:pt x="498729" y="90002"/>
                </a:lnTo>
                <a:cubicBezTo>
                  <a:pt x="497583" y="87708"/>
                  <a:pt x="496846" y="85024"/>
                  <a:pt x="496518" y="81952"/>
                </a:cubicBezTo>
                <a:moveTo>
                  <a:pt x="495598" y="57218"/>
                </a:moveTo>
                <a:cubicBezTo>
                  <a:pt x="491587" y="58869"/>
                  <a:pt x="485570" y="60273"/>
                  <a:pt x="477548" y="61428"/>
                </a:cubicBezTo>
                <a:cubicBezTo>
                  <a:pt x="473005" y="62085"/>
                  <a:pt x="469792" y="62825"/>
                  <a:pt x="467909" y="63647"/>
                </a:cubicBezTo>
                <a:cubicBezTo>
                  <a:pt x="466027" y="64468"/>
                  <a:pt x="464574" y="65671"/>
                  <a:pt x="463550" y="67254"/>
                </a:cubicBezTo>
                <a:cubicBezTo>
                  <a:pt x="462527" y="68836"/>
                  <a:pt x="462016" y="70593"/>
                  <a:pt x="462016" y="72524"/>
                </a:cubicBezTo>
                <a:cubicBezTo>
                  <a:pt x="462016" y="75483"/>
                  <a:pt x="463131" y="77949"/>
                  <a:pt x="465361" y="79922"/>
                </a:cubicBezTo>
                <a:cubicBezTo>
                  <a:pt x="467592" y="81894"/>
                  <a:pt x="470856" y="82881"/>
                  <a:pt x="475154" y="82881"/>
                </a:cubicBezTo>
                <a:cubicBezTo>
                  <a:pt x="479410" y="82881"/>
                  <a:pt x="483196" y="81945"/>
                  <a:pt x="486511" y="80074"/>
                </a:cubicBezTo>
                <a:cubicBezTo>
                  <a:pt x="489827" y="78203"/>
                  <a:pt x="492262" y="75643"/>
                  <a:pt x="493817" y="72394"/>
                </a:cubicBezTo>
                <a:cubicBezTo>
                  <a:pt x="495004" y="69884"/>
                  <a:pt x="495598" y="66183"/>
                  <a:pt x="495598" y="61289"/>
                </a:cubicBezTo>
                <a:lnTo>
                  <a:pt x="495598" y="57218"/>
                </a:lnTo>
                <a:close/>
                <a:moveTo>
                  <a:pt x="547953" y="80241"/>
                </a:moveTo>
                <a:lnTo>
                  <a:pt x="549549" y="90002"/>
                </a:lnTo>
                <a:cubicBezTo>
                  <a:pt x="546438" y="90575"/>
                  <a:pt x="543655" y="90862"/>
                  <a:pt x="541199" y="90862"/>
                </a:cubicBezTo>
                <a:cubicBezTo>
                  <a:pt x="537188" y="90862"/>
                  <a:pt x="534078" y="90227"/>
                  <a:pt x="531868" y="88958"/>
                </a:cubicBezTo>
                <a:cubicBezTo>
                  <a:pt x="529658" y="87690"/>
                  <a:pt x="528102" y="86022"/>
                  <a:pt x="527202" y="83955"/>
                </a:cubicBezTo>
                <a:cubicBezTo>
                  <a:pt x="526301" y="81888"/>
                  <a:pt x="525851" y="77539"/>
                  <a:pt x="525851" y="70909"/>
                </a:cubicBezTo>
                <a:lnTo>
                  <a:pt x="525851" y="33398"/>
                </a:lnTo>
                <a:lnTo>
                  <a:pt x="517747" y="33398"/>
                </a:lnTo>
                <a:lnTo>
                  <a:pt x="517747" y="24803"/>
                </a:lnTo>
                <a:lnTo>
                  <a:pt x="525851" y="24803"/>
                </a:lnTo>
                <a:lnTo>
                  <a:pt x="525851" y="8612"/>
                </a:lnTo>
                <a:lnTo>
                  <a:pt x="536841" y="1965"/>
                </a:lnTo>
                <a:lnTo>
                  <a:pt x="536841" y="24803"/>
                </a:lnTo>
                <a:lnTo>
                  <a:pt x="547953" y="24803"/>
                </a:lnTo>
                <a:lnTo>
                  <a:pt x="547953" y="33398"/>
                </a:lnTo>
                <a:lnTo>
                  <a:pt x="536841" y="33398"/>
                </a:lnTo>
                <a:lnTo>
                  <a:pt x="536841" y="71523"/>
                </a:lnTo>
                <a:cubicBezTo>
                  <a:pt x="536841" y="74674"/>
                  <a:pt x="537035" y="76700"/>
                  <a:pt x="537424" y="77601"/>
                </a:cubicBezTo>
                <a:cubicBezTo>
                  <a:pt x="537813" y="78501"/>
                  <a:pt x="538447" y="79217"/>
                  <a:pt x="539327" y="79750"/>
                </a:cubicBezTo>
                <a:cubicBezTo>
                  <a:pt x="540207" y="80282"/>
                  <a:pt x="541465" y="80548"/>
                  <a:pt x="543103" y="80548"/>
                </a:cubicBezTo>
                <a:cubicBezTo>
                  <a:pt x="544330" y="80548"/>
                  <a:pt x="545947" y="80445"/>
                  <a:pt x="547953" y="80241"/>
                </a:cubicBezTo>
                <a:close/>
                <a:moveTo>
                  <a:pt x="603384" y="69006"/>
                </a:moveTo>
                <a:lnTo>
                  <a:pt x="614803" y="70418"/>
                </a:lnTo>
                <a:cubicBezTo>
                  <a:pt x="613002" y="77089"/>
                  <a:pt x="609667" y="82267"/>
                  <a:pt x="604796" y="85950"/>
                </a:cubicBezTo>
                <a:cubicBezTo>
                  <a:pt x="599926" y="89634"/>
                  <a:pt x="593704" y="91476"/>
                  <a:pt x="586133" y="91476"/>
                </a:cubicBezTo>
                <a:cubicBezTo>
                  <a:pt x="576596" y="91476"/>
                  <a:pt x="569035" y="88539"/>
                  <a:pt x="563448" y="82666"/>
                </a:cubicBezTo>
                <a:cubicBezTo>
                  <a:pt x="557861" y="76792"/>
                  <a:pt x="555068" y="68556"/>
                  <a:pt x="555068" y="57955"/>
                </a:cubicBezTo>
                <a:cubicBezTo>
                  <a:pt x="555068" y="46986"/>
                  <a:pt x="557892" y="38473"/>
                  <a:pt x="563540" y="32416"/>
                </a:cubicBezTo>
                <a:cubicBezTo>
                  <a:pt x="569188" y="26358"/>
                  <a:pt x="576514" y="23329"/>
                  <a:pt x="585519" y="23329"/>
                </a:cubicBezTo>
                <a:cubicBezTo>
                  <a:pt x="594236" y="23329"/>
                  <a:pt x="601358" y="26292"/>
                  <a:pt x="606883" y="32218"/>
                </a:cubicBezTo>
                <a:cubicBezTo>
                  <a:pt x="612409" y="38142"/>
                  <a:pt x="615171" y="46478"/>
                  <a:pt x="615171" y="57224"/>
                </a:cubicBezTo>
                <a:cubicBezTo>
                  <a:pt x="615171" y="57878"/>
                  <a:pt x="615151" y="58858"/>
                  <a:pt x="615110" y="60165"/>
                </a:cubicBezTo>
                <a:lnTo>
                  <a:pt x="566487" y="60165"/>
                </a:lnTo>
                <a:cubicBezTo>
                  <a:pt x="566896" y="67307"/>
                  <a:pt x="568922" y="72776"/>
                  <a:pt x="572565" y="76572"/>
                </a:cubicBezTo>
                <a:cubicBezTo>
                  <a:pt x="576207" y="80369"/>
                  <a:pt x="580750" y="82267"/>
                  <a:pt x="586194" y="82267"/>
                </a:cubicBezTo>
                <a:cubicBezTo>
                  <a:pt x="590246" y="82267"/>
                  <a:pt x="593704" y="81213"/>
                  <a:pt x="596569" y="79105"/>
                </a:cubicBezTo>
                <a:cubicBezTo>
                  <a:pt x="599434" y="76996"/>
                  <a:pt x="601706" y="73629"/>
                  <a:pt x="603384" y="69006"/>
                </a:cubicBezTo>
                <a:moveTo>
                  <a:pt x="567101" y="50956"/>
                </a:moveTo>
                <a:lnTo>
                  <a:pt x="603507" y="50956"/>
                </a:lnTo>
                <a:cubicBezTo>
                  <a:pt x="603016" y="45561"/>
                  <a:pt x="601624" y="41515"/>
                  <a:pt x="599332" y="38818"/>
                </a:cubicBezTo>
                <a:cubicBezTo>
                  <a:pt x="595812" y="34631"/>
                  <a:pt x="591249" y="32538"/>
                  <a:pt x="585641" y="32538"/>
                </a:cubicBezTo>
                <a:cubicBezTo>
                  <a:pt x="580566" y="32538"/>
                  <a:pt x="576299" y="34209"/>
                  <a:pt x="572841" y="37551"/>
                </a:cubicBezTo>
                <a:cubicBezTo>
                  <a:pt x="569383" y="40892"/>
                  <a:pt x="567469" y="45360"/>
                  <a:pt x="567101" y="50956"/>
                </a:cubicBezTo>
                <a:close/>
                <a:moveTo>
                  <a:pt x="670902" y="90002"/>
                </a:moveTo>
                <a:lnTo>
                  <a:pt x="670902" y="81775"/>
                </a:lnTo>
                <a:cubicBezTo>
                  <a:pt x="666769" y="88242"/>
                  <a:pt x="660691" y="91476"/>
                  <a:pt x="652669" y="91476"/>
                </a:cubicBezTo>
                <a:cubicBezTo>
                  <a:pt x="647471" y="91476"/>
                  <a:pt x="642692" y="90043"/>
                  <a:pt x="638333" y="87178"/>
                </a:cubicBezTo>
                <a:cubicBezTo>
                  <a:pt x="633974" y="84313"/>
                  <a:pt x="630598" y="80312"/>
                  <a:pt x="628204" y="75176"/>
                </a:cubicBezTo>
                <a:cubicBezTo>
                  <a:pt x="625809" y="70039"/>
                  <a:pt x="624612" y="64135"/>
                  <a:pt x="624612" y="57464"/>
                </a:cubicBezTo>
                <a:cubicBezTo>
                  <a:pt x="624612" y="50956"/>
                  <a:pt x="625697" y="45052"/>
                  <a:pt x="627866" y="39752"/>
                </a:cubicBezTo>
                <a:cubicBezTo>
                  <a:pt x="630035" y="34452"/>
                  <a:pt x="633289" y="30390"/>
                  <a:pt x="637627" y="27565"/>
                </a:cubicBezTo>
                <a:cubicBezTo>
                  <a:pt x="641966" y="24741"/>
                  <a:pt x="646816" y="23329"/>
                  <a:pt x="652178" y="23329"/>
                </a:cubicBezTo>
                <a:cubicBezTo>
                  <a:pt x="656107" y="23329"/>
                  <a:pt x="659606" y="24158"/>
                  <a:pt x="662676" y="25816"/>
                </a:cubicBezTo>
                <a:cubicBezTo>
                  <a:pt x="665745" y="27473"/>
                  <a:pt x="668242" y="29632"/>
                  <a:pt x="670166" y="32293"/>
                </a:cubicBezTo>
                <a:lnTo>
                  <a:pt x="670166" y="0"/>
                </a:lnTo>
                <a:lnTo>
                  <a:pt x="681155" y="0"/>
                </a:lnTo>
                <a:lnTo>
                  <a:pt x="681155" y="90002"/>
                </a:lnTo>
                <a:lnTo>
                  <a:pt x="670902" y="90002"/>
                </a:lnTo>
                <a:moveTo>
                  <a:pt x="635970" y="57433"/>
                </a:moveTo>
                <a:cubicBezTo>
                  <a:pt x="635970" y="65752"/>
                  <a:pt x="637730" y="71970"/>
                  <a:pt x="641250" y="76089"/>
                </a:cubicBezTo>
                <a:cubicBezTo>
                  <a:pt x="644769" y="80207"/>
                  <a:pt x="648924" y="82267"/>
                  <a:pt x="653712" y="82267"/>
                </a:cubicBezTo>
                <a:cubicBezTo>
                  <a:pt x="658542" y="82267"/>
                  <a:pt x="662645" y="80299"/>
                  <a:pt x="666022" y="76365"/>
                </a:cubicBezTo>
                <a:cubicBezTo>
                  <a:pt x="669398" y="72430"/>
                  <a:pt x="671087" y="66425"/>
                  <a:pt x="671087" y="58350"/>
                </a:cubicBezTo>
                <a:cubicBezTo>
                  <a:pt x="671087" y="49461"/>
                  <a:pt x="669368" y="42937"/>
                  <a:pt x="665930" y="38777"/>
                </a:cubicBezTo>
                <a:cubicBezTo>
                  <a:pt x="662492" y="34618"/>
                  <a:pt x="658255" y="32538"/>
                  <a:pt x="653221" y="32538"/>
                </a:cubicBezTo>
                <a:cubicBezTo>
                  <a:pt x="648310" y="32538"/>
                  <a:pt x="644207" y="34537"/>
                  <a:pt x="640912" y="38534"/>
                </a:cubicBezTo>
                <a:cubicBezTo>
                  <a:pt x="637617" y="42529"/>
                  <a:pt x="635970" y="48829"/>
                  <a:pt x="635970" y="57433"/>
                </a:cubicBezTo>
                <a:close/>
                <a:moveTo>
                  <a:pt x="736818" y="90002"/>
                </a:moveTo>
                <a:lnTo>
                  <a:pt x="736818" y="0"/>
                </a:lnTo>
                <a:lnTo>
                  <a:pt x="748728" y="0"/>
                </a:lnTo>
                <a:lnTo>
                  <a:pt x="748728" y="90002"/>
                </a:lnTo>
                <a:lnTo>
                  <a:pt x="736818" y="90002"/>
                </a:lnTo>
                <a:close/>
                <a:moveTo>
                  <a:pt x="768306" y="90002"/>
                </a:moveTo>
                <a:lnTo>
                  <a:pt x="768306" y="24803"/>
                </a:lnTo>
                <a:lnTo>
                  <a:pt x="778252" y="24803"/>
                </a:lnTo>
                <a:lnTo>
                  <a:pt x="778252" y="34012"/>
                </a:lnTo>
                <a:cubicBezTo>
                  <a:pt x="783040" y="26890"/>
                  <a:pt x="789957" y="23329"/>
                  <a:pt x="799003" y="23329"/>
                </a:cubicBezTo>
                <a:cubicBezTo>
                  <a:pt x="802932" y="23329"/>
                  <a:pt x="806544" y="24035"/>
                  <a:pt x="809838" y="25447"/>
                </a:cubicBezTo>
                <a:cubicBezTo>
                  <a:pt x="813133" y="26859"/>
                  <a:pt x="815599" y="28711"/>
                  <a:pt x="817236" y="31003"/>
                </a:cubicBezTo>
                <a:cubicBezTo>
                  <a:pt x="818873" y="33295"/>
                  <a:pt x="820019" y="36017"/>
                  <a:pt x="820674" y="39169"/>
                </a:cubicBezTo>
                <a:cubicBezTo>
                  <a:pt x="821084" y="41215"/>
                  <a:pt x="821288" y="44796"/>
                  <a:pt x="821288" y="49913"/>
                </a:cubicBezTo>
                <a:lnTo>
                  <a:pt x="821288" y="90002"/>
                </a:lnTo>
                <a:lnTo>
                  <a:pt x="810237" y="90002"/>
                </a:lnTo>
                <a:lnTo>
                  <a:pt x="810237" y="50300"/>
                </a:lnTo>
                <a:cubicBezTo>
                  <a:pt x="810237" y="45793"/>
                  <a:pt x="809808" y="42423"/>
                  <a:pt x="808948" y="40189"/>
                </a:cubicBezTo>
                <a:cubicBezTo>
                  <a:pt x="808089" y="37956"/>
                  <a:pt x="806564" y="36174"/>
                  <a:pt x="804374" y="34842"/>
                </a:cubicBezTo>
                <a:cubicBezTo>
                  <a:pt x="802185" y="33511"/>
                  <a:pt x="799616" y="32845"/>
                  <a:pt x="796670" y="32845"/>
                </a:cubicBezTo>
                <a:cubicBezTo>
                  <a:pt x="791963" y="32845"/>
                  <a:pt x="787901" y="34341"/>
                  <a:pt x="784483" y="37333"/>
                </a:cubicBezTo>
                <a:cubicBezTo>
                  <a:pt x="781066" y="40323"/>
                  <a:pt x="779357" y="45997"/>
                  <a:pt x="779357" y="54356"/>
                </a:cubicBezTo>
                <a:lnTo>
                  <a:pt x="779357" y="90002"/>
                </a:lnTo>
                <a:lnTo>
                  <a:pt x="768306" y="90002"/>
                </a:lnTo>
                <a:close/>
                <a:moveTo>
                  <a:pt x="833737" y="70479"/>
                </a:moveTo>
                <a:lnTo>
                  <a:pt x="844665" y="68760"/>
                </a:lnTo>
                <a:cubicBezTo>
                  <a:pt x="845279" y="73120"/>
                  <a:pt x="846988" y="76462"/>
                  <a:pt x="849791" y="78784"/>
                </a:cubicBezTo>
                <a:cubicBezTo>
                  <a:pt x="852595" y="81106"/>
                  <a:pt x="856514" y="82267"/>
                  <a:pt x="861548" y="82267"/>
                </a:cubicBezTo>
                <a:cubicBezTo>
                  <a:pt x="866623" y="82267"/>
                  <a:pt x="870389" y="81241"/>
                  <a:pt x="872844" y="79191"/>
                </a:cubicBezTo>
                <a:cubicBezTo>
                  <a:pt x="875300" y="77140"/>
                  <a:pt x="876528" y="74734"/>
                  <a:pt x="876528" y="71974"/>
                </a:cubicBezTo>
                <a:cubicBezTo>
                  <a:pt x="876528" y="69496"/>
                  <a:pt x="875443" y="67547"/>
                  <a:pt x="873274" y="66126"/>
                </a:cubicBezTo>
                <a:cubicBezTo>
                  <a:pt x="871760" y="65151"/>
                  <a:pt x="867994" y="63913"/>
                  <a:pt x="861978" y="62410"/>
                </a:cubicBezTo>
                <a:cubicBezTo>
                  <a:pt x="853874" y="60362"/>
                  <a:pt x="848257" y="58591"/>
                  <a:pt x="845125" y="57095"/>
                </a:cubicBezTo>
                <a:cubicBezTo>
                  <a:pt x="841994" y="55600"/>
                  <a:pt x="839621" y="53531"/>
                  <a:pt x="838004" y="50889"/>
                </a:cubicBezTo>
                <a:cubicBezTo>
                  <a:pt x="836387" y="48247"/>
                  <a:pt x="835579" y="45328"/>
                  <a:pt x="835579" y="42133"/>
                </a:cubicBezTo>
                <a:cubicBezTo>
                  <a:pt x="835579" y="39224"/>
                  <a:pt x="836244" y="36531"/>
                  <a:pt x="837574" y="34052"/>
                </a:cubicBezTo>
                <a:cubicBezTo>
                  <a:pt x="838904" y="31573"/>
                  <a:pt x="840715" y="29515"/>
                  <a:pt x="843007" y="27876"/>
                </a:cubicBezTo>
                <a:cubicBezTo>
                  <a:pt x="844726" y="26606"/>
                  <a:pt x="847070" y="25531"/>
                  <a:pt x="850037" y="24651"/>
                </a:cubicBezTo>
                <a:cubicBezTo>
                  <a:pt x="853004" y="23770"/>
                  <a:pt x="856186" y="23329"/>
                  <a:pt x="859584" y="23329"/>
                </a:cubicBezTo>
                <a:cubicBezTo>
                  <a:pt x="864700" y="23329"/>
                  <a:pt x="869192" y="24071"/>
                  <a:pt x="873059" y="25555"/>
                </a:cubicBezTo>
                <a:cubicBezTo>
                  <a:pt x="876927" y="27037"/>
                  <a:pt x="879782" y="29046"/>
                  <a:pt x="881624" y="31581"/>
                </a:cubicBezTo>
                <a:cubicBezTo>
                  <a:pt x="883465" y="34115"/>
                  <a:pt x="884734" y="37503"/>
                  <a:pt x="885430" y="41747"/>
                </a:cubicBezTo>
                <a:lnTo>
                  <a:pt x="874625" y="43221"/>
                </a:lnTo>
                <a:cubicBezTo>
                  <a:pt x="874134" y="39865"/>
                  <a:pt x="872711" y="37245"/>
                  <a:pt x="870358" y="35362"/>
                </a:cubicBezTo>
                <a:cubicBezTo>
                  <a:pt x="868005" y="33480"/>
                  <a:pt x="864679" y="32538"/>
                  <a:pt x="860382" y="32538"/>
                </a:cubicBezTo>
                <a:cubicBezTo>
                  <a:pt x="855306" y="32538"/>
                  <a:pt x="851684" y="33373"/>
                  <a:pt x="849515" y="35044"/>
                </a:cubicBezTo>
                <a:cubicBezTo>
                  <a:pt x="847346" y="36713"/>
                  <a:pt x="846261" y="38668"/>
                  <a:pt x="846261" y="40909"/>
                </a:cubicBezTo>
                <a:cubicBezTo>
                  <a:pt x="846261" y="42334"/>
                  <a:pt x="846711" y="43617"/>
                  <a:pt x="847612" y="44757"/>
                </a:cubicBezTo>
                <a:cubicBezTo>
                  <a:pt x="848512" y="45938"/>
                  <a:pt x="849924" y="46915"/>
                  <a:pt x="851848" y="47689"/>
                </a:cubicBezTo>
                <a:cubicBezTo>
                  <a:pt x="852953" y="48097"/>
                  <a:pt x="856207" y="49034"/>
                  <a:pt x="861609" y="50500"/>
                </a:cubicBezTo>
                <a:cubicBezTo>
                  <a:pt x="869427" y="52586"/>
                  <a:pt x="874881" y="54293"/>
                  <a:pt x="877971" y="55622"/>
                </a:cubicBezTo>
                <a:cubicBezTo>
                  <a:pt x="881061" y="56951"/>
                  <a:pt x="883486" y="58884"/>
                  <a:pt x="885246" y="61420"/>
                </a:cubicBezTo>
                <a:cubicBezTo>
                  <a:pt x="887006" y="63955"/>
                  <a:pt x="887886" y="67103"/>
                  <a:pt x="887886" y="70865"/>
                </a:cubicBezTo>
                <a:cubicBezTo>
                  <a:pt x="887886" y="74546"/>
                  <a:pt x="886811" y="78012"/>
                  <a:pt x="884663" y="81263"/>
                </a:cubicBezTo>
                <a:cubicBezTo>
                  <a:pt x="882514" y="84513"/>
                  <a:pt x="879413" y="87028"/>
                  <a:pt x="875362" y="88807"/>
                </a:cubicBezTo>
                <a:cubicBezTo>
                  <a:pt x="871310" y="90586"/>
                  <a:pt x="866726" y="91476"/>
                  <a:pt x="861609" y="91476"/>
                </a:cubicBezTo>
                <a:cubicBezTo>
                  <a:pt x="853137" y="91476"/>
                  <a:pt x="846681" y="89711"/>
                  <a:pt x="842240" y="86180"/>
                </a:cubicBezTo>
                <a:cubicBezTo>
                  <a:pt x="837799" y="82650"/>
                  <a:pt x="834965" y="77417"/>
                  <a:pt x="833737" y="70479"/>
                </a:cubicBezTo>
                <a:close/>
                <a:moveTo>
                  <a:pt x="925151" y="80241"/>
                </a:moveTo>
                <a:lnTo>
                  <a:pt x="926747" y="90002"/>
                </a:lnTo>
                <a:cubicBezTo>
                  <a:pt x="923637" y="90575"/>
                  <a:pt x="920853" y="90862"/>
                  <a:pt x="918398" y="90862"/>
                </a:cubicBezTo>
                <a:cubicBezTo>
                  <a:pt x="914387" y="90862"/>
                  <a:pt x="911276" y="90227"/>
                  <a:pt x="909066" y="88958"/>
                </a:cubicBezTo>
                <a:cubicBezTo>
                  <a:pt x="906856" y="87690"/>
                  <a:pt x="905301" y="86022"/>
                  <a:pt x="904400" y="83955"/>
                </a:cubicBezTo>
                <a:cubicBezTo>
                  <a:pt x="903500" y="81888"/>
                  <a:pt x="903049" y="77539"/>
                  <a:pt x="903049" y="70909"/>
                </a:cubicBezTo>
                <a:lnTo>
                  <a:pt x="903049" y="33398"/>
                </a:lnTo>
                <a:lnTo>
                  <a:pt x="894946" y="33398"/>
                </a:lnTo>
                <a:lnTo>
                  <a:pt x="894946" y="24803"/>
                </a:lnTo>
                <a:lnTo>
                  <a:pt x="903049" y="24803"/>
                </a:lnTo>
                <a:lnTo>
                  <a:pt x="903049" y="8612"/>
                </a:lnTo>
                <a:lnTo>
                  <a:pt x="914039" y="1965"/>
                </a:lnTo>
                <a:lnTo>
                  <a:pt x="914039" y="24803"/>
                </a:lnTo>
                <a:lnTo>
                  <a:pt x="925151" y="24803"/>
                </a:lnTo>
                <a:lnTo>
                  <a:pt x="925151" y="33398"/>
                </a:lnTo>
                <a:lnTo>
                  <a:pt x="914039" y="33398"/>
                </a:lnTo>
                <a:lnTo>
                  <a:pt x="914039" y="71523"/>
                </a:lnTo>
                <a:cubicBezTo>
                  <a:pt x="914039" y="74674"/>
                  <a:pt x="914233" y="76700"/>
                  <a:pt x="914622" y="77601"/>
                </a:cubicBezTo>
                <a:cubicBezTo>
                  <a:pt x="915011" y="78501"/>
                  <a:pt x="915645" y="79217"/>
                  <a:pt x="916525" y="79750"/>
                </a:cubicBezTo>
                <a:cubicBezTo>
                  <a:pt x="917405" y="80282"/>
                  <a:pt x="918664" y="80548"/>
                  <a:pt x="920301" y="80548"/>
                </a:cubicBezTo>
                <a:cubicBezTo>
                  <a:pt x="921529" y="80548"/>
                  <a:pt x="923145" y="80445"/>
                  <a:pt x="925151" y="80241"/>
                </a:cubicBezTo>
                <a:close/>
                <a:moveTo>
                  <a:pt x="935827" y="90002"/>
                </a:moveTo>
                <a:lnTo>
                  <a:pt x="935827" y="24803"/>
                </a:lnTo>
                <a:lnTo>
                  <a:pt x="945772" y="24803"/>
                </a:lnTo>
                <a:lnTo>
                  <a:pt x="945772" y="34626"/>
                </a:lnTo>
                <a:cubicBezTo>
                  <a:pt x="948310" y="30026"/>
                  <a:pt x="950653" y="26994"/>
                  <a:pt x="952802" y="25528"/>
                </a:cubicBezTo>
                <a:cubicBezTo>
                  <a:pt x="954951" y="24062"/>
                  <a:pt x="957314" y="23329"/>
                  <a:pt x="959893" y="23329"/>
                </a:cubicBezTo>
                <a:cubicBezTo>
                  <a:pt x="963617" y="23329"/>
                  <a:pt x="967403" y="24511"/>
                  <a:pt x="971251" y="26875"/>
                </a:cubicBezTo>
                <a:lnTo>
                  <a:pt x="967444" y="37081"/>
                </a:lnTo>
                <a:cubicBezTo>
                  <a:pt x="964743" y="35485"/>
                  <a:pt x="962042" y="34687"/>
                  <a:pt x="959340" y="34687"/>
                </a:cubicBezTo>
                <a:cubicBezTo>
                  <a:pt x="956926" y="34687"/>
                  <a:pt x="954756" y="35415"/>
                  <a:pt x="952833" y="36870"/>
                </a:cubicBezTo>
                <a:cubicBezTo>
                  <a:pt x="950909" y="38325"/>
                  <a:pt x="949538" y="40342"/>
                  <a:pt x="948719" y="42923"/>
                </a:cubicBezTo>
                <a:cubicBezTo>
                  <a:pt x="947491" y="46856"/>
                  <a:pt x="946878" y="51158"/>
                  <a:pt x="946878" y="55829"/>
                </a:cubicBezTo>
                <a:lnTo>
                  <a:pt x="946878" y="90002"/>
                </a:lnTo>
                <a:lnTo>
                  <a:pt x="935827" y="90002"/>
                </a:lnTo>
                <a:close/>
                <a:moveTo>
                  <a:pt x="1020590" y="90002"/>
                </a:moveTo>
                <a:lnTo>
                  <a:pt x="1020590" y="80425"/>
                </a:lnTo>
                <a:cubicBezTo>
                  <a:pt x="1015515" y="87792"/>
                  <a:pt x="1008619" y="91476"/>
                  <a:pt x="999901" y="91476"/>
                </a:cubicBezTo>
                <a:cubicBezTo>
                  <a:pt x="996054" y="91476"/>
                  <a:pt x="992462" y="90739"/>
                  <a:pt x="989126" y="89265"/>
                </a:cubicBezTo>
                <a:cubicBezTo>
                  <a:pt x="985791" y="87792"/>
                  <a:pt x="983315" y="85940"/>
                  <a:pt x="981698" y="83709"/>
                </a:cubicBezTo>
                <a:cubicBezTo>
                  <a:pt x="980081" y="81479"/>
                  <a:pt x="978945" y="78747"/>
                  <a:pt x="978291" y="75513"/>
                </a:cubicBezTo>
                <a:cubicBezTo>
                  <a:pt x="977840" y="73344"/>
                  <a:pt x="977615" y="69906"/>
                  <a:pt x="977615" y="65199"/>
                </a:cubicBezTo>
                <a:lnTo>
                  <a:pt x="977615" y="24803"/>
                </a:lnTo>
                <a:lnTo>
                  <a:pt x="988666" y="24803"/>
                </a:lnTo>
                <a:lnTo>
                  <a:pt x="988666" y="60963"/>
                </a:lnTo>
                <a:cubicBezTo>
                  <a:pt x="988666" y="66734"/>
                  <a:pt x="988891" y="70622"/>
                  <a:pt x="989341" y="72628"/>
                </a:cubicBezTo>
                <a:cubicBezTo>
                  <a:pt x="990037" y="75534"/>
                  <a:pt x="991511" y="77816"/>
                  <a:pt x="993762" y="79473"/>
                </a:cubicBezTo>
                <a:cubicBezTo>
                  <a:pt x="996013" y="81131"/>
                  <a:pt x="998796" y="81960"/>
                  <a:pt x="1002111" y="81960"/>
                </a:cubicBezTo>
                <a:cubicBezTo>
                  <a:pt x="1005426" y="81960"/>
                  <a:pt x="1008537" y="81110"/>
                  <a:pt x="1011443" y="79412"/>
                </a:cubicBezTo>
                <a:cubicBezTo>
                  <a:pt x="1014349" y="77713"/>
                  <a:pt x="1016405" y="75401"/>
                  <a:pt x="1017613" y="72474"/>
                </a:cubicBezTo>
                <a:cubicBezTo>
                  <a:pt x="1018820" y="69548"/>
                  <a:pt x="1019424" y="65302"/>
                  <a:pt x="1019424" y="59735"/>
                </a:cubicBezTo>
                <a:lnTo>
                  <a:pt x="1019424" y="24803"/>
                </a:lnTo>
                <a:lnTo>
                  <a:pt x="1030475" y="24803"/>
                </a:lnTo>
                <a:lnTo>
                  <a:pt x="1030475" y="90002"/>
                </a:lnTo>
                <a:lnTo>
                  <a:pt x="1020590" y="90002"/>
                </a:lnTo>
                <a:close/>
                <a:moveTo>
                  <a:pt x="1090257" y="66059"/>
                </a:moveTo>
                <a:lnTo>
                  <a:pt x="1101124" y="67471"/>
                </a:lnTo>
                <a:cubicBezTo>
                  <a:pt x="1099937" y="74980"/>
                  <a:pt x="1096898" y="80858"/>
                  <a:pt x="1092007" y="85106"/>
                </a:cubicBezTo>
                <a:cubicBezTo>
                  <a:pt x="1087116" y="89352"/>
                  <a:pt x="1081110" y="91476"/>
                  <a:pt x="1073988" y="91476"/>
                </a:cubicBezTo>
                <a:cubicBezTo>
                  <a:pt x="1065066" y="91476"/>
                  <a:pt x="1057893" y="88559"/>
                  <a:pt x="1052470" y="82727"/>
                </a:cubicBezTo>
                <a:cubicBezTo>
                  <a:pt x="1047047" y="76895"/>
                  <a:pt x="1044335" y="68535"/>
                  <a:pt x="1044335" y="57648"/>
                </a:cubicBezTo>
                <a:cubicBezTo>
                  <a:pt x="1044335" y="50608"/>
                  <a:pt x="1045502" y="44449"/>
                  <a:pt x="1047835" y="39169"/>
                </a:cubicBezTo>
                <a:cubicBezTo>
                  <a:pt x="1050168" y="33889"/>
                  <a:pt x="1053718" y="29929"/>
                  <a:pt x="1058486" y="27289"/>
                </a:cubicBezTo>
                <a:cubicBezTo>
                  <a:pt x="1063255" y="24649"/>
                  <a:pt x="1068442" y="23329"/>
                  <a:pt x="1074049" y="23329"/>
                </a:cubicBezTo>
                <a:cubicBezTo>
                  <a:pt x="1081130" y="23329"/>
                  <a:pt x="1086922" y="25126"/>
                  <a:pt x="1091424" y="28718"/>
                </a:cubicBezTo>
                <a:cubicBezTo>
                  <a:pt x="1095926" y="32310"/>
                  <a:pt x="1098811" y="37410"/>
                  <a:pt x="1100080" y="44019"/>
                </a:cubicBezTo>
                <a:lnTo>
                  <a:pt x="1089336" y="45676"/>
                </a:lnTo>
                <a:cubicBezTo>
                  <a:pt x="1088313" y="41317"/>
                  <a:pt x="1086502" y="38038"/>
                  <a:pt x="1083903" y="35838"/>
                </a:cubicBezTo>
                <a:cubicBezTo>
                  <a:pt x="1081304" y="33638"/>
                  <a:pt x="1078163" y="32538"/>
                  <a:pt x="1074479" y="32538"/>
                </a:cubicBezTo>
                <a:cubicBezTo>
                  <a:pt x="1068913" y="32538"/>
                  <a:pt x="1064390" y="34524"/>
                  <a:pt x="1060911" y="38495"/>
                </a:cubicBezTo>
                <a:cubicBezTo>
                  <a:pt x="1057432" y="42465"/>
                  <a:pt x="1055693" y="48747"/>
                  <a:pt x="1055693" y="57341"/>
                </a:cubicBezTo>
                <a:cubicBezTo>
                  <a:pt x="1055693" y="66058"/>
                  <a:pt x="1057371" y="72391"/>
                  <a:pt x="1060727" y="76342"/>
                </a:cubicBezTo>
                <a:cubicBezTo>
                  <a:pt x="1064083" y="80292"/>
                  <a:pt x="1068463" y="82267"/>
                  <a:pt x="1073865" y="82267"/>
                </a:cubicBezTo>
                <a:cubicBezTo>
                  <a:pt x="1078204" y="82267"/>
                  <a:pt x="1081826" y="80942"/>
                  <a:pt x="1084732" y="78291"/>
                </a:cubicBezTo>
                <a:cubicBezTo>
                  <a:pt x="1087638" y="75641"/>
                  <a:pt x="1089480" y="71564"/>
                  <a:pt x="1090257" y="66059"/>
                </a:cubicBezTo>
                <a:close/>
                <a:moveTo>
                  <a:pt x="1134706" y="80241"/>
                </a:moveTo>
                <a:lnTo>
                  <a:pt x="1136302" y="90002"/>
                </a:lnTo>
                <a:cubicBezTo>
                  <a:pt x="1133191" y="90575"/>
                  <a:pt x="1130408" y="90862"/>
                  <a:pt x="1127952" y="90862"/>
                </a:cubicBezTo>
                <a:cubicBezTo>
                  <a:pt x="1123941" y="90862"/>
                  <a:pt x="1120831" y="90227"/>
                  <a:pt x="1118621" y="88958"/>
                </a:cubicBezTo>
                <a:cubicBezTo>
                  <a:pt x="1116411" y="87690"/>
                  <a:pt x="1114855" y="86022"/>
                  <a:pt x="1113955" y="83955"/>
                </a:cubicBezTo>
                <a:cubicBezTo>
                  <a:pt x="1113054" y="81888"/>
                  <a:pt x="1112604" y="77539"/>
                  <a:pt x="1112604" y="70909"/>
                </a:cubicBezTo>
                <a:lnTo>
                  <a:pt x="1112604" y="33398"/>
                </a:lnTo>
                <a:lnTo>
                  <a:pt x="1104500" y="33398"/>
                </a:lnTo>
                <a:lnTo>
                  <a:pt x="1104500" y="24803"/>
                </a:lnTo>
                <a:lnTo>
                  <a:pt x="1112604" y="24803"/>
                </a:lnTo>
                <a:lnTo>
                  <a:pt x="1112604" y="8612"/>
                </a:lnTo>
                <a:lnTo>
                  <a:pt x="1123594" y="1965"/>
                </a:lnTo>
                <a:lnTo>
                  <a:pt x="1123594" y="24803"/>
                </a:lnTo>
                <a:lnTo>
                  <a:pt x="1134706" y="24803"/>
                </a:lnTo>
                <a:lnTo>
                  <a:pt x="1134706" y="33398"/>
                </a:lnTo>
                <a:lnTo>
                  <a:pt x="1123594" y="33398"/>
                </a:lnTo>
                <a:lnTo>
                  <a:pt x="1123594" y="71523"/>
                </a:lnTo>
                <a:cubicBezTo>
                  <a:pt x="1123594" y="74674"/>
                  <a:pt x="1123788" y="76700"/>
                  <a:pt x="1124177" y="77601"/>
                </a:cubicBezTo>
                <a:cubicBezTo>
                  <a:pt x="1124566" y="78501"/>
                  <a:pt x="1125200" y="79217"/>
                  <a:pt x="1126080" y="79750"/>
                </a:cubicBezTo>
                <a:cubicBezTo>
                  <a:pt x="1126960" y="80282"/>
                  <a:pt x="1128219" y="80548"/>
                  <a:pt x="1129856" y="80548"/>
                </a:cubicBezTo>
                <a:cubicBezTo>
                  <a:pt x="1131084" y="80548"/>
                  <a:pt x="1132700" y="80445"/>
                  <a:pt x="1134706" y="80241"/>
                </a:cubicBezTo>
                <a:close/>
                <a:moveTo>
                  <a:pt x="1145566" y="12770"/>
                </a:moveTo>
                <a:lnTo>
                  <a:pt x="1145566" y="0"/>
                </a:lnTo>
                <a:lnTo>
                  <a:pt x="1156616" y="0"/>
                </a:lnTo>
                <a:lnTo>
                  <a:pt x="1156616" y="12770"/>
                </a:lnTo>
                <a:lnTo>
                  <a:pt x="1145566" y="12770"/>
                </a:lnTo>
                <a:moveTo>
                  <a:pt x="1145566" y="90002"/>
                </a:moveTo>
                <a:lnTo>
                  <a:pt x="1145566" y="24803"/>
                </a:lnTo>
                <a:lnTo>
                  <a:pt x="1156616" y="24803"/>
                </a:lnTo>
                <a:lnTo>
                  <a:pt x="1156616" y="90002"/>
                </a:lnTo>
                <a:lnTo>
                  <a:pt x="1145566" y="90002"/>
                </a:lnTo>
                <a:close/>
                <a:moveTo>
                  <a:pt x="1169332" y="57402"/>
                </a:moveTo>
                <a:cubicBezTo>
                  <a:pt x="1169332" y="45328"/>
                  <a:pt x="1172688" y="36386"/>
                  <a:pt x="1179400" y="30574"/>
                </a:cubicBezTo>
                <a:cubicBezTo>
                  <a:pt x="1185008" y="25744"/>
                  <a:pt x="1191843" y="23329"/>
                  <a:pt x="1199906" y="23329"/>
                </a:cubicBezTo>
                <a:cubicBezTo>
                  <a:pt x="1208869" y="23329"/>
                  <a:pt x="1216195" y="26266"/>
                  <a:pt x="1221884" y="32139"/>
                </a:cubicBezTo>
                <a:cubicBezTo>
                  <a:pt x="1227573" y="38012"/>
                  <a:pt x="1230418" y="46127"/>
                  <a:pt x="1230418" y="56482"/>
                </a:cubicBezTo>
                <a:cubicBezTo>
                  <a:pt x="1230418" y="64872"/>
                  <a:pt x="1229159" y="71472"/>
                  <a:pt x="1226642" y="76281"/>
                </a:cubicBezTo>
                <a:cubicBezTo>
                  <a:pt x="1224125" y="81090"/>
                  <a:pt x="1220462" y="84825"/>
                  <a:pt x="1215653" y="87485"/>
                </a:cubicBezTo>
                <a:cubicBezTo>
                  <a:pt x="1210844" y="90145"/>
                  <a:pt x="1205595" y="91476"/>
                  <a:pt x="1199906" y="91476"/>
                </a:cubicBezTo>
                <a:cubicBezTo>
                  <a:pt x="1190779" y="91476"/>
                  <a:pt x="1183401" y="88549"/>
                  <a:pt x="1177773" y="82696"/>
                </a:cubicBezTo>
                <a:cubicBezTo>
                  <a:pt x="1172146" y="76844"/>
                  <a:pt x="1169332" y="68412"/>
                  <a:pt x="1169332" y="57402"/>
                </a:cubicBezTo>
                <a:moveTo>
                  <a:pt x="1180690" y="57372"/>
                </a:moveTo>
                <a:cubicBezTo>
                  <a:pt x="1180690" y="65691"/>
                  <a:pt x="1182511" y="71919"/>
                  <a:pt x="1186154" y="76058"/>
                </a:cubicBezTo>
                <a:cubicBezTo>
                  <a:pt x="1189796" y="80197"/>
                  <a:pt x="1194380" y="82267"/>
                  <a:pt x="1199906" y="82267"/>
                </a:cubicBezTo>
                <a:cubicBezTo>
                  <a:pt x="1205390" y="82267"/>
                  <a:pt x="1209954" y="80187"/>
                  <a:pt x="1213596" y="76028"/>
                </a:cubicBezTo>
                <a:cubicBezTo>
                  <a:pt x="1217239" y="71868"/>
                  <a:pt x="1219060" y="65527"/>
                  <a:pt x="1219060" y="57005"/>
                </a:cubicBezTo>
                <a:cubicBezTo>
                  <a:pt x="1219060" y="48972"/>
                  <a:pt x="1217229" y="42886"/>
                  <a:pt x="1213566" y="38747"/>
                </a:cubicBezTo>
                <a:cubicBezTo>
                  <a:pt x="1209902" y="34608"/>
                  <a:pt x="1205349" y="32538"/>
                  <a:pt x="1199906" y="32538"/>
                </a:cubicBezTo>
                <a:cubicBezTo>
                  <a:pt x="1194380" y="32538"/>
                  <a:pt x="1189796" y="34598"/>
                  <a:pt x="1186154" y="38716"/>
                </a:cubicBezTo>
                <a:cubicBezTo>
                  <a:pt x="1182511" y="42834"/>
                  <a:pt x="1180690" y="49053"/>
                  <a:pt x="1180690" y="57372"/>
                </a:cubicBezTo>
                <a:close/>
                <a:moveTo>
                  <a:pt x="1243297" y="90002"/>
                </a:moveTo>
                <a:lnTo>
                  <a:pt x="1243297" y="24803"/>
                </a:lnTo>
                <a:lnTo>
                  <a:pt x="1253242" y="24803"/>
                </a:lnTo>
                <a:lnTo>
                  <a:pt x="1253242" y="34012"/>
                </a:lnTo>
                <a:cubicBezTo>
                  <a:pt x="1258031" y="26890"/>
                  <a:pt x="1264948" y="23329"/>
                  <a:pt x="1273993" y="23329"/>
                </a:cubicBezTo>
                <a:cubicBezTo>
                  <a:pt x="1277922" y="23329"/>
                  <a:pt x="1281534" y="24035"/>
                  <a:pt x="1284829" y="25447"/>
                </a:cubicBezTo>
                <a:cubicBezTo>
                  <a:pt x="1288124" y="26859"/>
                  <a:pt x="1290590" y="28711"/>
                  <a:pt x="1292227" y="31003"/>
                </a:cubicBezTo>
                <a:cubicBezTo>
                  <a:pt x="1293864" y="33295"/>
                  <a:pt x="1295010" y="36017"/>
                  <a:pt x="1295665" y="39169"/>
                </a:cubicBezTo>
                <a:cubicBezTo>
                  <a:pt x="1296074" y="41215"/>
                  <a:pt x="1296279" y="44796"/>
                  <a:pt x="1296279" y="49913"/>
                </a:cubicBezTo>
                <a:lnTo>
                  <a:pt x="1296279" y="90002"/>
                </a:lnTo>
                <a:lnTo>
                  <a:pt x="1285228" y="90002"/>
                </a:lnTo>
                <a:lnTo>
                  <a:pt x="1285228" y="50300"/>
                </a:lnTo>
                <a:cubicBezTo>
                  <a:pt x="1285228" y="45793"/>
                  <a:pt x="1284798" y="42423"/>
                  <a:pt x="1283939" y="40189"/>
                </a:cubicBezTo>
                <a:cubicBezTo>
                  <a:pt x="1283079" y="37956"/>
                  <a:pt x="1281555" y="36174"/>
                  <a:pt x="1279365" y="34842"/>
                </a:cubicBezTo>
                <a:cubicBezTo>
                  <a:pt x="1277175" y="33511"/>
                  <a:pt x="1274607" y="32845"/>
                  <a:pt x="1271660" y="32845"/>
                </a:cubicBezTo>
                <a:cubicBezTo>
                  <a:pt x="1266953" y="32845"/>
                  <a:pt x="1262891" y="34341"/>
                  <a:pt x="1259474" y="37333"/>
                </a:cubicBezTo>
                <a:cubicBezTo>
                  <a:pt x="1256056" y="40323"/>
                  <a:pt x="1254347" y="45997"/>
                  <a:pt x="1254347" y="54356"/>
                </a:cubicBezTo>
                <a:lnTo>
                  <a:pt x="1254347" y="90002"/>
                </a:lnTo>
                <a:lnTo>
                  <a:pt x="1243297" y="90002"/>
                </a:lnTo>
                <a:close/>
                <a:moveTo>
                  <a:pt x="1308728" y="70479"/>
                </a:moveTo>
                <a:lnTo>
                  <a:pt x="1319656" y="68760"/>
                </a:lnTo>
                <a:cubicBezTo>
                  <a:pt x="1320269" y="73120"/>
                  <a:pt x="1321978" y="76462"/>
                  <a:pt x="1324782" y="78784"/>
                </a:cubicBezTo>
                <a:cubicBezTo>
                  <a:pt x="1327585" y="81106"/>
                  <a:pt x="1331504" y="82267"/>
                  <a:pt x="1336539" y="82267"/>
                </a:cubicBezTo>
                <a:cubicBezTo>
                  <a:pt x="1341614" y="82267"/>
                  <a:pt x="1345379" y="81241"/>
                  <a:pt x="1347835" y="79191"/>
                </a:cubicBezTo>
                <a:cubicBezTo>
                  <a:pt x="1350291" y="77140"/>
                  <a:pt x="1351519" y="74734"/>
                  <a:pt x="1351519" y="71974"/>
                </a:cubicBezTo>
                <a:cubicBezTo>
                  <a:pt x="1351519" y="69496"/>
                  <a:pt x="1350434" y="67547"/>
                  <a:pt x="1348265" y="66126"/>
                </a:cubicBezTo>
                <a:cubicBezTo>
                  <a:pt x="1346750" y="65151"/>
                  <a:pt x="1342985" y="63913"/>
                  <a:pt x="1336968" y="62410"/>
                </a:cubicBezTo>
                <a:cubicBezTo>
                  <a:pt x="1328864" y="60362"/>
                  <a:pt x="1323247" y="58591"/>
                  <a:pt x="1320116" y="57095"/>
                </a:cubicBezTo>
                <a:cubicBezTo>
                  <a:pt x="1316985" y="55600"/>
                  <a:pt x="1314611" y="53531"/>
                  <a:pt x="1312994" y="50889"/>
                </a:cubicBezTo>
                <a:cubicBezTo>
                  <a:pt x="1311378" y="48247"/>
                  <a:pt x="1310569" y="45328"/>
                  <a:pt x="1310569" y="42133"/>
                </a:cubicBezTo>
                <a:cubicBezTo>
                  <a:pt x="1310569" y="39224"/>
                  <a:pt x="1311234" y="36531"/>
                  <a:pt x="1312565" y="34052"/>
                </a:cubicBezTo>
                <a:cubicBezTo>
                  <a:pt x="1313895" y="31573"/>
                  <a:pt x="1315706" y="29515"/>
                  <a:pt x="1317998" y="27876"/>
                </a:cubicBezTo>
                <a:cubicBezTo>
                  <a:pt x="1319717" y="26606"/>
                  <a:pt x="1322060" y="25531"/>
                  <a:pt x="1325027" y="24651"/>
                </a:cubicBezTo>
                <a:cubicBezTo>
                  <a:pt x="1327995" y="23770"/>
                  <a:pt x="1331177" y="23329"/>
                  <a:pt x="1334574" y="23329"/>
                </a:cubicBezTo>
                <a:cubicBezTo>
                  <a:pt x="1339690" y="23329"/>
                  <a:pt x="1344182" y="24071"/>
                  <a:pt x="1348050" y="25555"/>
                </a:cubicBezTo>
                <a:cubicBezTo>
                  <a:pt x="1351918" y="27037"/>
                  <a:pt x="1354772" y="29046"/>
                  <a:pt x="1356614" y="31581"/>
                </a:cubicBezTo>
                <a:cubicBezTo>
                  <a:pt x="1358456" y="34115"/>
                  <a:pt x="1359725" y="37503"/>
                  <a:pt x="1360420" y="41747"/>
                </a:cubicBezTo>
                <a:lnTo>
                  <a:pt x="1349615" y="43221"/>
                </a:lnTo>
                <a:cubicBezTo>
                  <a:pt x="1349124" y="39865"/>
                  <a:pt x="1347702" y="37245"/>
                  <a:pt x="1345349" y="35362"/>
                </a:cubicBezTo>
                <a:cubicBezTo>
                  <a:pt x="1342995" y="33480"/>
                  <a:pt x="1339670" y="32538"/>
                  <a:pt x="1335372" y="32538"/>
                </a:cubicBezTo>
                <a:cubicBezTo>
                  <a:pt x="1330297" y="32538"/>
                  <a:pt x="1326675" y="33373"/>
                  <a:pt x="1324506" y="35044"/>
                </a:cubicBezTo>
                <a:cubicBezTo>
                  <a:pt x="1322336" y="36713"/>
                  <a:pt x="1321252" y="38668"/>
                  <a:pt x="1321252" y="40909"/>
                </a:cubicBezTo>
                <a:cubicBezTo>
                  <a:pt x="1321252" y="42334"/>
                  <a:pt x="1321702" y="43617"/>
                  <a:pt x="1322602" y="44757"/>
                </a:cubicBezTo>
                <a:cubicBezTo>
                  <a:pt x="1323503" y="45938"/>
                  <a:pt x="1324915" y="46915"/>
                  <a:pt x="1326839" y="47689"/>
                </a:cubicBezTo>
                <a:cubicBezTo>
                  <a:pt x="1327944" y="48097"/>
                  <a:pt x="1331197" y="49034"/>
                  <a:pt x="1336600" y="50500"/>
                </a:cubicBezTo>
                <a:cubicBezTo>
                  <a:pt x="1344417" y="52586"/>
                  <a:pt x="1349871" y="54293"/>
                  <a:pt x="1352961" y="55622"/>
                </a:cubicBezTo>
                <a:cubicBezTo>
                  <a:pt x="1356051" y="56951"/>
                  <a:pt x="1358476" y="58884"/>
                  <a:pt x="1360236" y="61420"/>
                </a:cubicBezTo>
                <a:cubicBezTo>
                  <a:pt x="1361996" y="63955"/>
                  <a:pt x="1362876" y="67103"/>
                  <a:pt x="1362876" y="70865"/>
                </a:cubicBezTo>
                <a:cubicBezTo>
                  <a:pt x="1362876" y="74546"/>
                  <a:pt x="1361802" y="78012"/>
                  <a:pt x="1359653" y="81263"/>
                </a:cubicBezTo>
                <a:cubicBezTo>
                  <a:pt x="1357504" y="84513"/>
                  <a:pt x="1354404" y="87028"/>
                  <a:pt x="1350352" y="88807"/>
                </a:cubicBezTo>
                <a:cubicBezTo>
                  <a:pt x="1346300" y="90586"/>
                  <a:pt x="1341716" y="91476"/>
                  <a:pt x="1336600" y="91476"/>
                </a:cubicBezTo>
                <a:cubicBezTo>
                  <a:pt x="1328128" y="91476"/>
                  <a:pt x="1321671" y="89711"/>
                  <a:pt x="1317231" y="86180"/>
                </a:cubicBezTo>
                <a:cubicBezTo>
                  <a:pt x="1312790" y="82650"/>
                  <a:pt x="1309955" y="77417"/>
                  <a:pt x="1308728" y="70479"/>
                </a:cubicBezTo>
                <a:close/>
                <a:moveTo>
                  <a:pt x="1379085" y="37450"/>
                </a:moveTo>
                <a:lnTo>
                  <a:pt x="1379085" y="24803"/>
                </a:lnTo>
                <a:lnTo>
                  <a:pt x="1391670" y="24803"/>
                </a:lnTo>
                <a:lnTo>
                  <a:pt x="1391670" y="37450"/>
                </a:lnTo>
                <a:lnTo>
                  <a:pt x="1379085" y="37450"/>
                </a:lnTo>
                <a:moveTo>
                  <a:pt x="1379085" y="90002"/>
                </a:moveTo>
                <a:lnTo>
                  <a:pt x="1379085" y="77355"/>
                </a:lnTo>
                <a:lnTo>
                  <a:pt x="1391670" y="77355"/>
                </a:lnTo>
                <a:lnTo>
                  <a:pt x="1391670" y="90002"/>
                </a:lnTo>
                <a:lnTo>
                  <a:pt x="1379085" y="9000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7AB65E2-FF69-45A4-92F2-707CAD55A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30587" y="1134240"/>
            <a:ext cx="1733018" cy="1733716"/>
          </a:xfrm>
          <a:custGeom xmlns:a="http://schemas.openxmlformats.org/drawingml/2006/main">
            <a:pathLst>
              <a:path w="1733018" h="1733716">
                <a:moveTo>
                  <a:pt x="10478" y="10478"/>
                </a:moveTo>
                <a:lnTo>
                  <a:pt x="10827" y="10478"/>
                </a:lnTo>
                <a:lnTo>
                  <a:pt x="10827" y="0"/>
                </a:lnTo>
                <a:lnTo>
                  <a:pt x="0" y="0"/>
                </a:lnTo>
                <a:lnTo>
                  <a:pt x="0" y="41562"/>
                </a:lnTo>
                <a:lnTo>
                  <a:pt x="10478" y="41562"/>
                </a:lnTo>
                <a:lnTo>
                  <a:pt x="10478" y="10478"/>
                </a:lnTo>
                <a:close/>
                <a:moveTo>
                  <a:pt x="0" y="72995"/>
                </a:moveTo>
                <a:lnTo>
                  <a:pt x="0" y="114906"/>
                </a:lnTo>
                <a:lnTo>
                  <a:pt x="10478" y="114906"/>
                </a:lnTo>
                <a:lnTo>
                  <a:pt x="10478" y="72995"/>
                </a:lnTo>
                <a:lnTo>
                  <a:pt x="0" y="72995"/>
                </a:lnTo>
                <a:close/>
                <a:moveTo>
                  <a:pt x="0" y="146339"/>
                </a:moveTo>
                <a:lnTo>
                  <a:pt x="0" y="188250"/>
                </a:lnTo>
                <a:lnTo>
                  <a:pt x="10478" y="188250"/>
                </a:lnTo>
                <a:lnTo>
                  <a:pt x="10478" y="146339"/>
                </a:lnTo>
                <a:lnTo>
                  <a:pt x="0" y="146339"/>
                </a:lnTo>
                <a:close/>
                <a:moveTo>
                  <a:pt x="10478" y="219683"/>
                </a:moveTo>
                <a:lnTo>
                  <a:pt x="0" y="219683"/>
                </a:lnTo>
                <a:lnTo>
                  <a:pt x="0" y="261594"/>
                </a:lnTo>
                <a:lnTo>
                  <a:pt x="10478" y="261594"/>
                </a:lnTo>
                <a:lnTo>
                  <a:pt x="10478" y="219683"/>
                </a:lnTo>
                <a:close/>
                <a:moveTo>
                  <a:pt x="0" y="293027"/>
                </a:moveTo>
                <a:lnTo>
                  <a:pt x="0" y="334938"/>
                </a:lnTo>
                <a:lnTo>
                  <a:pt x="10478" y="334938"/>
                </a:lnTo>
                <a:lnTo>
                  <a:pt x="10478" y="293027"/>
                </a:lnTo>
                <a:lnTo>
                  <a:pt x="0" y="293027"/>
                </a:lnTo>
                <a:close/>
                <a:moveTo>
                  <a:pt x="0" y="366372"/>
                </a:moveTo>
                <a:lnTo>
                  <a:pt x="0" y="408283"/>
                </a:lnTo>
                <a:lnTo>
                  <a:pt x="10478" y="408283"/>
                </a:lnTo>
                <a:lnTo>
                  <a:pt x="10478" y="366372"/>
                </a:lnTo>
                <a:lnTo>
                  <a:pt x="0" y="366372"/>
                </a:lnTo>
                <a:close/>
                <a:moveTo>
                  <a:pt x="10478" y="439716"/>
                </a:moveTo>
                <a:lnTo>
                  <a:pt x="0" y="439716"/>
                </a:lnTo>
                <a:lnTo>
                  <a:pt x="0" y="481627"/>
                </a:lnTo>
                <a:lnTo>
                  <a:pt x="10478" y="481627"/>
                </a:lnTo>
                <a:lnTo>
                  <a:pt x="10478" y="439716"/>
                </a:lnTo>
                <a:close/>
                <a:moveTo>
                  <a:pt x="0" y="513060"/>
                </a:moveTo>
                <a:lnTo>
                  <a:pt x="0" y="554971"/>
                </a:lnTo>
                <a:lnTo>
                  <a:pt x="10478" y="554971"/>
                </a:lnTo>
                <a:lnTo>
                  <a:pt x="10478" y="513060"/>
                </a:lnTo>
                <a:lnTo>
                  <a:pt x="0" y="513060"/>
                </a:lnTo>
                <a:close/>
                <a:moveTo>
                  <a:pt x="0" y="586404"/>
                </a:moveTo>
                <a:lnTo>
                  <a:pt x="0" y="628315"/>
                </a:lnTo>
                <a:lnTo>
                  <a:pt x="10478" y="628315"/>
                </a:lnTo>
                <a:lnTo>
                  <a:pt x="10478" y="586404"/>
                </a:lnTo>
                <a:lnTo>
                  <a:pt x="0" y="586404"/>
                </a:lnTo>
                <a:close/>
                <a:moveTo>
                  <a:pt x="10478" y="659748"/>
                </a:moveTo>
                <a:lnTo>
                  <a:pt x="0" y="659748"/>
                </a:lnTo>
                <a:lnTo>
                  <a:pt x="0" y="701659"/>
                </a:lnTo>
                <a:lnTo>
                  <a:pt x="10478" y="701659"/>
                </a:lnTo>
                <a:lnTo>
                  <a:pt x="10478" y="659748"/>
                </a:lnTo>
                <a:close/>
                <a:moveTo>
                  <a:pt x="0" y="733092"/>
                </a:moveTo>
                <a:lnTo>
                  <a:pt x="0" y="775003"/>
                </a:lnTo>
                <a:lnTo>
                  <a:pt x="10478" y="775003"/>
                </a:lnTo>
                <a:lnTo>
                  <a:pt x="10478" y="733092"/>
                </a:lnTo>
                <a:lnTo>
                  <a:pt x="0" y="733092"/>
                </a:lnTo>
                <a:close/>
                <a:moveTo>
                  <a:pt x="0" y="806437"/>
                </a:moveTo>
                <a:lnTo>
                  <a:pt x="0" y="848348"/>
                </a:lnTo>
                <a:lnTo>
                  <a:pt x="10478" y="848348"/>
                </a:lnTo>
                <a:lnTo>
                  <a:pt x="10478" y="806437"/>
                </a:lnTo>
                <a:lnTo>
                  <a:pt x="0" y="806437"/>
                </a:lnTo>
                <a:close/>
                <a:moveTo>
                  <a:pt x="10478" y="879781"/>
                </a:moveTo>
                <a:lnTo>
                  <a:pt x="0" y="879781"/>
                </a:lnTo>
                <a:lnTo>
                  <a:pt x="0" y="921692"/>
                </a:lnTo>
                <a:lnTo>
                  <a:pt x="10478" y="921692"/>
                </a:lnTo>
                <a:lnTo>
                  <a:pt x="10478" y="879781"/>
                </a:lnTo>
                <a:close/>
                <a:moveTo>
                  <a:pt x="0" y="953125"/>
                </a:moveTo>
                <a:lnTo>
                  <a:pt x="0" y="995036"/>
                </a:lnTo>
                <a:lnTo>
                  <a:pt x="10478" y="995036"/>
                </a:lnTo>
                <a:lnTo>
                  <a:pt x="10478" y="953125"/>
                </a:lnTo>
                <a:lnTo>
                  <a:pt x="0" y="953125"/>
                </a:lnTo>
                <a:close/>
                <a:moveTo>
                  <a:pt x="0" y="1026469"/>
                </a:moveTo>
                <a:lnTo>
                  <a:pt x="0" y="1068380"/>
                </a:lnTo>
                <a:lnTo>
                  <a:pt x="10478" y="1068380"/>
                </a:lnTo>
                <a:lnTo>
                  <a:pt x="10478" y="1026469"/>
                </a:lnTo>
                <a:lnTo>
                  <a:pt x="0" y="1026469"/>
                </a:lnTo>
                <a:close/>
                <a:moveTo>
                  <a:pt x="10478" y="1099813"/>
                </a:moveTo>
                <a:lnTo>
                  <a:pt x="0" y="1099813"/>
                </a:lnTo>
                <a:lnTo>
                  <a:pt x="0" y="1141724"/>
                </a:lnTo>
                <a:lnTo>
                  <a:pt x="10478" y="1141724"/>
                </a:lnTo>
                <a:lnTo>
                  <a:pt x="10478" y="1099813"/>
                </a:lnTo>
                <a:close/>
                <a:moveTo>
                  <a:pt x="0" y="1173157"/>
                </a:moveTo>
                <a:lnTo>
                  <a:pt x="0" y="1215068"/>
                </a:lnTo>
                <a:lnTo>
                  <a:pt x="10478" y="1215068"/>
                </a:lnTo>
                <a:lnTo>
                  <a:pt x="10478" y="1173157"/>
                </a:lnTo>
                <a:lnTo>
                  <a:pt x="0" y="1173157"/>
                </a:lnTo>
                <a:close/>
                <a:moveTo>
                  <a:pt x="0" y="1246502"/>
                </a:moveTo>
                <a:lnTo>
                  <a:pt x="0" y="1288413"/>
                </a:lnTo>
                <a:lnTo>
                  <a:pt x="10478" y="1288413"/>
                </a:lnTo>
                <a:lnTo>
                  <a:pt x="10478" y="1246502"/>
                </a:lnTo>
                <a:lnTo>
                  <a:pt x="0" y="1246502"/>
                </a:lnTo>
                <a:close/>
                <a:moveTo>
                  <a:pt x="10478" y="1319846"/>
                </a:moveTo>
                <a:lnTo>
                  <a:pt x="0" y="1319846"/>
                </a:lnTo>
                <a:lnTo>
                  <a:pt x="0" y="1361757"/>
                </a:lnTo>
                <a:lnTo>
                  <a:pt x="10478" y="1361757"/>
                </a:lnTo>
                <a:lnTo>
                  <a:pt x="10478" y="1319846"/>
                </a:lnTo>
                <a:close/>
                <a:moveTo>
                  <a:pt x="0" y="1393190"/>
                </a:moveTo>
                <a:lnTo>
                  <a:pt x="0" y="1435101"/>
                </a:lnTo>
                <a:lnTo>
                  <a:pt x="10478" y="1435101"/>
                </a:lnTo>
                <a:lnTo>
                  <a:pt x="10478" y="1393190"/>
                </a:lnTo>
                <a:lnTo>
                  <a:pt x="0" y="1393190"/>
                </a:lnTo>
                <a:close/>
                <a:moveTo>
                  <a:pt x="0" y="1466534"/>
                </a:moveTo>
                <a:lnTo>
                  <a:pt x="0" y="1508445"/>
                </a:lnTo>
                <a:lnTo>
                  <a:pt x="10478" y="1508445"/>
                </a:lnTo>
                <a:lnTo>
                  <a:pt x="10478" y="1466534"/>
                </a:lnTo>
                <a:lnTo>
                  <a:pt x="0" y="1466534"/>
                </a:lnTo>
                <a:close/>
                <a:moveTo>
                  <a:pt x="10478" y="1539878"/>
                </a:moveTo>
                <a:lnTo>
                  <a:pt x="0" y="1539878"/>
                </a:lnTo>
                <a:lnTo>
                  <a:pt x="0" y="1581789"/>
                </a:lnTo>
                <a:lnTo>
                  <a:pt x="10478" y="1581789"/>
                </a:lnTo>
                <a:lnTo>
                  <a:pt x="10478" y="1539878"/>
                </a:lnTo>
                <a:close/>
                <a:moveTo>
                  <a:pt x="0" y="1613222"/>
                </a:moveTo>
                <a:lnTo>
                  <a:pt x="0" y="1655133"/>
                </a:lnTo>
                <a:lnTo>
                  <a:pt x="10478" y="1655133"/>
                </a:lnTo>
                <a:lnTo>
                  <a:pt x="10478" y="1613222"/>
                </a:lnTo>
                <a:lnTo>
                  <a:pt x="0" y="1613222"/>
                </a:lnTo>
                <a:close/>
                <a:moveTo>
                  <a:pt x="0" y="1686567"/>
                </a:moveTo>
                <a:lnTo>
                  <a:pt x="0" y="1728478"/>
                </a:lnTo>
                <a:lnTo>
                  <a:pt x="10478" y="1728478"/>
                </a:lnTo>
                <a:lnTo>
                  <a:pt x="10478" y="1686567"/>
                </a:lnTo>
                <a:lnTo>
                  <a:pt x="0" y="1686567"/>
                </a:lnTo>
                <a:close/>
                <a:moveTo>
                  <a:pt x="450892" y="10478"/>
                </a:moveTo>
                <a:lnTo>
                  <a:pt x="450892" y="0"/>
                </a:lnTo>
                <a:lnTo>
                  <a:pt x="408981" y="0"/>
                </a:lnTo>
                <a:lnTo>
                  <a:pt x="408981" y="10478"/>
                </a:lnTo>
                <a:lnTo>
                  <a:pt x="450892" y="10478"/>
                </a:lnTo>
                <a:close/>
                <a:moveTo>
                  <a:pt x="817613" y="0"/>
                </a:moveTo>
                <a:lnTo>
                  <a:pt x="775702" y="0"/>
                </a:lnTo>
                <a:lnTo>
                  <a:pt x="775702" y="10478"/>
                </a:lnTo>
                <a:lnTo>
                  <a:pt x="817613" y="10478"/>
                </a:lnTo>
                <a:lnTo>
                  <a:pt x="817613" y="0"/>
                </a:lnTo>
                <a:close/>
                <a:moveTo>
                  <a:pt x="84171" y="0"/>
                </a:moveTo>
                <a:lnTo>
                  <a:pt x="42260" y="0"/>
                </a:lnTo>
                <a:lnTo>
                  <a:pt x="42260" y="10478"/>
                </a:lnTo>
                <a:lnTo>
                  <a:pt x="84171" y="10478"/>
                </a:lnTo>
                <a:lnTo>
                  <a:pt x="84171" y="0"/>
                </a:lnTo>
                <a:close/>
                <a:moveTo>
                  <a:pt x="744269" y="10478"/>
                </a:moveTo>
                <a:lnTo>
                  <a:pt x="744269" y="0"/>
                </a:lnTo>
                <a:lnTo>
                  <a:pt x="702358" y="0"/>
                </a:lnTo>
                <a:lnTo>
                  <a:pt x="702358" y="10478"/>
                </a:lnTo>
                <a:lnTo>
                  <a:pt x="744269" y="10478"/>
                </a:lnTo>
                <a:close/>
                <a:moveTo>
                  <a:pt x="157515" y="0"/>
                </a:moveTo>
                <a:lnTo>
                  <a:pt x="115604" y="0"/>
                </a:lnTo>
                <a:lnTo>
                  <a:pt x="115604" y="10478"/>
                </a:lnTo>
                <a:lnTo>
                  <a:pt x="157515" y="10478"/>
                </a:lnTo>
                <a:lnTo>
                  <a:pt x="157515" y="0"/>
                </a:lnTo>
                <a:close/>
                <a:moveTo>
                  <a:pt x="670924" y="0"/>
                </a:moveTo>
                <a:lnTo>
                  <a:pt x="629014" y="0"/>
                </a:lnTo>
                <a:lnTo>
                  <a:pt x="629014" y="10478"/>
                </a:lnTo>
                <a:lnTo>
                  <a:pt x="670924" y="10478"/>
                </a:lnTo>
                <a:lnTo>
                  <a:pt x="670924" y="0"/>
                </a:lnTo>
                <a:close/>
                <a:moveTo>
                  <a:pt x="230859" y="10478"/>
                </a:moveTo>
                <a:lnTo>
                  <a:pt x="230859" y="0"/>
                </a:lnTo>
                <a:lnTo>
                  <a:pt x="188949" y="0"/>
                </a:lnTo>
                <a:lnTo>
                  <a:pt x="188949" y="10478"/>
                </a:lnTo>
                <a:lnTo>
                  <a:pt x="230859" y="10478"/>
                </a:lnTo>
                <a:close/>
                <a:moveTo>
                  <a:pt x="597580" y="0"/>
                </a:moveTo>
                <a:lnTo>
                  <a:pt x="555669" y="0"/>
                </a:lnTo>
                <a:lnTo>
                  <a:pt x="555669" y="10478"/>
                </a:lnTo>
                <a:lnTo>
                  <a:pt x="597580" y="10478"/>
                </a:lnTo>
                <a:lnTo>
                  <a:pt x="597580" y="0"/>
                </a:lnTo>
                <a:close/>
                <a:moveTo>
                  <a:pt x="304204" y="0"/>
                </a:moveTo>
                <a:lnTo>
                  <a:pt x="262293" y="0"/>
                </a:lnTo>
                <a:lnTo>
                  <a:pt x="262293" y="10478"/>
                </a:lnTo>
                <a:lnTo>
                  <a:pt x="304204" y="10478"/>
                </a:lnTo>
                <a:lnTo>
                  <a:pt x="304204" y="0"/>
                </a:lnTo>
                <a:close/>
                <a:moveTo>
                  <a:pt x="524236" y="10478"/>
                </a:moveTo>
                <a:lnTo>
                  <a:pt x="524236" y="0"/>
                </a:lnTo>
                <a:lnTo>
                  <a:pt x="482325" y="0"/>
                </a:lnTo>
                <a:lnTo>
                  <a:pt x="482325" y="10478"/>
                </a:lnTo>
                <a:lnTo>
                  <a:pt x="524236" y="10478"/>
                </a:lnTo>
                <a:close/>
                <a:moveTo>
                  <a:pt x="377548" y="0"/>
                </a:moveTo>
                <a:lnTo>
                  <a:pt x="335637" y="0"/>
                </a:lnTo>
                <a:lnTo>
                  <a:pt x="335637" y="10478"/>
                </a:lnTo>
                <a:lnTo>
                  <a:pt x="377548" y="10478"/>
                </a:lnTo>
                <a:lnTo>
                  <a:pt x="377548" y="0"/>
                </a:lnTo>
                <a:close/>
                <a:moveTo>
                  <a:pt x="400600" y="1723239"/>
                </a:moveTo>
                <a:lnTo>
                  <a:pt x="400600" y="1733716"/>
                </a:lnTo>
                <a:lnTo>
                  <a:pt x="442511" y="1733716"/>
                </a:lnTo>
                <a:lnTo>
                  <a:pt x="442511" y="1723239"/>
                </a:lnTo>
                <a:lnTo>
                  <a:pt x="400600" y="1723239"/>
                </a:lnTo>
                <a:close/>
                <a:moveTo>
                  <a:pt x="473944" y="1733716"/>
                </a:moveTo>
                <a:lnTo>
                  <a:pt x="515855" y="1733716"/>
                </a:lnTo>
                <a:lnTo>
                  <a:pt x="515855" y="1723239"/>
                </a:lnTo>
                <a:lnTo>
                  <a:pt x="473944" y="1723239"/>
                </a:lnTo>
                <a:lnTo>
                  <a:pt x="473944" y="1733716"/>
                </a:lnTo>
                <a:close/>
                <a:moveTo>
                  <a:pt x="327256" y="1733716"/>
                </a:moveTo>
                <a:lnTo>
                  <a:pt x="369167" y="1733716"/>
                </a:lnTo>
                <a:lnTo>
                  <a:pt x="369167" y="1723239"/>
                </a:lnTo>
                <a:lnTo>
                  <a:pt x="327256" y="1723239"/>
                </a:lnTo>
                <a:lnTo>
                  <a:pt x="327256" y="1733716"/>
                </a:lnTo>
                <a:close/>
                <a:moveTo>
                  <a:pt x="547289" y="1723239"/>
                </a:moveTo>
                <a:lnTo>
                  <a:pt x="547289" y="1733716"/>
                </a:lnTo>
                <a:lnTo>
                  <a:pt x="589200" y="1733716"/>
                </a:lnTo>
                <a:lnTo>
                  <a:pt x="589200" y="1723239"/>
                </a:lnTo>
                <a:lnTo>
                  <a:pt x="547289" y="1723239"/>
                </a:lnTo>
                <a:close/>
                <a:moveTo>
                  <a:pt x="253912" y="1733716"/>
                </a:moveTo>
                <a:lnTo>
                  <a:pt x="295823" y="1733716"/>
                </a:lnTo>
                <a:lnTo>
                  <a:pt x="295823" y="1723239"/>
                </a:lnTo>
                <a:lnTo>
                  <a:pt x="253912" y="1723239"/>
                </a:lnTo>
                <a:lnTo>
                  <a:pt x="253912" y="1733716"/>
                </a:lnTo>
                <a:close/>
                <a:moveTo>
                  <a:pt x="620633" y="1733716"/>
                </a:moveTo>
                <a:lnTo>
                  <a:pt x="662544" y="1733716"/>
                </a:lnTo>
                <a:lnTo>
                  <a:pt x="662544" y="1723239"/>
                </a:lnTo>
                <a:lnTo>
                  <a:pt x="620633" y="1723239"/>
                </a:lnTo>
                <a:lnTo>
                  <a:pt x="620633" y="1733716"/>
                </a:lnTo>
                <a:close/>
                <a:moveTo>
                  <a:pt x="180568" y="1723239"/>
                </a:moveTo>
                <a:lnTo>
                  <a:pt x="180568" y="1733716"/>
                </a:lnTo>
                <a:lnTo>
                  <a:pt x="222479" y="1733716"/>
                </a:lnTo>
                <a:lnTo>
                  <a:pt x="222479" y="1723239"/>
                </a:lnTo>
                <a:lnTo>
                  <a:pt x="180568" y="1723239"/>
                </a:lnTo>
                <a:close/>
                <a:moveTo>
                  <a:pt x="693977" y="1733716"/>
                </a:moveTo>
                <a:lnTo>
                  <a:pt x="735888" y="1733716"/>
                </a:lnTo>
                <a:lnTo>
                  <a:pt x="735888" y="1723239"/>
                </a:lnTo>
                <a:lnTo>
                  <a:pt x="693977" y="1723239"/>
                </a:lnTo>
                <a:lnTo>
                  <a:pt x="693977" y="1733716"/>
                </a:lnTo>
                <a:close/>
                <a:moveTo>
                  <a:pt x="107224" y="1733716"/>
                </a:moveTo>
                <a:lnTo>
                  <a:pt x="149135" y="1733716"/>
                </a:lnTo>
                <a:lnTo>
                  <a:pt x="149135" y="1723239"/>
                </a:lnTo>
                <a:lnTo>
                  <a:pt x="107224" y="1723239"/>
                </a:lnTo>
                <a:lnTo>
                  <a:pt x="107224" y="1733716"/>
                </a:lnTo>
                <a:close/>
                <a:moveTo>
                  <a:pt x="767321" y="1723239"/>
                </a:moveTo>
                <a:lnTo>
                  <a:pt x="767321" y="1733716"/>
                </a:lnTo>
                <a:lnTo>
                  <a:pt x="809232" y="1733716"/>
                </a:lnTo>
                <a:lnTo>
                  <a:pt x="809232" y="1723239"/>
                </a:lnTo>
                <a:lnTo>
                  <a:pt x="767321" y="1723239"/>
                </a:lnTo>
                <a:close/>
                <a:moveTo>
                  <a:pt x="33879" y="1733716"/>
                </a:moveTo>
                <a:lnTo>
                  <a:pt x="75790" y="1733716"/>
                </a:lnTo>
                <a:lnTo>
                  <a:pt x="75790" y="1723239"/>
                </a:lnTo>
                <a:lnTo>
                  <a:pt x="33879" y="1723239"/>
                </a:lnTo>
                <a:lnTo>
                  <a:pt x="33879" y="1733716"/>
                </a:lnTo>
                <a:close/>
                <a:moveTo>
                  <a:pt x="840665" y="1733716"/>
                </a:moveTo>
                <a:lnTo>
                  <a:pt x="882576" y="1733716"/>
                </a:lnTo>
                <a:lnTo>
                  <a:pt x="882576" y="1723239"/>
                </a:lnTo>
                <a:lnTo>
                  <a:pt x="840665" y="1723239"/>
                </a:lnTo>
                <a:lnTo>
                  <a:pt x="840665" y="1733716"/>
                </a:lnTo>
                <a:close/>
                <a:moveTo>
                  <a:pt x="890957" y="10478"/>
                </a:moveTo>
                <a:lnTo>
                  <a:pt x="890957" y="0"/>
                </a:lnTo>
                <a:lnTo>
                  <a:pt x="849046" y="0"/>
                </a:lnTo>
                <a:lnTo>
                  <a:pt x="849046" y="10478"/>
                </a:lnTo>
                <a:lnTo>
                  <a:pt x="890957" y="10478"/>
                </a:lnTo>
                <a:close/>
                <a:moveTo>
                  <a:pt x="964301" y="0"/>
                </a:moveTo>
                <a:lnTo>
                  <a:pt x="922390" y="0"/>
                </a:lnTo>
                <a:lnTo>
                  <a:pt x="922390" y="10478"/>
                </a:lnTo>
                <a:lnTo>
                  <a:pt x="964301" y="10478"/>
                </a:lnTo>
                <a:lnTo>
                  <a:pt x="964301" y="0"/>
                </a:lnTo>
                <a:close/>
                <a:moveTo>
                  <a:pt x="1037645" y="0"/>
                </a:moveTo>
                <a:lnTo>
                  <a:pt x="995734" y="0"/>
                </a:lnTo>
                <a:lnTo>
                  <a:pt x="995734" y="10478"/>
                </a:lnTo>
                <a:lnTo>
                  <a:pt x="1037645" y="10478"/>
                </a:lnTo>
                <a:lnTo>
                  <a:pt x="1037645" y="0"/>
                </a:lnTo>
                <a:close/>
                <a:moveTo>
                  <a:pt x="1110989" y="10478"/>
                </a:moveTo>
                <a:lnTo>
                  <a:pt x="1110989" y="0"/>
                </a:lnTo>
                <a:lnTo>
                  <a:pt x="1069079" y="0"/>
                </a:lnTo>
                <a:lnTo>
                  <a:pt x="1069079" y="10478"/>
                </a:lnTo>
                <a:lnTo>
                  <a:pt x="1110989" y="10478"/>
                </a:lnTo>
                <a:close/>
                <a:moveTo>
                  <a:pt x="1184334" y="0"/>
                </a:moveTo>
                <a:lnTo>
                  <a:pt x="1142423" y="0"/>
                </a:lnTo>
                <a:lnTo>
                  <a:pt x="1142423" y="10478"/>
                </a:lnTo>
                <a:lnTo>
                  <a:pt x="1184334" y="10478"/>
                </a:lnTo>
                <a:lnTo>
                  <a:pt x="1184334" y="0"/>
                </a:lnTo>
                <a:close/>
                <a:moveTo>
                  <a:pt x="1257678" y="0"/>
                </a:moveTo>
                <a:lnTo>
                  <a:pt x="1215767" y="0"/>
                </a:lnTo>
                <a:lnTo>
                  <a:pt x="1215767" y="10478"/>
                </a:lnTo>
                <a:lnTo>
                  <a:pt x="1257678" y="10478"/>
                </a:lnTo>
                <a:lnTo>
                  <a:pt x="1257678" y="0"/>
                </a:lnTo>
                <a:close/>
                <a:moveTo>
                  <a:pt x="1331022" y="10478"/>
                </a:moveTo>
                <a:lnTo>
                  <a:pt x="1331022" y="0"/>
                </a:lnTo>
                <a:lnTo>
                  <a:pt x="1289111" y="0"/>
                </a:lnTo>
                <a:lnTo>
                  <a:pt x="1289111" y="10478"/>
                </a:lnTo>
                <a:lnTo>
                  <a:pt x="1331022" y="10478"/>
                </a:lnTo>
                <a:close/>
                <a:moveTo>
                  <a:pt x="1404366" y="0"/>
                </a:moveTo>
                <a:lnTo>
                  <a:pt x="1362455" y="0"/>
                </a:lnTo>
                <a:lnTo>
                  <a:pt x="1362455" y="10478"/>
                </a:lnTo>
                <a:lnTo>
                  <a:pt x="1404366" y="10478"/>
                </a:lnTo>
                <a:lnTo>
                  <a:pt x="1404366" y="0"/>
                </a:lnTo>
                <a:close/>
                <a:moveTo>
                  <a:pt x="1477710" y="0"/>
                </a:moveTo>
                <a:lnTo>
                  <a:pt x="1435799" y="0"/>
                </a:lnTo>
                <a:lnTo>
                  <a:pt x="1435799" y="10478"/>
                </a:lnTo>
                <a:lnTo>
                  <a:pt x="1477710" y="10478"/>
                </a:lnTo>
                <a:lnTo>
                  <a:pt x="1477710" y="0"/>
                </a:lnTo>
                <a:close/>
                <a:moveTo>
                  <a:pt x="1551055" y="10478"/>
                </a:moveTo>
                <a:lnTo>
                  <a:pt x="1551055" y="0"/>
                </a:lnTo>
                <a:lnTo>
                  <a:pt x="1509144" y="0"/>
                </a:lnTo>
                <a:lnTo>
                  <a:pt x="1509144" y="10478"/>
                </a:lnTo>
                <a:lnTo>
                  <a:pt x="1551055" y="10478"/>
                </a:lnTo>
                <a:close/>
                <a:moveTo>
                  <a:pt x="1624399" y="0"/>
                </a:moveTo>
                <a:lnTo>
                  <a:pt x="1582488" y="0"/>
                </a:lnTo>
                <a:lnTo>
                  <a:pt x="1582488" y="10478"/>
                </a:lnTo>
                <a:lnTo>
                  <a:pt x="1624399" y="10478"/>
                </a:lnTo>
                <a:lnTo>
                  <a:pt x="1624399" y="0"/>
                </a:lnTo>
                <a:close/>
                <a:moveTo>
                  <a:pt x="1697743" y="0"/>
                </a:moveTo>
                <a:lnTo>
                  <a:pt x="1655832" y="0"/>
                </a:lnTo>
                <a:lnTo>
                  <a:pt x="1655832" y="10478"/>
                </a:lnTo>
                <a:lnTo>
                  <a:pt x="1697743" y="10478"/>
                </a:lnTo>
                <a:lnTo>
                  <a:pt x="1697743" y="0"/>
                </a:lnTo>
                <a:close/>
                <a:moveTo>
                  <a:pt x="914009" y="1733716"/>
                </a:moveTo>
                <a:lnTo>
                  <a:pt x="955920" y="1733716"/>
                </a:lnTo>
                <a:lnTo>
                  <a:pt x="955920" y="1723239"/>
                </a:lnTo>
                <a:lnTo>
                  <a:pt x="914009" y="1723239"/>
                </a:lnTo>
                <a:lnTo>
                  <a:pt x="914009" y="1733716"/>
                </a:lnTo>
                <a:close/>
                <a:moveTo>
                  <a:pt x="987354" y="1733716"/>
                </a:moveTo>
                <a:lnTo>
                  <a:pt x="1029265" y="1733716"/>
                </a:lnTo>
                <a:lnTo>
                  <a:pt x="1029265" y="1723239"/>
                </a:lnTo>
                <a:lnTo>
                  <a:pt x="987354" y="1723239"/>
                </a:lnTo>
                <a:lnTo>
                  <a:pt x="987354" y="1733716"/>
                </a:lnTo>
                <a:close/>
                <a:moveTo>
                  <a:pt x="1060698" y="1723239"/>
                </a:moveTo>
                <a:lnTo>
                  <a:pt x="1060698" y="1733716"/>
                </a:lnTo>
                <a:lnTo>
                  <a:pt x="1102609" y="1733716"/>
                </a:lnTo>
                <a:lnTo>
                  <a:pt x="1102609" y="1723239"/>
                </a:lnTo>
                <a:lnTo>
                  <a:pt x="1060698" y="1723239"/>
                </a:lnTo>
                <a:close/>
                <a:moveTo>
                  <a:pt x="1134042" y="1733716"/>
                </a:moveTo>
                <a:lnTo>
                  <a:pt x="1175953" y="1733716"/>
                </a:lnTo>
                <a:lnTo>
                  <a:pt x="1175953" y="1723239"/>
                </a:lnTo>
                <a:lnTo>
                  <a:pt x="1134042" y="1723239"/>
                </a:lnTo>
                <a:lnTo>
                  <a:pt x="1134042" y="1733716"/>
                </a:lnTo>
                <a:close/>
                <a:moveTo>
                  <a:pt x="1207386" y="1733716"/>
                </a:moveTo>
                <a:lnTo>
                  <a:pt x="1249297" y="1733716"/>
                </a:lnTo>
                <a:lnTo>
                  <a:pt x="1249297" y="1723239"/>
                </a:lnTo>
                <a:lnTo>
                  <a:pt x="1207386" y="1723239"/>
                </a:lnTo>
                <a:lnTo>
                  <a:pt x="1207386" y="1733716"/>
                </a:lnTo>
                <a:close/>
                <a:moveTo>
                  <a:pt x="1280730" y="1723239"/>
                </a:moveTo>
                <a:lnTo>
                  <a:pt x="1280730" y="1733716"/>
                </a:lnTo>
                <a:lnTo>
                  <a:pt x="1322641" y="1733716"/>
                </a:lnTo>
                <a:lnTo>
                  <a:pt x="1322641" y="1723239"/>
                </a:lnTo>
                <a:lnTo>
                  <a:pt x="1280730" y="1723239"/>
                </a:lnTo>
                <a:close/>
                <a:moveTo>
                  <a:pt x="1354074" y="1733716"/>
                </a:moveTo>
                <a:lnTo>
                  <a:pt x="1395985" y="1733716"/>
                </a:lnTo>
                <a:lnTo>
                  <a:pt x="1395985" y="1723239"/>
                </a:lnTo>
                <a:lnTo>
                  <a:pt x="1354074" y="1723239"/>
                </a:lnTo>
                <a:lnTo>
                  <a:pt x="1354074" y="1733716"/>
                </a:lnTo>
                <a:close/>
                <a:moveTo>
                  <a:pt x="1427419" y="1733716"/>
                </a:moveTo>
                <a:lnTo>
                  <a:pt x="1469330" y="1733716"/>
                </a:lnTo>
                <a:lnTo>
                  <a:pt x="1469330" y="1723239"/>
                </a:lnTo>
                <a:lnTo>
                  <a:pt x="1427419" y="1723239"/>
                </a:lnTo>
                <a:lnTo>
                  <a:pt x="1427419" y="1733716"/>
                </a:lnTo>
                <a:close/>
                <a:moveTo>
                  <a:pt x="1500763" y="1723239"/>
                </a:moveTo>
                <a:lnTo>
                  <a:pt x="1500763" y="1733716"/>
                </a:lnTo>
                <a:lnTo>
                  <a:pt x="1542674" y="1733716"/>
                </a:lnTo>
                <a:lnTo>
                  <a:pt x="1542674" y="1723239"/>
                </a:lnTo>
                <a:lnTo>
                  <a:pt x="1500763" y="1723239"/>
                </a:lnTo>
                <a:close/>
                <a:moveTo>
                  <a:pt x="1574107" y="1733716"/>
                </a:moveTo>
                <a:lnTo>
                  <a:pt x="1616018" y="1733716"/>
                </a:lnTo>
                <a:lnTo>
                  <a:pt x="1616018" y="1723239"/>
                </a:lnTo>
                <a:lnTo>
                  <a:pt x="1574107" y="1723239"/>
                </a:lnTo>
                <a:lnTo>
                  <a:pt x="1574107" y="1733716"/>
                </a:lnTo>
                <a:close/>
                <a:moveTo>
                  <a:pt x="1647451" y="1733716"/>
                </a:moveTo>
                <a:lnTo>
                  <a:pt x="1689362" y="1733716"/>
                </a:lnTo>
                <a:lnTo>
                  <a:pt x="1689362" y="1723239"/>
                </a:lnTo>
                <a:lnTo>
                  <a:pt x="1647451" y="1723239"/>
                </a:lnTo>
                <a:lnTo>
                  <a:pt x="1647451" y="1733716"/>
                </a:lnTo>
                <a:close/>
                <a:moveTo>
                  <a:pt x="1722540" y="48547"/>
                </a:moveTo>
                <a:lnTo>
                  <a:pt x="1733018" y="48547"/>
                </a:lnTo>
                <a:lnTo>
                  <a:pt x="1733018" y="6636"/>
                </a:lnTo>
                <a:lnTo>
                  <a:pt x="1722540" y="6636"/>
                </a:lnTo>
                <a:lnTo>
                  <a:pt x="1722540" y="48547"/>
                </a:lnTo>
                <a:close/>
                <a:moveTo>
                  <a:pt x="1733018" y="121891"/>
                </a:moveTo>
                <a:lnTo>
                  <a:pt x="1733018" y="79980"/>
                </a:lnTo>
                <a:lnTo>
                  <a:pt x="1722540" y="79980"/>
                </a:lnTo>
                <a:lnTo>
                  <a:pt x="1722540" y="121891"/>
                </a:lnTo>
                <a:lnTo>
                  <a:pt x="1733018" y="121891"/>
                </a:lnTo>
                <a:close/>
                <a:moveTo>
                  <a:pt x="1733018" y="195235"/>
                </a:moveTo>
                <a:lnTo>
                  <a:pt x="1733018" y="153324"/>
                </a:lnTo>
                <a:lnTo>
                  <a:pt x="1722540" y="153324"/>
                </a:lnTo>
                <a:lnTo>
                  <a:pt x="1722540" y="195235"/>
                </a:lnTo>
                <a:lnTo>
                  <a:pt x="1733018" y="195235"/>
                </a:lnTo>
                <a:close/>
                <a:moveTo>
                  <a:pt x="1722540" y="268579"/>
                </a:moveTo>
                <a:lnTo>
                  <a:pt x="1733018" y="268579"/>
                </a:lnTo>
                <a:lnTo>
                  <a:pt x="1733018" y="226668"/>
                </a:lnTo>
                <a:lnTo>
                  <a:pt x="1722540" y="226668"/>
                </a:lnTo>
                <a:lnTo>
                  <a:pt x="1722540" y="268579"/>
                </a:lnTo>
                <a:close/>
                <a:moveTo>
                  <a:pt x="1733018" y="341924"/>
                </a:moveTo>
                <a:lnTo>
                  <a:pt x="1733018" y="300013"/>
                </a:lnTo>
                <a:lnTo>
                  <a:pt x="1722540" y="300013"/>
                </a:lnTo>
                <a:lnTo>
                  <a:pt x="1722540" y="341924"/>
                </a:lnTo>
                <a:lnTo>
                  <a:pt x="1733018" y="341924"/>
                </a:lnTo>
                <a:close/>
                <a:moveTo>
                  <a:pt x="1733018" y="415268"/>
                </a:moveTo>
                <a:lnTo>
                  <a:pt x="1733018" y="373357"/>
                </a:lnTo>
                <a:lnTo>
                  <a:pt x="1722540" y="373357"/>
                </a:lnTo>
                <a:lnTo>
                  <a:pt x="1722540" y="415268"/>
                </a:lnTo>
                <a:lnTo>
                  <a:pt x="1733018" y="415268"/>
                </a:lnTo>
                <a:close/>
                <a:moveTo>
                  <a:pt x="1722540" y="488612"/>
                </a:moveTo>
                <a:lnTo>
                  <a:pt x="1733018" y="488612"/>
                </a:lnTo>
                <a:lnTo>
                  <a:pt x="1733018" y="446701"/>
                </a:lnTo>
                <a:lnTo>
                  <a:pt x="1722540" y="446701"/>
                </a:lnTo>
                <a:lnTo>
                  <a:pt x="1722540" y="488612"/>
                </a:lnTo>
                <a:close/>
                <a:moveTo>
                  <a:pt x="1733018" y="561956"/>
                </a:moveTo>
                <a:lnTo>
                  <a:pt x="1733018" y="520045"/>
                </a:lnTo>
                <a:lnTo>
                  <a:pt x="1722540" y="520045"/>
                </a:lnTo>
                <a:lnTo>
                  <a:pt x="1722540" y="561956"/>
                </a:lnTo>
                <a:lnTo>
                  <a:pt x="1733018" y="561956"/>
                </a:lnTo>
                <a:close/>
                <a:moveTo>
                  <a:pt x="1733018" y="635300"/>
                </a:moveTo>
                <a:lnTo>
                  <a:pt x="1733018" y="593389"/>
                </a:lnTo>
                <a:lnTo>
                  <a:pt x="1722540" y="593389"/>
                </a:lnTo>
                <a:lnTo>
                  <a:pt x="1722540" y="635300"/>
                </a:lnTo>
                <a:lnTo>
                  <a:pt x="1733018" y="635300"/>
                </a:lnTo>
                <a:close/>
                <a:moveTo>
                  <a:pt x="1722540" y="708644"/>
                </a:moveTo>
                <a:lnTo>
                  <a:pt x="1733018" y="708644"/>
                </a:lnTo>
                <a:lnTo>
                  <a:pt x="1733018" y="666733"/>
                </a:lnTo>
                <a:lnTo>
                  <a:pt x="1722540" y="666733"/>
                </a:lnTo>
                <a:lnTo>
                  <a:pt x="1722540" y="708644"/>
                </a:lnTo>
                <a:close/>
                <a:moveTo>
                  <a:pt x="1733018" y="781989"/>
                </a:moveTo>
                <a:lnTo>
                  <a:pt x="1733018" y="740078"/>
                </a:lnTo>
                <a:lnTo>
                  <a:pt x="1722540" y="740078"/>
                </a:lnTo>
                <a:lnTo>
                  <a:pt x="1722540" y="781989"/>
                </a:lnTo>
                <a:lnTo>
                  <a:pt x="1733018" y="781989"/>
                </a:lnTo>
                <a:close/>
                <a:moveTo>
                  <a:pt x="1733018" y="855333"/>
                </a:moveTo>
                <a:lnTo>
                  <a:pt x="1733018" y="813422"/>
                </a:lnTo>
                <a:lnTo>
                  <a:pt x="1722540" y="813422"/>
                </a:lnTo>
                <a:lnTo>
                  <a:pt x="1722540" y="855333"/>
                </a:lnTo>
                <a:lnTo>
                  <a:pt x="1733018" y="855333"/>
                </a:lnTo>
                <a:close/>
                <a:moveTo>
                  <a:pt x="1722540" y="928677"/>
                </a:moveTo>
                <a:lnTo>
                  <a:pt x="1733018" y="928677"/>
                </a:lnTo>
                <a:lnTo>
                  <a:pt x="1733018" y="886766"/>
                </a:lnTo>
                <a:lnTo>
                  <a:pt x="1722540" y="886766"/>
                </a:lnTo>
                <a:lnTo>
                  <a:pt x="1722540" y="928677"/>
                </a:lnTo>
                <a:close/>
                <a:moveTo>
                  <a:pt x="1733018" y="1002021"/>
                </a:moveTo>
                <a:lnTo>
                  <a:pt x="1733018" y="960110"/>
                </a:lnTo>
                <a:lnTo>
                  <a:pt x="1722540" y="960110"/>
                </a:lnTo>
                <a:lnTo>
                  <a:pt x="1722540" y="1002021"/>
                </a:lnTo>
                <a:lnTo>
                  <a:pt x="1733018" y="1002021"/>
                </a:lnTo>
                <a:close/>
                <a:moveTo>
                  <a:pt x="1733018" y="1075365"/>
                </a:moveTo>
                <a:lnTo>
                  <a:pt x="1733018" y="1033454"/>
                </a:lnTo>
                <a:lnTo>
                  <a:pt x="1722540" y="1033454"/>
                </a:lnTo>
                <a:lnTo>
                  <a:pt x="1722540" y="1075365"/>
                </a:lnTo>
                <a:lnTo>
                  <a:pt x="1733018" y="1075365"/>
                </a:lnTo>
                <a:close/>
                <a:moveTo>
                  <a:pt x="1722540" y="1148709"/>
                </a:moveTo>
                <a:lnTo>
                  <a:pt x="1733018" y="1148709"/>
                </a:lnTo>
                <a:lnTo>
                  <a:pt x="1733018" y="1106798"/>
                </a:lnTo>
                <a:lnTo>
                  <a:pt x="1722540" y="1106798"/>
                </a:lnTo>
                <a:lnTo>
                  <a:pt x="1722540" y="1148709"/>
                </a:lnTo>
                <a:close/>
                <a:moveTo>
                  <a:pt x="1733018" y="1222054"/>
                </a:moveTo>
                <a:lnTo>
                  <a:pt x="1733018" y="1180143"/>
                </a:lnTo>
                <a:lnTo>
                  <a:pt x="1722540" y="1180143"/>
                </a:lnTo>
                <a:lnTo>
                  <a:pt x="1722540" y="1222054"/>
                </a:lnTo>
                <a:lnTo>
                  <a:pt x="1733018" y="1222054"/>
                </a:lnTo>
                <a:close/>
                <a:moveTo>
                  <a:pt x="1733018" y="1295398"/>
                </a:moveTo>
                <a:lnTo>
                  <a:pt x="1733018" y="1253487"/>
                </a:lnTo>
                <a:lnTo>
                  <a:pt x="1722540" y="1253487"/>
                </a:lnTo>
                <a:lnTo>
                  <a:pt x="1722540" y="1295398"/>
                </a:lnTo>
                <a:lnTo>
                  <a:pt x="1733018" y="1295398"/>
                </a:lnTo>
                <a:close/>
                <a:moveTo>
                  <a:pt x="1722540" y="1368742"/>
                </a:moveTo>
                <a:lnTo>
                  <a:pt x="1733018" y="1368742"/>
                </a:lnTo>
                <a:lnTo>
                  <a:pt x="1733018" y="1326831"/>
                </a:lnTo>
                <a:lnTo>
                  <a:pt x="1722540" y="1326831"/>
                </a:lnTo>
                <a:lnTo>
                  <a:pt x="1722540" y="1368742"/>
                </a:lnTo>
                <a:close/>
                <a:moveTo>
                  <a:pt x="1733018" y="1442086"/>
                </a:moveTo>
                <a:lnTo>
                  <a:pt x="1733018" y="1400175"/>
                </a:lnTo>
                <a:lnTo>
                  <a:pt x="1722540" y="1400175"/>
                </a:lnTo>
                <a:lnTo>
                  <a:pt x="1722540" y="1442086"/>
                </a:lnTo>
                <a:lnTo>
                  <a:pt x="1733018" y="1442086"/>
                </a:lnTo>
                <a:close/>
                <a:moveTo>
                  <a:pt x="1733018" y="1515430"/>
                </a:moveTo>
                <a:lnTo>
                  <a:pt x="1733018" y="1473519"/>
                </a:lnTo>
                <a:lnTo>
                  <a:pt x="1722540" y="1473519"/>
                </a:lnTo>
                <a:lnTo>
                  <a:pt x="1722540" y="1515430"/>
                </a:lnTo>
                <a:lnTo>
                  <a:pt x="1733018" y="1515430"/>
                </a:lnTo>
                <a:close/>
                <a:moveTo>
                  <a:pt x="1722540" y="1588774"/>
                </a:moveTo>
                <a:lnTo>
                  <a:pt x="1733018" y="1588774"/>
                </a:lnTo>
                <a:lnTo>
                  <a:pt x="1733018" y="1546863"/>
                </a:lnTo>
                <a:lnTo>
                  <a:pt x="1722540" y="1546863"/>
                </a:lnTo>
                <a:lnTo>
                  <a:pt x="1722540" y="1588774"/>
                </a:lnTo>
                <a:close/>
                <a:moveTo>
                  <a:pt x="1733018" y="1662119"/>
                </a:moveTo>
                <a:lnTo>
                  <a:pt x="1733018" y="1620208"/>
                </a:lnTo>
                <a:lnTo>
                  <a:pt x="1722540" y="1620208"/>
                </a:lnTo>
                <a:lnTo>
                  <a:pt x="1722540" y="1662119"/>
                </a:lnTo>
                <a:lnTo>
                  <a:pt x="1733018" y="1662119"/>
                </a:lnTo>
                <a:close/>
                <a:moveTo>
                  <a:pt x="1720795" y="1723239"/>
                </a:moveTo>
                <a:lnTo>
                  <a:pt x="1720795" y="1733716"/>
                </a:lnTo>
                <a:lnTo>
                  <a:pt x="1733018" y="1733716"/>
                </a:lnTo>
                <a:lnTo>
                  <a:pt x="1733018" y="1693552"/>
                </a:lnTo>
                <a:lnTo>
                  <a:pt x="1722540" y="1693552"/>
                </a:lnTo>
                <a:lnTo>
                  <a:pt x="1722540" y="1723239"/>
                </a:lnTo>
                <a:lnTo>
                  <a:pt x="1720795" y="172323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3" name="Text samples=[]">
            <a:extLst xmlns:a="http://schemas.openxmlformats.org/drawingml/2006/main">
              <a:ext uri="{FF2B5EF4-FFF2-40B4-BE49-F238E27FC236}">
                <a16:creationId xmlns:a16="http://schemas.microsoft.com/office/drawing/2014/main" id="{CE672536-120D-4C5A-B0CA-9FB80160C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949" y="213757"/>
            <a:ext cx="708750" cy="101077"/>
          </a:xfrm>
          <a:custGeom xmlns:a="http://schemas.openxmlformats.org/drawingml/2006/main">
            <a:pathLst>
              <a:path w="708750" h="101077">
                <a:moveTo>
                  <a:pt x="42052" y="63867"/>
                </a:moveTo>
                <a:cubicBezTo>
                  <a:pt x="42052" y="65789"/>
                  <a:pt x="41726" y="67512"/>
                  <a:pt x="41073" y="69035"/>
                </a:cubicBezTo>
                <a:cubicBezTo>
                  <a:pt x="40420" y="70558"/>
                  <a:pt x="39531" y="71909"/>
                  <a:pt x="38407" y="73088"/>
                </a:cubicBezTo>
                <a:cubicBezTo>
                  <a:pt x="37283" y="74266"/>
                  <a:pt x="35977" y="75273"/>
                  <a:pt x="34490" y="76107"/>
                </a:cubicBezTo>
                <a:cubicBezTo>
                  <a:pt x="33003" y="76941"/>
                  <a:pt x="31417" y="77630"/>
                  <a:pt x="29730" y="78174"/>
                </a:cubicBezTo>
                <a:cubicBezTo>
                  <a:pt x="28044" y="78718"/>
                  <a:pt x="26312" y="79117"/>
                  <a:pt x="24535" y="79371"/>
                </a:cubicBezTo>
                <a:cubicBezTo>
                  <a:pt x="22758" y="79625"/>
                  <a:pt x="21017" y="79752"/>
                  <a:pt x="19312" y="79752"/>
                </a:cubicBezTo>
                <a:cubicBezTo>
                  <a:pt x="15613" y="79752"/>
                  <a:pt x="12213" y="79589"/>
                  <a:pt x="9112" y="79262"/>
                </a:cubicBezTo>
                <a:cubicBezTo>
                  <a:pt x="6011" y="78936"/>
                  <a:pt x="2974" y="78410"/>
                  <a:pt x="0" y="77685"/>
                </a:cubicBezTo>
                <a:lnTo>
                  <a:pt x="0" y="68980"/>
                </a:lnTo>
                <a:cubicBezTo>
                  <a:pt x="3192" y="69887"/>
                  <a:pt x="6365" y="70576"/>
                  <a:pt x="9520" y="71048"/>
                </a:cubicBezTo>
                <a:cubicBezTo>
                  <a:pt x="12675" y="71519"/>
                  <a:pt x="15813" y="71755"/>
                  <a:pt x="18932" y="71755"/>
                </a:cubicBezTo>
                <a:cubicBezTo>
                  <a:pt x="23465" y="71755"/>
                  <a:pt x="26820" y="71138"/>
                  <a:pt x="28996" y="69905"/>
                </a:cubicBezTo>
                <a:cubicBezTo>
                  <a:pt x="31172" y="68672"/>
                  <a:pt x="32260" y="66913"/>
                  <a:pt x="32260" y="64628"/>
                </a:cubicBezTo>
                <a:cubicBezTo>
                  <a:pt x="32260" y="63649"/>
                  <a:pt x="32088" y="62770"/>
                  <a:pt x="31743" y="61990"/>
                </a:cubicBezTo>
                <a:cubicBezTo>
                  <a:pt x="31398" y="61210"/>
                  <a:pt x="30773" y="60467"/>
                  <a:pt x="29866" y="59760"/>
                </a:cubicBezTo>
                <a:cubicBezTo>
                  <a:pt x="28959" y="59052"/>
                  <a:pt x="27554" y="58318"/>
                  <a:pt x="25650" y="57556"/>
                </a:cubicBezTo>
                <a:cubicBezTo>
                  <a:pt x="23746" y="56795"/>
                  <a:pt x="21144" y="55924"/>
                  <a:pt x="17844" y="54945"/>
                </a:cubicBezTo>
                <a:cubicBezTo>
                  <a:pt x="15377" y="54220"/>
                  <a:pt x="13102" y="53395"/>
                  <a:pt x="11016" y="52470"/>
                </a:cubicBezTo>
                <a:cubicBezTo>
                  <a:pt x="8931" y="51545"/>
                  <a:pt x="7127" y="50448"/>
                  <a:pt x="5603" y="49179"/>
                </a:cubicBezTo>
                <a:cubicBezTo>
                  <a:pt x="4080" y="47909"/>
                  <a:pt x="2883" y="46422"/>
                  <a:pt x="2013" y="44718"/>
                </a:cubicBezTo>
                <a:cubicBezTo>
                  <a:pt x="1142" y="43013"/>
                  <a:pt x="707" y="41000"/>
                  <a:pt x="707" y="38679"/>
                </a:cubicBezTo>
                <a:cubicBezTo>
                  <a:pt x="707" y="37156"/>
                  <a:pt x="1061" y="35488"/>
                  <a:pt x="1768" y="33674"/>
                </a:cubicBezTo>
                <a:cubicBezTo>
                  <a:pt x="2475" y="31861"/>
                  <a:pt x="3681" y="30174"/>
                  <a:pt x="5386" y="28615"/>
                </a:cubicBezTo>
                <a:cubicBezTo>
                  <a:pt x="7090" y="27055"/>
                  <a:pt x="9393" y="25759"/>
                  <a:pt x="12295" y="24725"/>
                </a:cubicBezTo>
                <a:cubicBezTo>
                  <a:pt x="15196" y="23692"/>
                  <a:pt x="18823" y="23175"/>
                  <a:pt x="23175" y="23175"/>
                </a:cubicBezTo>
                <a:cubicBezTo>
                  <a:pt x="25315" y="23175"/>
                  <a:pt x="27690" y="23293"/>
                  <a:pt x="30301" y="23528"/>
                </a:cubicBezTo>
                <a:cubicBezTo>
                  <a:pt x="32913" y="23764"/>
                  <a:pt x="35633" y="24172"/>
                  <a:pt x="38462" y="24752"/>
                </a:cubicBezTo>
                <a:lnTo>
                  <a:pt x="38462" y="33185"/>
                </a:lnTo>
                <a:cubicBezTo>
                  <a:pt x="35488" y="32459"/>
                  <a:pt x="32668" y="31924"/>
                  <a:pt x="30002" y="31580"/>
                </a:cubicBezTo>
                <a:cubicBezTo>
                  <a:pt x="27337" y="31235"/>
                  <a:pt x="25024" y="31063"/>
                  <a:pt x="23066" y="31063"/>
                </a:cubicBezTo>
                <a:cubicBezTo>
                  <a:pt x="20709" y="31063"/>
                  <a:pt x="18723" y="31244"/>
                  <a:pt x="17109" y="31607"/>
                </a:cubicBezTo>
                <a:cubicBezTo>
                  <a:pt x="15495" y="31970"/>
                  <a:pt x="14190" y="32468"/>
                  <a:pt x="13192" y="33103"/>
                </a:cubicBezTo>
                <a:cubicBezTo>
                  <a:pt x="12195" y="33738"/>
                  <a:pt x="11479" y="34481"/>
                  <a:pt x="11043" y="35333"/>
                </a:cubicBezTo>
                <a:cubicBezTo>
                  <a:pt x="10608" y="36186"/>
                  <a:pt x="10391" y="37101"/>
                  <a:pt x="10391" y="38081"/>
                </a:cubicBezTo>
                <a:cubicBezTo>
                  <a:pt x="10391" y="39060"/>
                  <a:pt x="10581" y="39948"/>
                  <a:pt x="10962" y="40746"/>
                </a:cubicBezTo>
                <a:cubicBezTo>
                  <a:pt x="11343" y="41544"/>
                  <a:pt x="12050" y="42315"/>
                  <a:pt x="13083" y="43058"/>
                </a:cubicBezTo>
                <a:cubicBezTo>
                  <a:pt x="14117" y="43802"/>
                  <a:pt x="15559" y="44545"/>
                  <a:pt x="17408" y="45289"/>
                </a:cubicBezTo>
                <a:cubicBezTo>
                  <a:pt x="19258" y="46032"/>
                  <a:pt x="21670" y="46839"/>
                  <a:pt x="24644" y="47710"/>
                </a:cubicBezTo>
                <a:cubicBezTo>
                  <a:pt x="27871" y="48653"/>
                  <a:pt x="30592" y="49641"/>
                  <a:pt x="32804" y="50675"/>
                </a:cubicBezTo>
                <a:cubicBezTo>
                  <a:pt x="35016" y="51708"/>
                  <a:pt x="36811" y="52860"/>
                  <a:pt x="38190" y="54129"/>
                </a:cubicBezTo>
                <a:cubicBezTo>
                  <a:pt x="39568" y="55398"/>
                  <a:pt x="40556" y="56831"/>
                  <a:pt x="41154" y="58427"/>
                </a:cubicBezTo>
                <a:cubicBezTo>
                  <a:pt x="41753" y="60022"/>
                  <a:pt x="42052" y="61836"/>
                  <a:pt x="42052" y="63867"/>
                </a:cubicBezTo>
                <a:close/>
                <a:moveTo>
                  <a:pt x="95361" y="78773"/>
                </a:moveTo>
                <a:lnTo>
                  <a:pt x="95144" y="71413"/>
                </a:lnTo>
                <a:cubicBezTo>
                  <a:pt x="92170" y="74357"/>
                  <a:pt x="89150" y="76482"/>
                  <a:pt x="86086" y="77790"/>
                </a:cubicBezTo>
                <a:cubicBezTo>
                  <a:pt x="83021" y="79098"/>
                  <a:pt x="79803" y="79752"/>
                  <a:pt x="76430" y="79752"/>
                </a:cubicBezTo>
                <a:cubicBezTo>
                  <a:pt x="73311" y="79752"/>
                  <a:pt x="70645" y="79352"/>
                  <a:pt x="68433" y="78553"/>
                </a:cubicBezTo>
                <a:cubicBezTo>
                  <a:pt x="66220" y="77754"/>
                  <a:pt x="64398" y="76656"/>
                  <a:pt x="62965" y="75257"/>
                </a:cubicBezTo>
                <a:cubicBezTo>
                  <a:pt x="61533" y="73858"/>
                  <a:pt x="60481" y="72215"/>
                  <a:pt x="59810" y="70325"/>
                </a:cubicBezTo>
                <a:cubicBezTo>
                  <a:pt x="59139" y="68436"/>
                  <a:pt x="58804" y="66383"/>
                  <a:pt x="58804" y="64168"/>
                </a:cubicBezTo>
                <a:cubicBezTo>
                  <a:pt x="58804" y="58682"/>
                  <a:pt x="60844" y="54387"/>
                  <a:pt x="64924" y="51281"/>
                </a:cubicBezTo>
                <a:cubicBezTo>
                  <a:pt x="69004" y="48175"/>
                  <a:pt x="75033" y="46622"/>
                  <a:pt x="83012" y="46622"/>
                </a:cubicBezTo>
                <a:lnTo>
                  <a:pt x="94328" y="46622"/>
                </a:lnTo>
                <a:lnTo>
                  <a:pt x="94328" y="41851"/>
                </a:lnTo>
                <a:cubicBezTo>
                  <a:pt x="94328" y="38635"/>
                  <a:pt x="93294" y="36060"/>
                  <a:pt x="91227" y="34126"/>
                </a:cubicBezTo>
                <a:cubicBezTo>
                  <a:pt x="89160" y="32193"/>
                  <a:pt x="86004" y="31226"/>
                  <a:pt x="81761" y="31226"/>
                </a:cubicBezTo>
                <a:cubicBezTo>
                  <a:pt x="78678" y="31226"/>
                  <a:pt x="75641" y="31576"/>
                  <a:pt x="72649" y="32275"/>
                </a:cubicBezTo>
                <a:cubicBezTo>
                  <a:pt x="69657" y="32973"/>
                  <a:pt x="66565" y="33966"/>
                  <a:pt x="63373" y="35252"/>
                </a:cubicBezTo>
                <a:lnTo>
                  <a:pt x="63373" y="26711"/>
                </a:lnTo>
                <a:cubicBezTo>
                  <a:pt x="64570" y="26269"/>
                  <a:pt x="65903" y="25836"/>
                  <a:pt x="67372" y="25412"/>
                </a:cubicBezTo>
                <a:cubicBezTo>
                  <a:pt x="68841" y="24988"/>
                  <a:pt x="70391" y="24611"/>
                  <a:pt x="72023" y="24280"/>
                </a:cubicBezTo>
                <a:cubicBezTo>
                  <a:pt x="73655" y="23948"/>
                  <a:pt x="75360" y="23681"/>
                  <a:pt x="77137" y="23479"/>
                </a:cubicBezTo>
                <a:cubicBezTo>
                  <a:pt x="78914" y="23276"/>
                  <a:pt x="80709" y="23175"/>
                  <a:pt x="82523" y="23175"/>
                </a:cubicBezTo>
                <a:cubicBezTo>
                  <a:pt x="85823" y="23175"/>
                  <a:pt x="88797" y="23538"/>
                  <a:pt x="91444" y="24263"/>
                </a:cubicBezTo>
                <a:cubicBezTo>
                  <a:pt x="94092" y="24988"/>
                  <a:pt x="96331" y="26094"/>
                  <a:pt x="98163" y="27581"/>
                </a:cubicBezTo>
                <a:cubicBezTo>
                  <a:pt x="99994" y="29068"/>
                  <a:pt x="101400" y="30936"/>
                  <a:pt x="102379" y="33185"/>
                </a:cubicBezTo>
                <a:cubicBezTo>
                  <a:pt x="103358" y="35433"/>
                  <a:pt x="103848" y="38081"/>
                  <a:pt x="103848" y="41127"/>
                </a:cubicBezTo>
                <a:lnTo>
                  <a:pt x="103848" y="78773"/>
                </a:lnTo>
                <a:lnTo>
                  <a:pt x="95361" y="78773"/>
                </a:lnTo>
                <a:moveTo>
                  <a:pt x="94328" y="53857"/>
                </a:moveTo>
                <a:lnTo>
                  <a:pt x="82305" y="53857"/>
                </a:lnTo>
                <a:cubicBezTo>
                  <a:pt x="79948" y="53857"/>
                  <a:pt x="77917" y="54094"/>
                  <a:pt x="76212" y="54568"/>
                </a:cubicBezTo>
                <a:cubicBezTo>
                  <a:pt x="74508" y="55040"/>
                  <a:pt x="73111" y="55713"/>
                  <a:pt x="72023" y="56586"/>
                </a:cubicBezTo>
                <a:cubicBezTo>
                  <a:pt x="70935" y="57458"/>
                  <a:pt x="70128" y="58504"/>
                  <a:pt x="69602" y="59724"/>
                </a:cubicBezTo>
                <a:cubicBezTo>
                  <a:pt x="69077" y="60942"/>
                  <a:pt x="68814" y="62315"/>
                  <a:pt x="68814" y="63843"/>
                </a:cubicBezTo>
                <a:cubicBezTo>
                  <a:pt x="68814" y="64898"/>
                  <a:pt x="68977" y="65908"/>
                  <a:pt x="69303" y="66872"/>
                </a:cubicBezTo>
                <a:cubicBezTo>
                  <a:pt x="69630" y="67836"/>
                  <a:pt x="70155" y="68690"/>
                  <a:pt x="70881" y="69436"/>
                </a:cubicBezTo>
                <a:cubicBezTo>
                  <a:pt x="71606" y="70182"/>
                  <a:pt x="72549" y="70773"/>
                  <a:pt x="73710" y="71209"/>
                </a:cubicBezTo>
                <a:cubicBezTo>
                  <a:pt x="74870" y="71646"/>
                  <a:pt x="76285" y="71864"/>
                  <a:pt x="77953" y="71864"/>
                </a:cubicBezTo>
                <a:cubicBezTo>
                  <a:pt x="80129" y="71864"/>
                  <a:pt x="82622" y="71200"/>
                  <a:pt x="85433" y="69873"/>
                </a:cubicBezTo>
                <a:cubicBezTo>
                  <a:pt x="88244" y="68545"/>
                  <a:pt x="91209" y="66443"/>
                  <a:pt x="94328" y="63569"/>
                </a:cubicBezTo>
                <a:lnTo>
                  <a:pt x="94328" y="53857"/>
                </a:lnTo>
                <a:close/>
                <a:moveTo>
                  <a:pt x="160693" y="78773"/>
                </a:moveTo>
                <a:lnTo>
                  <a:pt x="160693" y="39550"/>
                </a:lnTo>
                <a:cubicBezTo>
                  <a:pt x="160693" y="37845"/>
                  <a:pt x="160630" y="36449"/>
                  <a:pt x="160503" y="35361"/>
                </a:cubicBezTo>
                <a:cubicBezTo>
                  <a:pt x="160376" y="34273"/>
                  <a:pt x="160176" y="33411"/>
                  <a:pt x="159904" y="32777"/>
                </a:cubicBezTo>
                <a:cubicBezTo>
                  <a:pt x="159632" y="32142"/>
                  <a:pt x="159288" y="31698"/>
                  <a:pt x="158871" y="31444"/>
                </a:cubicBezTo>
                <a:cubicBezTo>
                  <a:pt x="158454" y="31190"/>
                  <a:pt x="157937" y="31063"/>
                  <a:pt x="157320" y="31063"/>
                </a:cubicBezTo>
                <a:cubicBezTo>
                  <a:pt x="156595" y="31063"/>
                  <a:pt x="155924" y="31281"/>
                  <a:pt x="155307" y="31716"/>
                </a:cubicBezTo>
                <a:cubicBezTo>
                  <a:pt x="154691" y="32151"/>
                  <a:pt x="154029" y="32858"/>
                  <a:pt x="153322" y="33837"/>
                </a:cubicBezTo>
                <a:cubicBezTo>
                  <a:pt x="152615" y="34817"/>
                  <a:pt x="151835" y="36113"/>
                  <a:pt x="150983" y="37727"/>
                </a:cubicBezTo>
                <a:cubicBezTo>
                  <a:pt x="150130" y="39341"/>
                  <a:pt x="149124" y="41327"/>
                  <a:pt x="147963" y="43684"/>
                </a:cubicBezTo>
                <a:lnTo>
                  <a:pt x="147963" y="78773"/>
                </a:lnTo>
                <a:lnTo>
                  <a:pt x="139314" y="78773"/>
                </a:lnTo>
                <a:lnTo>
                  <a:pt x="139314" y="40583"/>
                </a:lnTo>
                <a:cubicBezTo>
                  <a:pt x="139314" y="38588"/>
                  <a:pt x="139250" y="36975"/>
                  <a:pt x="139123" y="35741"/>
                </a:cubicBezTo>
                <a:cubicBezTo>
                  <a:pt x="138996" y="34508"/>
                  <a:pt x="138797" y="33547"/>
                  <a:pt x="138525" y="32858"/>
                </a:cubicBezTo>
                <a:cubicBezTo>
                  <a:pt x="138253" y="32169"/>
                  <a:pt x="137899" y="31698"/>
                  <a:pt x="137464" y="31444"/>
                </a:cubicBezTo>
                <a:cubicBezTo>
                  <a:pt x="137029" y="31190"/>
                  <a:pt x="136503" y="31063"/>
                  <a:pt x="135886" y="31063"/>
                </a:cubicBezTo>
                <a:cubicBezTo>
                  <a:pt x="135233" y="31063"/>
                  <a:pt x="134617" y="31244"/>
                  <a:pt x="134037" y="31607"/>
                </a:cubicBezTo>
                <a:cubicBezTo>
                  <a:pt x="133456" y="31970"/>
                  <a:pt x="132813" y="32622"/>
                  <a:pt x="132105" y="33565"/>
                </a:cubicBezTo>
                <a:cubicBezTo>
                  <a:pt x="131398" y="34508"/>
                  <a:pt x="130609" y="35796"/>
                  <a:pt x="129739" y="37428"/>
                </a:cubicBezTo>
                <a:cubicBezTo>
                  <a:pt x="128869" y="39060"/>
                  <a:pt x="127835" y="41145"/>
                  <a:pt x="126638" y="43684"/>
                </a:cubicBezTo>
                <a:lnTo>
                  <a:pt x="126638" y="78773"/>
                </a:lnTo>
                <a:lnTo>
                  <a:pt x="117934" y="78773"/>
                </a:lnTo>
                <a:lnTo>
                  <a:pt x="117934" y="24154"/>
                </a:lnTo>
                <a:lnTo>
                  <a:pt x="125169" y="24154"/>
                </a:lnTo>
                <a:lnTo>
                  <a:pt x="125605" y="34545"/>
                </a:lnTo>
                <a:cubicBezTo>
                  <a:pt x="126547" y="32477"/>
                  <a:pt x="127463" y="30718"/>
                  <a:pt x="128352" y="29268"/>
                </a:cubicBezTo>
                <a:cubicBezTo>
                  <a:pt x="129240" y="27817"/>
                  <a:pt x="130156" y="26647"/>
                  <a:pt x="131099" y="25759"/>
                </a:cubicBezTo>
                <a:cubicBezTo>
                  <a:pt x="132042" y="24870"/>
                  <a:pt x="133048" y="24218"/>
                  <a:pt x="134118" y="23800"/>
                </a:cubicBezTo>
                <a:cubicBezTo>
                  <a:pt x="135188" y="23383"/>
                  <a:pt x="136376" y="23175"/>
                  <a:pt x="137682" y="23175"/>
                </a:cubicBezTo>
                <a:cubicBezTo>
                  <a:pt x="140619" y="23175"/>
                  <a:pt x="142850" y="24136"/>
                  <a:pt x="144373" y="26058"/>
                </a:cubicBezTo>
                <a:cubicBezTo>
                  <a:pt x="145896" y="27980"/>
                  <a:pt x="146658" y="30954"/>
                  <a:pt x="146658" y="34980"/>
                </a:cubicBezTo>
                <a:cubicBezTo>
                  <a:pt x="147528" y="33094"/>
                  <a:pt x="148380" y="31417"/>
                  <a:pt x="149215" y="29948"/>
                </a:cubicBezTo>
                <a:cubicBezTo>
                  <a:pt x="150049" y="28479"/>
                  <a:pt x="150946" y="27246"/>
                  <a:pt x="151907" y="26248"/>
                </a:cubicBezTo>
                <a:cubicBezTo>
                  <a:pt x="152868" y="25251"/>
                  <a:pt x="153929" y="24490"/>
                  <a:pt x="155090" y="23964"/>
                </a:cubicBezTo>
                <a:cubicBezTo>
                  <a:pt x="156250" y="23438"/>
                  <a:pt x="157592" y="23175"/>
                  <a:pt x="159116" y="23175"/>
                </a:cubicBezTo>
                <a:cubicBezTo>
                  <a:pt x="165970" y="23175"/>
                  <a:pt x="169397" y="28452"/>
                  <a:pt x="169397" y="39006"/>
                </a:cubicBezTo>
                <a:lnTo>
                  <a:pt x="169397" y="78773"/>
                </a:lnTo>
                <a:lnTo>
                  <a:pt x="160693" y="78773"/>
                </a:lnTo>
                <a:close/>
                <a:moveTo>
                  <a:pt x="229887" y="50484"/>
                </a:moveTo>
                <a:cubicBezTo>
                  <a:pt x="229887" y="55344"/>
                  <a:pt x="229207" y="59587"/>
                  <a:pt x="227847" y="63214"/>
                </a:cubicBezTo>
                <a:cubicBezTo>
                  <a:pt x="226487" y="66841"/>
                  <a:pt x="224611" y="69851"/>
                  <a:pt x="222217" y="72245"/>
                </a:cubicBezTo>
                <a:cubicBezTo>
                  <a:pt x="219823" y="74638"/>
                  <a:pt x="216994" y="76433"/>
                  <a:pt x="213730" y="77630"/>
                </a:cubicBezTo>
                <a:cubicBezTo>
                  <a:pt x="210466" y="78827"/>
                  <a:pt x="206930" y="79425"/>
                  <a:pt x="203122" y="79425"/>
                </a:cubicBezTo>
                <a:cubicBezTo>
                  <a:pt x="201381" y="79425"/>
                  <a:pt x="199650" y="79335"/>
                  <a:pt x="197927" y="79153"/>
                </a:cubicBezTo>
                <a:cubicBezTo>
                  <a:pt x="196204" y="78972"/>
                  <a:pt x="194454" y="78664"/>
                  <a:pt x="192677" y="78229"/>
                </a:cubicBezTo>
                <a:lnTo>
                  <a:pt x="192677" y="101077"/>
                </a:lnTo>
                <a:lnTo>
                  <a:pt x="183211" y="101077"/>
                </a:lnTo>
                <a:lnTo>
                  <a:pt x="183211" y="24154"/>
                </a:lnTo>
                <a:lnTo>
                  <a:pt x="191644" y="24154"/>
                </a:lnTo>
                <a:lnTo>
                  <a:pt x="192242" y="33293"/>
                </a:lnTo>
                <a:cubicBezTo>
                  <a:pt x="194962" y="29558"/>
                  <a:pt x="197863" y="26938"/>
                  <a:pt x="200946" y="25432"/>
                </a:cubicBezTo>
                <a:cubicBezTo>
                  <a:pt x="204029" y="23927"/>
                  <a:pt x="207365" y="23175"/>
                  <a:pt x="210956" y="23175"/>
                </a:cubicBezTo>
                <a:cubicBezTo>
                  <a:pt x="214075" y="23175"/>
                  <a:pt x="216813" y="23828"/>
                  <a:pt x="219170" y="25133"/>
                </a:cubicBezTo>
                <a:cubicBezTo>
                  <a:pt x="221528" y="26439"/>
                  <a:pt x="223504" y="28279"/>
                  <a:pt x="225100" y="30655"/>
                </a:cubicBezTo>
                <a:cubicBezTo>
                  <a:pt x="226696" y="33030"/>
                  <a:pt x="227893" y="35896"/>
                  <a:pt x="228691" y="39250"/>
                </a:cubicBezTo>
                <a:cubicBezTo>
                  <a:pt x="229489" y="42605"/>
                  <a:pt x="229887" y="46350"/>
                  <a:pt x="229887" y="50484"/>
                </a:cubicBezTo>
                <a:moveTo>
                  <a:pt x="220204" y="50919"/>
                </a:moveTo>
                <a:cubicBezTo>
                  <a:pt x="220204" y="48054"/>
                  <a:pt x="219996" y="45425"/>
                  <a:pt x="219578" y="43031"/>
                </a:cubicBezTo>
                <a:cubicBezTo>
                  <a:pt x="219161" y="40638"/>
                  <a:pt x="218500" y="38588"/>
                  <a:pt x="217593" y="36884"/>
                </a:cubicBezTo>
                <a:cubicBezTo>
                  <a:pt x="216686" y="35179"/>
                  <a:pt x="215526" y="33847"/>
                  <a:pt x="214111" y="32885"/>
                </a:cubicBezTo>
                <a:cubicBezTo>
                  <a:pt x="212697" y="31924"/>
                  <a:pt x="211010" y="31444"/>
                  <a:pt x="209052" y="31444"/>
                </a:cubicBezTo>
                <a:cubicBezTo>
                  <a:pt x="207855" y="31444"/>
                  <a:pt x="206640" y="31634"/>
                  <a:pt x="205407" y="32015"/>
                </a:cubicBezTo>
                <a:cubicBezTo>
                  <a:pt x="204174" y="32396"/>
                  <a:pt x="202896" y="33030"/>
                  <a:pt x="201572" y="33919"/>
                </a:cubicBezTo>
                <a:cubicBezTo>
                  <a:pt x="200248" y="34808"/>
                  <a:pt x="198852" y="35986"/>
                  <a:pt x="197383" y="37455"/>
                </a:cubicBezTo>
                <a:cubicBezTo>
                  <a:pt x="195914" y="38924"/>
                  <a:pt x="194345" y="40746"/>
                  <a:pt x="192677" y="42922"/>
                </a:cubicBezTo>
                <a:lnTo>
                  <a:pt x="192677" y="69416"/>
                </a:lnTo>
                <a:cubicBezTo>
                  <a:pt x="194418" y="70141"/>
                  <a:pt x="196250" y="70712"/>
                  <a:pt x="198172" y="71129"/>
                </a:cubicBezTo>
                <a:cubicBezTo>
                  <a:pt x="200094" y="71546"/>
                  <a:pt x="201980" y="71755"/>
                  <a:pt x="203829" y="71755"/>
                </a:cubicBezTo>
                <a:cubicBezTo>
                  <a:pt x="208943" y="71755"/>
                  <a:pt x="212951" y="70023"/>
                  <a:pt x="215852" y="66560"/>
                </a:cubicBezTo>
                <a:cubicBezTo>
                  <a:pt x="218753" y="63096"/>
                  <a:pt x="220204" y="57883"/>
                  <a:pt x="220204" y="50919"/>
                </a:cubicBezTo>
                <a:close/>
                <a:moveTo>
                  <a:pt x="263286" y="9629"/>
                </a:moveTo>
                <a:lnTo>
                  <a:pt x="247129" y="9629"/>
                </a:lnTo>
                <a:lnTo>
                  <a:pt x="247129" y="1850"/>
                </a:lnTo>
                <a:lnTo>
                  <a:pt x="272861" y="1850"/>
                </a:lnTo>
                <a:lnTo>
                  <a:pt x="272861" y="70885"/>
                </a:lnTo>
                <a:lnTo>
                  <a:pt x="289126" y="70885"/>
                </a:lnTo>
                <a:lnTo>
                  <a:pt x="289126" y="78773"/>
                </a:lnTo>
                <a:lnTo>
                  <a:pt x="245334" y="78773"/>
                </a:lnTo>
                <a:lnTo>
                  <a:pt x="245334" y="70885"/>
                </a:lnTo>
                <a:lnTo>
                  <a:pt x="263286" y="70885"/>
                </a:lnTo>
                <a:lnTo>
                  <a:pt x="263286" y="9629"/>
                </a:lnTo>
                <a:close/>
                <a:moveTo>
                  <a:pt x="352282" y="48580"/>
                </a:moveTo>
                <a:cubicBezTo>
                  <a:pt x="352282" y="49922"/>
                  <a:pt x="352264" y="51046"/>
                  <a:pt x="352228" y="51953"/>
                </a:cubicBezTo>
                <a:cubicBezTo>
                  <a:pt x="352192" y="52860"/>
                  <a:pt x="352137" y="53712"/>
                  <a:pt x="352065" y="54510"/>
                </a:cubicBezTo>
                <a:lnTo>
                  <a:pt x="313712" y="54510"/>
                </a:lnTo>
                <a:cubicBezTo>
                  <a:pt x="313712" y="60095"/>
                  <a:pt x="315271" y="64384"/>
                  <a:pt x="318390" y="67376"/>
                </a:cubicBezTo>
                <a:cubicBezTo>
                  <a:pt x="321509" y="70368"/>
                  <a:pt x="326007" y="71864"/>
                  <a:pt x="331882" y="71864"/>
                </a:cubicBezTo>
                <a:cubicBezTo>
                  <a:pt x="333478" y="71864"/>
                  <a:pt x="335073" y="71799"/>
                  <a:pt x="336669" y="71670"/>
                </a:cubicBezTo>
                <a:cubicBezTo>
                  <a:pt x="338265" y="71540"/>
                  <a:pt x="339806" y="71363"/>
                  <a:pt x="341293" y="71141"/>
                </a:cubicBezTo>
                <a:cubicBezTo>
                  <a:pt x="342780" y="70918"/>
                  <a:pt x="344204" y="70667"/>
                  <a:pt x="345564" y="70390"/>
                </a:cubicBezTo>
                <a:cubicBezTo>
                  <a:pt x="346924" y="70111"/>
                  <a:pt x="348184" y="69804"/>
                  <a:pt x="349345" y="69470"/>
                </a:cubicBezTo>
                <a:lnTo>
                  <a:pt x="349345" y="77249"/>
                </a:lnTo>
                <a:cubicBezTo>
                  <a:pt x="346770" y="77991"/>
                  <a:pt x="343859" y="78593"/>
                  <a:pt x="340613" y="79057"/>
                </a:cubicBezTo>
                <a:cubicBezTo>
                  <a:pt x="337367" y="79520"/>
                  <a:pt x="334003" y="79752"/>
                  <a:pt x="330522" y="79752"/>
                </a:cubicBezTo>
                <a:cubicBezTo>
                  <a:pt x="325843" y="79752"/>
                  <a:pt x="321818" y="79117"/>
                  <a:pt x="318445" y="77848"/>
                </a:cubicBezTo>
                <a:cubicBezTo>
                  <a:pt x="315072" y="76579"/>
                  <a:pt x="312307" y="74738"/>
                  <a:pt x="310149" y="72326"/>
                </a:cubicBezTo>
                <a:cubicBezTo>
                  <a:pt x="307991" y="69914"/>
                  <a:pt x="306395" y="66959"/>
                  <a:pt x="305361" y="63459"/>
                </a:cubicBezTo>
                <a:cubicBezTo>
                  <a:pt x="304328" y="59959"/>
                  <a:pt x="303811" y="55997"/>
                  <a:pt x="303811" y="51572"/>
                </a:cubicBezTo>
                <a:cubicBezTo>
                  <a:pt x="303811" y="47728"/>
                  <a:pt x="304364" y="44092"/>
                  <a:pt x="305470" y="40665"/>
                </a:cubicBezTo>
                <a:cubicBezTo>
                  <a:pt x="306576" y="37237"/>
                  <a:pt x="308190" y="34227"/>
                  <a:pt x="310312" y="31634"/>
                </a:cubicBezTo>
                <a:cubicBezTo>
                  <a:pt x="312433" y="29041"/>
                  <a:pt x="315036" y="26983"/>
                  <a:pt x="318118" y="25460"/>
                </a:cubicBezTo>
                <a:cubicBezTo>
                  <a:pt x="321201" y="23936"/>
                  <a:pt x="324701" y="23175"/>
                  <a:pt x="328618" y="23175"/>
                </a:cubicBezTo>
                <a:cubicBezTo>
                  <a:pt x="332426" y="23175"/>
                  <a:pt x="335799" y="23773"/>
                  <a:pt x="338736" y="24970"/>
                </a:cubicBezTo>
                <a:cubicBezTo>
                  <a:pt x="341674" y="26167"/>
                  <a:pt x="344149" y="27862"/>
                  <a:pt x="346162" y="30057"/>
                </a:cubicBezTo>
                <a:cubicBezTo>
                  <a:pt x="348175" y="32251"/>
                  <a:pt x="349698" y="34916"/>
                  <a:pt x="350732" y="38054"/>
                </a:cubicBezTo>
                <a:cubicBezTo>
                  <a:pt x="351765" y="41191"/>
                  <a:pt x="352282" y="44700"/>
                  <a:pt x="352282" y="48580"/>
                </a:cubicBezTo>
                <a:moveTo>
                  <a:pt x="342436" y="47220"/>
                </a:moveTo>
                <a:cubicBezTo>
                  <a:pt x="342544" y="44790"/>
                  <a:pt x="342309" y="42569"/>
                  <a:pt x="341728" y="40556"/>
                </a:cubicBezTo>
                <a:cubicBezTo>
                  <a:pt x="341148" y="38543"/>
                  <a:pt x="340251" y="36811"/>
                  <a:pt x="339036" y="35361"/>
                </a:cubicBezTo>
                <a:cubicBezTo>
                  <a:pt x="337821" y="33910"/>
                  <a:pt x="336306" y="32777"/>
                  <a:pt x="334493" y="31961"/>
                </a:cubicBezTo>
                <a:cubicBezTo>
                  <a:pt x="332680" y="31145"/>
                  <a:pt x="330576" y="30737"/>
                  <a:pt x="328183" y="30737"/>
                </a:cubicBezTo>
                <a:cubicBezTo>
                  <a:pt x="326115" y="30737"/>
                  <a:pt x="324229" y="31136"/>
                  <a:pt x="322525" y="31933"/>
                </a:cubicBezTo>
                <a:cubicBezTo>
                  <a:pt x="320820" y="32731"/>
                  <a:pt x="319351" y="33856"/>
                  <a:pt x="318118" y="35306"/>
                </a:cubicBezTo>
                <a:cubicBezTo>
                  <a:pt x="316885" y="36757"/>
                  <a:pt x="315888" y="38498"/>
                  <a:pt x="315126" y="40529"/>
                </a:cubicBezTo>
                <a:cubicBezTo>
                  <a:pt x="314365" y="42560"/>
                  <a:pt x="313893" y="44790"/>
                  <a:pt x="313712" y="47220"/>
                </a:cubicBezTo>
                <a:lnTo>
                  <a:pt x="342436" y="47220"/>
                </a:lnTo>
                <a:close/>
                <a:moveTo>
                  <a:pt x="410868" y="63867"/>
                </a:moveTo>
                <a:cubicBezTo>
                  <a:pt x="410868" y="65789"/>
                  <a:pt x="410542" y="67512"/>
                  <a:pt x="409889" y="69035"/>
                </a:cubicBezTo>
                <a:cubicBezTo>
                  <a:pt x="409236" y="70558"/>
                  <a:pt x="408348" y="71909"/>
                  <a:pt x="407224" y="73088"/>
                </a:cubicBezTo>
                <a:cubicBezTo>
                  <a:pt x="406099" y="74266"/>
                  <a:pt x="404794" y="75273"/>
                  <a:pt x="403307" y="76107"/>
                </a:cubicBezTo>
                <a:cubicBezTo>
                  <a:pt x="401820" y="76941"/>
                  <a:pt x="400233" y="77630"/>
                  <a:pt x="398547" y="78174"/>
                </a:cubicBezTo>
                <a:cubicBezTo>
                  <a:pt x="396860" y="78718"/>
                  <a:pt x="395128" y="79117"/>
                  <a:pt x="393351" y="79371"/>
                </a:cubicBezTo>
                <a:cubicBezTo>
                  <a:pt x="391574" y="79625"/>
                  <a:pt x="389833" y="79752"/>
                  <a:pt x="388129" y="79752"/>
                </a:cubicBezTo>
                <a:cubicBezTo>
                  <a:pt x="384429" y="79752"/>
                  <a:pt x="381029" y="79589"/>
                  <a:pt x="377929" y="79262"/>
                </a:cubicBezTo>
                <a:cubicBezTo>
                  <a:pt x="374828" y="78936"/>
                  <a:pt x="371790" y="78410"/>
                  <a:pt x="368816" y="77685"/>
                </a:cubicBezTo>
                <a:lnTo>
                  <a:pt x="368816" y="68980"/>
                </a:lnTo>
                <a:cubicBezTo>
                  <a:pt x="372008" y="69887"/>
                  <a:pt x="375181" y="70576"/>
                  <a:pt x="378337" y="71048"/>
                </a:cubicBezTo>
                <a:cubicBezTo>
                  <a:pt x="381492" y="71519"/>
                  <a:pt x="384629" y="71755"/>
                  <a:pt x="387748" y="71755"/>
                </a:cubicBezTo>
                <a:cubicBezTo>
                  <a:pt x="392281" y="71755"/>
                  <a:pt x="395636" y="71138"/>
                  <a:pt x="397812" y="69905"/>
                </a:cubicBezTo>
                <a:cubicBezTo>
                  <a:pt x="399988" y="68672"/>
                  <a:pt x="401076" y="66913"/>
                  <a:pt x="401076" y="64628"/>
                </a:cubicBezTo>
                <a:cubicBezTo>
                  <a:pt x="401076" y="63649"/>
                  <a:pt x="400904" y="62770"/>
                  <a:pt x="400559" y="61990"/>
                </a:cubicBezTo>
                <a:cubicBezTo>
                  <a:pt x="400215" y="61210"/>
                  <a:pt x="399589" y="60467"/>
                  <a:pt x="398683" y="59760"/>
                </a:cubicBezTo>
                <a:cubicBezTo>
                  <a:pt x="397776" y="59052"/>
                  <a:pt x="396371" y="58318"/>
                  <a:pt x="394466" y="57556"/>
                </a:cubicBezTo>
                <a:cubicBezTo>
                  <a:pt x="392562" y="56795"/>
                  <a:pt x="389960" y="55924"/>
                  <a:pt x="386660" y="54945"/>
                </a:cubicBezTo>
                <a:cubicBezTo>
                  <a:pt x="384194" y="54220"/>
                  <a:pt x="381918" y="53395"/>
                  <a:pt x="379833" y="52470"/>
                </a:cubicBezTo>
                <a:cubicBezTo>
                  <a:pt x="377747" y="51545"/>
                  <a:pt x="375943" y="50448"/>
                  <a:pt x="374420" y="49179"/>
                </a:cubicBezTo>
                <a:cubicBezTo>
                  <a:pt x="372896" y="47909"/>
                  <a:pt x="371700" y="46422"/>
                  <a:pt x="370829" y="44718"/>
                </a:cubicBezTo>
                <a:cubicBezTo>
                  <a:pt x="369959" y="43013"/>
                  <a:pt x="369524" y="41000"/>
                  <a:pt x="369524" y="38679"/>
                </a:cubicBezTo>
                <a:cubicBezTo>
                  <a:pt x="369524" y="37156"/>
                  <a:pt x="369877" y="35488"/>
                  <a:pt x="370584" y="33674"/>
                </a:cubicBezTo>
                <a:cubicBezTo>
                  <a:pt x="371292" y="31861"/>
                  <a:pt x="372498" y="30174"/>
                  <a:pt x="374202" y="28615"/>
                </a:cubicBezTo>
                <a:cubicBezTo>
                  <a:pt x="375907" y="27055"/>
                  <a:pt x="378210" y="25759"/>
                  <a:pt x="381111" y="24725"/>
                </a:cubicBezTo>
                <a:cubicBezTo>
                  <a:pt x="384012" y="23692"/>
                  <a:pt x="387639" y="23175"/>
                  <a:pt x="391991" y="23175"/>
                </a:cubicBezTo>
                <a:cubicBezTo>
                  <a:pt x="394131" y="23175"/>
                  <a:pt x="396507" y="23293"/>
                  <a:pt x="399118" y="23528"/>
                </a:cubicBezTo>
                <a:cubicBezTo>
                  <a:pt x="401729" y="23764"/>
                  <a:pt x="404449" y="24172"/>
                  <a:pt x="407278" y="24752"/>
                </a:cubicBezTo>
                <a:lnTo>
                  <a:pt x="407278" y="33185"/>
                </a:lnTo>
                <a:cubicBezTo>
                  <a:pt x="404304" y="32459"/>
                  <a:pt x="401484" y="31924"/>
                  <a:pt x="398819" y="31580"/>
                </a:cubicBezTo>
                <a:cubicBezTo>
                  <a:pt x="396153" y="31235"/>
                  <a:pt x="393841" y="31063"/>
                  <a:pt x="391882" y="31063"/>
                </a:cubicBezTo>
                <a:cubicBezTo>
                  <a:pt x="389525" y="31063"/>
                  <a:pt x="387539" y="31244"/>
                  <a:pt x="385926" y="31607"/>
                </a:cubicBezTo>
                <a:cubicBezTo>
                  <a:pt x="384312" y="31970"/>
                  <a:pt x="383006" y="32468"/>
                  <a:pt x="382009" y="33103"/>
                </a:cubicBezTo>
                <a:cubicBezTo>
                  <a:pt x="381011" y="33738"/>
                  <a:pt x="380295" y="34481"/>
                  <a:pt x="379860" y="35333"/>
                </a:cubicBezTo>
                <a:cubicBezTo>
                  <a:pt x="379425" y="36186"/>
                  <a:pt x="379207" y="37101"/>
                  <a:pt x="379207" y="38081"/>
                </a:cubicBezTo>
                <a:cubicBezTo>
                  <a:pt x="379207" y="39060"/>
                  <a:pt x="379397" y="39948"/>
                  <a:pt x="379778" y="40746"/>
                </a:cubicBezTo>
                <a:cubicBezTo>
                  <a:pt x="380159" y="41544"/>
                  <a:pt x="380866" y="42315"/>
                  <a:pt x="381900" y="43058"/>
                </a:cubicBezTo>
                <a:cubicBezTo>
                  <a:pt x="382933" y="43802"/>
                  <a:pt x="384375" y="44545"/>
                  <a:pt x="386225" y="45289"/>
                </a:cubicBezTo>
                <a:cubicBezTo>
                  <a:pt x="388074" y="46032"/>
                  <a:pt x="390486" y="46839"/>
                  <a:pt x="393460" y="47710"/>
                </a:cubicBezTo>
                <a:cubicBezTo>
                  <a:pt x="396688" y="48653"/>
                  <a:pt x="399408" y="49641"/>
                  <a:pt x="401620" y="50675"/>
                </a:cubicBezTo>
                <a:cubicBezTo>
                  <a:pt x="403833" y="51708"/>
                  <a:pt x="405628" y="52860"/>
                  <a:pt x="407006" y="54129"/>
                </a:cubicBezTo>
                <a:cubicBezTo>
                  <a:pt x="408384" y="55398"/>
                  <a:pt x="409372" y="56831"/>
                  <a:pt x="409971" y="58427"/>
                </a:cubicBezTo>
                <a:cubicBezTo>
                  <a:pt x="410569" y="60022"/>
                  <a:pt x="410868" y="61836"/>
                  <a:pt x="410868" y="63867"/>
                </a:cubicBezTo>
                <a:close/>
                <a:moveTo>
                  <a:pt x="535875" y="43630"/>
                </a:moveTo>
                <a:lnTo>
                  <a:pt x="489090" y="43630"/>
                </a:lnTo>
                <a:lnTo>
                  <a:pt x="489090" y="35633"/>
                </a:lnTo>
                <a:lnTo>
                  <a:pt x="535875" y="35633"/>
                </a:lnTo>
                <a:lnTo>
                  <a:pt x="535875" y="43630"/>
                </a:lnTo>
                <a:moveTo>
                  <a:pt x="535875" y="62616"/>
                </a:moveTo>
                <a:lnTo>
                  <a:pt x="489090" y="62616"/>
                </a:lnTo>
                <a:lnTo>
                  <a:pt x="489090" y="54619"/>
                </a:lnTo>
                <a:lnTo>
                  <a:pt x="535875" y="54619"/>
                </a:lnTo>
                <a:lnTo>
                  <a:pt x="535875" y="62616"/>
                </a:lnTo>
                <a:close/>
                <a:moveTo>
                  <a:pt x="650381" y="101077"/>
                </a:moveTo>
                <a:lnTo>
                  <a:pt x="623561" y="101077"/>
                </a:lnTo>
                <a:lnTo>
                  <a:pt x="623561" y="0"/>
                </a:lnTo>
                <a:lnTo>
                  <a:pt x="650381" y="0"/>
                </a:lnTo>
                <a:lnTo>
                  <a:pt x="650381" y="7616"/>
                </a:lnTo>
                <a:lnTo>
                  <a:pt x="632592" y="7616"/>
                </a:lnTo>
                <a:lnTo>
                  <a:pt x="632592" y="93461"/>
                </a:lnTo>
                <a:lnTo>
                  <a:pt x="650381" y="93461"/>
                </a:lnTo>
                <a:lnTo>
                  <a:pt x="650381" y="101077"/>
                </a:lnTo>
                <a:close/>
                <a:moveTo>
                  <a:pt x="708750" y="101077"/>
                </a:moveTo>
                <a:lnTo>
                  <a:pt x="681930" y="101077"/>
                </a:lnTo>
                <a:lnTo>
                  <a:pt x="681930" y="93461"/>
                </a:lnTo>
                <a:lnTo>
                  <a:pt x="699610" y="93461"/>
                </a:lnTo>
                <a:lnTo>
                  <a:pt x="699610" y="7616"/>
                </a:lnTo>
                <a:lnTo>
                  <a:pt x="681930" y="7616"/>
                </a:lnTo>
                <a:lnTo>
                  <a:pt x="681930" y="0"/>
                </a:lnTo>
                <a:lnTo>
                  <a:pt x="708750" y="0"/>
                </a:lnTo>
                <a:lnTo>
                  <a:pt x="708750" y="10107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4" name="Text foriinrange(len(numbers)):">
            <a:extLst xmlns:a="http://schemas.openxmlformats.org/drawingml/2006/main">
              <a:ext uri="{FF2B5EF4-FFF2-40B4-BE49-F238E27FC236}">
                <a16:creationId xmlns:a16="http://schemas.microsoft.com/office/drawing/2014/main" id="{A2751A34-270A-4E33-9FC5-F6928DBCC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048" y="345587"/>
            <a:ext cx="1760149" cy="103906"/>
          </a:xfrm>
          <a:custGeom xmlns:a="http://schemas.openxmlformats.org/drawingml/2006/main">
            <a:pathLst>
              <a:path w="1760149" h="103906">
                <a:moveTo>
                  <a:pt x="57175" y="12947"/>
                </a:moveTo>
                <a:cubicBezTo>
                  <a:pt x="52207" y="11896"/>
                  <a:pt x="47927" y="11370"/>
                  <a:pt x="44337" y="11370"/>
                </a:cubicBezTo>
                <a:cubicBezTo>
                  <a:pt x="35814" y="11370"/>
                  <a:pt x="31553" y="15831"/>
                  <a:pt x="31553" y="24752"/>
                </a:cubicBezTo>
                <a:lnTo>
                  <a:pt x="31553" y="34327"/>
                </a:lnTo>
                <a:lnTo>
                  <a:pt x="55489" y="34327"/>
                </a:lnTo>
                <a:lnTo>
                  <a:pt x="55489" y="42215"/>
                </a:lnTo>
                <a:lnTo>
                  <a:pt x="31553" y="42215"/>
                </a:lnTo>
                <a:lnTo>
                  <a:pt x="31553" y="81058"/>
                </a:lnTo>
                <a:lnTo>
                  <a:pt x="21924" y="81058"/>
                </a:lnTo>
                <a:lnTo>
                  <a:pt x="21924" y="42215"/>
                </a:lnTo>
                <a:lnTo>
                  <a:pt x="4352" y="42215"/>
                </a:lnTo>
                <a:lnTo>
                  <a:pt x="4352" y="34327"/>
                </a:lnTo>
                <a:lnTo>
                  <a:pt x="21924" y="34327"/>
                </a:lnTo>
                <a:lnTo>
                  <a:pt x="21924" y="25296"/>
                </a:lnTo>
                <a:cubicBezTo>
                  <a:pt x="21924" y="10753"/>
                  <a:pt x="29503" y="3482"/>
                  <a:pt x="44663" y="3482"/>
                </a:cubicBezTo>
                <a:cubicBezTo>
                  <a:pt x="48435" y="3482"/>
                  <a:pt x="52606" y="3917"/>
                  <a:pt x="57175" y="4787"/>
                </a:cubicBezTo>
                <a:lnTo>
                  <a:pt x="57175" y="12947"/>
                </a:lnTo>
                <a:moveTo>
                  <a:pt x="0" y="26439"/>
                </a:moveTo>
                <a:lnTo>
                  <a:pt x="0" y="26439"/>
                </a:lnTo>
                <a:close/>
                <a:moveTo>
                  <a:pt x="117720" y="53313"/>
                </a:moveTo>
                <a:cubicBezTo>
                  <a:pt x="117720" y="57556"/>
                  <a:pt x="117122" y="61446"/>
                  <a:pt x="115925" y="64982"/>
                </a:cubicBezTo>
                <a:cubicBezTo>
                  <a:pt x="114728" y="68518"/>
                  <a:pt x="113005" y="71546"/>
                  <a:pt x="110757" y="74067"/>
                </a:cubicBezTo>
                <a:cubicBezTo>
                  <a:pt x="108508" y="76588"/>
                  <a:pt x="105770" y="78546"/>
                  <a:pt x="102542" y="79942"/>
                </a:cubicBezTo>
                <a:cubicBezTo>
                  <a:pt x="99314" y="81339"/>
                  <a:pt x="95651" y="82037"/>
                  <a:pt x="91553" y="82037"/>
                </a:cubicBezTo>
                <a:cubicBezTo>
                  <a:pt x="87636" y="82037"/>
                  <a:pt x="84127" y="81429"/>
                  <a:pt x="81027" y="80214"/>
                </a:cubicBezTo>
                <a:cubicBezTo>
                  <a:pt x="77926" y="78999"/>
                  <a:pt x="75296" y="77213"/>
                  <a:pt x="73138" y="74856"/>
                </a:cubicBezTo>
                <a:cubicBezTo>
                  <a:pt x="70981" y="72498"/>
                  <a:pt x="69330" y="69579"/>
                  <a:pt x="68188" y="66097"/>
                </a:cubicBezTo>
                <a:cubicBezTo>
                  <a:pt x="67046" y="62616"/>
                  <a:pt x="66474" y="58608"/>
                  <a:pt x="66474" y="54075"/>
                </a:cubicBezTo>
                <a:cubicBezTo>
                  <a:pt x="66474" y="49831"/>
                  <a:pt x="67073" y="45960"/>
                  <a:pt x="68270" y="42460"/>
                </a:cubicBezTo>
                <a:cubicBezTo>
                  <a:pt x="69466" y="38960"/>
                  <a:pt x="71189" y="35950"/>
                  <a:pt x="73438" y="33429"/>
                </a:cubicBezTo>
                <a:cubicBezTo>
                  <a:pt x="75686" y="30909"/>
                  <a:pt x="78424" y="28950"/>
                  <a:pt x="81652" y="27554"/>
                </a:cubicBezTo>
                <a:cubicBezTo>
                  <a:pt x="84880" y="26158"/>
                  <a:pt x="88543" y="25460"/>
                  <a:pt x="92641" y="25460"/>
                </a:cubicBezTo>
                <a:cubicBezTo>
                  <a:pt x="96558" y="25460"/>
                  <a:pt x="100067" y="26067"/>
                  <a:pt x="103168" y="27282"/>
                </a:cubicBezTo>
                <a:cubicBezTo>
                  <a:pt x="106269" y="28497"/>
                  <a:pt x="108898" y="30274"/>
                  <a:pt x="111056" y="32613"/>
                </a:cubicBezTo>
                <a:cubicBezTo>
                  <a:pt x="113214" y="34953"/>
                  <a:pt x="114864" y="37863"/>
                  <a:pt x="116006" y="41345"/>
                </a:cubicBezTo>
                <a:cubicBezTo>
                  <a:pt x="117149" y="44826"/>
                  <a:pt x="117720" y="48816"/>
                  <a:pt x="117720" y="53313"/>
                </a:cubicBezTo>
                <a:moveTo>
                  <a:pt x="108037" y="53748"/>
                </a:moveTo>
                <a:cubicBezTo>
                  <a:pt x="108037" y="50375"/>
                  <a:pt x="107665" y="47429"/>
                  <a:pt x="106921" y="44908"/>
                </a:cubicBezTo>
                <a:cubicBezTo>
                  <a:pt x="106178" y="42387"/>
                  <a:pt x="105117" y="40284"/>
                  <a:pt x="103739" y="38598"/>
                </a:cubicBezTo>
                <a:cubicBezTo>
                  <a:pt x="102361" y="36911"/>
                  <a:pt x="100683" y="35642"/>
                  <a:pt x="98707" y="34789"/>
                </a:cubicBezTo>
                <a:cubicBezTo>
                  <a:pt x="96730" y="33937"/>
                  <a:pt x="94527" y="33511"/>
                  <a:pt x="92097" y="33511"/>
                </a:cubicBezTo>
                <a:cubicBezTo>
                  <a:pt x="89268" y="33511"/>
                  <a:pt x="86848" y="34064"/>
                  <a:pt x="84835" y="35170"/>
                </a:cubicBezTo>
                <a:cubicBezTo>
                  <a:pt x="82822" y="36276"/>
                  <a:pt x="81172" y="37754"/>
                  <a:pt x="79884" y="39604"/>
                </a:cubicBezTo>
                <a:cubicBezTo>
                  <a:pt x="78597" y="41454"/>
                  <a:pt x="77654" y="43602"/>
                  <a:pt x="77055" y="46050"/>
                </a:cubicBezTo>
                <a:cubicBezTo>
                  <a:pt x="76457" y="48499"/>
                  <a:pt x="76158" y="51064"/>
                  <a:pt x="76158" y="53748"/>
                </a:cubicBezTo>
                <a:cubicBezTo>
                  <a:pt x="76158" y="57121"/>
                  <a:pt x="76529" y="60077"/>
                  <a:pt x="77273" y="62616"/>
                </a:cubicBezTo>
                <a:cubicBezTo>
                  <a:pt x="78016" y="65154"/>
                  <a:pt x="79077" y="67267"/>
                  <a:pt x="80455" y="68953"/>
                </a:cubicBezTo>
                <a:cubicBezTo>
                  <a:pt x="81834" y="70640"/>
                  <a:pt x="83502" y="71909"/>
                  <a:pt x="85460" y="72761"/>
                </a:cubicBezTo>
                <a:cubicBezTo>
                  <a:pt x="87419" y="73614"/>
                  <a:pt x="89631" y="74040"/>
                  <a:pt x="92097" y="74040"/>
                </a:cubicBezTo>
                <a:cubicBezTo>
                  <a:pt x="94926" y="74040"/>
                  <a:pt x="97347" y="73487"/>
                  <a:pt x="99360" y="72381"/>
                </a:cubicBezTo>
                <a:cubicBezTo>
                  <a:pt x="101373" y="71274"/>
                  <a:pt x="103023" y="69797"/>
                  <a:pt x="104310" y="67947"/>
                </a:cubicBezTo>
                <a:cubicBezTo>
                  <a:pt x="105598" y="66097"/>
                  <a:pt x="106541" y="63948"/>
                  <a:pt x="107139" y="61500"/>
                </a:cubicBezTo>
                <a:cubicBezTo>
                  <a:pt x="107737" y="59052"/>
                  <a:pt x="108037" y="56468"/>
                  <a:pt x="108037" y="53748"/>
                </a:cubicBezTo>
                <a:close/>
                <a:moveTo>
                  <a:pt x="133873" y="26439"/>
                </a:moveTo>
                <a:lnTo>
                  <a:pt x="142523" y="26439"/>
                </a:lnTo>
                <a:lnTo>
                  <a:pt x="142795" y="36478"/>
                </a:lnTo>
                <a:cubicBezTo>
                  <a:pt x="146023" y="32606"/>
                  <a:pt x="149205" y="29802"/>
                  <a:pt x="152343" y="28066"/>
                </a:cubicBezTo>
                <a:cubicBezTo>
                  <a:pt x="155480" y="26328"/>
                  <a:pt x="158644" y="25460"/>
                  <a:pt x="161836" y="25460"/>
                </a:cubicBezTo>
                <a:cubicBezTo>
                  <a:pt x="167493" y="25460"/>
                  <a:pt x="171782" y="27287"/>
                  <a:pt x="174701" y="30941"/>
                </a:cubicBezTo>
                <a:cubicBezTo>
                  <a:pt x="177621" y="34595"/>
                  <a:pt x="178972" y="40021"/>
                  <a:pt x="178754" y="47220"/>
                </a:cubicBezTo>
                <a:lnTo>
                  <a:pt x="169180" y="47220"/>
                </a:lnTo>
                <a:cubicBezTo>
                  <a:pt x="169289" y="42452"/>
                  <a:pt x="168590" y="38994"/>
                  <a:pt x="167085" y="36845"/>
                </a:cubicBezTo>
                <a:cubicBezTo>
                  <a:pt x="165580" y="34695"/>
                  <a:pt x="163377" y="33620"/>
                  <a:pt x="160476" y="33620"/>
                </a:cubicBezTo>
                <a:cubicBezTo>
                  <a:pt x="159206" y="33620"/>
                  <a:pt x="157928" y="33846"/>
                  <a:pt x="156640" y="34298"/>
                </a:cubicBezTo>
                <a:cubicBezTo>
                  <a:pt x="155353" y="34749"/>
                  <a:pt x="154029" y="35471"/>
                  <a:pt x="152669" y="36464"/>
                </a:cubicBezTo>
                <a:cubicBezTo>
                  <a:pt x="151309" y="37457"/>
                  <a:pt x="149867" y="38730"/>
                  <a:pt x="148344" y="40284"/>
                </a:cubicBezTo>
                <a:cubicBezTo>
                  <a:pt x="146821" y="41837"/>
                  <a:pt x="145189" y="43715"/>
                  <a:pt x="143448" y="45918"/>
                </a:cubicBezTo>
                <a:lnTo>
                  <a:pt x="143448" y="81058"/>
                </a:lnTo>
                <a:lnTo>
                  <a:pt x="133873" y="81058"/>
                </a:lnTo>
                <a:lnTo>
                  <a:pt x="133873" y="26439"/>
                </a:lnTo>
                <a:close/>
                <a:moveTo>
                  <a:pt x="273187" y="34273"/>
                </a:moveTo>
                <a:lnTo>
                  <a:pt x="257030" y="34273"/>
                </a:lnTo>
                <a:lnTo>
                  <a:pt x="257030" y="26439"/>
                </a:lnTo>
                <a:lnTo>
                  <a:pt x="282762" y="26439"/>
                </a:lnTo>
                <a:lnTo>
                  <a:pt x="282762" y="73169"/>
                </a:lnTo>
                <a:lnTo>
                  <a:pt x="299027" y="73169"/>
                </a:lnTo>
                <a:lnTo>
                  <a:pt x="299027" y="81058"/>
                </a:lnTo>
                <a:lnTo>
                  <a:pt x="255235" y="81058"/>
                </a:lnTo>
                <a:lnTo>
                  <a:pt x="255235" y="73169"/>
                </a:lnTo>
                <a:lnTo>
                  <a:pt x="273187" y="73169"/>
                </a:lnTo>
                <a:lnTo>
                  <a:pt x="273187" y="34273"/>
                </a:lnTo>
                <a:moveTo>
                  <a:pt x="276505" y="3482"/>
                </a:moveTo>
                <a:cubicBezTo>
                  <a:pt x="277557" y="3482"/>
                  <a:pt x="278536" y="3672"/>
                  <a:pt x="279443" y="4053"/>
                </a:cubicBezTo>
                <a:cubicBezTo>
                  <a:pt x="280350" y="4434"/>
                  <a:pt x="281139" y="4969"/>
                  <a:pt x="281809" y="5658"/>
                </a:cubicBezTo>
                <a:cubicBezTo>
                  <a:pt x="282480" y="6347"/>
                  <a:pt x="283006" y="7136"/>
                  <a:pt x="283387" y="8024"/>
                </a:cubicBezTo>
                <a:cubicBezTo>
                  <a:pt x="283768" y="8913"/>
                  <a:pt x="283958" y="9883"/>
                  <a:pt x="283958" y="10935"/>
                </a:cubicBezTo>
                <a:cubicBezTo>
                  <a:pt x="283958" y="11950"/>
                  <a:pt x="283768" y="12911"/>
                  <a:pt x="283387" y="13818"/>
                </a:cubicBezTo>
                <a:cubicBezTo>
                  <a:pt x="283006" y="14725"/>
                  <a:pt x="282480" y="15522"/>
                  <a:pt x="281809" y="16212"/>
                </a:cubicBezTo>
                <a:cubicBezTo>
                  <a:pt x="281139" y="16901"/>
                  <a:pt x="280350" y="17436"/>
                  <a:pt x="279443" y="17816"/>
                </a:cubicBezTo>
                <a:cubicBezTo>
                  <a:pt x="278536" y="18197"/>
                  <a:pt x="277557" y="18388"/>
                  <a:pt x="276505" y="18388"/>
                </a:cubicBezTo>
                <a:cubicBezTo>
                  <a:pt x="275454" y="18388"/>
                  <a:pt x="274474" y="18197"/>
                  <a:pt x="273568" y="17816"/>
                </a:cubicBezTo>
                <a:cubicBezTo>
                  <a:pt x="272661" y="17436"/>
                  <a:pt x="271872" y="16901"/>
                  <a:pt x="271201" y="16212"/>
                </a:cubicBezTo>
                <a:cubicBezTo>
                  <a:pt x="270530" y="15522"/>
                  <a:pt x="270004" y="14725"/>
                  <a:pt x="269624" y="13818"/>
                </a:cubicBezTo>
                <a:cubicBezTo>
                  <a:pt x="269243" y="12911"/>
                  <a:pt x="269052" y="11950"/>
                  <a:pt x="269052" y="10935"/>
                </a:cubicBezTo>
                <a:cubicBezTo>
                  <a:pt x="269052" y="9883"/>
                  <a:pt x="269243" y="8913"/>
                  <a:pt x="269624" y="8024"/>
                </a:cubicBezTo>
                <a:cubicBezTo>
                  <a:pt x="270004" y="7136"/>
                  <a:pt x="270530" y="6347"/>
                  <a:pt x="271201" y="5658"/>
                </a:cubicBezTo>
                <a:cubicBezTo>
                  <a:pt x="271872" y="4969"/>
                  <a:pt x="272661" y="4434"/>
                  <a:pt x="273568" y="4053"/>
                </a:cubicBezTo>
                <a:cubicBezTo>
                  <a:pt x="274474" y="3672"/>
                  <a:pt x="275454" y="3482"/>
                  <a:pt x="276505" y="3482"/>
                </a:cubicBezTo>
                <a:close/>
                <a:moveTo>
                  <a:pt x="396126" y="34273"/>
                </a:moveTo>
                <a:lnTo>
                  <a:pt x="379969" y="34273"/>
                </a:lnTo>
                <a:lnTo>
                  <a:pt x="379969" y="26439"/>
                </a:lnTo>
                <a:lnTo>
                  <a:pt x="405700" y="26439"/>
                </a:lnTo>
                <a:lnTo>
                  <a:pt x="405700" y="73169"/>
                </a:lnTo>
                <a:lnTo>
                  <a:pt x="421966" y="73169"/>
                </a:lnTo>
                <a:lnTo>
                  <a:pt x="421966" y="81058"/>
                </a:lnTo>
                <a:lnTo>
                  <a:pt x="378173" y="81058"/>
                </a:lnTo>
                <a:lnTo>
                  <a:pt x="378173" y="73169"/>
                </a:lnTo>
                <a:lnTo>
                  <a:pt x="396126" y="73169"/>
                </a:lnTo>
                <a:lnTo>
                  <a:pt x="396126" y="34273"/>
                </a:lnTo>
                <a:moveTo>
                  <a:pt x="399444" y="3482"/>
                </a:moveTo>
                <a:cubicBezTo>
                  <a:pt x="400496" y="3482"/>
                  <a:pt x="401475" y="3672"/>
                  <a:pt x="402382" y="4053"/>
                </a:cubicBezTo>
                <a:cubicBezTo>
                  <a:pt x="403289" y="4434"/>
                  <a:pt x="404077" y="4969"/>
                  <a:pt x="404748" y="5658"/>
                </a:cubicBezTo>
                <a:cubicBezTo>
                  <a:pt x="405419" y="6347"/>
                  <a:pt x="405945" y="7136"/>
                  <a:pt x="406326" y="8024"/>
                </a:cubicBezTo>
                <a:cubicBezTo>
                  <a:pt x="406707" y="8913"/>
                  <a:pt x="406897" y="9883"/>
                  <a:pt x="406897" y="10935"/>
                </a:cubicBezTo>
                <a:cubicBezTo>
                  <a:pt x="406897" y="11950"/>
                  <a:pt x="406707" y="12911"/>
                  <a:pt x="406326" y="13818"/>
                </a:cubicBezTo>
                <a:cubicBezTo>
                  <a:pt x="405945" y="14725"/>
                  <a:pt x="405419" y="15522"/>
                  <a:pt x="404748" y="16212"/>
                </a:cubicBezTo>
                <a:cubicBezTo>
                  <a:pt x="404077" y="16901"/>
                  <a:pt x="403289" y="17436"/>
                  <a:pt x="402382" y="17816"/>
                </a:cubicBezTo>
                <a:cubicBezTo>
                  <a:pt x="401475" y="18197"/>
                  <a:pt x="400496" y="18388"/>
                  <a:pt x="399444" y="18388"/>
                </a:cubicBezTo>
                <a:cubicBezTo>
                  <a:pt x="398392" y="18388"/>
                  <a:pt x="397413" y="18197"/>
                  <a:pt x="396507" y="17816"/>
                </a:cubicBezTo>
                <a:cubicBezTo>
                  <a:pt x="395600" y="17436"/>
                  <a:pt x="394811" y="16901"/>
                  <a:pt x="394140" y="16212"/>
                </a:cubicBezTo>
                <a:cubicBezTo>
                  <a:pt x="393469" y="15522"/>
                  <a:pt x="392943" y="14725"/>
                  <a:pt x="392562" y="13818"/>
                </a:cubicBezTo>
                <a:cubicBezTo>
                  <a:pt x="392182" y="12911"/>
                  <a:pt x="391991" y="11950"/>
                  <a:pt x="391991" y="10935"/>
                </a:cubicBezTo>
                <a:cubicBezTo>
                  <a:pt x="391991" y="9883"/>
                  <a:pt x="392182" y="8913"/>
                  <a:pt x="392562" y="8024"/>
                </a:cubicBezTo>
                <a:cubicBezTo>
                  <a:pt x="392943" y="7136"/>
                  <a:pt x="393469" y="6347"/>
                  <a:pt x="394140" y="5658"/>
                </a:cubicBezTo>
                <a:cubicBezTo>
                  <a:pt x="394811" y="4969"/>
                  <a:pt x="395600" y="4434"/>
                  <a:pt x="396507" y="4053"/>
                </a:cubicBezTo>
                <a:cubicBezTo>
                  <a:pt x="397413" y="3672"/>
                  <a:pt x="398392" y="3482"/>
                  <a:pt x="399444" y="3482"/>
                </a:cubicBezTo>
                <a:close/>
                <a:moveTo>
                  <a:pt x="438990" y="26439"/>
                </a:moveTo>
                <a:lnTo>
                  <a:pt x="447422" y="26439"/>
                </a:lnTo>
                <a:lnTo>
                  <a:pt x="447803" y="35252"/>
                </a:lnTo>
                <a:cubicBezTo>
                  <a:pt x="449399" y="33366"/>
                  <a:pt x="450940" y="31797"/>
                  <a:pt x="452427" y="30546"/>
                </a:cubicBezTo>
                <a:cubicBezTo>
                  <a:pt x="453914" y="29295"/>
                  <a:pt x="455374" y="28289"/>
                  <a:pt x="456806" y="27527"/>
                </a:cubicBezTo>
                <a:cubicBezTo>
                  <a:pt x="458239" y="26765"/>
                  <a:pt x="459699" y="26230"/>
                  <a:pt x="461186" y="25922"/>
                </a:cubicBezTo>
                <a:cubicBezTo>
                  <a:pt x="462672" y="25614"/>
                  <a:pt x="464214" y="25460"/>
                  <a:pt x="465810" y="25460"/>
                </a:cubicBezTo>
                <a:cubicBezTo>
                  <a:pt x="471431" y="25460"/>
                  <a:pt x="475683" y="27119"/>
                  <a:pt x="478567" y="30437"/>
                </a:cubicBezTo>
                <a:cubicBezTo>
                  <a:pt x="481450" y="33756"/>
                  <a:pt x="482892" y="38752"/>
                  <a:pt x="482892" y="45425"/>
                </a:cubicBezTo>
                <a:lnTo>
                  <a:pt x="482892" y="81058"/>
                </a:lnTo>
                <a:lnTo>
                  <a:pt x="473426" y="81058"/>
                </a:lnTo>
                <a:lnTo>
                  <a:pt x="473426" y="46186"/>
                </a:lnTo>
                <a:cubicBezTo>
                  <a:pt x="473426" y="41907"/>
                  <a:pt x="472628" y="38743"/>
                  <a:pt x="471032" y="36693"/>
                </a:cubicBezTo>
                <a:cubicBezTo>
                  <a:pt x="469436" y="34644"/>
                  <a:pt x="467061" y="33620"/>
                  <a:pt x="463906" y="33620"/>
                </a:cubicBezTo>
                <a:cubicBezTo>
                  <a:pt x="462745" y="33620"/>
                  <a:pt x="461612" y="33792"/>
                  <a:pt x="460505" y="34137"/>
                </a:cubicBezTo>
                <a:cubicBezTo>
                  <a:pt x="459399" y="34481"/>
                  <a:pt x="458248" y="35080"/>
                  <a:pt x="457051" y="35932"/>
                </a:cubicBezTo>
                <a:cubicBezTo>
                  <a:pt x="455854" y="36784"/>
                  <a:pt x="454558" y="37936"/>
                  <a:pt x="453161" y="39386"/>
                </a:cubicBezTo>
                <a:cubicBezTo>
                  <a:pt x="451765" y="40837"/>
                  <a:pt x="450197" y="42650"/>
                  <a:pt x="448456" y="44826"/>
                </a:cubicBezTo>
                <a:lnTo>
                  <a:pt x="448456" y="81058"/>
                </a:lnTo>
                <a:lnTo>
                  <a:pt x="438990" y="81058"/>
                </a:lnTo>
                <a:lnTo>
                  <a:pt x="438990" y="26439"/>
                </a:lnTo>
                <a:close/>
                <a:moveTo>
                  <a:pt x="564159" y="26439"/>
                </a:moveTo>
                <a:lnTo>
                  <a:pt x="572809" y="26439"/>
                </a:lnTo>
                <a:lnTo>
                  <a:pt x="573081" y="36478"/>
                </a:lnTo>
                <a:cubicBezTo>
                  <a:pt x="576309" y="32606"/>
                  <a:pt x="579491" y="29802"/>
                  <a:pt x="582628" y="28066"/>
                </a:cubicBezTo>
                <a:cubicBezTo>
                  <a:pt x="585765" y="26328"/>
                  <a:pt x="588930" y="25460"/>
                  <a:pt x="592121" y="25460"/>
                </a:cubicBezTo>
                <a:cubicBezTo>
                  <a:pt x="597779" y="25460"/>
                  <a:pt x="602068" y="27287"/>
                  <a:pt x="604987" y="30941"/>
                </a:cubicBezTo>
                <a:cubicBezTo>
                  <a:pt x="607907" y="34595"/>
                  <a:pt x="609258" y="40021"/>
                  <a:pt x="609040" y="47220"/>
                </a:cubicBezTo>
                <a:lnTo>
                  <a:pt x="599465" y="47220"/>
                </a:lnTo>
                <a:cubicBezTo>
                  <a:pt x="599574" y="42452"/>
                  <a:pt x="598876" y="38994"/>
                  <a:pt x="597371" y="36845"/>
                </a:cubicBezTo>
                <a:cubicBezTo>
                  <a:pt x="595866" y="34695"/>
                  <a:pt x="593663" y="33620"/>
                  <a:pt x="590761" y="33620"/>
                </a:cubicBezTo>
                <a:cubicBezTo>
                  <a:pt x="589492" y="33620"/>
                  <a:pt x="588213" y="33846"/>
                  <a:pt x="586926" y="34298"/>
                </a:cubicBezTo>
                <a:cubicBezTo>
                  <a:pt x="585638" y="34749"/>
                  <a:pt x="584315" y="35471"/>
                  <a:pt x="582955" y="36464"/>
                </a:cubicBezTo>
                <a:cubicBezTo>
                  <a:pt x="581595" y="37457"/>
                  <a:pt x="580153" y="38730"/>
                  <a:pt x="578630" y="40284"/>
                </a:cubicBezTo>
                <a:cubicBezTo>
                  <a:pt x="577107" y="41837"/>
                  <a:pt x="575474" y="43715"/>
                  <a:pt x="573734" y="45918"/>
                </a:cubicBezTo>
                <a:lnTo>
                  <a:pt x="573734" y="81058"/>
                </a:lnTo>
                <a:lnTo>
                  <a:pt x="564159" y="81058"/>
                </a:lnTo>
                <a:lnTo>
                  <a:pt x="564159" y="26439"/>
                </a:lnTo>
                <a:close/>
                <a:moveTo>
                  <a:pt x="658487" y="81058"/>
                </a:moveTo>
                <a:lnTo>
                  <a:pt x="658269" y="73698"/>
                </a:lnTo>
                <a:cubicBezTo>
                  <a:pt x="655295" y="76641"/>
                  <a:pt x="652276" y="78767"/>
                  <a:pt x="649211" y="80075"/>
                </a:cubicBezTo>
                <a:cubicBezTo>
                  <a:pt x="646147" y="81383"/>
                  <a:pt x="642928" y="82037"/>
                  <a:pt x="639555" y="82037"/>
                </a:cubicBezTo>
                <a:cubicBezTo>
                  <a:pt x="636436" y="82037"/>
                  <a:pt x="633771" y="81637"/>
                  <a:pt x="631558" y="80838"/>
                </a:cubicBezTo>
                <a:cubicBezTo>
                  <a:pt x="629346" y="80039"/>
                  <a:pt x="627524" y="78940"/>
                  <a:pt x="626091" y="77542"/>
                </a:cubicBezTo>
                <a:cubicBezTo>
                  <a:pt x="624658" y="76143"/>
                  <a:pt x="623607" y="74499"/>
                  <a:pt x="622936" y="72610"/>
                </a:cubicBezTo>
                <a:cubicBezTo>
                  <a:pt x="622265" y="70721"/>
                  <a:pt x="621929" y="68668"/>
                  <a:pt x="621929" y="66453"/>
                </a:cubicBezTo>
                <a:cubicBezTo>
                  <a:pt x="621929" y="60967"/>
                  <a:pt x="623969" y="56672"/>
                  <a:pt x="628049" y="53566"/>
                </a:cubicBezTo>
                <a:cubicBezTo>
                  <a:pt x="632130" y="50460"/>
                  <a:pt x="638159" y="48907"/>
                  <a:pt x="646138" y="48907"/>
                </a:cubicBezTo>
                <a:lnTo>
                  <a:pt x="657453" y="48907"/>
                </a:lnTo>
                <a:lnTo>
                  <a:pt x="657453" y="44136"/>
                </a:lnTo>
                <a:cubicBezTo>
                  <a:pt x="657453" y="40920"/>
                  <a:pt x="656420" y="38345"/>
                  <a:pt x="654352" y="36411"/>
                </a:cubicBezTo>
                <a:cubicBezTo>
                  <a:pt x="652285" y="34478"/>
                  <a:pt x="649130" y="33511"/>
                  <a:pt x="644887" y="33511"/>
                </a:cubicBezTo>
                <a:cubicBezTo>
                  <a:pt x="641804" y="33511"/>
                  <a:pt x="638766" y="33861"/>
                  <a:pt x="635774" y="34560"/>
                </a:cubicBezTo>
                <a:cubicBezTo>
                  <a:pt x="632782" y="35258"/>
                  <a:pt x="629691" y="36250"/>
                  <a:pt x="626499" y="37537"/>
                </a:cubicBezTo>
                <a:lnTo>
                  <a:pt x="626499" y="28996"/>
                </a:lnTo>
                <a:cubicBezTo>
                  <a:pt x="627696" y="28554"/>
                  <a:pt x="629029" y="28121"/>
                  <a:pt x="630498" y="27697"/>
                </a:cubicBezTo>
                <a:cubicBezTo>
                  <a:pt x="631966" y="27273"/>
                  <a:pt x="633517" y="26896"/>
                  <a:pt x="635149" y="26565"/>
                </a:cubicBezTo>
                <a:cubicBezTo>
                  <a:pt x="636781" y="26233"/>
                  <a:pt x="638485" y="25966"/>
                  <a:pt x="640262" y="25764"/>
                </a:cubicBezTo>
                <a:cubicBezTo>
                  <a:pt x="642040" y="25561"/>
                  <a:pt x="643835" y="25460"/>
                  <a:pt x="645648" y="25460"/>
                </a:cubicBezTo>
                <a:cubicBezTo>
                  <a:pt x="648949" y="25460"/>
                  <a:pt x="651922" y="25822"/>
                  <a:pt x="654570" y="26548"/>
                </a:cubicBezTo>
                <a:cubicBezTo>
                  <a:pt x="657217" y="27273"/>
                  <a:pt x="659457" y="28379"/>
                  <a:pt x="661288" y="29866"/>
                </a:cubicBezTo>
                <a:cubicBezTo>
                  <a:pt x="663120" y="31353"/>
                  <a:pt x="664525" y="33221"/>
                  <a:pt x="665505" y="35469"/>
                </a:cubicBezTo>
                <a:cubicBezTo>
                  <a:pt x="666484" y="37718"/>
                  <a:pt x="666973" y="40366"/>
                  <a:pt x="666973" y="43412"/>
                </a:cubicBezTo>
                <a:lnTo>
                  <a:pt x="666973" y="81058"/>
                </a:lnTo>
                <a:lnTo>
                  <a:pt x="658487" y="81058"/>
                </a:lnTo>
                <a:moveTo>
                  <a:pt x="657453" y="56142"/>
                </a:moveTo>
                <a:lnTo>
                  <a:pt x="645431" y="56142"/>
                </a:lnTo>
                <a:cubicBezTo>
                  <a:pt x="643073" y="56142"/>
                  <a:pt x="641042" y="56379"/>
                  <a:pt x="639338" y="56852"/>
                </a:cubicBezTo>
                <a:cubicBezTo>
                  <a:pt x="637633" y="57325"/>
                  <a:pt x="636237" y="57998"/>
                  <a:pt x="635149" y="58870"/>
                </a:cubicBezTo>
                <a:cubicBezTo>
                  <a:pt x="634061" y="59743"/>
                  <a:pt x="633254" y="60789"/>
                  <a:pt x="632728" y="62009"/>
                </a:cubicBezTo>
                <a:cubicBezTo>
                  <a:pt x="632202" y="63227"/>
                  <a:pt x="631939" y="64600"/>
                  <a:pt x="631939" y="66128"/>
                </a:cubicBezTo>
                <a:cubicBezTo>
                  <a:pt x="631939" y="67183"/>
                  <a:pt x="632102" y="68193"/>
                  <a:pt x="632429" y="69157"/>
                </a:cubicBezTo>
                <a:cubicBezTo>
                  <a:pt x="632755" y="70121"/>
                  <a:pt x="633281" y="70975"/>
                  <a:pt x="634006" y="71721"/>
                </a:cubicBezTo>
                <a:cubicBezTo>
                  <a:pt x="634732" y="72467"/>
                  <a:pt x="635675" y="73058"/>
                  <a:pt x="636835" y="73494"/>
                </a:cubicBezTo>
                <a:cubicBezTo>
                  <a:pt x="637996" y="73930"/>
                  <a:pt x="639410" y="74149"/>
                  <a:pt x="641079" y="74149"/>
                </a:cubicBezTo>
                <a:cubicBezTo>
                  <a:pt x="643255" y="74149"/>
                  <a:pt x="645748" y="73485"/>
                  <a:pt x="648559" y="72158"/>
                </a:cubicBezTo>
                <a:cubicBezTo>
                  <a:pt x="651369" y="70830"/>
                  <a:pt x="654334" y="68728"/>
                  <a:pt x="657453" y="65854"/>
                </a:cubicBezTo>
                <a:lnTo>
                  <a:pt x="657453" y="56142"/>
                </a:lnTo>
                <a:close/>
                <a:moveTo>
                  <a:pt x="684867" y="26439"/>
                </a:moveTo>
                <a:lnTo>
                  <a:pt x="693300" y="26439"/>
                </a:lnTo>
                <a:lnTo>
                  <a:pt x="693680" y="35252"/>
                </a:lnTo>
                <a:cubicBezTo>
                  <a:pt x="695276" y="33366"/>
                  <a:pt x="696817" y="31797"/>
                  <a:pt x="698304" y="30546"/>
                </a:cubicBezTo>
                <a:cubicBezTo>
                  <a:pt x="699791" y="29295"/>
                  <a:pt x="701251" y="28289"/>
                  <a:pt x="702684" y="27527"/>
                </a:cubicBezTo>
                <a:cubicBezTo>
                  <a:pt x="704116" y="26765"/>
                  <a:pt x="705576" y="26230"/>
                  <a:pt x="707063" y="25922"/>
                </a:cubicBezTo>
                <a:cubicBezTo>
                  <a:pt x="708550" y="25614"/>
                  <a:pt x="710091" y="25460"/>
                  <a:pt x="711687" y="25460"/>
                </a:cubicBezTo>
                <a:cubicBezTo>
                  <a:pt x="717309" y="25460"/>
                  <a:pt x="721561" y="27119"/>
                  <a:pt x="724444" y="30437"/>
                </a:cubicBezTo>
                <a:cubicBezTo>
                  <a:pt x="727327" y="33756"/>
                  <a:pt x="728769" y="38752"/>
                  <a:pt x="728769" y="45425"/>
                </a:cubicBezTo>
                <a:lnTo>
                  <a:pt x="728769" y="81058"/>
                </a:lnTo>
                <a:lnTo>
                  <a:pt x="719303" y="81058"/>
                </a:lnTo>
                <a:lnTo>
                  <a:pt x="719303" y="46186"/>
                </a:lnTo>
                <a:cubicBezTo>
                  <a:pt x="719303" y="41907"/>
                  <a:pt x="718505" y="38743"/>
                  <a:pt x="716910" y="36693"/>
                </a:cubicBezTo>
                <a:cubicBezTo>
                  <a:pt x="715314" y="34644"/>
                  <a:pt x="712938" y="33620"/>
                  <a:pt x="709783" y="33620"/>
                </a:cubicBezTo>
                <a:cubicBezTo>
                  <a:pt x="708623" y="33620"/>
                  <a:pt x="707489" y="33792"/>
                  <a:pt x="706383" y="34137"/>
                </a:cubicBezTo>
                <a:cubicBezTo>
                  <a:pt x="705277" y="34481"/>
                  <a:pt x="704125" y="35080"/>
                  <a:pt x="702929" y="35932"/>
                </a:cubicBezTo>
                <a:cubicBezTo>
                  <a:pt x="701732" y="36784"/>
                  <a:pt x="700435" y="37936"/>
                  <a:pt x="699039" y="39386"/>
                </a:cubicBezTo>
                <a:cubicBezTo>
                  <a:pt x="697643" y="40837"/>
                  <a:pt x="696074" y="42650"/>
                  <a:pt x="694333" y="44826"/>
                </a:cubicBezTo>
                <a:lnTo>
                  <a:pt x="694333" y="81058"/>
                </a:lnTo>
                <a:lnTo>
                  <a:pt x="684867" y="81058"/>
                </a:lnTo>
                <a:lnTo>
                  <a:pt x="684867" y="26439"/>
                </a:lnTo>
                <a:close/>
                <a:moveTo>
                  <a:pt x="785669" y="34164"/>
                </a:moveTo>
                <a:cubicBezTo>
                  <a:pt x="786684" y="35433"/>
                  <a:pt x="787473" y="36911"/>
                  <a:pt x="788035" y="38598"/>
                </a:cubicBezTo>
                <a:cubicBezTo>
                  <a:pt x="788597" y="40284"/>
                  <a:pt x="788878" y="42106"/>
                  <a:pt x="788878" y="44065"/>
                </a:cubicBezTo>
                <a:cubicBezTo>
                  <a:pt x="788878" y="46894"/>
                  <a:pt x="788362" y="49478"/>
                  <a:pt x="787328" y="51817"/>
                </a:cubicBezTo>
                <a:cubicBezTo>
                  <a:pt x="786294" y="54156"/>
                  <a:pt x="784835" y="56160"/>
                  <a:pt x="782949" y="57828"/>
                </a:cubicBezTo>
                <a:cubicBezTo>
                  <a:pt x="781063" y="59497"/>
                  <a:pt x="778805" y="60793"/>
                  <a:pt x="776176" y="61718"/>
                </a:cubicBezTo>
                <a:cubicBezTo>
                  <a:pt x="773546" y="62643"/>
                  <a:pt x="770654" y="63105"/>
                  <a:pt x="767499" y="63105"/>
                </a:cubicBezTo>
                <a:cubicBezTo>
                  <a:pt x="765214" y="63105"/>
                  <a:pt x="763074" y="62860"/>
                  <a:pt x="761079" y="62371"/>
                </a:cubicBezTo>
                <a:cubicBezTo>
                  <a:pt x="759085" y="61881"/>
                  <a:pt x="757507" y="61274"/>
                  <a:pt x="756347" y="60548"/>
                </a:cubicBezTo>
                <a:cubicBezTo>
                  <a:pt x="755658" y="61564"/>
                  <a:pt x="755077" y="62523"/>
                  <a:pt x="754606" y="63426"/>
                </a:cubicBezTo>
                <a:cubicBezTo>
                  <a:pt x="754134" y="64329"/>
                  <a:pt x="753899" y="65338"/>
                  <a:pt x="753899" y="66456"/>
                </a:cubicBezTo>
                <a:cubicBezTo>
                  <a:pt x="753899" y="67825"/>
                  <a:pt x="754560" y="68960"/>
                  <a:pt x="755884" y="69861"/>
                </a:cubicBezTo>
                <a:cubicBezTo>
                  <a:pt x="757208" y="70761"/>
                  <a:pt x="758958" y="71247"/>
                  <a:pt x="761134" y="71320"/>
                </a:cubicBezTo>
                <a:lnTo>
                  <a:pt x="775496" y="71864"/>
                </a:lnTo>
                <a:cubicBezTo>
                  <a:pt x="778216" y="71936"/>
                  <a:pt x="780727" y="72281"/>
                  <a:pt x="783030" y="72899"/>
                </a:cubicBezTo>
                <a:cubicBezTo>
                  <a:pt x="785333" y="73517"/>
                  <a:pt x="787310" y="74407"/>
                  <a:pt x="788960" y="75570"/>
                </a:cubicBezTo>
                <a:cubicBezTo>
                  <a:pt x="790610" y="76732"/>
                  <a:pt x="791898" y="78166"/>
                  <a:pt x="792822" y="79874"/>
                </a:cubicBezTo>
                <a:cubicBezTo>
                  <a:pt x="793747" y="81581"/>
                  <a:pt x="794210" y="83561"/>
                  <a:pt x="794210" y="85814"/>
                </a:cubicBezTo>
                <a:cubicBezTo>
                  <a:pt x="794210" y="88249"/>
                  <a:pt x="793684" y="90556"/>
                  <a:pt x="792632" y="92735"/>
                </a:cubicBezTo>
                <a:cubicBezTo>
                  <a:pt x="791580" y="94914"/>
                  <a:pt x="789957" y="96830"/>
                  <a:pt x="787763" y="98483"/>
                </a:cubicBezTo>
                <a:cubicBezTo>
                  <a:pt x="785569" y="100136"/>
                  <a:pt x="782786" y="101453"/>
                  <a:pt x="779413" y="102434"/>
                </a:cubicBezTo>
                <a:cubicBezTo>
                  <a:pt x="776040" y="103415"/>
                  <a:pt x="772032" y="103906"/>
                  <a:pt x="767390" y="103906"/>
                </a:cubicBezTo>
                <a:cubicBezTo>
                  <a:pt x="762965" y="103906"/>
                  <a:pt x="759203" y="103552"/>
                  <a:pt x="756102" y="102843"/>
                </a:cubicBezTo>
                <a:cubicBezTo>
                  <a:pt x="753001" y="102135"/>
                  <a:pt x="750453" y="101154"/>
                  <a:pt x="748458" y="99901"/>
                </a:cubicBezTo>
                <a:cubicBezTo>
                  <a:pt x="746464" y="98647"/>
                  <a:pt x="745013" y="97157"/>
                  <a:pt x="744106" y="95431"/>
                </a:cubicBezTo>
                <a:cubicBezTo>
                  <a:pt x="743200" y="93706"/>
                  <a:pt x="742746" y="91809"/>
                  <a:pt x="742746" y="89738"/>
                </a:cubicBezTo>
                <a:cubicBezTo>
                  <a:pt x="742746" y="87086"/>
                  <a:pt x="743363" y="84761"/>
                  <a:pt x="744596" y="82763"/>
                </a:cubicBezTo>
                <a:cubicBezTo>
                  <a:pt x="745829" y="80766"/>
                  <a:pt x="747733" y="78841"/>
                  <a:pt x="750308" y="76988"/>
                </a:cubicBezTo>
                <a:cubicBezTo>
                  <a:pt x="749365" y="76554"/>
                  <a:pt x="748549" y="76011"/>
                  <a:pt x="747860" y="75359"/>
                </a:cubicBezTo>
                <a:cubicBezTo>
                  <a:pt x="747171" y="74707"/>
                  <a:pt x="746609" y="73993"/>
                  <a:pt x="746174" y="73215"/>
                </a:cubicBezTo>
                <a:cubicBezTo>
                  <a:pt x="745738" y="72437"/>
                  <a:pt x="745412" y="71613"/>
                  <a:pt x="745194" y="70745"/>
                </a:cubicBezTo>
                <a:cubicBezTo>
                  <a:pt x="744977" y="69876"/>
                  <a:pt x="744868" y="69025"/>
                  <a:pt x="744868" y="68193"/>
                </a:cubicBezTo>
                <a:cubicBezTo>
                  <a:pt x="744868" y="65841"/>
                  <a:pt x="745421" y="63687"/>
                  <a:pt x="746527" y="61733"/>
                </a:cubicBezTo>
                <a:cubicBezTo>
                  <a:pt x="747633" y="59779"/>
                  <a:pt x="748948" y="57934"/>
                  <a:pt x="750471" y="56196"/>
                </a:cubicBezTo>
                <a:cubicBezTo>
                  <a:pt x="749782" y="55362"/>
                  <a:pt x="749175" y="54546"/>
                  <a:pt x="748649" y="53748"/>
                </a:cubicBezTo>
                <a:cubicBezTo>
                  <a:pt x="748123" y="52950"/>
                  <a:pt x="747670" y="52089"/>
                  <a:pt x="747289" y="51164"/>
                </a:cubicBezTo>
                <a:cubicBezTo>
                  <a:pt x="746908" y="50239"/>
                  <a:pt x="746618" y="49242"/>
                  <a:pt x="746418" y="48172"/>
                </a:cubicBezTo>
                <a:cubicBezTo>
                  <a:pt x="746219" y="47102"/>
                  <a:pt x="746119" y="45878"/>
                  <a:pt x="746119" y="44500"/>
                </a:cubicBezTo>
                <a:cubicBezTo>
                  <a:pt x="746119" y="41671"/>
                  <a:pt x="746636" y="39087"/>
                  <a:pt x="747670" y="36748"/>
                </a:cubicBezTo>
                <a:cubicBezTo>
                  <a:pt x="748703" y="34409"/>
                  <a:pt x="750154" y="32405"/>
                  <a:pt x="752022" y="30737"/>
                </a:cubicBezTo>
                <a:cubicBezTo>
                  <a:pt x="753889" y="29068"/>
                  <a:pt x="756138" y="27772"/>
                  <a:pt x="758767" y="26847"/>
                </a:cubicBezTo>
                <a:cubicBezTo>
                  <a:pt x="761397" y="25922"/>
                  <a:pt x="764307" y="25460"/>
                  <a:pt x="767499" y="25460"/>
                </a:cubicBezTo>
                <a:cubicBezTo>
                  <a:pt x="768841" y="25460"/>
                  <a:pt x="770128" y="25550"/>
                  <a:pt x="771361" y="25732"/>
                </a:cubicBezTo>
                <a:cubicBezTo>
                  <a:pt x="772594" y="25913"/>
                  <a:pt x="773682" y="26149"/>
                  <a:pt x="774625" y="26439"/>
                </a:cubicBezTo>
                <a:lnTo>
                  <a:pt x="794427" y="26439"/>
                </a:lnTo>
                <a:lnTo>
                  <a:pt x="794427" y="34164"/>
                </a:lnTo>
                <a:lnTo>
                  <a:pt x="785669" y="34164"/>
                </a:lnTo>
                <a:moveTo>
                  <a:pt x="752811" y="88922"/>
                </a:moveTo>
                <a:cubicBezTo>
                  <a:pt x="752811" y="91505"/>
                  <a:pt x="754152" y="93387"/>
                  <a:pt x="756836" y="94569"/>
                </a:cubicBezTo>
                <a:cubicBezTo>
                  <a:pt x="759520" y="95753"/>
                  <a:pt x="763256" y="96344"/>
                  <a:pt x="768043" y="96344"/>
                </a:cubicBezTo>
                <a:cubicBezTo>
                  <a:pt x="771053" y="96344"/>
                  <a:pt x="773583" y="96071"/>
                  <a:pt x="775632" y="95525"/>
                </a:cubicBezTo>
                <a:cubicBezTo>
                  <a:pt x="777681" y="94980"/>
                  <a:pt x="779331" y="94261"/>
                  <a:pt x="780582" y="93369"/>
                </a:cubicBezTo>
                <a:cubicBezTo>
                  <a:pt x="781833" y="92477"/>
                  <a:pt x="782731" y="91458"/>
                  <a:pt x="783275" y="90312"/>
                </a:cubicBezTo>
                <a:cubicBezTo>
                  <a:pt x="783819" y="89167"/>
                  <a:pt x="784091" y="87993"/>
                  <a:pt x="784091" y="86792"/>
                </a:cubicBezTo>
                <a:cubicBezTo>
                  <a:pt x="784091" y="84571"/>
                  <a:pt x="783184" y="82934"/>
                  <a:pt x="781371" y="81879"/>
                </a:cubicBezTo>
                <a:cubicBezTo>
                  <a:pt x="779558" y="80823"/>
                  <a:pt x="776783" y="80205"/>
                  <a:pt x="773048" y="80024"/>
                </a:cubicBezTo>
                <a:lnTo>
                  <a:pt x="758795" y="79534"/>
                </a:lnTo>
                <a:cubicBezTo>
                  <a:pt x="757598" y="80334"/>
                  <a:pt x="756610" y="81116"/>
                  <a:pt x="755830" y="81880"/>
                </a:cubicBezTo>
                <a:cubicBezTo>
                  <a:pt x="755050" y="82645"/>
                  <a:pt x="754443" y="83419"/>
                  <a:pt x="754007" y="84201"/>
                </a:cubicBezTo>
                <a:cubicBezTo>
                  <a:pt x="753572" y="84983"/>
                  <a:pt x="753264" y="85765"/>
                  <a:pt x="753083" y="86547"/>
                </a:cubicBezTo>
                <a:cubicBezTo>
                  <a:pt x="752901" y="87330"/>
                  <a:pt x="752811" y="88122"/>
                  <a:pt x="752811" y="88922"/>
                </a:cubicBezTo>
                <a:moveTo>
                  <a:pt x="755694" y="44282"/>
                </a:moveTo>
                <a:cubicBezTo>
                  <a:pt x="755694" y="46023"/>
                  <a:pt x="755984" y="47619"/>
                  <a:pt x="756564" y="49070"/>
                </a:cubicBezTo>
                <a:cubicBezTo>
                  <a:pt x="757144" y="50520"/>
                  <a:pt x="757961" y="51754"/>
                  <a:pt x="759012" y="52769"/>
                </a:cubicBezTo>
                <a:cubicBezTo>
                  <a:pt x="760064" y="53784"/>
                  <a:pt x="761306" y="54573"/>
                  <a:pt x="762739" y="55135"/>
                </a:cubicBezTo>
                <a:cubicBezTo>
                  <a:pt x="764171" y="55698"/>
                  <a:pt x="765758" y="55979"/>
                  <a:pt x="767499" y="55979"/>
                </a:cubicBezTo>
                <a:cubicBezTo>
                  <a:pt x="769385" y="55979"/>
                  <a:pt x="771062" y="55661"/>
                  <a:pt x="772531" y="55027"/>
                </a:cubicBezTo>
                <a:cubicBezTo>
                  <a:pt x="774000" y="54392"/>
                  <a:pt x="775233" y="53531"/>
                  <a:pt x="776230" y="52443"/>
                </a:cubicBezTo>
                <a:cubicBezTo>
                  <a:pt x="777228" y="51355"/>
                  <a:pt x="777989" y="50103"/>
                  <a:pt x="778515" y="48689"/>
                </a:cubicBezTo>
                <a:cubicBezTo>
                  <a:pt x="779041" y="47274"/>
                  <a:pt x="779304" y="45806"/>
                  <a:pt x="779304" y="44282"/>
                </a:cubicBezTo>
                <a:cubicBezTo>
                  <a:pt x="779304" y="42542"/>
                  <a:pt x="779014" y="40946"/>
                  <a:pt x="778433" y="39495"/>
                </a:cubicBezTo>
                <a:cubicBezTo>
                  <a:pt x="777853" y="38044"/>
                  <a:pt x="777037" y="36811"/>
                  <a:pt x="775985" y="35796"/>
                </a:cubicBezTo>
                <a:cubicBezTo>
                  <a:pt x="774934" y="34780"/>
                  <a:pt x="773691" y="33992"/>
                  <a:pt x="772259" y="33429"/>
                </a:cubicBezTo>
                <a:cubicBezTo>
                  <a:pt x="770826" y="32867"/>
                  <a:pt x="769240" y="32586"/>
                  <a:pt x="767499" y="32586"/>
                </a:cubicBezTo>
                <a:cubicBezTo>
                  <a:pt x="765613" y="32586"/>
                  <a:pt x="763936" y="32913"/>
                  <a:pt x="762467" y="33565"/>
                </a:cubicBezTo>
                <a:cubicBezTo>
                  <a:pt x="760998" y="34218"/>
                  <a:pt x="759765" y="35080"/>
                  <a:pt x="758767" y="36149"/>
                </a:cubicBezTo>
                <a:cubicBezTo>
                  <a:pt x="757770" y="37219"/>
                  <a:pt x="757008" y="38462"/>
                  <a:pt x="756483" y="39876"/>
                </a:cubicBezTo>
                <a:cubicBezTo>
                  <a:pt x="755957" y="41290"/>
                  <a:pt x="755694" y="42759"/>
                  <a:pt x="755694" y="44282"/>
                </a:cubicBezTo>
                <a:close/>
                <a:moveTo>
                  <a:pt x="853938" y="50865"/>
                </a:moveTo>
                <a:cubicBezTo>
                  <a:pt x="853938" y="52207"/>
                  <a:pt x="853920" y="53331"/>
                  <a:pt x="853884" y="54238"/>
                </a:cubicBezTo>
                <a:cubicBezTo>
                  <a:pt x="853848" y="55145"/>
                  <a:pt x="853793" y="55997"/>
                  <a:pt x="853721" y="56795"/>
                </a:cubicBezTo>
                <a:lnTo>
                  <a:pt x="815368" y="56795"/>
                </a:lnTo>
                <a:cubicBezTo>
                  <a:pt x="815368" y="62380"/>
                  <a:pt x="816928" y="66668"/>
                  <a:pt x="820047" y="69661"/>
                </a:cubicBezTo>
                <a:cubicBezTo>
                  <a:pt x="823165" y="72653"/>
                  <a:pt x="827663" y="74149"/>
                  <a:pt x="833538" y="74149"/>
                </a:cubicBezTo>
                <a:cubicBezTo>
                  <a:pt x="835134" y="74149"/>
                  <a:pt x="836729" y="74084"/>
                  <a:pt x="838325" y="73955"/>
                </a:cubicBezTo>
                <a:cubicBezTo>
                  <a:pt x="839921" y="73824"/>
                  <a:pt x="841462" y="73648"/>
                  <a:pt x="842949" y="73426"/>
                </a:cubicBezTo>
                <a:cubicBezTo>
                  <a:pt x="844436" y="73203"/>
                  <a:pt x="845860" y="72952"/>
                  <a:pt x="847220" y="72675"/>
                </a:cubicBezTo>
                <a:cubicBezTo>
                  <a:pt x="848580" y="72396"/>
                  <a:pt x="849840" y="72089"/>
                  <a:pt x="851001" y="71755"/>
                </a:cubicBezTo>
                <a:lnTo>
                  <a:pt x="851001" y="79534"/>
                </a:lnTo>
                <a:cubicBezTo>
                  <a:pt x="848426" y="80276"/>
                  <a:pt x="845515" y="80878"/>
                  <a:pt x="842269" y="81341"/>
                </a:cubicBezTo>
                <a:cubicBezTo>
                  <a:pt x="839023" y="81805"/>
                  <a:pt x="835660" y="82037"/>
                  <a:pt x="832178" y="82037"/>
                </a:cubicBezTo>
                <a:cubicBezTo>
                  <a:pt x="827499" y="82037"/>
                  <a:pt x="823474" y="81402"/>
                  <a:pt x="820101" y="80133"/>
                </a:cubicBezTo>
                <a:cubicBezTo>
                  <a:pt x="816728" y="78863"/>
                  <a:pt x="813963" y="77023"/>
                  <a:pt x="811805" y="74611"/>
                </a:cubicBezTo>
                <a:cubicBezTo>
                  <a:pt x="809647" y="72199"/>
                  <a:pt x="808051" y="69243"/>
                  <a:pt x="807017" y="65744"/>
                </a:cubicBezTo>
                <a:cubicBezTo>
                  <a:pt x="805984" y="62244"/>
                  <a:pt x="805467" y="58282"/>
                  <a:pt x="805467" y="53857"/>
                </a:cubicBezTo>
                <a:cubicBezTo>
                  <a:pt x="805467" y="50013"/>
                  <a:pt x="806020" y="46377"/>
                  <a:pt x="807126" y="42950"/>
                </a:cubicBezTo>
                <a:cubicBezTo>
                  <a:pt x="808232" y="39522"/>
                  <a:pt x="809846" y="36512"/>
                  <a:pt x="811968" y="33919"/>
                </a:cubicBezTo>
                <a:cubicBezTo>
                  <a:pt x="814090" y="31326"/>
                  <a:pt x="816692" y="29268"/>
                  <a:pt x="819774" y="27745"/>
                </a:cubicBezTo>
                <a:cubicBezTo>
                  <a:pt x="822857" y="26221"/>
                  <a:pt x="826357" y="25460"/>
                  <a:pt x="830274" y="25460"/>
                </a:cubicBezTo>
                <a:cubicBezTo>
                  <a:pt x="834082" y="25460"/>
                  <a:pt x="837455" y="26058"/>
                  <a:pt x="840392" y="27255"/>
                </a:cubicBezTo>
                <a:cubicBezTo>
                  <a:pt x="843330" y="28452"/>
                  <a:pt x="845805" y="30147"/>
                  <a:pt x="847818" y="32341"/>
                </a:cubicBezTo>
                <a:cubicBezTo>
                  <a:pt x="849831" y="34536"/>
                  <a:pt x="851354" y="37201"/>
                  <a:pt x="852388" y="40338"/>
                </a:cubicBezTo>
                <a:cubicBezTo>
                  <a:pt x="853422" y="43475"/>
                  <a:pt x="853938" y="46984"/>
                  <a:pt x="853938" y="50865"/>
                </a:cubicBezTo>
                <a:moveTo>
                  <a:pt x="844092" y="49505"/>
                </a:moveTo>
                <a:cubicBezTo>
                  <a:pt x="844201" y="47075"/>
                  <a:pt x="843965" y="44854"/>
                  <a:pt x="843385" y="42841"/>
                </a:cubicBezTo>
                <a:cubicBezTo>
                  <a:pt x="842804" y="40828"/>
                  <a:pt x="841907" y="39096"/>
                  <a:pt x="840692" y="37646"/>
                </a:cubicBezTo>
                <a:cubicBezTo>
                  <a:pt x="839477" y="36195"/>
                  <a:pt x="837963" y="35061"/>
                  <a:pt x="836149" y="34245"/>
                </a:cubicBezTo>
                <a:cubicBezTo>
                  <a:pt x="834336" y="33429"/>
                  <a:pt x="832232" y="33021"/>
                  <a:pt x="829839" y="33021"/>
                </a:cubicBezTo>
                <a:cubicBezTo>
                  <a:pt x="827771" y="33021"/>
                  <a:pt x="825886" y="33420"/>
                  <a:pt x="824181" y="34218"/>
                </a:cubicBezTo>
                <a:cubicBezTo>
                  <a:pt x="822476" y="35016"/>
                  <a:pt x="821008" y="36140"/>
                  <a:pt x="819774" y="37591"/>
                </a:cubicBezTo>
                <a:cubicBezTo>
                  <a:pt x="818541" y="39042"/>
                  <a:pt x="817544" y="40783"/>
                  <a:pt x="816782" y="42814"/>
                </a:cubicBezTo>
                <a:cubicBezTo>
                  <a:pt x="816021" y="44845"/>
                  <a:pt x="815549" y="47075"/>
                  <a:pt x="815368" y="49505"/>
                </a:cubicBezTo>
                <a:lnTo>
                  <a:pt x="844092" y="49505"/>
                </a:lnTo>
                <a:close/>
                <a:moveTo>
                  <a:pt x="901971" y="103906"/>
                </a:moveTo>
                <a:cubicBezTo>
                  <a:pt x="885251" y="88412"/>
                  <a:pt x="876892" y="71285"/>
                  <a:pt x="876892" y="52524"/>
                </a:cubicBezTo>
                <a:cubicBezTo>
                  <a:pt x="876892" y="48134"/>
                  <a:pt x="877336" y="43752"/>
                  <a:pt x="878225" y="39380"/>
                </a:cubicBezTo>
                <a:cubicBezTo>
                  <a:pt x="879113" y="35007"/>
                  <a:pt x="880546" y="30626"/>
                  <a:pt x="882522" y="26235"/>
                </a:cubicBezTo>
                <a:cubicBezTo>
                  <a:pt x="884499" y="21844"/>
                  <a:pt x="887110" y="17454"/>
                  <a:pt x="890356" y="13063"/>
                </a:cubicBezTo>
                <a:cubicBezTo>
                  <a:pt x="893602" y="8672"/>
                  <a:pt x="897546" y="4318"/>
                  <a:pt x="902188" y="0"/>
                </a:cubicBezTo>
                <a:lnTo>
                  <a:pt x="907683" y="5607"/>
                </a:lnTo>
                <a:cubicBezTo>
                  <a:pt x="893611" y="19504"/>
                  <a:pt x="886575" y="34907"/>
                  <a:pt x="886575" y="51817"/>
                </a:cubicBezTo>
                <a:cubicBezTo>
                  <a:pt x="886575" y="60236"/>
                  <a:pt x="888352" y="68328"/>
                  <a:pt x="891906" y="76093"/>
                </a:cubicBezTo>
                <a:cubicBezTo>
                  <a:pt x="895461" y="83858"/>
                  <a:pt x="900719" y="91187"/>
                  <a:pt x="907683" y="98082"/>
                </a:cubicBezTo>
                <a:lnTo>
                  <a:pt x="901971" y="103906"/>
                </a:lnTo>
                <a:close/>
                <a:moveTo>
                  <a:pt x="949350" y="11914"/>
                </a:moveTo>
                <a:lnTo>
                  <a:pt x="933193" y="11914"/>
                </a:lnTo>
                <a:lnTo>
                  <a:pt x="933193" y="4134"/>
                </a:lnTo>
                <a:lnTo>
                  <a:pt x="958925" y="4134"/>
                </a:lnTo>
                <a:lnTo>
                  <a:pt x="958925" y="73169"/>
                </a:lnTo>
                <a:lnTo>
                  <a:pt x="975191" y="73169"/>
                </a:lnTo>
                <a:lnTo>
                  <a:pt x="975191" y="81058"/>
                </a:lnTo>
                <a:lnTo>
                  <a:pt x="931398" y="81058"/>
                </a:lnTo>
                <a:lnTo>
                  <a:pt x="931398" y="73169"/>
                </a:lnTo>
                <a:lnTo>
                  <a:pt x="949350" y="73169"/>
                </a:lnTo>
                <a:lnTo>
                  <a:pt x="949350" y="11914"/>
                </a:lnTo>
                <a:close/>
                <a:moveTo>
                  <a:pt x="1038347" y="50865"/>
                </a:moveTo>
                <a:cubicBezTo>
                  <a:pt x="1038347" y="52207"/>
                  <a:pt x="1038328" y="53331"/>
                  <a:pt x="1038292" y="54238"/>
                </a:cubicBezTo>
                <a:cubicBezTo>
                  <a:pt x="1038256" y="55145"/>
                  <a:pt x="1038201" y="55997"/>
                  <a:pt x="1038129" y="56795"/>
                </a:cubicBezTo>
                <a:lnTo>
                  <a:pt x="999776" y="56795"/>
                </a:lnTo>
                <a:cubicBezTo>
                  <a:pt x="999776" y="62380"/>
                  <a:pt x="1001336" y="66668"/>
                  <a:pt x="1004455" y="69661"/>
                </a:cubicBezTo>
                <a:cubicBezTo>
                  <a:pt x="1007574" y="72653"/>
                  <a:pt x="1012071" y="74149"/>
                  <a:pt x="1017946" y="74149"/>
                </a:cubicBezTo>
                <a:cubicBezTo>
                  <a:pt x="1019542" y="74149"/>
                  <a:pt x="1021138" y="74084"/>
                  <a:pt x="1022733" y="73955"/>
                </a:cubicBezTo>
                <a:cubicBezTo>
                  <a:pt x="1024329" y="73824"/>
                  <a:pt x="1025871" y="73648"/>
                  <a:pt x="1027358" y="73426"/>
                </a:cubicBezTo>
                <a:cubicBezTo>
                  <a:pt x="1028844" y="73203"/>
                  <a:pt x="1030268" y="72952"/>
                  <a:pt x="1031628" y="72675"/>
                </a:cubicBezTo>
                <a:cubicBezTo>
                  <a:pt x="1032988" y="72396"/>
                  <a:pt x="1034248" y="72089"/>
                  <a:pt x="1035409" y="71755"/>
                </a:cubicBezTo>
                <a:lnTo>
                  <a:pt x="1035409" y="79534"/>
                </a:lnTo>
                <a:cubicBezTo>
                  <a:pt x="1032834" y="80276"/>
                  <a:pt x="1029923" y="80878"/>
                  <a:pt x="1026678" y="81341"/>
                </a:cubicBezTo>
                <a:cubicBezTo>
                  <a:pt x="1023432" y="81805"/>
                  <a:pt x="1020068" y="82037"/>
                  <a:pt x="1016586" y="82037"/>
                </a:cubicBezTo>
                <a:cubicBezTo>
                  <a:pt x="1011908" y="82037"/>
                  <a:pt x="1007882" y="81402"/>
                  <a:pt x="1004509" y="80133"/>
                </a:cubicBezTo>
                <a:cubicBezTo>
                  <a:pt x="1001136" y="78863"/>
                  <a:pt x="998371" y="77023"/>
                  <a:pt x="996213" y="74611"/>
                </a:cubicBezTo>
                <a:cubicBezTo>
                  <a:pt x="994055" y="72199"/>
                  <a:pt x="992459" y="69243"/>
                  <a:pt x="991426" y="65744"/>
                </a:cubicBezTo>
                <a:cubicBezTo>
                  <a:pt x="990392" y="62244"/>
                  <a:pt x="989875" y="58282"/>
                  <a:pt x="989875" y="53857"/>
                </a:cubicBezTo>
                <a:cubicBezTo>
                  <a:pt x="989875" y="50013"/>
                  <a:pt x="990428" y="46377"/>
                  <a:pt x="991534" y="42950"/>
                </a:cubicBezTo>
                <a:cubicBezTo>
                  <a:pt x="992641" y="39522"/>
                  <a:pt x="994255" y="36512"/>
                  <a:pt x="996376" y="33919"/>
                </a:cubicBezTo>
                <a:cubicBezTo>
                  <a:pt x="998498" y="31326"/>
                  <a:pt x="1001100" y="29268"/>
                  <a:pt x="1004183" y="27745"/>
                </a:cubicBezTo>
                <a:cubicBezTo>
                  <a:pt x="1007265" y="26221"/>
                  <a:pt x="1010765" y="25460"/>
                  <a:pt x="1014682" y="25460"/>
                </a:cubicBezTo>
                <a:cubicBezTo>
                  <a:pt x="1018490" y="25460"/>
                  <a:pt x="1021863" y="26058"/>
                  <a:pt x="1024801" y="27255"/>
                </a:cubicBezTo>
                <a:cubicBezTo>
                  <a:pt x="1027738" y="28452"/>
                  <a:pt x="1030214" y="30147"/>
                  <a:pt x="1032226" y="32341"/>
                </a:cubicBezTo>
                <a:cubicBezTo>
                  <a:pt x="1034239" y="34536"/>
                  <a:pt x="1035762" y="37201"/>
                  <a:pt x="1036796" y="40338"/>
                </a:cubicBezTo>
                <a:cubicBezTo>
                  <a:pt x="1037830" y="43475"/>
                  <a:pt x="1038347" y="46984"/>
                  <a:pt x="1038347" y="50865"/>
                </a:cubicBezTo>
                <a:moveTo>
                  <a:pt x="1028500" y="49505"/>
                </a:moveTo>
                <a:cubicBezTo>
                  <a:pt x="1028609" y="47075"/>
                  <a:pt x="1028373" y="44854"/>
                  <a:pt x="1027793" y="42841"/>
                </a:cubicBezTo>
                <a:cubicBezTo>
                  <a:pt x="1027212" y="40828"/>
                  <a:pt x="1026315" y="39096"/>
                  <a:pt x="1025100" y="37646"/>
                </a:cubicBezTo>
                <a:cubicBezTo>
                  <a:pt x="1023885" y="36195"/>
                  <a:pt x="1022371" y="35061"/>
                  <a:pt x="1020557" y="34245"/>
                </a:cubicBezTo>
                <a:cubicBezTo>
                  <a:pt x="1018744" y="33429"/>
                  <a:pt x="1016641" y="33021"/>
                  <a:pt x="1014247" y="33021"/>
                </a:cubicBezTo>
                <a:cubicBezTo>
                  <a:pt x="1012180" y="33021"/>
                  <a:pt x="1010294" y="33420"/>
                  <a:pt x="1008589" y="34218"/>
                </a:cubicBezTo>
                <a:cubicBezTo>
                  <a:pt x="1006885" y="35016"/>
                  <a:pt x="1005416" y="36140"/>
                  <a:pt x="1004183" y="37591"/>
                </a:cubicBezTo>
                <a:cubicBezTo>
                  <a:pt x="1002950" y="39042"/>
                  <a:pt x="1001952" y="40783"/>
                  <a:pt x="1001191" y="42814"/>
                </a:cubicBezTo>
                <a:cubicBezTo>
                  <a:pt x="1000429" y="44845"/>
                  <a:pt x="999958" y="47075"/>
                  <a:pt x="999776" y="49505"/>
                </a:cubicBezTo>
                <a:lnTo>
                  <a:pt x="1028500" y="49505"/>
                </a:lnTo>
                <a:close/>
                <a:moveTo>
                  <a:pt x="1053684" y="26439"/>
                </a:moveTo>
                <a:lnTo>
                  <a:pt x="1062116" y="26439"/>
                </a:lnTo>
                <a:lnTo>
                  <a:pt x="1062497" y="35252"/>
                </a:lnTo>
                <a:cubicBezTo>
                  <a:pt x="1064093" y="33366"/>
                  <a:pt x="1065634" y="31797"/>
                  <a:pt x="1067121" y="30546"/>
                </a:cubicBezTo>
                <a:cubicBezTo>
                  <a:pt x="1068608" y="29295"/>
                  <a:pt x="1070068" y="28289"/>
                  <a:pt x="1071500" y="27527"/>
                </a:cubicBezTo>
                <a:cubicBezTo>
                  <a:pt x="1072933" y="26765"/>
                  <a:pt x="1074393" y="26230"/>
                  <a:pt x="1075880" y="25922"/>
                </a:cubicBezTo>
                <a:cubicBezTo>
                  <a:pt x="1077366" y="25614"/>
                  <a:pt x="1078908" y="25460"/>
                  <a:pt x="1080504" y="25460"/>
                </a:cubicBezTo>
                <a:cubicBezTo>
                  <a:pt x="1086125" y="25460"/>
                  <a:pt x="1090377" y="27119"/>
                  <a:pt x="1093261" y="30437"/>
                </a:cubicBezTo>
                <a:cubicBezTo>
                  <a:pt x="1096144" y="33756"/>
                  <a:pt x="1097586" y="38752"/>
                  <a:pt x="1097586" y="45425"/>
                </a:cubicBezTo>
                <a:lnTo>
                  <a:pt x="1097586" y="81058"/>
                </a:lnTo>
                <a:lnTo>
                  <a:pt x="1088120" y="81058"/>
                </a:lnTo>
                <a:lnTo>
                  <a:pt x="1088120" y="46186"/>
                </a:lnTo>
                <a:cubicBezTo>
                  <a:pt x="1088120" y="41907"/>
                  <a:pt x="1087322" y="38743"/>
                  <a:pt x="1085726" y="36693"/>
                </a:cubicBezTo>
                <a:cubicBezTo>
                  <a:pt x="1084130" y="34644"/>
                  <a:pt x="1081755" y="33620"/>
                  <a:pt x="1078600" y="33620"/>
                </a:cubicBezTo>
                <a:cubicBezTo>
                  <a:pt x="1077439" y="33620"/>
                  <a:pt x="1076306" y="33792"/>
                  <a:pt x="1075199" y="34137"/>
                </a:cubicBezTo>
                <a:cubicBezTo>
                  <a:pt x="1074093" y="34481"/>
                  <a:pt x="1072942" y="35080"/>
                  <a:pt x="1071745" y="35932"/>
                </a:cubicBezTo>
                <a:cubicBezTo>
                  <a:pt x="1070548" y="36784"/>
                  <a:pt x="1069252" y="37936"/>
                  <a:pt x="1067855" y="39386"/>
                </a:cubicBezTo>
                <a:cubicBezTo>
                  <a:pt x="1066459" y="40837"/>
                  <a:pt x="1064891" y="42650"/>
                  <a:pt x="1063150" y="44826"/>
                </a:cubicBezTo>
                <a:lnTo>
                  <a:pt x="1063150" y="81058"/>
                </a:lnTo>
                <a:lnTo>
                  <a:pt x="1053684" y="81058"/>
                </a:lnTo>
                <a:lnTo>
                  <a:pt x="1053684" y="26439"/>
                </a:lnTo>
                <a:close/>
                <a:moveTo>
                  <a:pt x="1147848" y="103906"/>
                </a:moveTo>
                <a:cubicBezTo>
                  <a:pt x="1131129" y="88412"/>
                  <a:pt x="1122769" y="71285"/>
                  <a:pt x="1122769" y="52524"/>
                </a:cubicBezTo>
                <a:cubicBezTo>
                  <a:pt x="1122769" y="48134"/>
                  <a:pt x="1123214" y="43752"/>
                  <a:pt x="1124102" y="39380"/>
                </a:cubicBezTo>
                <a:cubicBezTo>
                  <a:pt x="1124991" y="35007"/>
                  <a:pt x="1126423" y="30626"/>
                  <a:pt x="1128400" y="26235"/>
                </a:cubicBezTo>
                <a:cubicBezTo>
                  <a:pt x="1130377" y="21844"/>
                  <a:pt x="1132988" y="17454"/>
                  <a:pt x="1136234" y="13063"/>
                </a:cubicBezTo>
                <a:cubicBezTo>
                  <a:pt x="1139480" y="8672"/>
                  <a:pt x="1143424" y="4318"/>
                  <a:pt x="1148066" y="0"/>
                </a:cubicBezTo>
                <a:lnTo>
                  <a:pt x="1153560" y="5607"/>
                </a:lnTo>
                <a:cubicBezTo>
                  <a:pt x="1139489" y="19504"/>
                  <a:pt x="1132453" y="34907"/>
                  <a:pt x="1132453" y="51817"/>
                </a:cubicBezTo>
                <a:cubicBezTo>
                  <a:pt x="1132453" y="60236"/>
                  <a:pt x="1134230" y="68328"/>
                  <a:pt x="1137784" y="76093"/>
                </a:cubicBezTo>
                <a:cubicBezTo>
                  <a:pt x="1141338" y="83858"/>
                  <a:pt x="1146597" y="91187"/>
                  <a:pt x="1153560" y="98082"/>
                </a:cubicBezTo>
                <a:lnTo>
                  <a:pt x="1147848" y="103906"/>
                </a:lnTo>
                <a:close/>
                <a:moveTo>
                  <a:pt x="1176623" y="26439"/>
                </a:moveTo>
                <a:lnTo>
                  <a:pt x="1185055" y="26439"/>
                </a:lnTo>
                <a:lnTo>
                  <a:pt x="1185436" y="35252"/>
                </a:lnTo>
                <a:cubicBezTo>
                  <a:pt x="1187031" y="33366"/>
                  <a:pt x="1188573" y="31797"/>
                  <a:pt x="1190060" y="30546"/>
                </a:cubicBezTo>
                <a:cubicBezTo>
                  <a:pt x="1191547" y="29295"/>
                  <a:pt x="1193006" y="28289"/>
                  <a:pt x="1194439" y="27527"/>
                </a:cubicBezTo>
                <a:cubicBezTo>
                  <a:pt x="1195872" y="26765"/>
                  <a:pt x="1197331" y="26230"/>
                  <a:pt x="1198818" y="25922"/>
                </a:cubicBezTo>
                <a:cubicBezTo>
                  <a:pt x="1200305" y="25614"/>
                  <a:pt x="1201847" y="25460"/>
                  <a:pt x="1203442" y="25460"/>
                </a:cubicBezTo>
                <a:cubicBezTo>
                  <a:pt x="1209064" y="25460"/>
                  <a:pt x="1213316" y="27119"/>
                  <a:pt x="1216199" y="30437"/>
                </a:cubicBezTo>
                <a:cubicBezTo>
                  <a:pt x="1219083" y="33756"/>
                  <a:pt x="1220524" y="38752"/>
                  <a:pt x="1220524" y="45425"/>
                </a:cubicBezTo>
                <a:lnTo>
                  <a:pt x="1220524" y="81058"/>
                </a:lnTo>
                <a:lnTo>
                  <a:pt x="1211059" y="81058"/>
                </a:lnTo>
                <a:lnTo>
                  <a:pt x="1211059" y="46186"/>
                </a:lnTo>
                <a:cubicBezTo>
                  <a:pt x="1211059" y="41907"/>
                  <a:pt x="1210261" y="38743"/>
                  <a:pt x="1208665" y="36693"/>
                </a:cubicBezTo>
                <a:cubicBezTo>
                  <a:pt x="1207069" y="34644"/>
                  <a:pt x="1204694" y="33620"/>
                  <a:pt x="1201538" y="33620"/>
                </a:cubicBezTo>
                <a:cubicBezTo>
                  <a:pt x="1200378" y="33620"/>
                  <a:pt x="1199244" y="33792"/>
                  <a:pt x="1198138" y="34137"/>
                </a:cubicBezTo>
                <a:cubicBezTo>
                  <a:pt x="1197032" y="34481"/>
                  <a:pt x="1195881" y="35080"/>
                  <a:pt x="1194684" y="35932"/>
                </a:cubicBezTo>
                <a:cubicBezTo>
                  <a:pt x="1193487" y="36784"/>
                  <a:pt x="1192190" y="37936"/>
                  <a:pt x="1190794" y="39386"/>
                </a:cubicBezTo>
                <a:cubicBezTo>
                  <a:pt x="1189398" y="40837"/>
                  <a:pt x="1187829" y="42650"/>
                  <a:pt x="1186088" y="44826"/>
                </a:cubicBezTo>
                <a:lnTo>
                  <a:pt x="1186088" y="81058"/>
                </a:lnTo>
                <a:lnTo>
                  <a:pt x="1176623" y="81058"/>
                </a:lnTo>
                <a:lnTo>
                  <a:pt x="1176623" y="26439"/>
                </a:lnTo>
                <a:close/>
                <a:moveTo>
                  <a:pt x="1281994" y="81058"/>
                </a:moveTo>
                <a:lnTo>
                  <a:pt x="1273507" y="81058"/>
                </a:lnTo>
                <a:lnTo>
                  <a:pt x="1273181" y="72245"/>
                </a:lnTo>
                <a:cubicBezTo>
                  <a:pt x="1271549" y="74130"/>
                  <a:pt x="1269998" y="75699"/>
                  <a:pt x="1268529" y="76950"/>
                </a:cubicBezTo>
                <a:cubicBezTo>
                  <a:pt x="1267061" y="78201"/>
                  <a:pt x="1265601" y="79208"/>
                  <a:pt x="1264150" y="79969"/>
                </a:cubicBezTo>
                <a:cubicBezTo>
                  <a:pt x="1262699" y="80731"/>
                  <a:pt x="1261240" y="81266"/>
                  <a:pt x="1259771" y="81574"/>
                </a:cubicBezTo>
                <a:cubicBezTo>
                  <a:pt x="1258302" y="81883"/>
                  <a:pt x="1256752" y="82037"/>
                  <a:pt x="1255119" y="82037"/>
                </a:cubicBezTo>
                <a:cubicBezTo>
                  <a:pt x="1249498" y="82037"/>
                  <a:pt x="1245255" y="80387"/>
                  <a:pt x="1242390" y="77086"/>
                </a:cubicBezTo>
                <a:cubicBezTo>
                  <a:pt x="1239525" y="73786"/>
                  <a:pt x="1238092" y="68799"/>
                  <a:pt x="1238092" y="62126"/>
                </a:cubicBezTo>
                <a:lnTo>
                  <a:pt x="1238092" y="26439"/>
                </a:lnTo>
                <a:lnTo>
                  <a:pt x="1247558" y="26439"/>
                </a:lnTo>
                <a:lnTo>
                  <a:pt x="1247558" y="61364"/>
                </a:lnTo>
                <a:cubicBezTo>
                  <a:pt x="1247558" y="69742"/>
                  <a:pt x="1250713" y="73931"/>
                  <a:pt x="1257024" y="73931"/>
                </a:cubicBezTo>
                <a:cubicBezTo>
                  <a:pt x="1258184" y="73931"/>
                  <a:pt x="1259317" y="73759"/>
                  <a:pt x="1260424" y="73414"/>
                </a:cubicBezTo>
                <a:cubicBezTo>
                  <a:pt x="1261530" y="73070"/>
                  <a:pt x="1262690" y="72471"/>
                  <a:pt x="1263905" y="71619"/>
                </a:cubicBezTo>
                <a:cubicBezTo>
                  <a:pt x="1265120" y="70767"/>
                  <a:pt x="1266426" y="69615"/>
                  <a:pt x="1267822" y="68164"/>
                </a:cubicBezTo>
                <a:cubicBezTo>
                  <a:pt x="1269218" y="66714"/>
                  <a:pt x="1270787" y="64882"/>
                  <a:pt x="1272528" y="62670"/>
                </a:cubicBezTo>
                <a:lnTo>
                  <a:pt x="1272528" y="26439"/>
                </a:lnTo>
                <a:lnTo>
                  <a:pt x="1281994" y="26439"/>
                </a:lnTo>
                <a:lnTo>
                  <a:pt x="1281994" y="81058"/>
                </a:lnTo>
                <a:close/>
                <a:moveTo>
                  <a:pt x="1338513" y="81058"/>
                </a:moveTo>
                <a:lnTo>
                  <a:pt x="1338513" y="41834"/>
                </a:lnTo>
                <a:cubicBezTo>
                  <a:pt x="1338513" y="40130"/>
                  <a:pt x="1338449" y="38734"/>
                  <a:pt x="1338322" y="37646"/>
                </a:cubicBezTo>
                <a:cubicBezTo>
                  <a:pt x="1338195" y="36557"/>
                  <a:pt x="1337996" y="35696"/>
                  <a:pt x="1337724" y="35061"/>
                </a:cubicBezTo>
                <a:cubicBezTo>
                  <a:pt x="1337452" y="34427"/>
                  <a:pt x="1337107" y="33983"/>
                  <a:pt x="1336690" y="33729"/>
                </a:cubicBezTo>
                <a:cubicBezTo>
                  <a:pt x="1336273" y="33475"/>
                  <a:pt x="1335756" y="33348"/>
                  <a:pt x="1335140" y="33348"/>
                </a:cubicBezTo>
                <a:cubicBezTo>
                  <a:pt x="1334414" y="33348"/>
                  <a:pt x="1333743" y="33565"/>
                  <a:pt x="1333127" y="34001"/>
                </a:cubicBezTo>
                <a:cubicBezTo>
                  <a:pt x="1332510" y="34436"/>
                  <a:pt x="1331848" y="35143"/>
                  <a:pt x="1331141" y="36122"/>
                </a:cubicBezTo>
                <a:cubicBezTo>
                  <a:pt x="1330434" y="37101"/>
                  <a:pt x="1329654" y="38398"/>
                  <a:pt x="1328802" y="40012"/>
                </a:cubicBezTo>
                <a:cubicBezTo>
                  <a:pt x="1327950" y="41626"/>
                  <a:pt x="1326943" y="43611"/>
                  <a:pt x="1325783" y="45969"/>
                </a:cubicBezTo>
                <a:lnTo>
                  <a:pt x="1325783" y="81058"/>
                </a:lnTo>
                <a:lnTo>
                  <a:pt x="1317133" y="81058"/>
                </a:lnTo>
                <a:lnTo>
                  <a:pt x="1317133" y="42868"/>
                </a:lnTo>
                <a:cubicBezTo>
                  <a:pt x="1317133" y="40873"/>
                  <a:pt x="1317069" y="39259"/>
                  <a:pt x="1316943" y="38026"/>
                </a:cubicBezTo>
                <a:cubicBezTo>
                  <a:pt x="1316816" y="36793"/>
                  <a:pt x="1316616" y="35832"/>
                  <a:pt x="1316344" y="35143"/>
                </a:cubicBezTo>
                <a:cubicBezTo>
                  <a:pt x="1316072" y="34454"/>
                  <a:pt x="1315718" y="33983"/>
                  <a:pt x="1315283" y="33729"/>
                </a:cubicBezTo>
                <a:cubicBezTo>
                  <a:pt x="1314848" y="33475"/>
                  <a:pt x="1314322" y="33348"/>
                  <a:pt x="1313706" y="33348"/>
                </a:cubicBezTo>
                <a:cubicBezTo>
                  <a:pt x="1313053" y="33348"/>
                  <a:pt x="1312436" y="33529"/>
                  <a:pt x="1311856" y="33892"/>
                </a:cubicBezTo>
                <a:cubicBezTo>
                  <a:pt x="1311276" y="34255"/>
                  <a:pt x="1310632" y="34907"/>
                  <a:pt x="1309925" y="35850"/>
                </a:cubicBezTo>
                <a:cubicBezTo>
                  <a:pt x="1309218" y="36793"/>
                  <a:pt x="1308429" y="38081"/>
                  <a:pt x="1307558" y="39713"/>
                </a:cubicBezTo>
                <a:cubicBezTo>
                  <a:pt x="1306688" y="41345"/>
                  <a:pt x="1305654" y="43430"/>
                  <a:pt x="1304457" y="45969"/>
                </a:cubicBezTo>
                <a:lnTo>
                  <a:pt x="1304457" y="81058"/>
                </a:lnTo>
                <a:lnTo>
                  <a:pt x="1295753" y="81058"/>
                </a:lnTo>
                <a:lnTo>
                  <a:pt x="1295753" y="26439"/>
                </a:lnTo>
                <a:lnTo>
                  <a:pt x="1302989" y="26439"/>
                </a:lnTo>
                <a:lnTo>
                  <a:pt x="1303424" y="36829"/>
                </a:lnTo>
                <a:cubicBezTo>
                  <a:pt x="1304367" y="34762"/>
                  <a:pt x="1305283" y="33003"/>
                  <a:pt x="1306171" y="31553"/>
                </a:cubicBezTo>
                <a:cubicBezTo>
                  <a:pt x="1307060" y="30102"/>
                  <a:pt x="1307975" y="28932"/>
                  <a:pt x="1308918" y="28044"/>
                </a:cubicBezTo>
                <a:cubicBezTo>
                  <a:pt x="1309861" y="27155"/>
                  <a:pt x="1310868" y="26502"/>
                  <a:pt x="1311938" y="26085"/>
                </a:cubicBezTo>
                <a:cubicBezTo>
                  <a:pt x="1313008" y="25668"/>
                  <a:pt x="1314195" y="25460"/>
                  <a:pt x="1315501" y="25460"/>
                </a:cubicBezTo>
                <a:cubicBezTo>
                  <a:pt x="1318439" y="25460"/>
                  <a:pt x="1320669" y="26421"/>
                  <a:pt x="1322192" y="28343"/>
                </a:cubicBezTo>
                <a:cubicBezTo>
                  <a:pt x="1323715" y="30265"/>
                  <a:pt x="1324477" y="33239"/>
                  <a:pt x="1324477" y="37265"/>
                </a:cubicBezTo>
                <a:cubicBezTo>
                  <a:pt x="1325347" y="35379"/>
                  <a:pt x="1326200" y="33701"/>
                  <a:pt x="1327034" y="32233"/>
                </a:cubicBezTo>
                <a:cubicBezTo>
                  <a:pt x="1327868" y="30764"/>
                  <a:pt x="1328766" y="29531"/>
                  <a:pt x="1329727" y="28533"/>
                </a:cubicBezTo>
                <a:cubicBezTo>
                  <a:pt x="1330688" y="27536"/>
                  <a:pt x="1331749" y="26774"/>
                  <a:pt x="1332909" y="26248"/>
                </a:cubicBezTo>
                <a:cubicBezTo>
                  <a:pt x="1334070" y="25723"/>
                  <a:pt x="1335412" y="25460"/>
                  <a:pt x="1336935" y="25460"/>
                </a:cubicBezTo>
                <a:cubicBezTo>
                  <a:pt x="1343789" y="25460"/>
                  <a:pt x="1347217" y="30737"/>
                  <a:pt x="1347217" y="41290"/>
                </a:cubicBezTo>
                <a:lnTo>
                  <a:pt x="1347217" y="81058"/>
                </a:lnTo>
                <a:lnTo>
                  <a:pt x="1338513" y="81058"/>
                </a:lnTo>
                <a:close/>
                <a:moveTo>
                  <a:pt x="1407707" y="52769"/>
                </a:moveTo>
                <a:cubicBezTo>
                  <a:pt x="1407707" y="57302"/>
                  <a:pt x="1407081" y="61355"/>
                  <a:pt x="1405830" y="64928"/>
                </a:cubicBezTo>
                <a:cubicBezTo>
                  <a:pt x="1404579" y="68500"/>
                  <a:pt x="1402802" y="71528"/>
                  <a:pt x="1400499" y="74013"/>
                </a:cubicBezTo>
                <a:cubicBezTo>
                  <a:pt x="1398196" y="76497"/>
                  <a:pt x="1395394" y="78401"/>
                  <a:pt x="1392094" y="79725"/>
                </a:cubicBezTo>
                <a:cubicBezTo>
                  <a:pt x="1388793" y="81048"/>
                  <a:pt x="1385076" y="81710"/>
                  <a:pt x="1380941" y="81710"/>
                </a:cubicBezTo>
                <a:cubicBezTo>
                  <a:pt x="1377714" y="81710"/>
                  <a:pt x="1374413" y="81402"/>
                  <a:pt x="1371040" y="80786"/>
                </a:cubicBezTo>
                <a:cubicBezTo>
                  <a:pt x="1367668" y="80169"/>
                  <a:pt x="1364331" y="79190"/>
                  <a:pt x="1361031" y="77848"/>
                </a:cubicBezTo>
                <a:lnTo>
                  <a:pt x="1361031" y="4134"/>
                </a:lnTo>
                <a:lnTo>
                  <a:pt x="1370496" y="4134"/>
                </a:lnTo>
                <a:lnTo>
                  <a:pt x="1370496" y="25334"/>
                </a:lnTo>
                <a:lnTo>
                  <a:pt x="1370061" y="35469"/>
                </a:lnTo>
                <a:cubicBezTo>
                  <a:pt x="1372781" y="31806"/>
                  <a:pt x="1375692" y="29222"/>
                  <a:pt x="1378793" y="27717"/>
                </a:cubicBezTo>
                <a:cubicBezTo>
                  <a:pt x="1381893" y="26212"/>
                  <a:pt x="1385221" y="25460"/>
                  <a:pt x="1388775" y="25460"/>
                </a:cubicBezTo>
                <a:cubicBezTo>
                  <a:pt x="1391894" y="25460"/>
                  <a:pt x="1394632" y="26112"/>
                  <a:pt x="1396990" y="27418"/>
                </a:cubicBezTo>
                <a:cubicBezTo>
                  <a:pt x="1399347" y="28724"/>
                  <a:pt x="1401324" y="30564"/>
                  <a:pt x="1402919" y="32940"/>
                </a:cubicBezTo>
                <a:cubicBezTo>
                  <a:pt x="1404515" y="35315"/>
                  <a:pt x="1405712" y="38180"/>
                  <a:pt x="1406510" y="41535"/>
                </a:cubicBezTo>
                <a:cubicBezTo>
                  <a:pt x="1407308" y="44890"/>
                  <a:pt x="1407707" y="48635"/>
                  <a:pt x="1407707" y="52769"/>
                </a:cubicBezTo>
                <a:moveTo>
                  <a:pt x="1398023" y="53204"/>
                </a:moveTo>
                <a:cubicBezTo>
                  <a:pt x="1398023" y="50339"/>
                  <a:pt x="1397815" y="47710"/>
                  <a:pt x="1397398" y="45316"/>
                </a:cubicBezTo>
                <a:cubicBezTo>
                  <a:pt x="1396981" y="42922"/>
                  <a:pt x="1396319" y="40873"/>
                  <a:pt x="1395412" y="39169"/>
                </a:cubicBezTo>
                <a:cubicBezTo>
                  <a:pt x="1394505" y="37464"/>
                  <a:pt x="1393345" y="36131"/>
                  <a:pt x="1391930" y="35170"/>
                </a:cubicBezTo>
                <a:cubicBezTo>
                  <a:pt x="1390516" y="34209"/>
                  <a:pt x="1388830" y="33729"/>
                  <a:pt x="1386871" y="33729"/>
                </a:cubicBezTo>
                <a:cubicBezTo>
                  <a:pt x="1385674" y="33729"/>
                  <a:pt x="1384459" y="33919"/>
                  <a:pt x="1383226" y="34300"/>
                </a:cubicBezTo>
                <a:cubicBezTo>
                  <a:pt x="1381993" y="34681"/>
                  <a:pt x="1380715" y="35315"/>
                  <a:pt x="1379391" y="36204"/>
                </a:cubicBezTo>
                <a:cubicBezTo>
                  <a:pt x="1378067" y="37092"/>
                  <a:pt x="1376671" y="38271"/>
                  <a:pt x="1375202" y="39740"/>
                </a:cubicBezTo>
                <a:cubicBezTo>
                  <a:pt x="1373733" y="41209"/>
                  <a:pt x="1372165" y="43031"/>
                  <a:pt x="1370496" y="45207"/>
                </a:cubicBezTo>
                <a:lnTo>
                  <a:pt x="1370496" y="71701"/>
                </a:lnTo>
                <a:cubicBezTo>
                  <a:pt x="1372346" y="72426"/>
                  <a:pt x="1374232" y="72997"/>
                  <a:pt x="1376154" y="73414"/>
                </a:cubicBezTo>
                <a:cubicBezTo>
                  <a:pt x="1378076" y="73831"/>
                  <a:pt x="1379908" y="74040"/>
                  <a:pt x="1381649" y="74040"/>
                </a:cubicBezTo>
                <a:cubicBezTo>
                  <a:pt x="1383825" y="74040"/>
                  <a:pt x="1385901" y="73695"/>
                  <a:pt x="1387878" y="73006"/>
                </a:cubicBezTo>
                <a:cubicBezTo>
                  <a:pt x="1389854" y="72317"/>
                  <a:pt x="1391595" y="71166"/>
                  <a:pt x="1393100" y="69552"/>
                </a:cubicBezTo>
                <a:cubicBezTo>
                  <a:pt x="1394605" y="67938"/>
                  <a:pt x="1395802" y="65798"/>
                  <a:pt x="1396690" y="63132"/>
                </a:cubicBezTo>
                <a:cubicBezTo>
                  <a:pt x="1397579" y="60467"/>
                  <a:pt x="1398023" y="57157"/>
                  <a:pt x="1398023" y="53204"/>
                </a:cubicBezTo>
                <a:close/>
                <a:moveTo>
                  <a:pt x="1468632" y="50865"/>
                </a:moveTo>
                <a:cubicBezTo>
                  <a:pt x="1468632" y="52207"/>
                  <a:pt x="1468614" y="53331"/>
                  <a:pt x="1468578" y="54238"/>
                </a:cubicBezTo>
                <a:cubicBezTo>
                  <a:pt x="1468542" y="55145"/>
                  <a:pt x="1468487" y="55997"/>
                  <a:pt x="1468415" y="56795"/>
                </a:cubicBezTo>
                <a:lnTo>
                  <a:pt x="1430062" y="56795"/>
                </a:lnTo>
                <a:cubicBezTo>
                  <a:pt x="1430062" y="62380"/>
                  <a:pt x="1431622" y="66668"/>
                  <a:pt x="1434741" y="69661"/>
                </a:cubicBezTo>
                <a:cubicBezTo>
                  <a:pt x="1437859" y="72653"/>
                  <a:pt x="1442357" y="74149"/>
                  <a:pt x="1448232" y="74149"/>
                </a:cubicBezTo>
                <a:cubicBezTo>
                  <a:pt x="1449828" y="74149"/>
                  <a:pt x="1451423" y="74084"/>
                  <a:pt x="1453019" y="73955"/>
                </a:cubicBezTo>
                <a:cubicBezTo>
                  <a:pt x="1454615" y="73824"/>
                  <a:pt x="1456156" y="73648"/>
                  <a:pt x="1457643" y="73426"/>
                </a:cubicBezTo>
                <a:cubicBezTo>
                  <a:pt x="1459130" y="73203"/>
                  <a:pt x="1460554" y="72952"/>
                  <a:pt x="1461914" y="72675"/>
                </a:cubicBezTo>
                <a:cubicBezTo>
                  <a:pt x="1463274" y="72396"/>
                  <a:pt x="1464534" y="72089"/>
                  <a:pt x="1465695" y="71755"/>
                </a:cubicBezTo>
                <a:lnTo>
                  <a:pt x="1465695" y="79534"/>
                </a:lnTo>
                <a:cubicBezTo>
                  <a:pt x="1463120" y="80276"/>
                  <a:pt x="1460209" y="80878"/>
                  <a:pt x="1456963" y="81341"/>
                </a:cubicBezTo>
                <a:cubicBezTo>
                  <a:pt x="1453717" y="81805"/>
                  <a:pt x="1450354" y="82037"/>
                  <a:pt x="1446872" y="82037"/>
                </a:cubicBezTo>
                <a:cubicBezTo>
                  <a:pt x="1442193" y="82037"/>
                  <a:pt x="1438168" y="81402"/>
                  <a:pt x="1434795" y="80133"/>
                </a:cubicBezTo>
                <a:cubicBezTo>
                  <a:pt x="1431422" y="78863"/>
                  <a:pt x="1428657" y="77023"/>
                  <a:pt x="1426499" y="74611"/>
                </a:cubicBezTo>
                <a:cubicBezTo>
                  <a:pt x="1424341" y="72199"/>
                  <a:pt x="1422745" y="69243"/>
                  <a:pt x="1421711" y="65744"/>
                </a:cubicBezTo>
                <a:cubicBezTo>
                  <a:pt x="1420678" y="62244"/>
                  <a:pt x="1420161" y="58282"/>
                  <a:pt x="1420161" y="53857"/>
                </a:cubicBezTo>
                <a:cubicBezTo>
                  <a:pt x="1420161" y="50013"/>
                  <a:pt x="1420714" y="46377"/>
                  <a:pt x="1421820" y="42950"/>
                </a:cubicBezTo>
                <a:cubicBezTo>
                  <a:pt x="1422926" y="39522"/>
                  <a:pt x="1424540" y="36512"/>
                  <a:pt x="1426662" y="33919"/>
                </a:cubicBezTo>
                <a:cubicBezTo>
                  <a:pt x="1428784" y="31326"/>
                  <a:pt x="1431386" y="29268"/>
                  <a:pt x="1434468" y="27745"/>
                </a:cubicBezTo>
                <a:cubicBezTo>
                  <a:pt x="1437551" y="26221"/>
                  <a:pt x="1441051" y="25460"/>
                  <a:pt x="1444968" y="25460"/>
                </a:cubicBezTo>
                <a:cubicBezTo>
                  <a:pt x="1448776" y="25460"/>
                  <a:pt x="1452149" y="26058"/>
                  <a:pt x="1455086" y="27255"/>
                </a:cubicBezTo>
                <a:cubicBezTo>
                  <a:pt x="1458024" y="28452"/>
                  <a:pt x="1460499" y="30147"/>
                  <a:pt x="1462512" y="32341"/>
                </a:cubicBezTo>
                <a:cubicBezTo>
                  <a:pt x="1464525" y="34536"/>
                  <a:pt x="1466048" y="37201"/>
                  <a:pt x="1467082" y="40338"/>
                </a:cubicBezTo>
                <a:cubicBezTo>
                  <a:pt x="1468116" y="43475"/>
                  <a:pt x="1468632" y="46984"/>
                  <a:pt x="1468632" y="50865"/>
                </a:cubicBezTo>
                <a:moveTo>
                  <a:pt x="1458786" y="49505"/>
                </a:moveTo>
                <a:cubicBezTo>
                  <a:pt x="1458895" y="47075"/>
                  <a:pt x="1458659" y="44854"/>
                  <a:pt x="1458079" y="42841"/>
                </a:cubicBezTo>
                <a:cubicBezTo>
                  <a:pt x="1457498" y="40828"/>
                  <a:pt x="1456601" y="39096"/>
                  <a:pt x="1455386" y="37646"/>
                </a:cubicBezTo>
                <a:cubicBezTo>
                  <a:pt x="1454171" y="36195"/>
                  <a:pt x="1452657" y="35061"/>
                  <a:pt x="1450843" y="34245"/>
                </a:cubicBezTo>
                <a:cubicBezTo>
                  <a:pt x="1449030" y="33429"/>
                  <a:pt x="1446926" y="33021"/>
                  <a:pt x="1444533" y="33021"/>
                </a:cubicBezTo>
                <a:cubicBezTo>
                  <a:pt x="1442465" y="33021"/>
                  <a:pt x="1440580" y="33420"/>
                  <a:pt x="1438875" y="34218"/>
                </a:cubicBezTo>
                <a:cubicBezTo>
                  <a:pt x="1437170" y="35016"/>
                  <a:pt x="1435702" y="36140"/>
                  <a:pt x="1434468" y="37591"/>
                </a:cubicBezTo>
                <a:cubicBezTo>
                  <a:pt x="1433235" y="39042"/>
                  <a:pt x="1432238" y="40783"/>
                  <a:pt x="1431476" y="42814"/>
                </a:cubicBezTo>
                <a:cubicBezTo>
                  <a:pt x="1430715" y="44845"/>
                  <a:pt x="1430243" y="47075"/>
                  <a:pt x="1430062" y="49505"/>
                </a:cubicBezTo>
                <a:lnTo>
                  <a:pt x="1458786" y="49505"/>
                </a:lnTo>
                <a:close/>
                <a:moveTo>
                  <a:pt x="1486200" y="26439"/>
                </a:moveTo>
                <a:lnTo>
                  <a:pt x="1494850" y="26439"/>
                </a:lnTo>
                <a:lnTo>
                  <a:pt x="1495122" y="36478"/>
                </a:lnTo>
                <a:cubicBezTo>
                  <a:pt x="1498350" y="32606"/>
                  <a:pt x="1501532" y="29802"/>
                  <a:pt x="1504669" y="28066"/>
                </a:cubicBezTo>
                <a:cubicBezTo>
                  <a:pt x="1507806" y="26328"/>
                  <a:pt x="1510971" y="25460"/>
                  <a:pt x="1514162" y="25460"/>
                </a:cubicBezTo>
                <a:cubicBezTo>
                  <a:pt x="1519820" y="25460"/>
                  <a:pt x="1524109" y="27287"/>
                  <a:pt x="1527028" y="30941"/>
                </a:cubicBezTo>
                <a:cubicBezTo>
                  <a:pt x="1529948" y="34595"/>
                  <a:pt x="1531299" y="40021"/>
                  <a:pt x="1531081" y="47220"/>
                </a:cubicBezTo>
                <a:lnTo>
                  <a:pt x="1521506" y="47220"/>
                </a:lnTo>
                <a:cubicBezTo>
                  <a:pt x="1521615" y="42452"/>
                  <a:pt x="1520917" y="38994"/>
                  <a:pt x="1519412" y="36845"/>
                </a:cubicBezTo>
                <a:cubicBezTo>
                  <a:pt x="1517907" y="34695"/>
                  <a:pt x="1515704" y="33620"/>
                  <a:pt x="1512802" y="33620"/>
                </a:cubicBezTo>
                <a:cubicBezTo>
                  <a:pt x="1511533" y="33620"/>
                  <a:pt x="1510254" y="33846"/>
                  <a:pt x="1508967" y="34298"/>
                </a:cubicBezTo>
                <a:cubicBezTo>
                  <a:pt x="1507679" y="34749"/>
                  <a:pt x="1506356" y="35471"/>
                  <a:pt x="1504996" y="36464"/>
                </a:cubicBezTo>
                <a:cubicBezTo>
                  <a:pt x="1503636" y="37457"/>
                  <a:pt x="1502194" y="38730"/>
                  <a:pt x="1500671" y="40284"/>
                </a:cubicBezTo>
                <a:cubicBezTo>
                  <a:pt x="1499148" y="41837"/>
                  <a:pt x="1497516" y="43715"/>
                  <a:pt x="1495775" y="45918"/>
                </a:cubicBezTo>
                <a:lnTo>
                  <a:pt x="1495775" y="81058"/>
                </a:lnTo>
                <a:lnTo>
                  <a:pt x="1486200" y="81058"/>
                </a:lnTo>
                <a:lnTo>
                  <a:pt x="1486200" y="26439"/>
                </a:lnTo>
                <a:close/>
                <a:moveTo>
                  <a:pt x="1588688" y="66152"/>
                </a:moveTo>
                <a:cubicBezTo>
                  <a:pt x="1588688" y="68074"/>
                  <a:pt x="1588362" y="69797"/>
                  <a:pt x="1587709" y="71320"/>
                </a:cubicBezTo>
                <a:cubicBezTo>
                  <a:pt x="1587056" y="72843"/>
                  <a:pt x="1586167" y="74194"/>
                  <a:pt x="1585043" y="75373"/>
                </a:cubicBezTo>
                <a:cubicBezTo>
                  <a:pt x="1583919" y="76551"/>
                  <a:pt x="1582613" y="77558"/>
                  <a:pt x="1581126" y="78392"/>
                </a:cubicBezTo>
                <a:cubicBezTo>
                  <a:pt x="1579639" y="79226"/>
                  <a:pt x="1578053" y="79915"/>
                  <a:pt x="1576366" y="80459"/>
                </a:cubicBezTo>
                <a:cubicBezTo>
                  <a:pt x="1574680" y="81003"/>
                  <a:pt x="1572948" y="81402"/>
                  <a:pt x="1571171" y="81656"/>
                </a:cubicBezTo>
                <a:cubicBezTo>
                  <a:pt x="1569394" y="81910"/>
                  <a:pt x="1567653" y="82037"/>
                  <a:pt x="1565948" y="82037"/>
                </a:cubicBezTo>
                <a:cubicBezTo>
                  <a:pt x="1562249" y="82037"/>
                  <a:pt x="1558849" y="81874"/>
                  <a:pt x="1555748" y="81547"/>
                </a:cubicBezTo>
                <a:cubicBezTo>
                  <a:pt x="1552647" y="81221"/>
                  <a:pt x="1549610" y="80695"/>
                  <a:pt x="1546636" y="79969"/>
                </a:cubicBezTo>
                <a:lnTo>
                  <a:pt x="1546636" y="71265"/>
                </a:lnTo>
                <a:cubicBezTo>
                  <a:pt x="1549827" y="72172"/>
                  <a:pt x="1553001" y="72861"/>
                  <a:pt x="1556156" y="73333"/>
                </a:cubicBezTo>
                <a:cubicBezTo>
                  <a:pt x="1559311" y="73804"/>
                  <a:pt x="1562449" y="74040"/>
                  <a:pt x="1565568" y="74040"/>
                </a:cubicBezTo>
                <a:cubicBezTo>
                  <a:pt x="1570101" y="74040"/>
                  <a:pt x="1573456" y="73423"/>
                  <a:pt x="1575632" y="72190"/>
                </a:cubicBezTo>
                <a:cubicBezTo>
                  <a:pt x="1577808" y="70957"/>
                  <a:pt x="1578896" y="69198"/>
                  <a:pt x="1578896" y="66913"/>
                </a:cubicBezTo>
                <a:cubicBezTo>
                  <a:pt x="1578896" y="65934"/>
                  <a:pt x="1578723" y="65055"/>
                  <a:pt x="1578379" y="64275"/>
                </a:cubicBezTo>
                <a:cubicBezTo>
                  <a:pt x="1578034" y="63495"/>
                  <a:pt x="1577409" y="62752"/>
                  <a:pt x="1576502" y="62044"/>
                </a:cubicBezTo>
                <a:cubicBezTo>
                  <a:pt x="1575595" y="61337"/>
                  <a:pt x="1574190" y="60603"/>
                  <a:pt x="1572286" y="59841"/>
                </a:cubicBezTo>
                <a:cubicBezTo>
                  <a:pt x="1570382" y="59080"/>
                  <a:pt x="1567780" y="58209"/>
                  <a:pt x="1564479" y="57230"/>
                </a:cubicBezTo>
                <a:cubicBezTo>
                  <a:pt x="1562013" y="56505"/>
                  <a:pt x="1559738" y="55679"/>
                  <a:pt x="1557652" y="54755"/>
                </a:cubicBezTo>
                <a:cubicBezTo>
                  <a:pt x="1555567" y="53830"/>
                  <a:pt x="1553762" y="52733"/>
                  <a:pt x="1552239" y="51463"/>
                </a:cubicBezTo>
                <a:cubicBezTo>
                  <a:pt x="1550716" y="50194"/>
                  <a:pt x="1549519" y="48707"/>
                  <a:pt x="1548649" y="47002"/>
                </a:cubicBezTo>
                <a:cubicBezTo>
                  <a:pt x="1547778" y="45298"/>
                  <a:pt x="1547343" y="43285"/>
                  <a:pt x="1547343" y="40964"/>
                </a:cubicBezTo>
                <a:cubicBezTo>
                  <a:pt x="1547343" y="39441"/>
                  <a:pt x="1547697" y="37772"/>
                  <a:pt x="1548404" y="35959"/>
                </a:cubicBezTo>
                <a:cubicBezTo>
                  <a:pt x="1549111" y="34146"/>
                  <a:pt x="1550317" y="32459"/>
                  <a:pt x="1552022" y="30900"/>
                </a:cubicBezTo>
                <a:cubicBezTo>
                  <a:pt x="1553726" y="29340"/>
                  <a:pt x="1556029" y="28044"/>
                  <a:pt x="1558931" y="27010"/>
                </a:cubicBezTo>
                <a:cubicBezTo>
                  <a:pt x="1561832" y="25976"/>
                  <a:pt x="1565459" y="25460"/>
                  <a:pt x="1569811" y="25460"/>
                </a:cubicBezTo>
                <a:cubicBezTo>
                  <a:pt x="1571951" y="25460"/>
                  <a:pt x="1574326" y="25578"/>
                  <a:pt x="1576937" y="25813"/>
                </a:cubicBezTo>
                <a:cubicBezTo>
                  <a:pt x="1579549" y="26049"/>
                  <a:pt x="1582269" y="26457"/>
                  <a:pt x="1585097" y="27037"/>
                </a:cubicBezTo>
                <a:lnTo>
                  <a:pt x="1585097" y="35469"/>
                </a:lnTo>
                <a:cubicBezTo>
                  <a:pt x="1582124" y="34744"/>
                  <a:pt x="1579304" y="34209"/>
                  <a:pt x="1576638" y="33865"/>
                </a:cubicBezTo>
                <a:cubicBezTo>
                  <a:pt x="1573972" y="33520"/>
                  <a:pt x="1571660" y="33348"/>
                  <a:pt x="1569702" y="33348"/>
                </a:cubicBezTo>
                <a:cubicBezTo>
                  <a:pt x="1567345" y="33348"/>
                  <a:pt x="1565359" y="33529"/>
                  <a:pt x="1563745" y="33892"/>
                </a:cubicBezTo>
                <a:cubicBezTo>
                  <a:pt x="1562131" y="34255"/>
                  <a:pt x="1560826" y="34753"/>
                  <a:pt x="1559828" y="35388"/>
                </a:cubicBezTo>
                <a:cubicBezTo>
                  <a:pt x="1558831" y="36023"/>
                  <a:pt x="1558115" y="36766"/>
                  <a:pt x="1557679" y="37618"/>
                </a:cubicBezTo>
                <a:cubicBezTo>
                  <a:pt x="1557244" y="38471"/>
                  <a:pt x="1557027" y="39386"/>
                  <a:pt x="1557027" y="40366"/>
                </a:cubicBezTo>
                <a:cubicBezTo>
                  <a:pt x="1557027" y="41345"/>
                  <a:pt x="1557217" y="42233"/>
                  <a:pt x="1557598" y="43031"/>
                </a:cubicBezTo>
                <a:cubicBezTo>
                  <a:pt x="1557979" y="43829"/>
                  <a:pt x="1558686" y="44600"/>
                  <a:pt x="1559719" y="45343"/>
                </a:cubicBezTo>
                <a:cubicBezTo>
                  <a:pt x="1560753" y="46087"/>
                  <a:pt x="1562195" y="46830"/>
                  <a:pt x="1564044" y="47574"/>
                </a:cubicBezTo>
                <a:cubicBezTo>
                  <a:pt x="1565894" y="48317"/>
                  <a:pt x="1568306" y="49124"/>
                  <a:pt x="1571280" y="49995"/>
                </a:cubicBezTo>
                <a:cubicBezTo>
                  <a:pt x="1574507" y="50937"/>
                  <a:pt x="1577227" y="51926"/>
                  <a:pt x="1579440" y="52959"/>
                </a:cubicBezTo>
                <a:cubicBezTo>
                  <a:pt x="1581652" y="53993"/>
                  <a:pt x="1583447" y="55145"/>
                  <a:pt x="1584825" y="56414"/>
                </a:cubicBezTo>
                <a:cubicBezTo>
                  <a:pt x="1586204" y="57683"/>
                  <a:pt x="1587192" y="59116"/>
                  <a:pt x="1587790" y="60712"/>
                </a:cubicBezTo>
                <a:cubicBezTo>
                  <a:pt x="1588389" y="62307"/>
                  <a:pt x="1588688" y="64121"/>
                  <a:pt x="1588688" y="66152"/>
                </a:cubicBezTo>
                <a:close/>
                <a:moveTo>
                  <a:pt x="1618061" y="0"/>
                </a:moveTo>
                <a:cubicBezTo>
                  <a:pt x="1634780" y="15494"/>
                  <a:pt x="1643139" y="32730"/>
                  <a:pt x="1643139" y="51708"/>
                </a:cubicBezTo>
                <a:cubicBezTo>
                  <a:pt x="1643139" y="55627"/>
                  <a:pt x="1642740" y="59692"/>
                  <a:pt x="1641943" y="63901"/>
                </a:cubicBezTo>
                <a:cubicBezTo>
                  <a:pt x="1641145" y="68110"/>
                  <a:pt x="1639785" y="72419"/>
                  <a:pt x="1637863" y="76828"/>
                </a:cubicBezTo>
                <a:cubicBezTo>
                  <a:pt x="1635940" y="81237"/>
                  <a:pt x="1633356" y="85709"/>
                  <a:pt x="1630110" y="90244"/>
                </a:cubicBezTo>
                <a:cubicBezTo>
                  <a:pt x="1626864" y="94780"/>
                  <a:pt x="1622775" y="99334"/>
                  <a:pt x="1617843" y="103906"/>
                </a:cubicBezTo>
                <a:lnTo>
                  <a:pt x="1612348" y="98299"/>
                </a:lnTo>
                <a:cubicBezTo>
                  <a:pt x="1619421" y="91296"/>
                  <a:pt x="1624697" y="83985"/>
                  <a:pt x="1628179" y="76365"/>
                </a:cubicBezTo>
                <a:cubicBezTo>
                  <a:pt x="1631661" y="68745"/>
                  <a:pt x="1633402" y="60761"/>
                  <a:pt x="1633402" y="52415"/>
                </a:cubicBezTo>
                <a:cubicBezTo>
                  <a:pt x="1633402" y="35143"/>
                  <a:pt x="1626384" y="19613"/>
                  <a:pt x="1612348" y="5824"/>
                </a:cubicBezTo>
                <a:lnTo>
                  <a:pt x="1618061" y="0"/>
                </a:lnTo>
                <a:close/>
                <a:moveTo>
                  <a:pt x="1679530" y="0"/>
                </a:moveTo>
                <a:cubicBezTo>
                  <a:pt x="1696249" y="15494"/>
                  <a:pt x="1704609" y="32730"/>
                  <a:pt x="1704609" y="51708"/>
                </a:cubicBezTo>
                <a:cubicBezTo>
                  <a:pt x="1704609" y="55627"/>
                  <a:pt x="1704210" y="59692"/>
                  <a:pt x="1703412" y="63901"/>
                </a:cubicBezTo>
                <a:cubicBezTo>
                  <a:pt x="1702614" y="68110"/>
                  <a:pt x="1701254" y="72419"/>
                  <a:pt x="1699332" y="76828"/>
                </a:cubicBezTo>
                <a:cubicBezTo>
                  <a:pt x="1697410" y="81237"/>
                  <a:pt x="1694826" y="85709"/>
                  <a:pt x="1691580" y="90244"/>
                </a:cubicBezTo>
                <a:cubicBezTo>
                  <a:pt x="1688334" y="94780"/>
                  <a:pt x="1684245" y="99334"/>
                  <a:pt x="1679312" y="103906"/>
                </a:cubicBezTo>
                <a:lnTo>
                  <a:pt x="1673818" y="98299"/>
                </a:lnTo>
                <a:cubicBezTo>
                  <a:pt x="1680890" y="91296"/>
                  <a:pt x="1686167" y="83985"/>
                  <a:pt x="1689648" y="76365"/>
                </a:cubicBezTo>
                <a:cubicBezTo>
                  <a:pt x="1693130" y="68745"/>
                  <a:pt x="1694871" y="60761"/>
                  <a:pt x="1694871" y="52415"/>
                </a:cubicBezTo>
                <a:cubicBezTo>
                  <a:pt x="1694871" y="35143"/>
                  <a:pt x="1687853" y="19613"/>
                  <a:pt x="1673818" y="5824"/>
                </a:cubicBezTo>
                <a:lnTo>
                  <a:pt x="1679530" y="0"/>
                </a:lnTo>
                <a:close/>
                <a:moveTo>
                  <a:pt x="1751771" y="25460"/>
                </a:moveTo>
                <a:cubicBezTo>
                  <a:pt x="1752895" y="25460"/>
                  <a:pt x="1753965" y="25686"/>
                  <a:pt x="1754981" y="26140"/>
                </a:cubicBezTo>
                <a:cubicBezTo>
                  <a:pt x="1755996" y="26593"/>
                  <a:pt x="1756885" y="27201"/>
                  <a:pt x="1757646" y="27962"/>
                </a:cubicBezTo>
                <a:cubicBezTo>
                  <a:pt x="1758408" y="28724"/>
                  <a:pt x="1759015" y="29612"/>
                  <a:pt x="1759469" y="30628"/>
                </a:cubicBezTo>
                <a:cubicBezTo>
                  <a:pt x="1759922" y="31643"/>
                  <a:pt x="1760149" y="32713"/>
                  <a:pt x="1760149" y="33837"/>
                </a:cubicBezTo>
                <a:cubicBezTo>
                  <a:pt x="1760149" y="34998"/>
                  <a:pt x="1759922" y="36077"/>
                  <a:pt x="1759469" y="37074"/>
                </a:cubicBezTo>
                <a:cubicBezTo>
                  <a:pt x="1759015" y="38072"/>
                  <a:pt x="1758408" y="38951"/>
                  <a:pt x="1757646" y="39713"/>
                </a:cubicBezTo>
                <a:cubicBezTo>
                  <a:pt x="1756885" y="40474"/>
                  <a:pt x="1755996" y="41073"/>
                  <a:pt x="1754981" y="41508"/>
                </a:cubicBezTo>
                <a:cubicBezTo>
                  <a:pt x="1753965" y="41943"/>
                  <a:pt x="1752895" y="42161"/>
                  <a:pt x="1751771" y="42161"/>
                </a:cubicBezTo>
                <a:cubicBezTo>
                  <a:pt x="1750610" y="42161"/>
                  <a:pt x="1749531" y="41943"/>
                  <a:pt x="1748534" y="41508"/>
                </a:cubicBezTo>
                <a:cubicBezTo>
                  <a:pt x="1747537" y="41073"/>
                  <a:pt x="1746657" y="40474"/>
                  <a:pt x="1745896" y="39713"/>
                </a:cubicBezTo>
                <a:cubicBezTo>
                  <a:pt x="1745134" y="38951"/>
                  <a:pt x="1744536" y="38072"/>
                  <a:pt x="1744100" y="37074"/>
                </a:cubicBezTo>
                <a:cubicBezTo>
                  <a:pt x="1743665" y="36077"/>
                  <a:pt x="1743448" y="34998"/>
                  <a:pt x="1743448" y="33837"/>
                </a:cubicBezTo>
                <a:cubicBezTo>
                  <a:pt x="1743448" y="32713"/>
                  <a:pt x="1743665" y="31643"/>
                  <a:pt x="1744100" y="30628"/>
                </a:cubicBezTo>
                <a:cubicBezTo>
                  <a:pt x="1744536" y="29612"/>
                  <a:pt x="1745134" y="28724"/>
                  <a:pt x="1745896" y="27962"/>
                </a:cubicBezTo>
                <a:cubicBezTo>
                  <a:pt x="1746657" y="27201"/>
                  <a:pt x="1747537" y="26593"/>
                  <a:pt x="1748534" y="26140"/>
                </a:cubicBezTo>
                <a:cubicBezTo>
                  <a:pt x="1749531" y="25686"/>
                  <a:pt x="1750610" y="25460"/>
                  <a:pt x="1751771" y="25460"/>
                </a:cubicBezTo>
                <a:moveTo>
                  <a:pt x="1751771" y="65336"/>
                </a:moveTo>
                <a:cubicBezTo>
                  <a:pt x="1752895" y="65336"/>
                  <a:pt x="1753965" y="65562"/>
                  <a:pt x="1754981" y="66016"/>
                </a:cubicBezTo>
                <a:cubicBezTo>
                  <a:pt x="1755996" y="66469"/>
                  <a:pt x="1756885" y="67076"/>
                  <a:pt x="1757646" y="67838"/>
                </a:cubicBezTo>
                <a:cubicBezTo>
                  <a:pt x="1758408" y="68600"/>
                  <a:pt x="1759015" y="69488"/>
                  <a:pt x="1759469" y="70504"/>
                </a:cubicBezTo>
                <a:cubicBezTo>
                  <a:pt x="1759922" y="71519"/>
                  <a:pt x="1760149" y="72589"/>
                  <a:pt x="1760149" y="73713"/>
                </a:cubicBezTo>
                <a:cubicBezTo>
                  <a:pt x="1760149" y="74874"/>
                  <a:pt x="1759922" y="75953"/>
                  <a:pt x="1759469" y="76950"/>
                </a:cubicBezTo>
                <a:cubicBezTo>
                  <a:pt x="1759015" y="77948"/>
                  <a:pt x="1758408" y="78827"/>
                  <a:pt x="1757646" y="79589"/>
                </a:cubicBezTo>
                <a:cubicBezTo>
                  <a:pt x="1756885" y="80350"/>
                  <a:pt x="1755996" y="80949"/>
                  <a:pt x="1754981" y="81384"/>
                </a:cubicBezTo>
                <a:cubicBezTo>
                  <a:pt x="1753965" y="81819"/>
                  <a:pt x="1752895" y="82037"/>
                  <a:pt x="1751771" y="82037"/>
                </a:cubicBezTo>
                <a:cubicBezTo>
                  <a:pt x="1750610" y="82037"/>
                  <a:pt x="1749531" y="81819"/>
                  <a:pt x="1748534" y="81384"/>
                </a:cubicBezTo>
                <a:cubicBezTo>
                  <a:pt x="1747537" y="80949"/>
                  <a:pt x="1746657" y="80350"/>
                  <a:pt x="1745896" y="79589"/>
                </a:cubicBezTo>
                <a:cubicBezTo>
                  <a:pt x="1745134" y="78827"/>
                  <a:pt x="1744536" y="77948"/>
                  <a:pt x="1744100" y="76950"/>
                </a:cubicBezTo>
                <a:cubicBezTo>
                  <a:pt x="1743665" y="75953"/>
                  <a:pt x="1743448" y="74874"/>
                  <a:pt x="1743448" y="73713"/>
                </a:cubicBezTo>
                <a:cubicBezTo>
                  <a:pt x="1743448" y="72589"/>
                  <a:pt x="1743665" y="71519"/>
                  <a:pt x="1744100" y="70504"/>
                </a:cubicBezTo>
                <a:cubicBezTo>
                  <a:pt x="1744536" y="69488"/>
                  <a:pt x="1745134" y="68600"/>
                  <a:pt x="1745896" y="67838"/>
                </a:cubicBezTo>
                <a:cubicBezTo>
                  <a:pt x="1746657" y="67076"/>
                  <a:pt x="1747537" y="66469"/>
                  <a:pt x="1748534" y="66016"/>
                </a:cubicBezTo>
                <a:cubicBezTo>
                  <a:pt x="1749531" y="65562"/>
                  <a:pt x="1750610" y="65336"/>
                  <a:pt x="1751771" y="65336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5" name="Text forjinrange...">
            <a:extLst xmlns:a="http://schemas.openxmlformats.org/drawingml/2006/main">
              <a:ext uri="{FF2B5EF4-FFF2-40B4-BE49-F238E27FC236}">
                <a16:creationId xmlns:a16="http://schemas.microsoft.com/office/drawing/2014/main" id="{5E572B63-517F-4428-AFF9-EF1BBFC5A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926" y="483183"/>
            <a:ext cx="1022733" cy="100424"/>
          </a:xfrm>
          <a:custGeom xmlns:a="http://schemas.openxmlformats.org/drawingml/2006/main">
            <a:pathLst>
              <a:path w="1022733" h="100424">
                <a:moveTo>
                  <a:pt x="57175" y="9466"/>
                </a:moveTo>
                <a:cubicBezTo>
                  <a:pt x="52207" y="8414"/>
                  <a:pt x="47927" y="7888"/>
                  <a:pt x="44337" y="7888"/>
                </a:cubicBezTo>
                <a:cubicBezTo>
                  <a:pt x="35814" y="7888"/>
                  <a:pt x="31553" y="12349"/>
                  <a:pt x="31553" y="21271"/>
                </a:cubicBezTo>
                <a:lnTo>
                  <a:pt x="31553" y="30845"/>
                </a:lnTo>
                <a:lnTo>
                  <a:pt x="55489" y="30845"/>
                </a:lnTo>
                <a:lnTo>
                  <a:pt x="55489" y="38734"/>
                </a:lnTo>
                <a:lnTo>
                  <a:pt x="31553" y="38734"/>
                </a:lnTo>
                <a:lnTo>
                  <a:pt x="31553" y="77576"/>
                </a:lnTo>
                <a:lnTo>
                  <a:pt x="21924" y="77576"/>
                </a:lnTo>
                <a:lnTo>
                  <a:pt x="21924" y="38734"/>
                </a:lnTo>
                <a:lnTo>
                  <a:pt x="4352" y="38734"/>
                </a:lnTo>
                <a:lnTo>
                  <a:pt x="4352" y="30845"/>
                </a:lnTo>
                <a:lnTo>
                  <a:pt x="21924" y="30845"/>
                </a:lnTo>
                <a:lnTo>
                  <a:pt x="21924" y="21815"/>
                </a:lnTo>
                <a:cubicBezTo>
                  <a:pt x="21924" y="7272"/>
                  <a:pt x="29503" y="0"/>
                  <a:pt x="44663" y="0"/>
                </a:cubicBezTo>
                <a:cubicBezTo>
                  <a:pt x="48435" y="0"/>
                  <a:pt x="52606" y="435"/>
                  <a:pt x="57175" y="1306"/>
                </a:cubicBezTo>
                <a:lnTo>
                  <a:pt x="57175" y="9466"/>
                </a:lnTo>
                <a:moveTo>
                  <a:pt x="0" y="22957"/>
                </a:moveTo>
                <a:lnTo>
                  <a:pt x="0" y="22957"/>
                </a:lnTo>
                <a:close/>
                <a:moveTo>
                  <a:pt x="117720" y="49831"/>
                </a:moveTo>
                <a:cubicBezTo>
                  <a:pt x="117720" y="54075"/>
                  <a:pt x="117122" y="57964"/>
                  <a:pt x="115925" y="61500"/>
                </a:cubicBezTo>
                <a:cubicBezTo>
                  <a:pt x="114728" y="65036"/>
                  <a:pt x="113005" y="68065"/>
                  <a:pt x="110757" y="70585"/>
                </a:cubicBezTo>
                <a:cubicBezTo>
                  <a:pt x="108508" y="73106"/>
                  <a:pt x="105770" y="75064"/>
                  <a:pt x="102542" y="76461"/>
                </a:cubicBezTo>
                <a:cubicBezTo>
                  <a:pt x="99314" y="77857"/>
                  <a:pt x="95651" y="78555"/>
                  <a:pt x="91553" y="78555"/>
                </a:cubicBezTo>
                <a:cubicBezTo>
                  <a:pt x="87636" y="78555"/>
                  <a:pt x="84127" y="77948"/>
                  <a:pt x="81027" y="76733"/>
                </a:cubicBezTo>
                <a:cubicBezTo>
                  <a:pt x="77926" y="75518"/>
                  <a:pt x="75296" y="73732"/>
                  <a:pt x="73138" y="71374"/>
                </a:cubicBezTo>
                <a:cubicBezTo>
                  <a:pt x="70981" y="69017"/>
                  <a:pt x="69330" y="66097"/>
                  <a:pt x="68188" y="62616"/>
                </a:cubicBezTo>
                <a:cubicBezTo>
                  <a:pt x="67046" y="59134"/>
                  <a:pt x="66474" y="55126"/>
                  <a:pt x="66474" y="50593"/>
                </a:cubicBezTo>
                <a:cubicBezTo>
                  <a:pt x="66474" y="46350"/>
                  <a:pt x="67073" y="42478"/>
                  <a:pt x="68270" y="38978"/>
                </a:cubicBezTo>
                <a:cubicBezTo>
                  <a:pt x="69466" y="35479"/>
                  <a:pt x="71189" y="32468"/>
                  <a:pt x="73438" y="29948"/>
                </a:cubicBezTo>
                <a:cubicBezTo>
                  <a:pt x="75686" y="27427"/>
                  <a:pt x="78424" y="25469"/>
                  <a:pt x="81652" y="24072"/>
                </a:cubicBezTo>
                <a:cubicBezTo>
                  <a:pt x="84880" y="22676"/>
                  <a:pt x="88543" y="21978"/>
                  <a:pt x="92641" y="21978"/>
                </a:cubicBezTo>
                <a:cubicBezTo>
                  <a:pt x="96558" y="21978"/>
                  <a:pt x="100067" y="22585"/>
                  <a:pt x="103168" y="23800"/>
                </a:cubicBezTo>
                <a:cubicBezTo>
                  <a:pt x="106269" y="25015"/>
                  <a:pt x="108898" y="26793"/>
                  <a:pt x="111056" y="29132"/>
                </a:cubicBezTo>
                <a:cubicBezTo>
                  <a:pt x="113214" y="31471"/>
                  <a:pt x="114864" y="34381"/>
                  <a:pt x="116006" y="37863"/>
                </a:cubicBezTo>
                <a:cubicBezTo>
                  <a:pt x="117149" y="41345"/>
                  <a:pt x="117720" y="45334"/>
                  <a:pt x="117720" y="49831"/>
                </a:cubicBezTo>
                <a:moveTo>
                  <a:pt x="108037" y="50267"/>
                </a:moveTo>
                <a:cubicBezTo>
                  <a:pt x="108037" y="46894"/>
                  <a:pt x="107665" y="43947"/>
                  <a:pt x="106921" y="41426"/>
                </a:cubicBezTo>
                <a:cubicBezTo>
                  <a:pt x="106178" y="38906"/>
                  <a:pt x="105117" y="36802"/>
                  <a:pt x="103739" y="35116"/>
                </a:cubicBezTo>
                <a:cubicBezTo>
                  <a:pt x="102361" y="33429"/>
                  <a:pt x="100683" y="32160"/>
                  <a:pt x="98707" y="31308"/>
                </a:cubicBezTo>
                <a:cubicBezTo>
                  <a:pt x="96730" y="30456"/>
                  <a:pt x="94527" y="30029"/>
                  <a:pt x="92097" y="30029"/>
                </a:cubicBezTo>
                <a:cubicBezTo>
                  <a:pt x="89268" y="30029"/>
                  <a:pt x="86847" y="30582"/>
                  <a:pt x="84835" y="31689"/>
                </a:cubicBezTo>
                <a:cubicBezTo>
                  <a:pt x="82822" y="32795"/>
                  <a:pt x="81172" y="34273"/>
                  <a:pt x="79884" y="36122"/>
                </a:cubicBezTo>
                <a:cubicBezTo>
                  <a:pt x="78597" y="37972"/>
                  <a:pt x="77654" y="40121"/>
                  <a:pt x="77055" y="42569"/>
                </a:cubicBezTo>
                <a:cubicBezTo>
                  <a:pt x="76457" y="45017"/>
                  <a:pt x="76158" y="47583"/>
                  <a:pt x="76158" y="50267"/>
                </a:cubicBezTo>
                <a:cubicBezTo>
                  <a:pt x="76158" y="53639"/>
                  <a:pt x="76529" y="56595"/>
                  <a:pt x="77273" y="59134"/>
                </a:cubicBezTo>
                <a:cubicBezTo>
                  <a:pt x="78016" y="61673"/>
                  <a:pt x="79077" y="63785"/>
                  <a:pt x="80455" y="65472"/>
                </a:cubicBezTo>
                <a:cubicBezTo>
                  <a:pt x="81834" y="67158"/>
                  <a:pt x="83502" y="68427"/>
                  <a:pt x="85460" y="69280"/>
                </a:cubicBezTo>
                <a:cubicBezTo>
                  <a:pt x="87419" y="70132"/>
                  <a:pt x="89631" y="70558"/>
                  <a:pt x="92097" y="70558"/>
                </a:cubicBezTo>
                <a:cubicBezTo>
                  <a:pt x="94926" y="70558"/>
                  <a:pt x="97347" y="70005"/>
                  <a:pt x="99360" y="68899"/>
                </a:cubicBezTo>
                <a:cubicBezTo>
                  <a:pt x="101373" y="67793"/>
                  <a:pt x="103023" y="66315"/>
                  <a:pt x="104310" y="64465"/>
                </a:cubicBezTo>
                <a:cubicBezTo>
                  <a:pt x="105598" y="62616"/>
                  <a:pt x="106541" y="60467"/>
                  <a:pt x="107139" y="58019"/>
                </a:cubicBezTo>
                <a:cubicBezTo>
                  <a:pt x="107737" y="55571"/>
                  <a:pt x="108037" y="52987"/>
                  <a:pt x="108037" y="50267"/>
                </a:cubicBezTo>
                <a:close/>
                <a:moveTo>
                  <a:pt x="133873" y="22957"/>
                </a:moveTo>
                <a:lnTo>
                  <a:pt x="142523" y="22957"/>
                </a:lnTo>
                <a:lnTo>
                  <a:pt x="142795" y="32996"/>
                </a:lnTo>
                <a:cubicBezTo>
                  <a:pt x="146023" y="29124"/>
                  <a:pt x="149205" y="26320"/>
                  <a:pt x="152342" y="24584"/>
                </a:cubicBezTo>
                <a:cubicBezTo>
                  <a:pt x="155480" y="22847"/>
                  <a:pt x="158644" y="21978"/>
                  <a:pt x="161835" y="21978"/>
                </a:cubicBezTo>
                <a:cubicBezTo>
                  <a:pt x="167493" y="21978"/>
                  <a:pt x="171782" y="23805"/>
                  <a:pt x="174701" y="27459"/>
                </a:cubicBezTo>
                <a:cubicBezTo>
                  <a:pt x="177621" y="31113"/>
                  <a:pt x="178972" y="36539"/>
                  <a:pt x="178754" y="43738"/>
                </a:cubicBezTo>
                <a:lnTo>
                  <a:pt x="169180" y="43738"/>
                </a:lnTo>
                <a:cubicBezTo>
                  <a:pt x="169288" y="38970"/>
                  <a:pt x="168590" y="35512"/>
                  <a:pt x="167085" y="33363"/>
                </a:cubicBezTo>
                <a:cubicBezTo>
                  <a:pt x="165580" y="31213"/>
                  <a:pt x="163377" y="30138"/>
                  <a:pt x="160475" y="30138"/>
                </a:cubicBezTo>
                <a:cubicBezTo>
                  <a:pt x="159206" y="30138"/>
                  <a:pt x="157928" y="30364"/>
                  <a:pt x="156640" y="30816"/>
                </a:cubicBezTo>
                <a:cubicBezTo>
                  <a:pt x="155353" y="31268"/>
                  <a:pt x="154029" y="31990"/>
                  <a:pt x="152669" y="32982"/>
                </a:cubicBezTo>
                <a:cubicBezTo>
                  <a:pt x="151309" y="33975"/>
                  <a:pt x="149867" y="35248"/>
                  <a:pt x="148344" y="36802"/>
                </a:cubicBezTo>
                <a:cubicBezTo>
                  <a:pt x="146821" y="38355"/>
                  <a:pt x="145189" y="40233"/>
                  <a:pt x="143448" y="42436"/>
                </a:cubicBezTo>
                <a:lnTo>
                  <a:pt x="143448" y="77576"/>
                </a:lnTo>
                <a:lnTo>
                  <a:pt x="133873" y="77576"/>
                </a:lnTo>
                <a:lnTo>
                  <a:pt x="133873" y="22957"/>
                </a:lnTo>
                <a:close/>
                <a:moveTo>
                  <a:pt x="291575" y="22957"/>
                </a:moveTo>
                <a:lnTo>
                  <a:pt x="291575" y="76597"/>
                </a:lnTo>
                <a:cubicBezTo>
                  <a:pt x="291575" y="80405"/>
                  <a:pt x="291031" y="83787"/>
                  <a:pt x="289943" y="86742"/>
                </a:cubicBezTo>
                <a:cubicBezTo>
                  <a:pt x="288855" y="89698"/>
                  <a:pt x="287295" y="92192"/>
                  <a:pt x="285264" y="94223"/>
                </a:cubicBezTo>
                <a:cubicBezTo>
                  <a:pt x="283233" y="96254"/>
                  <a:pt x="280740" y="97795"/>
                  <a:pt x="277784" y="98847"/>
                </a:cubicBezTo>
                <a:cubicBezTo>
                  <a:pt x="274828" y="99898"/>
                  <a:pt x="271501" y="100424"/>
                  <a:pt x="267801" y="100424"/>
                </a:cubicBezTo>
                <a:cubicBezTo>
                  <a:pt x="265118" y="100424"/>
                  <a:pt x="262497" y="100174"/>
                  <a:pt x="259940" y="99675"/>
                </a:cubicBezTo>
                <a:cubicBezTo>
                  <a:pt x="257384" y="99176"/>
                  <a:pt x="255072" y="98483"/>
                  <a:pt x="253004" y="97595"/>
                </a:cubicBezTo>
                <a:lnTo>
                  <a:pt x="253004" y="88565"/>
                </a:lnTo>
                <a:cubicBezTo>
                  <a:pt x="254129" y="89153"/>
                  <a:pt x="255334" y="89686"/>
                  <a:pt x="256622" y="90165"/>
                </a:cubicBezTo>
                <a:cubicBezTo>
                  <a:pt x="257909" y="90643"/>
                  <a:pt x="259233" y="91047"/>
                  <a:pt x="260593" y="91378"/>
                </a:cubicBezTo>
                <a:cubicBezTo>
                  <a:pt x="261953" y="91710"/>
                  <a:pt x="263322" y="91959"/>
                  <a:pt x="264700" y="92125"/>
                </a:cubicBezTo>
                <a:cubicBezTo>
                  <a:pt x="266079" y="92290"/>
                  <a:pt x="267421" y="92373"/>
                  <a:pt x="268726" y="92373"/>
                </a:cubicBezTo>
                <a:cubicBezTo>
                  <a:pt x="272861" y="92373"/>
                  <a:pt x="276107" y="91067"/>
                  <a:pt x="278464" y="88456"/>
                </a:cubicBezTo>
                <a:cubicBezTo>
                  <a:pt x="280821" y="85845"/>
                  <a:pt x="282000" y="82000"/>
                  <a:pt x="282000" y="76923"/>
                </a:cubicBezTo>
                <a:lnTo>
                  <a:pt x="282000" y="30791"/>
                </a:lnTo>
                <a:lnTo>
                  <a:pt x="255235" y="30791"/>
                </a:lnTo>
                <a:lnTo>
                  <a:pt x="255235" y="22957"/>
                </a:lnTo>
                <a:lnTo>
                  <a:pt x="291575" y="22957"/>
                </a:lnTo>
                <a:moveTo>
                  <a:pt x="285862" y="0"/>
                </a:moveTo>
                <a:cubicBezTo>
                  <a:pt x="286914" y="0"/>
                  <a:pt x="287893" y="190"/>
                  <a:pt x="288800" y="571"/>
                </a:cubicBezTo>
                <a:cubicBezTo>
                  <a:pt x="289707" y="952"/>
                  <a:pt x="290496" y="1487"/>
                  <a:pt x="291167" y="2176"/>
                </a:cubicBezTo>
                <a:cubicBezTo>
                  <a:pt x="291838" y="2865"/>
                  <a:pt x="292363" y="3663"/>
                  <a:pt x="292744" y="4570"/>
                </a:cubicBezTo>
                <a:cubicBezTo>
                  <a:pt x="293125" y="5476"/>
                  <a:pt x="293315" y="6437"/>
                  <a:pt x="293315" y="7453"/>
                </a:cubicBezTo>
                <a:cubicBezTo>
                  <a:pt x="293315" y="8505"/>
                  <a:pt x="293125" y="9475"/>
                  <a:pt x="292744" y="10363"/>
                </a:cubicBezTo>
                <a:cubicBezTo>
                  <a:pt x="292363" y="11252"/>
                  <a:pt x="291838" y="12041"/>
                  <a:pt x="291167" y="12730"/>
                </a:cubicBezTo>
                <a:cubicBezTo>
                  <a:pt x="290496" y="13419"/>
                  <a:pt x="289707" y="13954"/>
                  <a:pt x="288800" y="14335"/>
                </a:cubicBezTo>
                <a:cubicBezTo>
                  <a:pt x="287893" y="14715"/>
                  <a:pt x="286914" y="14906"/>
                  <a:pt x="285862" y="14906"/>
                </a:cubicBezTo>
                <a:cubicBezTo>
                  <a:pt x="284811" y="14906"/>
                  <a:pt x="283832" y="14715"/>
                  <a:pt x="282925" y="14335"/>
                </a:cubicBezTo>
                <a:cubicBezTo>
                  <a:pt x="282018" y="13954"/>
                  <a:pt x="281229" y="13419"/>
                  <a:pt x="280558" y="12730"/>
                </a:cubicBezTo>
                <a:cubicBezTo>
                  <a:pt x="279887" y="12041"/>
                  <a:pt x="279362" y="11252"/>
                  <a:pt x="278981" y="10363"/>
                </a:cubicBezTo>
                <a:cubicBezTo>
                  <a:pt x="278600" y="9475"/>
                  <a:pt x="278410" y="8505"/>
                  <a:pt x="278410" y="7453"/>
                </a:cubicBezTo>
                <a:cubicBezTo>
                  <a:pt x="278410" y="6437"/>
                  <a:pt x="278600" y="5476"/>
                  <a:pt x="278981" y="4570"/>
                </a:cubicBezTo>
                <a:cubicBezTo>
                  <a:pt x="279362" y="3663"/>
                  <a:pt x="279887" y="2865"/>
                  <a:pt x="280558" y="2176"/>
                </a:cubicBezTo>
                <a:cubicBezTo>
                  <a:pt x="281229" y="1487"/>
                  <a:pt x="282018" y="952"/>
                  <a:pt x="282925" y="571"/>
                </a:cubicBezTo>
                <a:cubicBezTo>
                  <a:pt x="283832" y="190"/>
                  <a:pt x="284811" y="0"/>
                  <a:pt x="285862" y="0"/>
                </a:cubicBezTo>
                <a:close/>
                <a:moveTo>
                  <a:pt x="396126" y="30791"/>
                </a:moveTo>
                <a:lnTo>
                  <a:pt x="379969" y="30791"/>
                </a:lnTo>
                <a:lnTo>
                  <a:pt x="379969" y="22957"/>
                </a:lnTo>
                <a:lnTo>
                  <a:pt x="405700" y="22957"/>
                </a:lnTo>
                <a:lnTo>
                  <a:pt x="405700" y="69688"/>
                </a:lnTo>
                <a:lnTo>
                  <a:pt x="421966" y="69688"/>
                </a:lnTo>
                <a:lnTo>
                  <a:pt x="421966" y="77576"/>
                </a:lnTo>
                <a:lnTo>
                  <a:pt x="378173" y="77576"/>
                </a:lnTo>
                <a:lnTo>
                  <a:pt x="378173" y="69688"/>
                </a:lnTo>
                <a:lnTo>
                  <a:pt x="396126" y="69688"/>
                </a:lnTo>
                <a:lnTo>
                  <a:pt x="396126" y="30791"/>
                </a:lnTo>
                <a:moveTo>
                  <a:pt x="399444" y="0"/>
                </a:moveTo>
                <a:cubicBezTo>
                  <a:pt x="400496" y="0"/>
                  <a:pt x="401475" y="190"/>
                  <a:pt x="402382" y="571"/>
                </a:cubicBezTo>
                <a:cubicBezTo>
                  <a:pt x="403288" y="952"/>
                  <a:pt x="404077" y="1487"/>
                  <a:pt x="404748" y="2176"/>
                </a:cubicBezTo>
                <a:cubicBezTo>
                  <a:pt x="405419" y="2865"/>
                  <a:pt x="405945" y="3654"/>
                  <a:pt x="406326" y="4542"/>
                </a:cubicBezTo>
                <a:cubicBezTo>
                  <a:pt x="406707" y="5431"/>
                  <a:pt x="406897" y="6401"/>
                  <a:pt x="406897" y="7453"/>
                </a:cubicBezTo>
                <a:cubicBezTo>
                  <a:pt x="406897" y="8468"/>
                  <a:pt x="406707" y="9430"/>
                  <a:pt x="406326" y="10336"/>
                </a:cubicBezTo>
                <a:cubicBezTo>
                  <a:pt x="405945" y="11243"/>
                  <a:pt x="405419" y="12041"/>
                  <a:pt x="404748" y="12730"/>
                </a:cubicBezTo>
                <a:cubicBezTo>
                  <a:pt x="404077" y="13419"/>
                  <a:pt x="403288" y="13954"/>
                  <a:pt x="402382" y="14335"/>
                </a:cubicBezTo>
                <a:cubicBezTo>
                  <a:pt x="401475" y="14715"/>
                  <a:pt x="400496" y="14906"/>
                  <a:pt x="399444" y="14906"/>
                </a:cubicBezTo>
                <a:cubicBezTo>
                  <a:pt x="398392" y="14906"/>
                  <a:pt x="397413" y="14715"/>
                  <a:pt x="396506" y="14335"/>
                </a:cubicBezTo>
                <a:cubicBezTo>
                  <a:pt x="395600" y="13954"/>
                  <a:pt x="394811" y="13419"/>
                  <a:pt x="394140" y="12730"/>
                </a:cubicBezTo>
                <a:cubicBezTo>
                  <a:pt x="393469" y="12041"/>
                  <a:pt x="392943" y="11243"/>
                  <a:pt x="392562" y="10336"/>
                </a:cubicBezTo>
                <a:cubicBezTo>
                  <a:pt x="392182" y="9430"/>
                  <a:pt x="391991" y="8468"/>
                  <a:pt x="391991" y="7453"/>
                </a:cubicBezTo>
                <a:cubicBezTo>
                  <a:pt x="391991" y="6401"/>
                  <a:pt x="392182" y="5431"/>
                  <a:pt x="392562" y="4542"/>
                </a:cubicBezTo>
                <a:cubicBezTo>
                  <a:pt x="392943" y="3654"/>
                  <a:pt x="393469" y="2865"/>
                  <a:pt x="394140" y="2176"/>
                </a:cubicBezTo>
                <a:cubicBezTo>
                  <a:pt x="394811" y="1487"/>
                  <a:pt x="395600" y="952"/>
                  <a:pt x="396506" y="571"/>
                </a:cubicBezTo>
                <a:cubicBezTo>
                  <a:pt x="397413" y="190"/>
                  <a:pt x="398392" y="0"/>
                  <a:pt x="399444" y="0"/>
                </a:cubicBezTo>
                <a:close/>
                <a:moveTo>
                  <a:pt x="438990" y="22957"/>
                </a:moveTo>
                <a:lnTo>
                  <a:pt x="447422" y="22957"/>
                </a:lnTo>
                <a:lnTo>
                  <a:pt x="447803" y="31770"/>
                </a:lnTo>
                <a:cubicBezTo>
                  <a:pt x="449399" y="29884"/>
                  <a:pt x="450940" y="28316"/>
                  <a:pt x="452427" y="27065"/>
                </a:cubicBezTo>
                <a:cubicBezTo>
                  <a:pt x="453914" y="25813"/>
                  <a:pt x="455374" y="24807"/>
                  <a:pt x="456806" y="24045"/>
                </a:cubicBezTo>
                <a:cubicBezTo>
                  <a:pt x="458239" y="23284"/>
                  <a:pt x="459699" y="22749"/>
                  <a:pt x="461185" y="22440"/>
                </a:cubicBezTo>
                <a:cubicBezTo>
                  <a:pt x="462672" y="22132"/>
                  <a:pt x="464214" y="21978"/>
                  <a:pt x="465810" y="21978"/>
                </a:cubicBezTo>
                <a:cubicBezTo>
                  <a:pt x="471431" y="21978"/>
                  <a:pt x="475683" y="23637"/>
                  <a:pt x="478567" y="26956"/>
                </a:cubicBezTo>
                <a:cubicBezTo>
                  <a:pt x="481450" y="30274"/>
                  <a:pt x="482891" y="35270"/>
                  <a:pt x="482891" y="41943"/>
                </a:cubicBezTo>
                <a:lnTo>
                  <a:pt x="482891" y="77576"/>
                </a:lnTo>
                <a:lnTo>
                  <a:pt x="473426" y="77576"/>
                </a:lnTo>
                <a:lnTo>
                  <a:pt x="473426" y="42705"/>
                </a:lnTo>
                <a:cubicBezTo>
                  <a:pt x="473426" y="38425"/>
                  <a:pt x="472628" y="35261"/>
                  <a:pt x="471032" y="33212"/>
                </a:cubicBezTo>
                <a:cubicBezTo>
                  <a:pt x="469436" y="31163"/>
                  <a:pt x="467061" y="30138"/>
                  <a:pt x="463906" y="30138"/>
                </a:cubicBezTo>
                <a:cubicBezTo>
                  <a:pt x="462745" y="30138"/>
                  <a:pt x="461612" y="30310"/>
                  <a:pt x="460505" y="30655"/>
                </a:cubicBezTo>
                <a:cubicBezTo>
                  <a:pt x="459399" y="31000"/>
                  <a:pt x="458248" y="31598"/>
                  <a:pt x="457051" y="32450"/>
                </a:cubicBezTo>
                <a:cubicBezTo>
                  <a:pt x="455854" y="33302"/>
                  <a:pt x="454558" y="34454"/>
                  <a:pt x="453161" y="35905"/>
                </a:cubicBezTo>
                <a:cubicBezTo>
                  <a:pt x="451765" y="37355"/>
                  <a:pt x="450196" y="39169"/>
                  <a:pt x="448456" y="41345"/>
                </a:cubicBezTo>
                <a:lnTo>
                  <a:pt x="448456" y="77576"/>
                </a:lnTo>
                <a:lnTo>
                  <a:pt x="438990" y="77576"/>
                </a:lnTo>
                <a:lnTo>
                  <a:pt x="438990" y="22957"/>
                </a:lnTo>
                <a:close/>
                <a:moveTo>
                  <a:pt x="564159" y="22957"/>
                </a:moveTo>
                <a:lnTo>
                  <a:pt x="572809" y="22957"/>
                </a:lnTo>
                <a:lnTo>
                  <a:pt x="573081" y="32996"/>
                </a:lnTo>
                <a:cubicBezTo>
                  <a:pt x="576309" y="29124"/>
                  <a:pt x="579491" y="26320"/>
                  <a:pt x="582628" y="24584"/>
                </a:cubicBezTo>
                <a:cubicBezTo>
                  <a:pt x="585765" y="22847"/>
                  <a:pt x="588930" y="21978"/>
                  <a:pt x="592121" y="21978"/>
                </a:cubicBezTo>
                <a:cubicBezTo>
                  <a:pt x="597779" y="21978"/>
                  <a:pt x="602068" y="23805"/>
                  <a:pt x="604987" y="27459"/>
                </a:cubicBezTo>
                <a:cubicBezTo>
                  <a:pt x="607907" y="31113"/>
                  <a:pt x="609258" y="36539"/>
                  <a:pt x="609040" y="43738"/>
                </a:cubicBezTo>
                <a:lnTo>
                  <a:pt x="599465" y="43738"/>
                </a:lnTo>
                <a:cubicBezTo>
                  <a:pt x="599574" y="38970"/>
                  <a:pt x="598876" y="35512"/>
                  <a:pt x="597371" y="33363"/>
                </a:cubicBezTo>
                <a:cubicBezTo>
                  <a:pt x="595866" y="31213"/>
                  <a:pt x="593663" y="30138"/>
                  <a:pt x="590761" y="30138"/>
                </a:cubicBezTo>
                <a:cubicBezTo>
                  <a:pt x="589492" y="30138"/>
                  <a:pt x="588213" y="30364"/>
                  <a:pt x="586926" y="30816"/>
                </a:cubicBezTo>
                <a:cubicBezTo>
                  <a:pt x="585638" y="31268"/>
                  <a:pt x="584315" y="31990"/>
                  <a:pt x="582955" y="32982"/>
                </a:cubicBezTo>
                <a:cubicBezTo>
                  <a:pt x="581595" y="33975"/>
                  <a:pt x="580153" y="35248"/>
                  <a:pt x="578630" y="36802"/>
                </a:cubicBezTo>
                <a:cubicBezTo>
                  <a:pt x="577107" y="38355"/>
                  <a:pt x="575474" y="40233"/>
                  <a:pt x="573734" y="42436"/>
                </a:cubicBezTo>
                <a:lnTo>
                  <a:pt x="573734" y="77576"/>
                </a:lnTo>
                <a:lnTo>
                  <a:pt x="564159" y="77576"/>
                </a:lnTo>
                <a:lnTo>
                  <a:pt x="564159" y="22957"/>
                </a:lnTo>
                <a:close/>
                <a:moveTo>
                  <a:pt x="658487" y="77576"/>
                </a:moveTo>
                <a:lnTo>
                  <a:pt x="658269" y="70216"/>
                </a:lnTo>
                <a:cubicBezTo>
                  <a:pt x="655295" y="73160"/>
                  <a:pt x="652276" y="75285"/>
                  <a:pt x="649211" y="76593"/>
                </a:cubicBezTo>
                <a:cubicBezTo>
                  <a:pt x="646147" y="77901"/>
                  <a:pt x="642928" y="78555"/>
                  <a:pt x="639555" y="78555"/>
                </a:cubicBezTo>
                <a:cubicBezTo>
                  <a:pt x="636436" y="78555"/>
                  <a:pt x="633770" y="78156"/>
                  <a:pt x="631558" y="77357"/>
                </a:cubicBezTo>
                <a:cubicBezTo>
                  <a:pt x="629346" y="76558"/>
                  <a:pt x="627523" y="75459"/>
                  <a:pt x="626091" y="74060"/>
                </a:cubicBezTo>
                <a:cubicBezTo>
                  <a:pt x="624658" y="72662"/>
                  <a:pt x="623606" y="71018"/>
                  <a:pt x="622936" y="69128"/>
                </a:cubicBezTo>
                <a:cubicBezTo>
                  <a:pt x="622265" y="67239"/>
                  <a:pt x="621929" y="65187"/>
                  <a:pt x="621929" y="62971"/>
                </a:cubicBezTo>
                <a:cubicBezTo>
                  <a:pt x="621929" y="57485"/>
                  <a:pt x="623969" y="53190"/>
                  <a:pt x="628049" y="50085"/>
                </a:cubicBezTo>
                <a:cubicBezTo>
                  <a:pt x="632129" y="46978"/>
                  <a:pt x="638159" y="45425"/>
                  <a:pt x="646138" y="45425"/>
                </a:cubicBezTo>
                <a:lnTo>
                  <a:pt x="657453" y="45425"/>
                </a:lnTo>
                <a:lnTo>
                  <a:pt x="657453" y="40655"/>
                </a:lnTo>
                <a:cubicBezTo>
                  <a:pt x="657453" y="37438"/>
                  <a:pt x="656419" y="34863"/>
                  <a:pt x="654352" y="32930"/>
                </a:cubicBezTo>
                <a:cubicBezTo>
                  <a:pt x="652285" y="30996"/>
                  <a:pt x="649130" y="30029"/>
                  <a:pt x="644886" y="30029"/>
                </a:cubicBezTo>
                <a:cubicBezTo>
                  <a:pt x="641804" y="30029"/>
                  <a:pt x="638766" y="30379"/>
                  <a:pt x="635774" y="31078"/>
                </a:cubicBezTo>
                <a:cubicBezTo>
                  <a:pt x="632782" y="31776"/>
                  <a:pt x="629690" y="32769"/>
                  <a:pt x="626499" y="34055"/>
                </a:cubicBezTo>
                <a:lnTo>
                  <a:pt x="626499" y="25514"/>
                </a:lnTo>
                <a:cubicBezTo>
                  <a:pt x="627696" y="25072"/>
                  <a:pt x="629028" y="24639"/>
                  <a:pt x="630497" y="24215"/>
                </a:cubicBezTo>
                <a:cubicBezTo>
                  <a:pt x="631966" y="23791"/>
                  <a:pt x="633517" y="23414"/>
                  <a:pt x="635149" y="23083"/>
                </a:cubicBezTo>
                <a:cubicBezTo>
                  <a:pt x="636781" y="22751"/>
                  <a:pt x="638485" y="22484"/>
                  <a:pt x="640262" y="22282"/>
                </a:cubicBezTo>
                <a:cubicBezTo>
                  <a:pt x="642039" y="22079"/>
                  <a:pt x="643835" y="21978"/>
                  <a:pt x="645648" y="21978"/>
                </a:cubicBezTo>
                <a:cubicBezTo>
                  <a:pt x="648948" y="21978"/>
                  <a:pt x="651922" y="22341"/>
                  <a:pt x="654570" y="23066"/>
                </a:cubicBezTo>
                <a:cubicBezTo>
                  <a:pt x="657217" y="23791"/>
                  <a:pt x="659457" y="24898"/>
                  <a:pt x="661288" y="26384"/>
                </a:cubicBezTo>
                <a:cubicBezTo>
                  <a:pt x="663120" y="27871"/>
                  <a:pt x="664525" y="29739"/>
                  <a:pt x="665504" y="31988"/>
                </a:cubicBezTo>
                <a:cubicBezTo>
                  <a:pt x="666484" y="34236"/>
                  <a:pt x="666973" y="36884"/>
                  <a:pt x="666973" y="39930"/>
                </a:cubicBezTo>
                <a:lnTo>
                  <a:pt x="666973" y="77576"/>
                </a:lnTo>
                <a:lnTo>
                  <a:pt x="658487" y="77576"/>
                </a:lnTo>
                <a:moveTo>
                  <a:pt x="657453" y="52660"/>
                </a:moveTo>
                <a:lnTo>
                  <a:pt x="645430" y="52660"/>
                </a:lnTo>
                <a:cubicBezTo>
                  <a:pt x="643073" y="52660"/>
                  <a:pt x="641042" y="52897"/>
                  <a:pt x="639337" y="53371"/>
                </a:cubicBezTo>
                <a:cubicBezTo>
                  <a:pt x="637633" y="53843"/>
                  <a:pt x="636237" y="54516"/>
                  <a:pt x="635149" y="55389"/>
                </a:cubicBezTo>
                <a:cubicBezTo>
                  <a:pt x="634061" y="56261"/>
                  <a:pt x="633254" y="57308"/>
                  <a:pt x="632728" y="58527"/>
                </a:cubicBezTo>
                <a:cubicBezTo>
                  <a:pt x="632202" y="59745"/>
                  <a:pt x="631939" y="61118"/>
                  <a:pt x="631939" y="62646"/>
                </a:cubicBezTo>
                <a:cubicBezTo>
                  <a:pt x="631939" y="63701"/>
                  <a:pt x="632102" y="64711"/>
                  <a:pt x="632429" y="65676"/>
                </a:cubicBezTo>
                <a:cubicBezTo>
                  <a:pt x="632755" y="66639"/>
                  <a:pt x="633281" y="67494"/>
                  <a:pt x="634006" y="68239"/>
                </a:cubicBezTo>
                <a:cubicBezTo>
                  <a:pt x="634732" y="68985"/>
                  <a:pt x="635674" y="69576"/>
                  <a:pt x="636835" y="70012"/>
                </a:cubicBezTo>
                <a:cubicBezTo>
                  <a:pt x="637996" y="70449"/>
                  <a:pt x="639410" y="70667"/>
                  <a:pt x="641078" y="70667"/>
                </a:cubicBezTo>
                <a:cubicBezTo>
                  <a:pt x="643254" y="70667"/>
                  <a:pt x="645748" y="70003"/>
                  <a:pt x="648558" y="68676"/>
                </a:cubicBezTo>
                <a:cubicBezTo>
                  <a:pt x="651369" y="67348"/>
                  <a:pt x="654334" y="65247"/>
                  <a:pt x="657453" y="62372"/>
                </a:cubicBezTo>
                <a:lnTo>
                  <a:pt x="657453" y="52660"/>
                </a:lnTo>
                <a:close/>
                <a:moveTo>
                  <a:pt x="684868" y="22957"/>
                </a:moveTo>
                <a:lnTo>
                  <a:pt x="693300" y="22957"/>
                </a:lnTo>
                <a:lnTo>
                  <a:pt x="693680" y="31770"/>
                </a:lnTo>
                <a:cubicBezTo>
                  <a:pt x="695276" y="29884"/>
                  <a:pt x="696818" y="28316"/>
                  <a:pt x="698305" y="27065"/>
                </a:cubicBezTo>
                <a:cubicBezTo>
                  <a:pt x="699792" y="25813"/>
                  <a:pt x="701251" y="24807"/>
                  <a:pt x="702684" y="24045"/>
                </a:cubicBezTo>
                <a:cubicBezTo>
                  <a:pt x="704116" y="23284"/>
                  <a:pt x="705576" y="22749"/>
                  <a:pt x="707063" y="22440"/>
                </a:cubicBezTo>
                <a:cubicBezTo>
                  <a:pt x="708550" y="22132"/>
                  <a:pt x="710091" y="21978"/>
                  <a:pt x="711687" y="21978"/>
                </a:cubicBezTo>
                <a:cubicBezTo>
                  <a:pt x="717309" y="21978"/>
                  <a:pt x="721561" y="23637"/>
                  <a:pt x="724444" y="26956"/>
                </a:cubicBezTo>
                <a:cubicBezTo>
                  <a:pt x="727327" y="30274"/>
                  <a:pt x="728769" y="35270"/>
                  <a:pt x="728769" y="41943"/>
                </a:cubicBezTo>
                <a:lnTo>
                  <a:pt x="728769" y="77576"/>
                </a:lnTo>
                <a:lnTo>
                  <a:pt x="719303" y="77576"/>
                </a:lnTo>
                <a:lnTo>
                  <a:pt x="719303" y="42705"/>
                </a:lnTo>
                <a:cubicBezTo>
                  <a:pt x="719303" y="38425"/>
                  <a:pt x="718505" y="35261"/>
                  <a:pt x="716910" y="33212"/>
                </a:cubicBezTo>
                <a:cubicBezTo>
                  <a:pt x="715314" y="31163"/>
                  <a:pt x="712938" y="30138"/>
                  <a:pt x="709783" y="30138"/>
                </a:cubicBezTo>
                <a:cubicBezTo>
                  <a:pt x="708623" y="30138"/>
                  <a:pt x="707489" y="30310"/>
                  <a:pt x="706383" y="30655"/>
                </a:cubicBezTo>
                <a:cubicBezTo>
                  <a:pt x="705277" y="31000"/>
                  <a:pt x="704125" y="31598"/>
                  <a:pt x="702929" y="32450"/>
                </a:cubicBezTo>
                <a:cubicBezTo>
                  <a:pt x="701732" y="33302"/>
                  <a:pt x="700435" y="34454"/>
                  <a:pt x="699039" y="35905"/>
                </a:cubicBezTo>
                <a:cubicBezTo>
                  <a:pt x="697643" y="37355"/>
                  <a:pt x="696074" y="39169"/>
                  <a:pt x="694333" y="41345"/>
                </a:cubicBezTo>
                <a:lnTo>
                  <a:pt x="694333" y="77576"/>
                </a:lnTo>
                <a:lnTo>
                  <a:pt x="684868" y="77576"/>
                </a:lnTo>
                <a:lnTo>
                  <a:pt x="684868" y="22957"/>
                </a:lnTo>
                <a:close/>
                <a:moveTo>
                  <a:pt x="785669" y="30682"/>
                </a:moveTo>
                <a:cubicBezTo>
                  <a:pt x="786684" y="31952"/>
                  <a:pt x="787473" y="33429"/>
                  <a:pt x="788035" y="35116"/>
                </a:cubicBezTo>
                <a:cubicBezTo>
                  <a:pt x="788597" y="36802"/>
                  <a:pt x="788878" y="38625"/>
                  <a:pt x="788878" y="40583"/>
                </a:cubicBezTo>
                <a:cubicBezTo>
                  <a:pt x="788878" y="43412"/>
                  <a:pt x="788362" y="45996"/>
                  <a:pt x="787328" y="48335"/>
                </a:cubicBezTo>
                <a:cubicBezTo>
                  <a:pt x="786294" y="50675"/>
                  <a:pt x="784835" y="52678"/>
                  <a:pt x="782949" y="54347"/>
                </a:cubicBezTo>
                <a:cubicBezTo>
                  <a:pt x="781063" y="56015"/>
                  <a:pt x="778805" y="57311"/>
                  <a:pt x="776176" y="58236"/>
                </a:cubicBezTo>
                <a:cubicBezTo>
                  <a:pt x="773546" y="59161"/>
                  <a:pt x="770654" y="59624"/>
                  <a:pt x="767499" y="59624"/>
                </a:cubicBezTo>
                <a:cubicBezTo>
                  <a:pt x="765214" y="59624"/>
                  <a:pt x="763074" y="59379"/>
                  <a:pt x="761080" y="58889"/>
                </a:cubicBezTo>
                <a:cubicBezTo>
                  <a:pt x="759085" y="58399"/>
                  <a:pt x="757507" y="57792"/>
                  <a:pt x="756347" y="57067"/>
                </a:cubicBezTo>
                <a:cubicBezTo>
                  <a:pt x="755658" y="58082"/>
                  <a:pt x="755077" y="59042"/>
                  <a:pt x="754606" y="59945"/>
                </a:cubicBezTo>
                <a:cubicBezTo>
                  <a:pt x="754134" y="60847"/>
                  <a:pt x="753899" y="61857"/>
                  <a:pt x="753899" y="62974"/>
                </a:cubicBezTo>
                <a:cubicBezTo>
                  <a:pt x="753899" y="64343"/>
                  <a:pt x="754561" y="65478"/>
                  <a:pt x="755884" y="66379"/>
                </a:cubicBezTo>
                <a:cubicBezTo>
                  <a:pt x="757208" y="67279"/>
                  <a:pt x="758958" y="67766"/>
                  <a:pt x="761134" y="67838"/>
                </a:cubicBezTo>
                <a:lnTo>
                  <a:pt x="775496" y="68382"/>
                </a:lnTo>
                <a:cubicBezTo>
                  <a:pt x="778216" y="68455"/>
                  <a:pt x="780727" y="68800"/>
                  <a:pt x="783030" y="69417"/>
                </a:cubicBezTo>
                <a:cubicBezTo>
                  <a:pt x="785333" y="70035"/>
                  <a:pt x="787310" y="70925"/>
                  <a:pt x="788960" y="72088"/>
                </a:cubicBezTo>
                <a:cubicBezTo>
                  <a:pt x="790610" y="73250"/>
                  <a:pt x="791898" y="74685"/>
                  <a:pt x="792823" y="76393"/>
                </a:cubicBezTo>
                <a:cubicBezTo>
                  <a:pt x="793747" y="78099"/>
                  <a:pt x="794210" y="80079"/>
                  <a:pt x="794210" y="82333"/>
                </a:cubicBezTo>
                <a:cubicBezTo>
                  <a:pt x="794210" y="84767"/>
                  <a:pt x="793684" y="87074"/>
                  <a:pt x="792632" y="89253"/>
                </a:cubicBezTo>
                <a:cubicBezTo>
                  <a:pt x="791580" y="91433"/>
                  <a:pt x="789957" y="93349"/>
                  <a:pt x="787763" y="95001"/>
                </a:cubicBezTo>
                <a:cubicBezTo>
                  <a:pt x="785569" y="96655"/>
                  <a:pt x="782786" y="97972"/>
                  <a:pt x="779413" y="98952"/>
                </a:cubicBezTo>
                <a:cubicBezTo>
                  <a:pt x="776040" y="99934"/>
                  <a:pt x="772032" y="100424"/>
                  <a:pt x="767390" y="100424"/>
                </a:cubicBezTo>
                <a:cubicBezTo>
                  <a:pt x="762965" y="100424"/>
                  <a:pt x="759203" y="100070"/>
                  <a:pt x="756102" y="99362"/>
                </a:cubicBezTo>
                <a:cubicBezTo>
                  <a:pt x="753001" y="98653"/>
                  <a:pt x="750453" y="97672"/>
                  <a:pt x="748459" y="96419"/>
                </a:cubicBezTo>
                <a:cubicBezTo>
                  <a:pt x="746464" y="95166"/>
                  <a:pt x="745013" y="93676"/>
                  <a:pt x="744106" y="91950"/>
                </a:cubicBezTo>
                <a:cubicBezTo>
                  <a:pt x="743200" y="90225"/>
                  <a:pt x="742746" y="88327"/>
                  <a:pt x="742746" y="86256"/>
                </a:cubicBezTo>
                <a:cubicBezTo>
                  <a:pt x="742746" y="83604"/>
                  <a:pt x="743363" y="81279"/>
                  <a:pt x="744596" y="79281"/>
                </a:cubicBezTo>
                <a:cubicBezTo>
                  <a:pt x="745829" y="77284"/>
                  <a:pt x="747733" y="75359"/>
                  <a:pt x="750308" y="73506"/>
                </a:cubicBezTo>
                <a:cubicBezTo>
                  <a:pt x="749365" y="73072"/>
                  <a:pt x="748549" y="72529"/>
                  <a:pt x="747860" y="71877"/>
                </a:cubicBezTo>
                <a:cubicBezTo>
                  <a:pt x="747171" y="71226"/>
                  <a:pt x="746609" y="70511"/>
                  <a:pt x="746174" y="69734"/>
                </a:cubicBezTo>
                <a:cubicBezTo>
                  <a:pt x="745738" y="68955"/>
                  <a:pt x="745412" y="68132"/>
                  <a:pt x="745194" y="67263"/>
                </a:cubicBezTo>
                <a:cubicBezTo>
                  <a:pt x="744977" y="66394"/>
                  <a:pt x="744868" y="65544"/>
                  <a:pt x="744868" y="64712"/>
                </a:cubicBezTo>
                <a:cubicBezTo>
                  <a:pt x="744868" y="62359"/>
                  <a:pt x="745421" y="60205"/>
                  <a:pt x="746527" y="58252"/>
                </a:cubicBezTo>
                <a:cubicBezTo>
                  <a:pt x="747633" y="56298"/>
                  <a:pt x="748948" y="54452"/>
                  <a:pt x="750471" y="52715"/>
                </a:cubicBezTo>
                <a:cubicBezTo>
                  <a:pt x="749782" y="51880"/>
                  <a:pt x="749175" y="51064"/>
                  <a:pt x="748649" y="50267"/>
                </a:cubicBezTo>
                <a:cubicBezTo>
                  <a:pt x="748123" y="49469"/>
                  <a:pt x="747670" y="48607"/>
                  <a:pt x="747289" y="47682"/>
                </a:cubicBezTo>
                <a:cubicBezTo>
                  <a:pt x="746908" y="46758"/>
                  <a:pt x="746618" y="45760"/>
                  <a:pt x="746418" y="44690"/>
                </a:cubicBezTo>
                <a:cubicBezTo>
                  <a:pt x="746219" y="43621"/>
                  <a:pt x="746119" y="42397"/>
                  <a:pt x="746119" y="41018"/>
                </a:cubicBezTo>
                <a:cubicBezTo>
                  <a:pt x="746119" y="38190"/>
                  <a:pt x="746636" y="35605"/>
                  <a:pt x="747670" y="33266"/>
                </a:cubicBezTo>
                <a:cubicBezTo>
                  <a:pt x="748703" y="30927"/>
                  <a:pt x="750154" y="28923"/>
                  <a:pt x="752022" y="27255"/>
                </a:cubicBezTo>
                <a:cubicBezTo>
                  <a:pt x="753890" y="25587"/>
                  <a:pt x="756138" y="24290"/>
                  <a:pt x="758768" y="23365"/>
                </a:cubicBezTo>
                <a:cubicBezTo>
                  <a:pt x="761397" y="22440"/>
                  <a:pt x="764307" y="21978"/>
                  <a:pt x="767499" y="21978"/>
                </a:cubicBezTo>
                <a:cubicBezTo>
                  <a:pt x="768841" y="21978"/>
                  <a:pt x="770128" y="22069"/>
                  <a:pt x="771361" y="22250"/>
                </a:cubicBezTo>
                <a:cubicBezTo>
                  <a:pt x="772594" y="22431"/>
                  <a:pt x="773682" y="22667"/>
                  <a:pt x="774625" y="22957"/>
                </a:cubicBezTo>
                <a:lnTo>
                  <a:pt x="794427" y="22957"/>
                </a:lnTo>
                <a:lnTo>
                  <a:pt x="794427" y="30682"/>
                </a:lnTo>
                <a:lnTo>
                  <a:pt x="785669" y="30682"/>
                </a:lnTo>
                <a:moveTo>
                  <a:pt x="752811" y="85440"/>
                </a:moveTo>
                <a:cubicBezTo>
                  <a:pt x="752811" y="88023"/>
                  <a:pt x="754153" y="89906"/>
                  <a:pt x="756836" y="91088"/>
                </a:cubicBezTo>
                <a:cubicBezTo>
                  <a:pt x="759520" y="92271"/>
                  <a:pt x="763256" y="92863"/>
                  <a:pt x="768043" y="92863"/>
                </a:cubicBezTo>
                <a:cubicBezTo>
                  <a:pt x="771053" y="92863"/>
                  <a:pt x="773583" y="92589"/>
                  <a:pt x="775632" y="92043"/>
                </a:cubicBezTo>
                <a:cubicBezTo>
                  <a:pt x="777681" y="91498"/>
                  <a:pt x="779331" y="90779"/>
                  <a:pt x="780582" y="89887"/>
                </a:cubicBezTo>
                <a:cubicBezTo>
                  <a:pt x="781834" y="88996"/>
                  <a:pt x="782731" y="87977"/>
                  <a:pt x="783275" y="86831"/>
                </a:cubicBezTo>
                <a:cubicBezTo>
                  <a:pt x="783819" y="85685"/>
                  <a:pt x="784091" y="84511"/>
                  <a:pt x="784091" y="83310"/>
                </a:cubicBezTo>
                <a:cubicBezTo>
                  <a:pt x="784091" y="81090"/>
                  <a:pt x="783185" y="79452"/>
                  <a:pt x="781371" y="78397"/>
                </a:cubicBezTo>
                <a:cubicBezTo>
                  <a:pt x="779558" y="77342"/>
                  <a:pt x="776783" y="76724"/>
                  <a:pt x="773048" y="76542"/>
                </a:cubicBezTo>
                <a:lnTo>
                  <a:pt x="758795" y="76053"/>
                </a:lnTo>
                <a:cubicBezTo>
                  <a:pt x="757598" y="76853"/>
                  <a:pt x="756610" y="77635"/>
                  <a:pt x="755830" y="78399"/>
                </a:cubicBezTo>
                <a:cubicBezTo>
                  <a:pt x="755050" y="79164"/>
                  <a:pt x="754443" y="79937"/>
                  <a:pt x="754007" y="80719"/>
                </a:cubicBezTo>
                <a:cubicBezTo>
                  <a:pt x="753572" y="81501"/>
                  <a:pt x="753264" y="82283"/>
                  <a:pt x="753083" y="83065"/>
                </a:cubicBezTo>
                <a:cubicBezTo>
                  <a:pt x="752901" y="83848"/>
                  <a:pt x="752811" y="84640"/>
                  <a:pt x="752811" y="85440"/>
                </a:cubicBezTo>
                <a:moveTo>
                  <a:pt x="755694" y="40801"/>
                </a:moveTo>
                <a:cubicBezTo>
                  <a:pt x="755694" y="42542"/>
                  <a:pt x="755984" y="44137"/>
                  <a:pt x="756564" y="45588"/>
                </a:cubicBezTo>
                <a:cubicBezTo>
                  <a:pt x="757145" y="47039"/>
                  <a:pt x="757961" y="48272"/>
                  <a:pt x="759012" y="49287"/>
                </a:cubicBezTo>
                <a:cubicBezTo>
                  <a:pt x="760064" y="50303"/>
                  <a:pt x="761306" y="51092"/>
                  <a:pt x="762739" y="51654"/>
                </a:cubicBezTo>
                <a:cubicBezTo>
                  <a:pt x="764171" y="52216"/>
                  <a:pt x="765758" y="52497"/>
                  <a:pt x="767499" y="52497"/>
                </a:cubicBezTo>
                <a:cubicBezTo>
                  <a:pt x="769385" y="52497"/>
                  <a:pt x="771062" y="52180"/>
                  <a:pt x="772531" y="51545"/>
                </a:cubicBezTo>
                <a:cubicBezTo>
                  <a:pt x="774000" y="50910"/>
                  <a:pt x="775233" y="50049"/>
                  <a:pt x="776230" y="48961"/>
                </a:cubicBezTo>
                <a:cubicBezTo>
                  <a:pt x="777228" y="47873"/>
                  <a:pt x="777989" y="46622"/>
                  <a:pt x="778515" y="45207"/>
                </a:cubicBezTo>
                <a:cubicBezTo>
                  <a:pt x="779041" y="43793"/>
                  <a:pt x="779304" y="42324"/>
                  <a:pt x="779304" y="40801"/>
                </a:cubicBezTo>
                <a:cubicBezTo>
                  <a:pt x="779304" y="39060"/>
                  <a:pt x="779014" y="37464"/>
                  <a:pt x="778434" y="36013"/>
                </a:cubicBezTo>
                <a:cubicBezTo>
                  <a:pt x="777853" y="34563"/>
                  <a:pt x="777037" y="33330"/>
                  <a:pt x="775985" y="32314"/>
                </a:cubicBezTo>
                <a:cubicBezTo>
                  <a:pt x="774934" y="31299"/>
                  <a:pt x="773692" y="30510"/>
                  <a:pt x="772259" y="29948"/>
                </a:cubicBezTo>
                <a:cubicBezTo>
                  <a:pt x="770826" y="29386"/>
                  <a:pt x="769240" y="29105"/>
                  <a:pt x="767499" y="29105"/>
                </a:cubicBezTo>
                <a:cubicBezTo>
                  <a:pt x="765613" y="29105"/>
                  <a:pt x="763936" y="29431"/>
                  <a:pt x="762467" y="30084"/>
                </a:cubicBezTo>
                <a:cubicBezTo>
                  <a:pt x="760998" y="30737"/>
                  <a:pt x="759765" y="31598"/>
                  <a:pt x="758768" y="32668"/>
                </a:cubicBezTo>
                <a:cubicBezTo>
                  <a:pt x="757770" y="33738"/>
                  <a:pt x="757009" y="34980"/>
                  <a:pt x="756483" y="36394"/>
                </a:cubicBezTo>
                <a:cubicBezTo>
                  <a:pt x="755957" y="37809"/>
                  <a:pt x="755694" y="39278"/>
                  <a:pt x="755694" y="40801"/>
                </a:cubicBezTo>
                <a:close/>
                <a:moveTo>
                  <a:pt x="853938" y="47383"/>
                </a:moveTo>
                <a:cubicBezTo>
                  <a:pt x="853938" y="48725"/>
                  <a:pt x="853920" y="49849"/>
                  <a:pt x="853884" y="50756"/>
                </a:cubicBezTo>
                <a:cubicBezTo>
                  <a:pt x="853848" y="51663"/>
                  <a:pt x="853793" y="52515"/>
                  <a:pt x="853721" y="53313"/>
                </a:cubicBezTo>
                <a:lnTo>
                  <a:pt x="815368" y="53313"/>
                </a:lnTo>
                <a:cubicBezTo>
                  <a:pt x="815368" y="58898"/>
                  <a:pt x="816927" y="63187"/>
                  <a:pt x="820046" y="66179"/>
                </a:cubicBezTo>
                <a:cubicBezTo>
                  <a:pt x="823165" y="69171"/>
                  <a:pt x="827663" y="70667"/>
                  <a:pt x="833538" y="70667"/>
                </a:cubicBezTo>
                <a:cubicBezTo>
                  <a:pt x="835134" y="70667"/>
                  <a:pt x="836729" y="70602"/>
                  <a:pt x="838325" y="70473"/>
                </a:cubicBezTo>
                <a:cubicBezTo>
                  <a:pt x="839921" y="70343"/>
                  <a:pt x="841462" y="70167"/>
                  <a:pt x="842949" y="69944"/>
                </a:cubicBezTo>
                <a:cubicBezTo>
                  <a:pt x="844436" y="69721"/>
                  <a:pt x="845860" y="69471"/>
                  <a:pt x="847220" y="69193"/>
                </a:cubicBezTo>
                <a:cubicBezTo>
                  <a:pt x="848580" y="68914"/>
                  <a:pt x="849840" y="68608"/>
                  <a:pt x="851001" y="68273"/>
                </a:cubicBezTo>
                <a:lnTo>
                  <a:pt x="851001" y="76053"/>
                </a:lnTo>
                <a:cubicBezTo>
                  <a:pt x="848426" y="76794"/>
                  <a:pt x="845515" y="77396"/>
                  <a:pt x="842269" y="77860"/>
                </a:cubicBezTo>
                <a:cubicBezTo>
                  <a:pt x="839023" y="78323"/>
                  <a:pt x="835660" y="78555"/>
                  <a:pt x="832178" y="78555"/>
                </a:cubicBezTo>
                <a:cubicBezTo>
                  <a:pt x="827499" y="78555"/>
                  <a:pt x="823474" y="77920"/>
                  <a:pt x="820101" y="76651"/>
                </a:cubicBezTo>
                <a:cubicBezTo>
                  <a:pt x="816728" y="75382"/>
                  <a:pt x="813963" y="73541"/>
                  <a:pt x="811805" y="71129"/>
                </a:cubicBezTo>
                <a:cubicBezTo>
                  <a:pt x="809647" y="68718"/>
                  <a:pt x="808051" y="65762"/>
                  <a:pt x="807017" y="62262"/>
                </a:cubicBezTo>
                <a:cubicBezTo>
                  <a:pt x="805984" y="58762"/>
                  <a:pt x="805467" y="54800"/>
                  <a:pt x="805467" y="50375"/>
                </a:cubicBezTo>
                <a:cubicBezTo>
                  <a:pt x="805467" y="46531"/>
                  <a:pt x="806020" y="42895"/>
                  <a:pt x="807126" y="39468"/>
                </a:cubicBezTo>
                <a:cubicBezTo>
                  <a:pt x="808232" y="36041"/>
                  <a:pt x="809846" y="33030"/>
                  <a:pt x="811968" y="30437"/>
                </a:cubicBezTo>
                <a:cubicBezTo>
                  <a:pt x="814090" y="27844"/>
                  <a:pt x="816692" y="25786"/>
                  <a:pt x="819774" y="24263"/>
                </a:cubicBezTo>
                <a:cubicBezTo>
                  <a:pt x="822857" y="22740"/>
                  <a:pt x="826357" y="21978"/>
                  <a:pt x="830274" y="21978"/>
                </a:cubicBezTo>
                <a:cubicBezTo>
                  <a:pt x="834082" y="21978"/>
                  <a:pt x="837455" y="22576"/>
                  <a:pt x="840392" y="23773"/>
                </a:cubicBezTo>
                <a:cubicBezTo>
                  <a:pt x="843330" y="24970"/>
                  <a:pt x="845805" y="26666"/>
                  <a:pt x="847818" y="28860"/>
                </a:cubicBezTo>
                <a:cubicBezTo>
                  <a:pt x="849831" y="31054"/>
                  <a:pt x="851354" y="33720"/>
                  <a:pt x="852388" y="36857"/>
                </a:cubicBezTo>
                <a:cubicBezTo>
                  <a:pt x="853421" y="39994"/>
                  <a:pt x="853938" y="43503"/>
                  <a:pt x="853938" y="47383"/>
                </a:cubicBezTo>
                <a:moveTo>
                  <a:pt x="844092" y="46023"/>
                </a:moveTo>
                <a:cubicBezTo>
                  <a:pt x="844201" y="43593"/>
                  <a:pt x="843965" y="41372"/>
                  <a:pt x="843385" y="39359"/>
                </a:cubicBezTo>
                <a:cubicBezTo>
                  <a:pt x="842804" y="37346"/>
                  <a:pt x="841907" y="35615"/>
                  <a:pt x="840692" y="34164"/>
                </a:cubicBezTo>
                <a:cubicBezTo>
                  <a:pt x="839477" y="32713"/>
                  <a:pt x="837963" y="31580"/>
                  <a:pt x="836149" y="30764"/>
                </a:cubicBezTo>
                <a:cubicBezTo>
                  <a:pt x="834336" y="29948"/>
                  <a:pt x="832232" y="29540"/>
                  <a:pt x="829839" y="29540"/>
                </a:cubicBezTo>
                <a:cubicBezTo>
                  <a:pt x="827771" y="29540"/>
                  <a:pt x="825886" y="29939"/>
                  <a:pt x="824181" y="30737"/>
                </a:cubicBezTo>
                <a:cubicBezTo>
                  <a:pt x="822476" y="31534"/>
                  <a:pt x="821008" y="32659"/>
                  <a:pt x="819774" y="34109"/>
                </a:cubicBezTo>
                <a:cubicBezTo>
                  <a:pt x="818541" y="35560"/>
                  <a:pt x="817544" y="37301"/>
                  <a:pt x="816782" y="39332"/>
                </a:cubicBezTo>
                <a:cubicBezTo>
                  <a:pt x="816021" y="41363"/>
                  <a:pt x="815549" y="43593"/>
                  <a:pt x="815368" y="46023"/>
                </a:cubicBezTo>
                <a:lnTo>
                  <a:pt x="844092" y="46023"/>
                </a:lnTo>
                <a:close/>
                <a:moveTo>
                  <a:pt x="890764" y="60440"/>
                </a:moveTo>
                <a:cubicBezTo>
                  <a:pt x="891997" y="60440"/>
                  <a:pt x="893167" y="60675"/>
                  <a:pt x="894273" y="61147"/>
                </a:cubicBezTo>
                <a:cubicBezTo>
                  <a:pt x="895379" y="61618"/>
                  <a:pt x="896340" y="62271"/>
                  <a:pt x="897156" y="63105"/>
                </a:cubicBezTo>
                <a:cubicBezTo>
                  <a:pt x="897972" y="63939"/>
                  <a:pt x="898616" y="64909"/>
                  <a:pt x="899088" y="66016"/>
                </a:cubicBezTo>
                <a:cubicBezTo>
                  <a:pt x="899559" y="67122"/>
                  <a:pt x="899795" y="68310"/>
                  <a:pt x="899795" y="69579"/>
                </a:cubicBezTo>
                <a:cubicBezTo>
                  <a:pt x="899795" y="70812"/>
                  <a:pt x="899559" y="71973"/>
                  <a:pt x="899088" y="73061"/>
                </a:cubicBezTo>
                <a:cubicBezTo>
                  <a:pt x="898616" y="74149"/>
                  <a:pt x="897972" y="75101"/>
                  <a:pt x="897156" y="75917"/>
                </a:cubicBezTo>
                <a:cubicBezTo>
                  <a:pt x="896340" y="76733"/>
                  <a:pt x="895379" y="77376"/>
                  <a:pt x="894273" y="77848"/>
                </a:cubicBezTo>
                <a:cubicBezTo>
                  <a:pt x="893167" y="78319"/>
                  <a:pt x="891997" y="78555"/>
                  <a:pt x="890764" y="78555"/>
                </a:cubicBezTo>
                <a:cubicBezTo>
                  <a:pt x="889495" y="78555"/>
                  <a:pt x="888316" y="78319"/>
                  <a:pt x="887228" y="77848"/>
                </a:cubicBezTo>
                <a:cubicBezTo>
                  <a:pt x="886140" y="77376"/>
                  <a:pt x="885188" y="76733"/>
                  <a:pt x="884372" y="75917"/>
                </a:cubicBezTo>
                <a:cubicBezTo>
                  <a:pt x="883556" y="75101"/>
                  <a:pt x="882912" y="74149"/>
                  <a:pt x="882441" y="73061"/>
                </a:cubicBezTo>
                <a:cubicBezTo>
                  <a:pt x="881969" y="71973"/>
                  <a:pt x="881734" y="70812"/>
                  <a:pt x="881734" y="69579"/>
                </a:cubicBezTo>
                <a:cubicBezTo>
                  <a:pt x="881734" y="68310"/>
                  <a:pt x="881969" y="67122"/>
                  <a:pt x="882441" y="66016"/>
                </a:cubicBezTo>
                <a:cubicBezTo>
                  <a:pt x="882912" y="64909"/>
                  <a:pt x="883556" y="63939"/>
                  <a:pt x="884372" y="63105"/>
                </a:cubicBezTo>
                <a:cubicBezTo>
                  <a:pt x="885188" y="62271"/>
                  <a:pt x="886140" y="61618"/>
                  <a:pt x="887228" y="61147"/>
                </a:cubicBezTo>
                <a:cubicBezTo>
                  <a:pt x="888316" y="60675"/>
                  <a:pt x="889495" y="60440"/>
                  <a:pt x="890764" y="60440"/>
                </a:cubicBezTo>
                <a:close/>
                <a:moveTo>
                  <a:pt x="952234" y="60440"/>
                </a:moveTo>
                <a:cubicBezTo>
                  <a:pt x="953467" y="60440"/>
                  <a:pt x="954636" y="60675"/>
                  <a:pt x="955743" y="61147"/>
                </a:cubicBezTo>
                <a:cubicBezTo>
                  <a:pt x="956849" y="61618"/>
                  <a:pt x="957810" y="62271"/>
                  <a:pt x="958626" y="63105"/>
                </a:cubicBezTo>
                <a:cubicBezTo>
                  <a:pt x="959442" y="63939"/>
                  <a:pt x="960086" y="64909"/>
                  <a:pt x="960557" y="66016"/>
                </a:cubicBezTo>
                <a:cubicBezTo>
                  <a:pt x="961028" y="67122"/>
                  <a:pt x="961264" y="68310"/>
                  <a:pt x="961264" y="69579"/>
                </a:cubicBezTo>
                <a:cubicBezTo>
                  <a:pt x="961264" y="70812"/>
                  <a:pt x="961028" y="71973"/>
                  <a:pt x="960557" y="73061"/>
                </a:cubicBezTo>
                <a:cubicBezTo>
                  <a:pt x="960086" y="74149"/>
                  <a:pt x="959442" y="75101"/>
                  <a:pt x="958626" y="75917"/>
                </a:cubicBezTo>
                <a:cubicBezTo>
                  <a:pt x="957810" y="76733"/>
                  <a:pt x="956849" y="77376"/>
                  <a:pt x="955743" y="77848"/>
                </a:cubicBezTo>
                <a:cubicBezTo>
                  <a:pt x="954636" y="78319"/>
                  <a:pt x="953467" y="78555"/>
                  <a:pt x="952234" y="78555"/>
                </a:cubicBezTo>
                <a:cubicBezTo>
                  <a:pt x="950964" y="78555"/>
                  <a:pt x="949786" y="78319"/>
                  <a:pt x="948698" y="77848"/>
                </a:cubicBezTo>
                <a:cubicBezTo>
                  <a:pt x="947610" y="77376"/>
                  <a:pt x="946658" y="76733"/>
                  <a:pt x="945842" y="75917"/>
                </a:cubicBezTo>
                <a:cubicBezTo>
                  <a:pt x="945025" y="75101"/>
                  <a:pt x="944382" y="74149"/>
                  <a:pt x="943910" y="73061"/>
                </a:cubicBezTo>
                <a:cubicBezTo>
                  <a:pt x="943439" y="71973"/>
                  <a:pt x="943203" y="70812"/>
                  <a:pt x="943203" y="69579"/>
                </a:cubicBezTo>
                <a:cubicBezTo>
                  <a:pt x="943203" y="68310"/>
                  <a:pt x="943439" y="67122"/>
                  <a:pt x="943910" y="66016"/>
                </a:cubicBezTo>
                <a:cubicBezTo>
                  <a:pt x="944382" y="64909"/>
                  <a:pt x="945025" y="63939"/>
                  <a:pt x="945842" y="63105"/>
                </a:cubicBezTo>
                <a:cubicBezTo>
                  <a:pt x="946658" y="62271"/>
                  <a:pt x="947610" y="61618"/>
                  <a:pt x="948698" y="61147"/>
                </a:cubicBezTo>
                <a:cubicBezTo>
                  <a:pt x="949786" y="60675"/>
                  <a:pt x="950964" y="60440"/>
                  <a:pt x="952234" y="60440"/>
                </a:cubicBezTo>
                <a:close/>
                <a:moveTo>
                  <a:pt x="1013703" y="60440"/>
                </a:moveTo>
                <a:cubicBezTo>
                  <a:pt x="1014936" y="60440"/>
                  <a:pt x="1016106" y="60675"/>
                  <a:pt x="1017212" y="61147"/>
                </a:cubicBezTo>
                <a:cubicBezTo>
                  <a:pt x="1018318" y="61618"/>
                  <a:pt x="1019279" y="62271"/>
                  <a:pt x="1020095" y="63105"/>
                </a:cubicBezTo>
                <a:cubicBezTo>
                  <a:pt x="1020911" y="63939"/>
                  <a:pt x="1021555" y="64909"/>
                  <a:pt x="1022026" y="66016"/>
                </a:cubicBezTo>
                <a:cubicBezTo>
                  <a:pt x="1022498" y="67122"/>
                  <a:pt x="1022733" y="68310"/>
                  <a:pt x="1022733" y="69579"/>
                </a:cubicBezTo>
                <a:cubicBezTo>
                  <a:pt x="1022733" y="70812"/>
                  <a:pt x="1022498" y="71973"/>
                  <a:pt x="1022026" y="73061"/>
                </a:cubicBezTo>
                <a:cubicBezTo>
                  <a:pt x="1021555" y="74149"/>
                  <a:pt x="1020911" y="75101"/>
                  <a:pt x="1020095" y="75917"/>
                </a:cubicBezTo>
                <a:cubicBezTo>
                  <a:pt x="1019279" y="76733"/>
                  <a:pt x="1018318" y="77376"/>
                  <a:pt x="1017212" y="77848"/>
                </a:cubicBezTo>
                <a:cubicBezTo>
                  <a:pt x="1016106" y="78319"/>
                  <a:pt x="1014936" y="78555"/>
                  <a:pt x="1013703" y="78555"/>
                </a:cubicBezTo>
                <a:cubicBezTo>
                  <a:pt x="1012434" y="78555"/>
                  <a:pt x="1011255" y="78319"/>
                  <a:pt x="1010167" y="77848"/>
                </a:cubicBezTo>
                <a:cubicBezTo>
                  <a:pt x="1009079" y="77376"/>
                  <a:pt x="1008127" y="76733"/>
                  <a:pt x="1007311" y="75917"/>
                </a:cubicBezTo>
                <a:cubicBezTo>
                  <a:pt x="1006495" y="75101"/>
                  <a:pt x="1005851" y="74149"/>
                  <a:pt x="1005380" y="73061"/>
                </a:cubicBezTo>
                <a:cubicBezTo>
                  <a:pt x="1004908" y="71973"/>
                  <a:pt x="1004672" y="70812"/>
                  <a:pt x="1004672" y="69579"/>
                </a:cubicBezTo>
                <a:cubicBezTo>
                  <a:pt x="1004672" y="68310"/>
                  <a:pt x="1004908" y="67122"/>
                  <a:pt x="1005380" y="66016"/>
                </a:cubicBezTo>
                <a:cubicBezTo>
                  <a:pt x="1005851" y="64909"/>
                  <a:pt x="1006495" y="63939"/>
                  <a:pt x="1007311" y="63105"/>
                </a:cubicBezTo>
                <a:cubicBezTo>
                  <a:pt x="1008127" y="62271"/>
                  <a:pt x="1009079" y="61618"/>
                  <a:pt x="1010167" y="61147"/>
                </a:cubicBezTo>
                <a:cubicBezTo>
                  <a:pt x="1011255" y="60675"/>
                  <a:pt x="1012434" y="60440"/>
                  <a:pt x="1013703" y="6044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6" name="Text if...">
            <a:extLst xmlns:a="http://schemas.openxmlformats.org/drawingml/2006/main">
              <a:ext uri="{FF2B5EF4-FFF2-40B4-BE49-F238E27FC236}">
                <a16:creationId xmlns:a16="http://schemas.microsoft.com/office/drawing/2014/main" id="{9F7DB567-ECCE-496F-91FA-6459F9AF8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160" y="617298"/>
            <a:ext cx="337213" cy="78555"/>
          </a:xfrm>
          <a:custGeom xmlns:a="http://schemas.openxmlformats.org/drawingml/2006/main">
            <a:pathLst>
              <a:path w="337213" h="78555">
                <a:moveTo>
                  <a:pt x="17952" y="30791"/>
                </a:moveTo>
                <a:lnTo>
                  <a:pt x="1795" y="30791"/>
                </a:lnTo>
                <a:lnTo>
                  <a:pt x="1795" y="22957"/>
                </a:lnTo>
                <a:lnTo>
                  <a:pt x="27527" y="22957"/>
                </a:lnTo>
                <a:lnTo>
                  <a:pt x="27527" y="69688"/>
                </a:lnTo>
                <a:lnTo>
                  <a:pt x="43793" y="69688"/>
                </a:lnTo>
                <a:lnTo>
                  <a:pt x="43793" y="77576"/>
                </a:lnTo>
                <a:lnTo>
                  <a:pt x="0" y="77576"/>
                </a:lnTo>
                <a:lnTo>
                  <a:pt x="0" y="69688"/>
                </a:lnTo>
                <a:lnTo>
                  <a:pt x="17952" y="69688"/>
                </a:lnTo>
                <a:lnTo>
                  <a:pt x="17952" y="30791"/>
                </a:lnTo>
                <a:moveTo>
                  <a:pt x="21271" y="0"/>
                </a:moveTo>
                <a:cubicBezTo>
                  <a:pt x="22323" y="0"/>
                  <a:pt x="23302" y="190"/>
                  <a:pt x="24208" y="571"/>
                </a:cubicBezTo>
                <a:cubicBezTo>
                  <a:pt x="25115" y="952"/>
                  <a:pt x="25904" y="1487"/>
                  <a:pt x="26575" y="2176"/>
                </a:cubicBezTo>
                <a:cubicBezTo>
                  <a:pt x="27246" y="2865"/>
                  <a:pt x="27772" y="3654"/>
                  <a:pt x="28153" y="4542"/>
                </a:cubicBezTo>
                <a:cubicBezTo>
                  <a:pt x="28533" y="5431"/>
                  <a:pt x="28724" y="6401"/>
                  <a:pt x="28724" y="7453"/>
                </a:cubicBezTo>
                <a:cubicBezTo>
                  <a:pt x="28724" y="8468"/>
                  <a:pt x="28533" y="9430"/>
                  <a:pt x="28153" y="10336"/>
                </a:cubicBezTo>
                <a:cubicBezTo>
                  <a:pt x="27772" y="11243"/>
                  <a:pt x="27246" y="12041"/>
                  <a:pt x="26575" y="12730"/>
                </a:cubicBezTo>
                <a:cubicBezTo>
                  <a:pt x="25904" y="13419"/>
                  <a:pt x="25115" y="13954"/>
                  <a:pt x="24208" y="14335"/>
                </a:cubicBezTo>
                <a:cubicBezTo>
                  <a:pt x="23302" y="14715"/>
                  <a:pt x="22323" y="14906"/>
                  <a:pt x="21271" y="14906"/>
                </a:cubicBezTo>
                <a:cubicBezTo>
                  <a:pt x="20219" y="14906"/>
                  <a:pt x="19240" y="14715"/>
                  <a:pt x="18333" y="14335"/>
                </a:cubicBezTo>
                <a:cubicBezTo>
                  <a:pt x="17426" y="13954"/>
                  <a:pt x="16638" y="13419"/>
                  <a:pt x="15967" y="12730"/>
                </a:cubicBezTo>
                <a:cubicBezTo>
                  <a:pt x="15296" y="12041"/>
                  <a:pt x="14770" y="11243"/>
                  <a:pt x="14389" y="10336"/>
                </a:cubicBezTo>
                <a:cubicBezTo>
                  <a:pt x="14008" y="9430"/>
                  <a:pt x="13818" y="8468"/>
                  <a:pt x="13818" y="7453"/>
                </a:cubicBezTo>
                <a:cubicBezTo>
                  <a:pt x="13818" y="6401"/>
                  <a:pt x="14008" y="5431"/>
                  <a:pt x="14389" y="4542"/>
                </a:cubicBezTo>
                <a:cubicBezTo>
                  <a:pt x="14770" y="3654"/>
                  <a:pt x="15296" y="2865"/>
                  <a:pt x="15967" y="2176"/>
                </a:cubicBezTo>
                <a:cubicBezTo>
                  <a:pt x="16638" y="1487"/>
                  <a:pt x="17426" y="952"/>
                  <a:pt x="18333" y="571"/>
                </a:cubicBezTo>
                <a:cubicBezTo>
                  <a:pt x="19240" y="190"/>
                  <a:pt x="20219" y="0"/>
                  <a:pt x="21271" y="0"/>
                </a:cubicBezTo>
                <a:close/>
                <a:moveTo>
                  <a:pt x="109288" y="9466"/>
                </a:moveTo>
                <a:cubicBezTo>
                  <a:pt x="104319" y="8414"/>
                  <a:pt x="100040" y="7888"/>
                  <a:pt x="96449" y="7888"/>
                </a:cubicBezTo>
                <a:cubicBezTo>
                  <a:pt x="87926" y="7888"/>
                  <a:pt x="83665" y="12349"/>
                  <a:pt x="83665" y="21271"/>
                </a:cubicBezTo>
                <a:lnTo>
                  <a:pt x="83665" y="30845"/>
                </a:lnTo>
                <a:lnTo>
                  <a:pt x="107601" y="30845"/>
                </a:lnTo>
                <a:lnTo>
                  <a:pt x="107601" y="38734"/>
                </a:lnTo>
                <a:lnTo>
                  <a:pt x="83665" y="38734"/>
                </a:lnTo>
                <a:lnTo>
                  <a:pt x="83665" y="77576"/>
                </a:lnTo>
                <a:lnTo>
                  <a:pt x="74036" y="77576"/>
                </a:lnTo>
                <a:lnTo>
                  <a:pt x="74036" y="38734"/>
                </a:lnTo>
                <a:lnTo>
                  <a:pt x="56464" y="38734"/>
                </a:lnTo>
                <a:lnTo>
                  <a:pt x="56464" y="30845"/>
                </a:lnTo>
                <a:lnTo>
                  <a:pt x="74036" y="30845"/>
                </a:lnTo>
                <a:lnTo>
                  <a:pt x="74036" y="21815"/>
                </a:lnTo>
                <a:cubicBezTo>
                  <a:pt x="74036" y="7272"/>
                  <a:pt x="81616" y="0"/>
                  <a:pt x="96776" y="0"/>
                </a:cubicBezTo>
                <a:cubicBezTo>
                  <a:pt x="100547" y="0"/>
                  <a:pt x="104718" y="435"/>
                  <a:pt x="109288" y="1306"/>
                </a:cubicBezTo>
                <a:lnTo>
                  <a:pt x="109288" y="9466"/>
                </a:lnTo>
                <a:moveTo>
                  <a:pt x="52112" y="22957"/>
                </a:moveTo>
                <a:lnTo>
                  <a:pt x="52112" y="22957"/>
                </a:lnTo>
                <a:close/>
                <a:moveTo>
                  <a:pt x="205244" y="60440"/>
                </a:moveTo>
                <a:cubicBezTo>
                  <a:pt x="206477" y="60440"/>
                  <a:pt x="207646" y="60675"/>
                  <a:pt x="208753" y="61147"/>
                </a:cubicBezTo>
                <a:cubicBezTo>
                  <a:pt x="209859" y="61618"/>
                  <a:pt x="210820" y="62271"/>
                  <a:pt x="211636" y="63105"/>
                </a:cubicBezTo>
                <a:cubicBezTo>
                  <a:pt x="212452" y="63939"/>
                  <a:pt x="213096" y="64909"/>
                  <a:pt x="213567" y="66016"/>
                </a:cubicBezTo>
                <a:cubicBezTo>
                  <a:pt x="214038" y="67122"/>
                  <a:pt x="214274" y="68310"/>
                  <a:pt x="214274" y="69579"/>
                </a:cubicBezTo>
                <a:cubicBezTo>
                  <a:pt x="214274" y="70812"/>
                  <a:pt x="214038" y="71973"/>
                  <a:pt x="213567" y="73061"/>
                </a:cubicBezTo>
                <a:cubicBezTo>
                  <a:pt x="213096" y="74149"/>
                  <a:pt x="212452" y="75101"/>
                  <a:pt x="211636" y="75917"/>
                </a:cubicBezTo>
                <a:cubicBezTo>
                  <a:pt x="210820" y="76733"/>
                  <a:pt x="209859" y="77376"/>
                  <a:pt x="208753" y="77848"/>
                </a:cubicBezTo>
                <a:cubicBezTo>
                  <a:pt x="207646" y="78319"/>
                  <a:pt x="206477" y="78555"/>
                  <a:pt x="205244" y="78555"/>
                </a:cubicBezTo>
                <a:cubicBezTo>
                  <a:pt x="203974" y="78555"/>
                  <a:pt x="202796" y="78319"/>
                  <a:pt x="201708" y="77848"/>
                </a:cubicBezTo>
                <a:cubicBezTo>
                  <a:pt x="200620" y="77376"/>
                  <a:pt x="199668" y="76733"/>
                  <a:pt x="198852" y="75917"/>
                </a:cubicBezTo>
                <a:cubicBezTo>
                  <a:pt x="198036" y="75101"/>
                  <a:pt x="197392" y="74149"/>
                  <a:pt x="196920" y="73061"/>
                </a:cubicBezTo>
                <a:cubicBezTo>
                  <a:pt x="196449" y="71973"/>
                  <a:pt x="196213" y="70812"/>
                  <a:pt x="196213" y="69579"/>
                </a:cubicBezTo>
                <a:cubicBezTo>
                  <a:pt x="196213" y="68310"/>
                  <a:pt x="196449" y="67122"/>
                  <a:pt x="196920" y="66016"/>
                </a:cubicBezTo>
                <a:cubicBezTo>
                  <a:pt x="197392" y="64909"/>
                  <a:pt x="198036" y="63939"/>
                  <a:pt x="198852" y="63105"/>
                </a:cubicBezTo>
                <a:cubicBezTo>
                  <a:pt x="199668" y="62271"/>
                  <a:pt x="200620" y="61618"/>
                  <a:pt x="201708" y="61147"/>
                </a:cubicBezTo>
                <a:cubicBezTo>
                  <a:pt x="202796" y="60675"/>
                  <a:pt x="203974" y="60440"/>
                  <a:pt x="205244" y="60440"/>
                </a:cubicBezTo>
                <a:close/>
                <a:moveTo>
                  <a:pt x="266713" y="60440"/>
                </a:moveTo>
                <a:cubicBezTo>
                  <a:pt x="267946" y="60440"/>
                  <a:pt x="269116" y="60675"/>
                  <a:pt x="270222" y="61147"/>
                </a:cubicBezTo>
                <a:cubicBezTo>
                  <a:pt x="271328" y="61618"/>
                  <a:pt x="272289" y="62271"/>
                  <a:pt x="273105" y="63105"/>
                </a:cubicBezTo>
                <a:cubicBezTo>
                  <a:pt x="273921" y="63939"/>
                  <a:pt x="274565" y="64909"/>
                  <a:pt x="275036" y="66016"/>
                </a:cubicBezTo>
                <a:cubicBezTo>
                  <a:pt x="275508" y="67122"/>
                  <a:pt x="275744" y="68310"/>
                  <a:pt x="275744" y="69579"/>
                </a:cubicBezTo>
                <a:cubicBezTo>
                  <a:pt x="275744" y="70812"/>
                  <a:pt x="275508" y="71973"/>
                  <a:pt x="275036" y="73061"/>
                </a:cubicBezTo>
                <a:cubicBezTo>
                  <a:pt x="274565" y="74149"/>
                  <a:pt x="273921" y="75101"/>
                  <a:pt x="273105" y="75917"/>
                </a:cubicBezTo>
                <a:cubicBezTo>
                  <a:pt x="272289" y="76733"/>
                  <a:pt x="271328" y="77376"/>
                  <a:pt x="270222" y="77848"/>
                </a:cubicBezTo>
                <a:cubicBezTo>
                  <a:pt x="269116" y="78319"/>
                  <a:pt x="267946" y="78555"/>
                  <a:pt x="266713" y="78555"/>
                </a:cubicBezTo>
                <a:cubicBezTo>
                  <a:pt x="265444" y="78555"/>
                  <a:pt x="264265" y="78319"/>
                  <a:pt x="263177" y="77848"/>
                </a:cubicBezTo>
                <a:cubicBezTo>
                  <a:pt x="262089" y="77376"/>
                  <a:pt x="261137" y="76733"/>
                  <a:pt x="260321" y="75917"/>
                </a:cubicBezTo>
                <a:cubicBezTo>
                  <a:pt x="259505" y="75101"/>
                  <a:pt x="258861" y="74149"/>
                  <a:pt x="258390" y="73061"/>
                </a:cubicBezTo>
                <a:cubicBezTo>
                  <a:pt x="257918" y="71973"/>
                  <a:pt x="257683" y="70812"/>
                  <a:pt x="257683" y="69579"/>
                </a:cubicBezTo>
                <a:cubicBezTo>
                  <a:pt x="257683" y="68310"/>
                  <a:pt x="257918" y="67122"/>
                  <a:pt x="258390" y="66016"/>
                </a:cubicBezTo>
                <a:cubicBezTo>
                  <a:pt x="258861" y="64909"/>
                  <a:pt x="259505" y="63939"/>
                  <a:pt x="260321" y="63105"/>
                </a:cubicBezTo>
                <a:cubicBezTo>
                  <a:pt x="261137" y="62271"/>
                  <a:pt x="262089" y="61618"/>
                  <a:pt x="263177" y="61147"/>
                </a:cubicBezTo>
                <a:cubicBezTo>
                  <a:pt x="264265" y="60675"/>
                  <a:pt x="265444" y="60440"/>
                  <a:pt x="266713" y="60440"/>
                </a:cubicBezTo>
                <a:close/>
                <a:moveTo>
                  <a:pt x="328183" y="60440"/>
                </a:moveTo>
                <a:cubicBezTo>
                  <a:pt x="329416" y="60440"/>
                  <a:pt x="330585" y="60675"/>
                  <a:pt x="331691" y="61147"/>
                </a:cubicBezTo>
                <a:cubicBezTo>
                  <a:pt x="332798" y="61618"/>
                  <a:pt x="333759" y="62271"/>
                  <a:pt x="334575" y="63105"/>
                </a:cubicBezTo>
                <a:cubicBezTo>
                  <a:pt x="335391" y="63939"/>
                  <a:pt x="336034" y="64909"/>
                  <a:pt x="336506" y="66016"/>
                </a:cubicBezTo>
                <a:cubicBezTo>
                  <a:pt x="336977" y="67122"/>
                  <a:pt x="337213" y="68310"/>
                  <a:pt x="337213" y="69579"/>
                </a:cubicBezTo>
                <a:cubicBezTo>
                  <a:pt x="337213" y="70812"/>
                  <a:pt x="336977" y="71973"/>
                  <a:pt x="336506" y="73061"/>
                </a:cubicBezTo>
                <a:cubicBezTo>
                  <a:pt x="336034" y="74149"/>
                  <a:pt x="335391" y="75101"/>
                  <a:pt x="334575" y="75917"/>
                </a:cubicBezTo>
                <a:cubicBezTo>
                  <a:pt x="333759" y="76733"/>
                  <a:pt x="332798" y="77376"/>
                  <a:pt x="331691" y="77848"/>
                </a:cubicBezTo>
                <a:cubicBezTo>
                  <a:pt x="330585" y="78319"/>
                  <a:pt x="329416" y="78555"/>
                  <a:pt x="328183" y="78555"/>
                </a:cubicBezTo>
                <a:cubicBezTo>
                  <a:pt x="326913" y="78555"/>
                  <a:pt x="325735" y="78319"/>
                  <a:pt x="324646" y="77848"/>
                </a:cubicBezTo>
                <a:cubicBezTo>
                  <a:pt x="323558" y="77376"/>
                  <a:pt x="322606" y="76733"/>
                  <a:pt x="321790" y="75917"/>
                </a:cubicBezTo>
                <a:cubicBezTo>
                  <a:pt x="320974" y="75101"/>
                  <a:pt x="320331" y="74149"/>
                  <a:pt x="319859" y="73061"/>
                </a:cubicBezTo>
                <a:cubicBezTo>
                  <a:pt x="319388" y="71973"/>
                  <a:pt x="319152" y="70812"/>
                  <a:pt x="319152" y="69579"/>
                </a:cubicBezTo>
                <a:cubicBezTo>
                  <a:pt x="319152" y="68310"/>
                  <a:pt x="319388" y="67122"/>
                  <a:pt x="319859" y="66016"/>
                </a:cubicBezTo>
                <a:cubicBezTo>
                  <a:pt x="320331" y="64909"/>
                  <a:pt x="320974" y="63939"/>
                  <a:pt x="321790" y="63105"/>
                </a:cubicBezTo>
                <a:cubicBezTo>
                  <a:pt x="322606" y="62271"/>
                  <a:pt x="323558" y="61618"/>
                  <a:pt x="324646" y="61147"/>
                </a:cubicBezTo>
                <a:cubicBezTo>
                  <a:pt x="325735" y="60675"/>
                  <a:pt x="326913" y="60440"/>
                  <a:pt x="328183" y="6044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3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406c740bf9a4786"/>
          <a:stretch xmlns:a="http://schemas.openxmlformats.org/drawingml/2006/main"/>
        </p:blipFill>
        <p:spPr>
          <a:xfrm xmlns:a="http://schemas.openxmlformats.org/drawingml/2006/main">
            <a:off x="1143768" y="1822628"/>
            <a:ext cx="519696" cy="519696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350055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2026-09-05T14:43:09.0730000Z</dcterms:created>
  <dcterms:modified xsi:type="dcterms:W3CDTF">2026-09-05T14:43:09.0730000Z</dcterms:modified>
</coreProperties>
</file>