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4478ec1b147b7" /><Relationship Type="http://schemas.openxmlformats.org/officeDocument/2006/relationships/extended-properties" Target="/docProps/app.xml" Id="R76336edb512c4150" /><Relationship Type="http://schemas.openxmlformats.org/officeDocument/2006/relationships/officeDocument" Target="/ppt/presentation.xml" Id="R706103a3c83044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4fec9a8d0c433f"/>
  </p:sldMasterIdLst>
  <p:notesMasterIdLst>
    <p:notesMasterId xmlns:r="http://schemas.openxmlformats.org/officeDocument/2006/relationships" r:id="R16a0b28acc4f4913"/>
  </p:notesMasterIdLst>
  <p:sldIdLst>
    <p:sldId xmlns:r="http://schemas.openxmlformats.org/officeDocument/2006/relationships" id="256" r:id="Rf2580f5b946d444e"/>
  </p:sldIdLst>
  <p:sldSz cx="14744700" cy="40576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019b353fb4b8c" /><Relationship Type="http://schemas.openxmlformats.org/officeDocument/2006/relationships/slideMaster" Target="/ppt/slideMasters/slideMaster1.xml" Id="R474fec9a8d0c433f" /><Relationship Type="http://schemas.openxmlformats.org/officeDocument/2006/relationships/notesMaster" Target="/ppt/notesMasters/notesMaster1.xml" Id="R16a0b28acc4f4913" /><Relationship Type="http://schemas.openxmlformats.org/officeDocument/2006/relationships/presProps" Target="/ppt/presProps.xml" Id="Rb5e2703265e14917" /><Relationship Type="http://schemas.openxmlformats.org/officeDocument/2006/relationships/tableStyles" Target="/ppt/tableStyles.xml" Id="Refa313dd0b014c9f" /><Relationship Type="http://schemas.openxmlformats.org/officeDocument/2006/relationships/slide" Target="/ppt/slides/slide1.xml" Id="Rf2580f5b946d44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86dcf3d97049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4073c4c604e36" /><Relationship Type="http://schemas.openxmlformats.org/officeDocument/2006/relationships/notesMaster" Target="/ppt/notesMasters/notesMaster1.xml" Id="Rcb48718a1d73464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素材ID：SE-034</ns1:t>
            </ns1:r>
          </ns1:p>
          <ns1:p>
            <ns1:r>
              <ns1:t>论文：Rango: Adaptive Retrieval-Augmented Proving for Automated Software Verification</ns1:t>
            </ns1:r>
          </ns1:p>
          <ns1:p>
            <ns1:r>
              <ns1:t>会议：ICSE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1，PDF第4页</ns1:t>
            </ns1:r>
          </ns1:p>
          <ns1:p>
            <ns1:r>
              <ns1:t>类型：系统架构</ns1:t>
            </ns1:r>
          </ns1:p>
          <ns1:p>
            <ns1:r>
              <ns1:t>借鉴点：左侧双检索器与当前证明状态生成下一策略，右侧将逐步生成器放大为失败和成功的执行序列。</ns1:t>
            </ns1:r>
          </ns1:p>
          <ns1:p>
            <ns1:r>
              <ns1:t>论文URL：https://www.cs.cornell.edu/~lerner/papers/rango-final.pdf</ns1:t>
            </ns1:r>
          </ns1:p>
          <ns1:p>
            <ns1:r>
              <ns1:t>官方获奖URL：https://www2.sigsoft.org/awards/distinguishedpaper/#the-47th-international-conference-on-software-engineering-icse-2025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77fb01506c4a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aee5cc9f314cee" /><Relationship Type="http://schemas.openxmlformats.org/officeDocument/2006/relationships/slideLayout" Target="/ppt/slideLayouts/slideLayout1.xml" Id="R8c2b56ef026d49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2b56ef026d49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4e73d23494b99" /><Relationship Type="http://schemas.openxmlformats.org/officeDocument/2006/relationships/image" Target="/ppt/media/image.png" Id="R3f49104c0d684010" /><Relationship Type="http://schemas.openxmlformats.org/officeDocument/2006/relationships/image" Target="/ppt/media/image2.png" Id="Rcb535379e48049bd" /><Relationship Type="http://schemas.openxmlformats.org/officeDocument/2006/relationships/image" Target="/ppt/media/image3.png" Id="Rad0dcf5bee5143b3" /><Relationship Type="http://schemas.openxmlformats.org/officeDocument/2006/relationships/image" Target="/ppt/media/image4.png" Id="Rf2f12745784a4332" /><Relationship Type="http://schemas.openxmlformats.org/officeDocument/2006/relationships/image" Target="/ppt/media/image5.png" Id="R1cb0d278cd454ec8" /><Relationship Type="http://schemas.openxmlformats.org/officeDocument/2006/relationships/image" Target="/ppt/media/image6.png" Id="Re10a6fa1af8749d4" /><Relationship Type="http://schemas.openxmlformats.org/officeDocument/2006/relationships/notesSlide" Target="/ppt/notesSlides/notesSlide1.xml" Id="R2cfcbde3a05442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AEB14-DD3C-42E9-8B24-F10B255C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" y="0"/>
            <a:ext cx="14689466" cy="3913174"/>
          </a:xfrm>
          <a:custGeom xmlns:a="http://schemas.openxmlformats.org/drawingml/2006/main">
            <a:pathLst>
              <a:path w="14689466" h="3913174">
                <a:moveTo>
                  <a:pt x="14689466" y="0"/>
                </a:moveTo>
                <a:lnTo>
                  <a:pt x="14689466" y="3913174"/>
                </a:lnTo>
                <a:lnTo>
                  <a:pt x="0" y="3913174"/>
                </a:lnTo>
                <a:lnTo>
                  <a:pt x="0" y="0"/>
                </a:lnTo>
                <a:lnTo>
                  <a:pt x="14689466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AEDC4-E4CD-47D1-B5D5-B63DC71B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781" y="101127"/>
            <a:ext cx="6307089" cy="3147040"/>
          </a:xfrm>
          <a:custGeom xmlns:a="http://schemas.openxmlformats.org/drawingml/2006/main">
            <a:pathLst>
              <a:path w="6307089" h="3147040">
                <a:moveTo>
                  <a:pt x="5883528" y="0"/>
                </a:moveTo>
                <a:lnTo>
                  <a:pt x="5940955" y="3807"/>
                </a:lnTo>
                <a:lnTo>
                  <a:pt x="5996160" y="15071"/>
                </a:lnTo>
                <a:lnTo>
                  <a:pt x="6048352" y="33314"/>
                </a:lnTo>
                <a:lnTo>
                  <a:pt x="6097371" y="57744"/>
                </a:lnTo>
                <a:lnTo>
                  <a:pt x="6142423" y="88202"/>
                </a:lnTo>
                <a:lnTo>
                  <a:pt x="6183035" y="124054"/>
                </a:lnTo>
                <a:lnTo>
                  <a:pt x="6218886" y="164665"/>
                </a:lnTo>
                <a:lnTo>
                  <a:pt x="6249345" y="209718"/>
                </a:lnTo>
                <a:lnTo>
                  <a:pt x="6273775" y="258737"/>
                </a:lnTo>
                <a:lnTo>
                  <a:pt x="6292018" y="310928"/>
                </a:lnTo>
                <a:lnTo>
                  <a:pt x="6303281" y="366134"/>
                </a:lnTo>
                <a:lnTo>
                  <a:pt x="6307089" y="423561"/>
                </a:lnTo>
                <a:lnTo>
                  <a:pt x="6307089" y="2723432"/>
                </a:lnTo>
                <a:lnTo>
                  <a:pt x="6303281" y="2780938"/>
                </a:lnTo>
                <a:lnTo>
                  <a:pt x="6292018" y="2836064"/>
                </a:lnTo>
                <a:lnTo>
                  <a:pt x="6273775" y="2888351"/>
                </a:lnTo>
                <a:lnTo>
                  <a:pt x="6249345" y="2937259"/>
                </a:lnTo>
                <a:lnTo>
                  <a:pt x="6218886" y="2982312"/>
                </a:lnTo>
                <a:lnTo>
                  <a:pt x="6183035" y="3022986"/>
                </a:lnTo>
                <a:lnTo>
                  <a:pt x="6142423" y="3058790"/>
                </a:lnTo>
                <a:lnTo>
                  <a:pt x="6097371" y="3089217"/>
                </a:lnTo>
                <a:lnTo>
                  <a:pt x="6048352" y="3113758"/>
                </a:lnTo>
                <a:lnTo>
                  <a:pt x="5996160" y="3131906"/>
                </a:lnTo>
                <a:lnTo>
                  <a:pt x="5940955" y="3143169"/>
                </a:lnTo>
                <a:lnTo>
                  <a:pt x="5883528" y="3147040"/>
                </a:lnTo>
                <a:lnTo>
                  <a:pt x="423561" y="3147040"/>
                </a:lnTo>
                <a:lnTo>
                  <a:pt x="366134" y="3143169"/>
                </a:lnTo>
                <a:lnTo>
                  <a:pt x="310928" y="3131906"/>
                </a:lnTo>
                <a:lnTo>
                  <a:pt x="258737" y="3113758"/>
                </a:lnTo>
                <a:lnTo>
                  <a:pt x="209718" y="3089217"/>
                </a:lnTo>
                <a:lnTo>
                  <a:pt x="164665" y="3058790"/>
                </a:lnTo>
                <a:lnTo>
                  <a:pt x="124054" y="3022986"/>
                </a:lnTo>
                <a:lnTo>
                  <a:pt x="88202" y="2982312"/>
                </a:lnTo>
                <a:lnTo>
                  <a:pt x="57744" y="2937259"/>
                </a:lnTo>
                <a:lnTo>
                  <a:pt x="33314" y="2888351"/>
                </a:lnTo>
                <a:lnTo>
                  <a:pt x="15071" y="2836064"/>
                </a:lnTo>
                <a:lnTo>
                  <a:pt x="3807" y="2780938"/>
                </a:lnTo>
                <a:lnTo>
                  <a:pt x="0" y="2723432"/>
                </a:lnTo>
                <a:lnTo>
                  <a:pt x="0" y="423561"/>
                </a:lnTo>
                <a:lnTo>
                  <a:pt x="3807" y="366134"/>
                </a:lnTo>
                <a:lnTo>
                  <a:pt x="15071" y="310928"/>
                </a:lnTo>
                <a:lnTo>
                  <a:pt x="33314" y="258737"/>
                </a:lnTo>
                <a:lnTo>
                  <a:pt x="57744" y="209718"/>
                </a:lnTo>
                <a:lnTo>
                  <a:pt x="88202" y="164665"/>
                </a:lnTo>
                <a:lnTo>
                  <a:pt x="124054" y="124054"/>
                </a:lnTo>
                <a:lnTo>
                  <a:pt x="164665" y="88202"/>
                </a:lnTo>
                <a:lnTo>
                  <a:pt x="209718" y="57744"/>
                </a:lnTo>
                <a:lnTo>
                  <a:pt x="258737" y="33314"/>
                </a:lnTo>
                <a:lnTo>
                  <a:pt x="310928" y="15071"/>
                </a:lnTo>
                <a:lnTo>
                  <a:pt x="366134" y="3807"/>
                </a:lnTo>
                <a:lnTo>
                  <a:pt x="423561" y="0"/>
                </a:lnTo>
                <a:lnTo>
                  <a:pt x="5883528" y="0"/>
                </a:lnTo>
                <a:close/>
              </a:path>
            </a:pathLst>
          </a:custGeom>
          <a:solidFill xmlns:a="http://schemas.openxmlformats.org/drawingml/2006/main">
            <a:srgbClr val="FFE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23CE1-9230-44E9-8ABF-4F133082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0781" y="101128"/>
            <a:ext cx="6307089" cy="3147040"/>
          </a:xfrm>
          <a:custGeom xmlns:a="http://schemas.openxmlformats.org/drawingml/2006/main">
            <a:pathLst>
              <a:path w="6307089" h="3147040" fill="none">
                <a:moveTo>
                  <a:pt x="0" y="423561"/>
                </a:moveTo>
                <a:lnTo>
                  <a:pt x="3807" y="366134"/>
                </a:lnTo>
                <a:lnTo>
                  <a:pt x="15071" y="310928"/>
                </a:lnTo>
                <a:lnTo>
                  <a:pt x="33314" y="258737"/>
                </a:lnTo>
                <a:lnTo>
                  <a:pt x="57744" y="209718"/>
                </a:lnTo>
                <a:lnTo>
                  <a:pt x="88202" y="164665"/>
                </a:lnTo>
                <a:lnTo>
                  <a:pt x="124054" y="124054"/>
                </a:lnTo>
                <a:lnTo>
                  <a:pt x="164665" y="88202"/>
                </a:lnTo>
                <a:lnTo>
                  <a:pt x="209718" y="57744"/>
                </a:lnTo>
                <a:lnTo>
                  <a:pt x="258737" y="33314"/>
                </a:lnTo>
                <a:lnTo>
                  <a:pt x="310928" y="15071"/>
                </a:lnTo>
                <a:lnTo>
                  <a:pt x="366134" y="3807"/>
                </a:lnTo>
                <a:lnTo>
                  <a:pt x="423561" y="0"/>
                </a:lnTo>
                <a:lnTo>
                  <a:pt x="5883528" y="0"/>
                </a:lnTo>
                <a:lnTo>
                  <a:pt x="5940955" y="3807"/>
                </a:lnTo>
                <a:lnTo>
                  <a:pt x="5996160" y="15071"/>
                </a:lnTo>
                <a:lnTo>
                  <a:pt x="6048352" y="33314"/>
                </a:lnTo>
                <a:lnTo>
                  <a:pt x="6097371" y="57744"/>
                </a:lnTo>
                <a:lnTo>
                  <a:pt x="6142423" y="88202"/>
                </a:lnTo>
                <a:lnTo>
                  <a:pt x="6183035" y="124054"/>
                </a:lnTo>
                <a:lnTo>
                  <a:pt x="6218886" y="164665"/>
                </a:lnTo>
                <a:lnTo>
                  <a:pt x="6249345" y="209718"/>
                </a:lnTo>
                <a:lnTo>
                  <a:pt x="6273775" y="258737"/>
                </a:lnTo>
                <a:lnTo>
                  <a:pt x="6292018" y="310928"/>
                </a:lnTo>
                <a:lnTo>
                  <a:pt x="6303281" y="366134"/>
                </a:lnTo>
                <a:lnTo>
                  <a:pt x="6307089" y="423561"/>
                </a:lnTo>
                <a:lnTo>
                  <a:pt x="6307089" y="2723432"/>
                </a:lnTo>
                <a:lnTo>
                  <a:pt x="6303281" y="2780938"/>
                </a:lnTo>
                <a:lnTo>
                  <a:pt x="6292018" y="2836064"/>
                </a:lnTo>
                <a:lnTo>
                  <a:pt x="6273775" y="2888351"/>
                </a:lnTo>
                <a:lnTo>
                  <a:pt x="6249345" y="2937259"/>
                </a:lnTo>
                <a:lnTo>
                  <a:pt x="6218886" y="2982312"/>
                </a:lnTo>
                <a:lnTo>
                  <a:pt x="6183035" y="3022986"/>
                </a:lnTo>
                <a:lnTo>
                  <a:pt x="6142423" y="3058790"/>
                </a:lnTo>
                <a:lnTo>
                  <a:pt x="6097371" y="3089217"/>
                </a:lnTo>
                <a:lnTo>
                  <a:pt x="6048352" y="3113758"/>
                </a:lnTo>
                <a:lnTo>
                  <a:pt x="5996160" y="3131906"/>
                </a:lnTo>
                <a:lnTo>
                  <a:pt x="5940955" y="3143169"/>
                </a:lnTo>
                <a:lnTo>
                  <a:pt x="5883528" y="3147040"/>
                </a:lnTo>
                <a:lnTo>
                  <a:pt x="423561" y="3147040"/>
                </a:lnTo>
                <a:lnTo>
                  <a:pt x="366134" y="3143169"/>
                </a:lnTo>
                <a:lnTo>
                  <a:pt x="310928" y="3131906"/>
                </a:lnTo>
                <a:lnTo>
                  <a:pt x="258737" y="3113758"/>
                </a:lnTo>
                <a:lnTo>
                  <a:pt x="209718" y="3089217"/>
                </a:lnTo>
                <a:lnTo>
                  <a:pt x="164665" y="3058790"/>
                </a:lnTo>
                <a:lnTo>
                  <a:pt x="124054" y="3022986"/>
                </a:lnTo>
                <a:lnTo>
                  <a:pt x="88202" y="2982312"/>
                </a:lnTo>
                <a:lnTo>
                  <a:pt x="57744" y="2937259"/>
                </a:lnTo>
                <a:lnTo>
                  <a:pt x="33314" y="2888351"/>
                </a:lnTo>
                <a:lnTo>
                  <a:pt x="15071" y="2836064"/>
                </a:lnTo>
                <a:lnTo>
                  <a:pt x="3807" y="2780938"/>
                </a:lnTo>
                <a:lnTo>
                  <a:pt x="0" y="2723432"/>
                </a:lnTo>
                <a:lnTo>
                  <a:pt x="0" y="4235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169" cap="flat">
            <a:solidFill>
              <a:srgbClr val="79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BCA66-69A6-4AF8-8F20-41D2E450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872" y="101127"/>
            <a:ext cx="4270190" cy="2678268"/>
          </a:xfrm>
          <a:custGeom xmlns:a="http://schemas.openxmlformats.org/drawingml/2006/main">
            <a:pathLst>
              <a:path w="4270190" h="2678268">
                <a:moveTo>
                  <a:pt x="3944032" y="0"/>
                </a:moveTo>
                <a:lnTo>
                  <a:pt x="4002569" y="5235"/>
                </a:lnTo>
                <a:lnTo>
                  <a:pt x="4057775" y="20464"/>
                </a:lnTo>
                <a:lnTo>
                  <a:pt x="4108539" y="44577"/>
                </a:lnTo>
                <a:lnTo>
                  <a:pt x="4154068" y="76780"/>
                </a:lnTo>
                <a:lnTo>
                  <a:pt x="4193410" y="115964"/>
                </a:lnTo>
                <a:lnTo>
                  <a:pt x="4225613" y="161492"/>
                </a:lnTo>
                <a:lnTo>
                  <a:pt x="4249726" y="212415"/>
                </a:lnTo>
                <a:lnTo>
                  <a:pt x="4264955" y="267462"/>
                </a:lnTo>
                <a:lnTo>
                  <a:pt x="4270190" y="326158"/>
                </a:lnTo>
                <a:lnTo>
                  <a:pt x="4270190" y="2352126"/>
                </a:lnTo>
                <a:lnTo>
                  <a:pt x="4264955" y="2410727"/>
                </a:lnTo>
                <a:lnTo>
                  <a:pt x="4249726" y="2465901"/>
                </a:lnTo>
                <a:lnTo>
                  <a:pt x="4225613" y="2516696"/>
                </a:lnTo>
                <a:lnTo>
                  <a:pt x="4193410" y="2562225"/>
                </a:lnTo>
                <a:lnTo>
                  <a:pt x="4154068" y="2601535"/>
                </a:lnTo>
                <a:lnTo>
                  <a:pt x="4108539" y="2633723"/>
                </a:lnTo>
                <a:lnTo>
                  <a:pt x="4057775" y="2657851"/>
                </a:lnTo>
                <a:lnTo>
                  <a:pt x="4002569" y="2673017"/>
                </a:lnTo>
                <a:lnTo>
                  <a:pt x="3944032" y="2678268"/>
                </a:lnTo>
                <a:lnTo>
                  <a:pt x="326158" y="2678268"/>
                </a:lnTo>
                <a:lnTo>
                  <a:pt x="267621" y="2673017"/>
                </a:lnTo>
                <a:lnTo>
                  <a:pt x="212415" y="2657851"/>
                </a:lnTo>
                <a:lnTo>
                  <a:pt x="161651" y="2633723"/>
                </a:lnTo>
                <a:lnTo>
                  <a:pt x="116122" y="2601535"/>
                </a:lnTo>
                <a:lnTo>
                  <a:pt x="76780" y="2562225"/>
                </a:lnTo>
                <a:lnTo>
                  <a:pt x="44577" y="2516696"/>
                </a:lnTo>
                <a:lnTo>
                  <a:pt x="20464" y="2465901"/>
                </a:lnTo>
                <a:lnTo>
                  <a:pt x="5235" y="2410727"/>
                </a:lnTo>
                <a:lnTo>
                  <a:pt x="0" y="2352126"/>
                </a:lnTo>
                <a:lnTo>
                  <a:pt x="0" y="326158"/>
                </a:lnTo>
                <a:lnTo>
                  <a:pt x="5235" y="267462"/>
                </a:lnTo>
                <a:lnTo>
                  <a:pt x="20464" y="212415"/>
                </a:lnTo>
                <a:lnTo>
                  <a:pt x="44577" y="161492"/>
                </a:lnTo>
                <a:lnTo>
                  <a:pt x="76780" y="115964"/>
                </a:lnTo>
                <a:lnTo>
                  <a:pt x="116122" y="76780"/>
                </a:lnTo>
                <a:lnTo>
                  <a:pt x="161651" y="44577"/>
                </a:lnTo>
                <a:lnTo>
                  <a:pt x="212415" y="20464"/>
                </a:lnTo>
                <a:lnTo>
                  <a:pt x="267621" y="5235"/>
                </a:lnTo>
                <a:lnTo>
                  <a:pt x="326158" y="0"/>
                </a:lnTo>
                <a:lnTo>
                  <a:pt x="3944032" y="0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386D6-7D1A-434D-A62C-5440017B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872" y="101128"/>
            <a:ext cx="4270190" cy="2678268"/>
          </a:xfrm>
          <a:custGeom xmlns:a="http://schemas.openxmlformats.org/drawingml/2006/main">
            <a:pathLst>
              <a:path w="4270190" h="2678268" fill="none">
                <a:moveTo>
                  <a:pt x="0" y="326158"/>
                </a:moveTo>
                <a:lnTo>
                  <a:pt x="5235" y="267462"/>
                </a:lnTo>
                <a:lnTo>
                  <a:pt x="20464" y="212415"/>
                </a:lnTo>
                <a:lnTo>
                  <a:pt x="44577" y="161492"/>
                </a:lnTo>
                <a:lnTo>
                  <a:pt x="76780" y="115964"/>
                </a:lnTo>
                <a:lnTo>
                  <a:pt x="116122" y="76780"/>
                </a:lnTo>
                <a:lnTo>
                  <a:pt x="161651" y="44577"/>
                </a:lnTo>
                <a:lnTo>
                  <a:pt x="212415" y="20464"/>
                </a:lnTo>
                <a:lnTo>
                  <a:pt x="267621" y="5235"/>
                </a:lnTo>
                <a:lnTo>
                  <a:pt x="326158" y="0"/>
                </a:lnTo>
                <a:lnTo>
                  <a:pt x="3944032" y="0"/>
                </a:lnTo>
                <a:lnTo>
                  <a:pt x="4002569" y="5235"/>
                </a:lnTo>
                <a:lnTo>
                  <a:pt x="4057775" y="20464"/>
                </a:lnTo>
                <a:lnTo>
                  <a:pt x="4108539" y="44577"/>
                </a:lnTo>
                <a:lnTo>
                  <a:pt x="4154068" y="76780"/>
                </a:lnTo>
                <a:lnTo>
                  <a:pt x="4193410" y="115964"/>
                </a:lnTo>
                <a:lnTo>
                  <a:pt x="4225613" y="161492"/>
                </a:lnTo>
                <a:lnTo>
                  <a:pt x="4249726" y="212415"/>
                </a:lnTo>
                <a:lnTo>
                  <a:pt x="4264955" y="267462"/>
                </a:lnTo>
                <a:lnTo>
                  <a:pt x="4270190" y="326158"/>
                </a:lnTo>
                <a:lnTo>
                  <a:pt x="4270190" y="2352126"/>
                </a:lnTo>
                <a:lnTo>
                  <a:pt x="4264955" y="2410727"/>
                </a:lnTo>
                <a:lnTo>
                  <a:pt x="4249726" y="2465901"/>
                </a:lnTo>
                <a:lnTo>
                  <a:pt x="4225613" y="2516696"/>
                </a:lnTo>
                <a:lnTo>
                  <a:pt x="4193410" y="2562225"/>
                </a:lnTo>
                <a:lnTo>
                  <a:pt x="4154068" y="2601535"/>
                </a:lnTo>
                <a:lnTo>
                  <a:pt x="4108539" y="2633723"/>
                </a:lnTo>
                <a:lnTo>
                  <a:pt x="4057775" y="2657851"/>
                </a:lnTo>
                <a:lnTo>
                  <a:pt x="4002569" y="2673017"/>
                </a:lnTo>
                <a:lnTo>
                  <a:pt x="3944032" y="2678268"/>
                </a:lnTo>
                <a:lnTo>
                  <a:pt x="326158" y="2678268"/>
                </a:lnTo>
                <a:lnTo>
                  <a:pt x="267621" y="2673017"/>
                </a:lnTo>
                <a:lnTo>
                  <a:pt x="212415" y="2657851"/>
                </a:lnTo>
                <a:lnTo>
                  <a:pt x="161651" y="2633723"/>
                </a:lnTo>
                <a:lnTo>
                  <a:pt x="116122" y="2601535"/>
                </a:lnTo>
                <a:lnTo>
                  <a:pt x="76780" y="2562225"/>
                </a:lnTo>
                <a:lnTo>
                  <a:pt x="44577" y="2516696"/>
                </a:lnTo>
                <a:lnTo>
                  <a:pt x="20464" y="2465901"/>
                </a:lnTo>
                <a:lnTo>
                  <a:pt x="5235" y="2410727"/>
                </a:lnTo>
                <a:lnTo>
                  <a:pt x="0" y="2352126"/>
                </a:lnTo>
                <a:lnTo>
                  <a:pt x="0" y="3261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169" cap="flat">
            <a:solidFill>
              <a:srgbClr val="163D63"/>
            </a:solidFill>
            <a:round/>
          </a:ln>
        </p:spPr>
      </p:sp>
      <p:sp>
        <p:nvSpPr>
          <p:cNvPr id="6" name="Text RangoTacticGenerator(TG)">
            <a:extLst xmlns:a="http://schemas.openxmlformats.org/drawingml/2006/main">
              <a:ext uri="{FF2B5EF4-FFF2-40B4-BE49-F238E27FC236}">
                <a16:creationId xmlns:a16="http://schemas.microsoft.com/office/drawing/2014/main" id="{140BFCEF-CC22-4B15-AF46-1E7BD85B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06" y="380303"/>
            <a:ext cx="3558771" cy="254873"/>
          </a:xfrm>
          <a:custGeom xmlns:a="http://schemas.openxmlformats.org/drawingml/2006/main">
            <a:pathLst>
              <a:path w="3558771" h="254873">
                <a:moveTo>
                  <a:pt x="70550" y="107080"/>
                </a:moveTo>
                <a:lnTo>
                  <a:pt x="70550" y="160341"/>
                </a:lnTo>
                <a:cubicBezTo>
                  <a:pt x="70550" y="170513"/>
                  <a:pt x="71177" y="176918"/>
                  <a:pt x="72432" y="179556"/>
                </a:cubicBezTo>
                <a:cubicBezTo>
                  <a:pt x="73687" y="182190"/>
                  <a:pt x="75895" y="184295"/>
                  <a:pt x="79055" y="185869"/>
                </a:cubicBezTo>
                <a:cubicBezTo>
                  <a:pt x="82215" y="187441"/>
                  <a:pt x="88118" y="188226"/>
                  <a:pt x="96762" y="188226"/>
                </a:cubicBezTo>
                <a:lnTo>
                  <a:pt x="96762" y="193246"/>
                </a:lnTo>
                <a:lnTo>
                  <a:pt x="0" y="193246"/>
                </a:lnTo>
                <a:lnTo>
                  <a:pt x="0" y="188226"/>
                </a:lnTo>
                <a:cubicBezTo>
                  <a:pt x="8737" y="188226"/>
                  <a:pt x="14663" y="187418"/>
                  <a:pt x="17777" y="185800"/>
                </a:cubicBezTo>
                <a:cubicBezTo>
                  <a:pt x="20891" y="184182"/>
                  <a:pt x="23075" y="182077"/>
                  <a:pt x="24330" y="179486"/>
                </a:cubicBezTo>
                <a:cubicBezTo>
                  <a:pt x="25585" y="176895"/>
                  <a:pt x="26212" y="170513"/>
                  <a:pt x="26212" y="160341"/>
                </a:cubicBezTo>
                <a:lnTo>
                  <a:pt x="26212" y="37088"/>
                </a:lnTo>
                <a:cubicBezTo>
                  <a:pt x="26212" y="26915"/>
                  <a:pt x="25585" y="20512"/>
                  <a:pt x="24330" y="17877"/>
                </a:cubicBezTo>
                <a:cubicBezTo>
                  <a:pt x="23075" y="15240"/>
                  <a:pt x="20868" y="13135"/>
                  <a:pt x="17707" y="11564"/>
                </a:cubicBezTo>
                <a:cubicBezTo>
                  <a:pt x="14547" y="9989"/>
                  <a:pt x="8644" y="9202"/>
                  <a:pt x="0" y="9202"/>
                </a:cubicBezTo>
                <a:lnTo>
                  <a:pt x="0" y="4183"/>
                </a:lnTo>
                <a:lnTo>
                  <a:pt x="87839" y="4183"/>
                </a:lnTo>
                <a:cubicBezTo>
                  <a:pt x="110705" y="4183"/>
                  <a:pt x="127436" y="5762"/>
                  <a:pt x="138033" y="8919"/>
                </a:cubicBezTo>
                <a:cubicBezTo>
                  <a:pt x="148629" y="12076"/>
                  <a:pt x="157274" y="17903"/>
                  <a:pt x="163966" y="26400"/>
                </a:cubicBezTo>
                <a:cubicBezTo>
                  <a:pt x="170659" y="34896"/>
                  <a:pt x="174005" y="44855"/>
                  <a:pt x="174005" y="56276"/>
                </a:cubicBezTo>
                <a:cubicBezTo>
                  <a:pt x="174005" y="70207"/>
                  <a:pt x="168986" y="81723"/>
                  <a:pt x="158947" y="90824"/>
                </a:cubicBezTo>
                <a:cubicBezTo>
                  <a:pt x="152533" y="96581"/>
                  <a:pt x="143563" y="100899"/>
                  <a:pt x="132037" y="103777"/>
                </a:cubicBezTo>
                <a:lnTo>
                  <a:pt x="177491" y="167931"/>
                </a:lnTo>
                <a:cubicBezTo>
                  <a:pt x="183439" y="176122"/>
                  <a:pt x="187669" y="181230"/>
                  <a:pt x="190178" y="183255"/>
                </a:cubicBezTo>
                <a:cubicBezTo>
                  <a:pt x="193989" y="186107"/>
                  <a:pt x="198405" y="187672"/>
                  <a:pt x="203424" y="187948"/>
                </a:cubicBezTo>
                <a:lnTo>
                  <a:pt x="203424" y="193246"/>
                </a:lnTo>
                <a:lnTo>
                  <a:pt x="143889" y="193246"/>
                </a:lnTo>
                <a:lnTo>
                  <a:pt x="82959" y="107080"/>
                </a:lnTo>
                <a:lnTo>
                  <a:pt x="70550" y="107080"/>
                </a:lnTo>
                <a:moveTo>
                  <a:pt x="70550" y="14779"/>
                </a:moveTo>
                <a:lnTo>
                  <a:pt x="70550" y="97041"/>
                </a:lnTo>
                <a:lnTo>
                  <a:pt x="78497" y="97041"/>
                </a:lnTo>
                <a:cubicBezTo>
                  <a:pt x="91418" y="97041"/>
                  <a:pt x="101085" y="95865"/>
                  <a:pt x="107498" y="93512"/>
                </a:cubicBezTo>
                <a:cubicBezTo>
                  <a:pt x="113912" y="91156"/>
                  <a:pt x="118954" y="86910"/>
                  <a:pt x="122626" y="80772"/>
                </a:cubicBezTo>
                <a:cubicBezTo>
                  <a:pt x="126298" y="74631"/>
                  <a:pt x="128133" y="66621"/>
                  <a:pt x="128133" y="56742"/>
                </a:cubicBezTo>
                <a:cubicBezTo>
                  <a:pt x="128133" y="42431"/>
                  <a:pt x="124764" y="31859"/>
                  <a:pt x="118025" y="25027"/>
                </a:cubicBezTo>
                <a:cubicBezTo>
                  <a:pt x="111286" y="18195"/>
                  <a:pt x="100434" y="14779"/>
                  <a:pt x="85469" y="14779"/>
                </a:cubicBezTo>
                <a:lnTo>
                  <a:pt x="70550" y="14779"/>
                </a:lnTo>
                <a:close/>
                <a:moveTo>
                  <a:pt x="282431" y="174005"/>
                </a:moveTo>
                <a:cubicBezTo>
                  <a:pt x="266537" y="188134"/>
                  <a:pt x="252268" y="195198"/>
                  <a:pt x="239627" y="195198"/>
                </a:cubicBezTo>
                <a:cubicBezTo>
                  <a:pt x="232191" y="195198"/>
                  <a:pt x="226010" y="192751"/>
                  <a:pt x="221083" y="187856"/>
                </a:cubicBezTo>
                <a:cubicBezTo>
                  <a:pt x="216157" y="182959"/>
                  <a:pt x="213694" y="176827"/>
                  <a:pt x="213694" y="169460"/>
                </a:cubicBezTo>
                <a:cubicBezTo>
                  <a:pt x="213694" y="159480"/>
                  <a:pt x="217969" y="150503"/>
                  <a:pt x="226521" y="142529"/>
                </a:cubicBezTo>
                <a:cubicBezTo>
                  <a:pt x="235072" y="134556"/>
                  <a:pt x="253709" y="123948"/>
                  <a:pt x="282431" y="110705"/>
                </a:cubicBezTo>
                <a:lnTo>
                  <a:pt x="282431" y="97599"/>
                </a:lnTo>
                <a:cubicBezTo>
                  <a:pt x="282431" y="87746"/>
                  <a:pt x="281897" y="81542"/>
                  <a:pt x="280828" y="78985"/>
                </a:cubicBezTo>
                <a:cubicBezTo>
                  <a:pt x="279759" y="76429"/>
                  <a:pt x="277737" y="74198"/>
                  <a:pt x="274763" y="72293"/>
                </a:cubicBezTo>
                <a:cubicBezTo>
                  <a:pt x="271788" y="70387"/>
                  <a:pt x="268442" y="69435"/>
                  <a:pt x="264724" y="69435"/>
                </a:cubicBezTo>
                <a:cubicBezTo>
                  <a:pt x="258682" y="69435"/>
                  <a:pt x="253709" y="70782"/>
                  <a:pt x="249805" y="73478"/>
                </a:cubicBezTo>
                <a:cubicBezTo>
                  <a:pt x="247389" y="75151"/>
                  <a:pt x="246180" y="77103"/>
                  <a:pt x="246180" y="79334"/>
                </a:cubicBezTo>
                <a:cubicBezTo>
                  <a:pt x="246180" y="81286"/>
                  <a:pt x="247481" y="83703"/>
                  <a:pt x="250084" y="86584"/>
                </a:cubicBezTo>
                <a:cubicBezTo>
                  <a:pt x="253616" y="90581"/>
                  <a:pt x="255382" y="94439"/>
                  <a:pt x="255382" y="98157"/>
                </a:cubicBezTo>
                <a:cubicBezTo>
                  <a:pt x="255382" y="102711"/>
                  <a:pt x="253686" y="106592"/>
                  <a:pt x="250293" y="109799"/>
                </a:cubicBezTo>
                <a:cubicBezTo>
                  <a:pt x="246901" y="113006"/>
                  <a:pt x="242462" y="114609"/>
                  <a:pt x="236978" y="114609"/>
                </a:cubicBezTo>
                <a:cubicBezTo>
                  <a:pt x="231122" y="114609"/>
                  <a:pt x="226219" y="112843"/>
                  <a:pt x="222268" y="109311"/>
                </a:cubicBezTo>
                <a:cubicBezTo>
                  <a:pt x="218318" y="105779"/>
                  <a:pt x="216343" y="101642"/>
                  <a:pt x="216343" y="96902"/>
                </a:cubicBezTo>
                <a:cubicBezTo>
                  <a:pt x="216343" y="90209"/>
                  <a:pt x="218992" y="83819"/>
                  <a:pt x="224290" y="77731"/>
                </a:cubicBezTo>
                <a:cubicBezTo>
                  <a:pt x="229588" y="71642"/>
                  <a:pt x="236978" y="66971"/>
                  <a:pt x="246459" y="63718"/>
                </a:cubicBezTo>
                <a:cubicBezTo>
                  <a:pt x="255940" y="60465"/>
                  <a:pt x="265793" y="58838"/>
                  <a:pt x="276018" y="58838"/>
                </a:cubicBezTo>
                <a:cubicBezTo>
                  <a:pt x="288380" y="58838"/>
                  <a:pt x="298163" y="61471"/>
                  <a:pt x="305367" y="66738"/>
                </a:cubicBezTo>
                <a:cubicBezTo>
                  <a:pt x="312571" y="72001"/>
                  <a:pt x="317241" y="77707"/>
                  <a:pt x="319379" y="83857"/>
                </a:cubicBezTo>
                <a:cubicBezTo>
                  <a:pt x="320681" y="87769"/>
                  <a:pt x="321331" y="96759"/>
                  <a:pt x="321331" y="110827"/>
                </a:cubicBezTo>
                <a:lnTo>
                  <a:pt x="321331" y="161557"/>
                </a:lnTo>
                <a:cubicBezTo>
                  <a:pt x="321331" y="167520"/>
                  <a:pt x="321564" y="171272"/>
                  <a:pt x="322028" y="172811"/>
                </a:cubicBezTo>
                <a:cubicBezTo>
                  <a:pt x="322493" y="174348"/>
                  <a:pt x="323190" y="175489"/>
                  <a:pt x="324120" y="176236"/>
                </a:cubicBezTo>
                <a:cubicBezTo>
                  <a:pt x="325049" y="176979"/>
                  <a:pt x="326118" y="177351"/>
                  <a:pt x="327327" y="177351"/>
                </a:cubicBezTo>
                <a:cubicBezTo>
                  <a:pt x="329743" y="177351"/>
                  <a:pt x="332207" y="175632"/>
                  <a:pt x="334716" y="172192"/>
                </a:cubicBezTo>
                <a:lnTo>
                  <a:pt x="338899" y="175539"/>
                </a:lnTo>
                <a:cubicBezTo>
                  <a:pt x="334252" y="182417"/>
                  <a:pt x="329441" y="187413"/>
                  <a:pt x="324468" y="190527"/>
                </a:cubicBezTo>
                <a:cubicBezTo>
                  <a:pt x="319496" y="193641"/>
                  <a:pt x="313849" y="195198"/>
                  <a:pt x="307528" y="195198"/>
                </a:cubicBezTo>
                <a:cubicBezTo>
                  <a:pt x="300092" y="195198"/>
                  <a:pt x="294283" y="193443"/>
                  <a:pt x="290100" y="189934"/>
                </a:cubicBezTo>
                <a:cubicBezTo>
                  <a:pt x="285917" y="186426"/>
                  <a:pt x="283361" y="181116"/>
                  <a:pt x="282431" y="174005"/>
                </a:cubicBezTo>
                <a:moveTo>
                  <a:pt x="282431" y="163687"/>
                </a:moveTo>
                <a:lnTo>
                  <a:pt x="282431" y="120073"/>
                </a:lnTo>
                <a:cubicBezTo>
                  <a:pt x="271184" y="126704"/>
                  <a:pt x="262818" y="133803"/>
                  <a:pt x="257334" y="141370"/>
                </a:cubicBezTo>
                <a:cubicBezTo>
                  <a:pt x="253709" y="146413"/>
                  <a:pt x="251897" y="151503"/>
                  <a:pt x="251897" y="156642"/>
                </a:cubicBezTo>
                <a:cubicBezTo>
                  <a:pt x="251897" y="160938"/>
                  <a:pt x="253430" y="164721"/>
                  <a:pt x="256498" y="167992"/>
                </a:cubicBezTo>
                <a:cubicBezTo>
                  <a:pt x="258822" y="170513"/>
                  <a:pt x="262075" y="171774"/>
                  <a:pt x="266258" y="171774"/>
                </a:cubicBezTo>
                <a:cubicBezTo>
                  <a:pt x="270905" y="171774"/>
                  <a:pt x="276296" y="169079"/>
                  <a:pt x="282431" y="163687"/>
                </a:cubicBezTo>
                <a:close/>
                <a:moveTo>
                  <a:pt x="406521" y="62742"/>
                </a:moveTo>
                <a:lnTo>
                  <a:pt x="406521" y="79752"/>
                </a:lnTo>
                <a:cubicBezTo>
                  <a:pt x="413214" y="72453"/>
                  <a:pt x="419628" y="67143"/>
                  <a:pt x="425762" y="63823"/>
                </a:cubicBezTo>
                <a:cubicBezTo>
                  <a:pt x="431897" y="60500"/>
                  <a:pt x="438497" y="58838"/>
                  <a:pt x="445561" y="58838"/>
                </a:cubicBezTo>
                <a:cubicBezTo>
                  <a:pt x="454020" y="58838"/>
                  <a:pt x="461037" y="61188"/>
                  <a:pt x="466615" y="65888"/>
                </a:cubicBezTo>
                <a:cubicBezTo>
                  <a:pt x="472192" y="70588"/>
                  <a:pt x="475910" y="76428"/>
                  <a:pt x="477769" y="83408"/>
                </a:cubicBezTo>
                <a:cubicBezTo>
                  <a:pt x="479256" y="88715"/>
                  <a:pt x="480000" y="98907"/>
                  <a:pt x="480000" y="113986"/>
                </a:cubicBezTo>
                <a:lnTo>
                  <a:pt x="480000" y="164803"/>
                </a:lnTo>
                <a:cubicBezTo>
                  <a:pt x="480000" y="174841"/>
                  <a:pt x="480906" y="181092"/>
                  <a:pt x="482718" y="183556"/>
                </a:cubicBezTo>
                <a:cubicBezTo>
                  <a:pt x="484531" y="186019"/>
                  <a:pt x="488319" y="187576"/>
                  <a:pt x="494082" y="188226"/>
                </a:cubicBezTo>
                <a:lnTo>
                  <a:pt x="494082" y="193246"/>
                </a:lnTo>
                <a:lnTo>
                  <a:pt x="428133" y="193246"/>
                </a:lnTo>
                <a:lnTo>
                  <a:pt x="428133" y="188226"/>
                </a:lnTo>
                <a:cubicBezTo>
                  <a:pt x="433059" y="187576"/>
                  <a:pt x="436591" y="185531"/>
                  <a:pt x="438729" y="182092"/>
                </a:cubicBezTo>
                <a:cubicBezTo>
                  <a:pt x="440216" y="179768"/>
                  <a:pt x="440960" y="174005"/>
                  <a:pt x="440960" y="164803"/>
                </a:cubicBezTo>
                <a:lnTo>
                  <a:pt x="440960" y="106801"/>
                </a:lnTo>
                <a:cubicBezTo>
                  <a:pt x="440960" y="96112"/>
                  <a:pt x="440542" y="89373"/>
                  <a:pt x="439705" y="86584"/>
                </a:cubicBezTo>
                <a:cubicBezTo>
                  <a:pt x="438869" y="83796"/>
                  <a:pt x="437451" y="81635"/>
                  <a:pt x="435453" y="80101"/>
                </a:cubicBezTo>
                <a:cubicBezTo>
                  <a:pt x="433454" y="78567"/>
                  <a:pt x="431247" y="77800"/>
                  <a:pt x="428830" y="77800"/>
                </a:cubicBezTo>
                <a:cubicBezTo>
                  <a:pt x="420836" y="77800"/>
                  <a:pt x="413400" y="83563"/>
                  <a:pt x="406521" y="95089"/>
                </a:cubicBezTo>
                <a:lnTo>
                  <a:pt x="406521" y="164803"/>
                </a:lnTo>
                <a:cubicBezTo>
                  <a:pt x="406521" y="174563"/>
                  <a:pt x="407428" y="180744"/>
                  <a:pt x="409240" y="183347"/>
                </a:cubicBezTo>
                <a:cubicBezTo>
                  <a:pt x="411053" y="185949"/>
                  <a:pt x="414422" y="187576"/>
                  <a:pt x="419349" y="188226"/>
                </a:cubicBezTo>
                <a:lnTo>
                  <a:pt x="419349" y="193246"/>
                </a:lnTo>
                <a:lnTo>
                  <a:pt x="353400" y="193246"/>
                </a:lnTo>
                <a:lnTo>
                  <a:pt x="353400" y="188226"/>
                </a:lnTo>
                <a:cubicBezTo>
                  <a:pt x="358884" y="187669"/>
                  <a:pt x="362788" y="185903"/>
                  <a:pt x="365112" y="182928"/>
                </a:cubicBezTo>
                <a:cubicBezTo>
                  <a:pt x="366692" y="180883"/>
                  <a:pt x="367482" y="174841"/>
                  <a:pt x="367482" y="164803"/>
                </a:cubicBezTo>
                <a:lnTo>
                  <a:pt x="367482" y="91185"/>
                </a:lnTo>
                <a:cubicBezTo>
                  <a:pt x="367482" y="81213"/>
                  <a:pt x="366576" y="75004"/>
                  <a:pt x="364763" y="72559"/>
                </a:cubicBezTo>
                <a:cubicBezTo>
                  <a:pt x="362951" y="70113"/>
                  <a:pt x="359163" y="68514"/>
                  <a:pt x="353400" y="67762"/>
                </a:cubicBezTo>
                <a:lnTo>
                  <a:pt x="353400" y="62742"/>
                </a:lnTo>
                <a:lnTo>
                  <a:pt x="406521" y="62742"/>
                </a:lnTo>
                <a:close/>
                <a:moveTo>
                  <a:pt x="595680" y="64415"/>
                </a:moveTo>
                <a:lnTo>
                  <a:pt x="639600" y="64415"/>
                </a:lnTo>
                <a:lnTo>
                  <a:pt x="639600" y="79752"/>
                </a:lnTo>
                <a:lnTo>
                  <a:pt x="614642" y="79752"/>
                </a:lnTo>
                <a:cubicBezTo>
                  <a:pt x="619197" y="84307"/>
                  <a:pt x="622357" y="88443"/>
                  <a:pt x="624123" y="92161"/>
                </a:cubicBezTo>
                <a:cubicBezTo>
                  <a:pt x="626354" y="97181"/>
                  <a:pt x="627470" y="102432"/>
                  <a:pt x="627470" y="107917"/>
                </a:cubicBezTo>
                <a:cubicBezTo>
                  <a:pt x="627470" y="117212"/>
                  <a:pt x="624890" y="125275"/>
                  <a:pt x="619731" y="132107"/>
                </a:cubicBezTo>
                <a:cubicBezTo>
                  <a:pt x="614573" y="138939"/>
                  <a:pt x="607555" y="144284"/>
                  <a:pt x="598678" y="148141"/>
                </a:cubicBezTo>
                <a:cubicBezTo>
                  <a:pt x="589801" y="151999"/>
                  <a:pt x="581923" y="153927"/>
                  <a:pt x="575045" y="153927"/>
                </a:cubicBezTo>
                <a:cubicBezTo>
                  <a:pt x="574487" y="153927"/>
                  <a:pt x="568910" y="153695"/>
                  <a:pt x="558314" y="153230"/>
                </a:cubicBezTo>
                <a:cubicBezTo>
                  <a:pt x="554131" y="153230"/>
                  <a:pt x="550622" y="154594"/>
                  <a:pt x="547787" y="157322"/>
                </a:cubicBezTo>
                <a:cubicBezTo>
                  <a:pt x="544952" y="160049"/>
                  <a:pt x="543534" y="163307"/>
                  <a:pt x="543534" y="167095"/>
                </a:cubicBezTo>
                <a:cubicBezTo>
                  <a:pt x="543534" y="170423"/>
                  <a:pt x="544813" y="173151"/>
                  <a:pt x="547369" y="175277"/>
                </a:cubicBezTo>
                <a:cubicBezTo>
                  <a:pt x="549925" y="177403"/>
                  <a:pt x="554084" y="178467"/>
                  <a:pt x="559847" y="178467"/>
                </a:cubicBezTo>
                <a:lnTo>
                  <a:pt x="583968" y="178188"/>
                </a:lnTo>
                <a:cubicBezTo>
                  <a:pt x="603488" y="178188"/>
                  <a:pt x="616920" y="180330"/>
                  <a:pt x="624263" y="184614"/>
                </a:cubicBezTo>
                <a:cubicBezTo>
                  <a:pt x="634766" y="190572"/>
                  <a:pt x="640018" y="199744"/>
                  <a:pt x="640018" y="212129"/>
                </a:cubicBezTo>
                <a:cubicBezTo>
                  <a:pt x="640018" y="220045"/>
                  <a:pt x="637601" y="227238"/>
                  <a:pt x="632768" y="233710"/>
                </a:cubicBezTo>
                <a:cubicBezTo>
                  <a:pt x="627934" y="240182"/>
                  <a:pt x="621567" y="244954"/>
                  <a:pt x="613666" y="248028"/>
                </a:cubicBezTo>
                <a:cubicBezTo>
                  <a:pt x="601676" y="252591"/>
                  <a:pt x="587872" y="254873"/>
                  <a:pt x="572256" y="254873"/>
                </a:cubicBezTo>
                <a:cubicBezTo>
                  <a:pt x="560545" y="254873"/>
                  <a:pt x="549855" y="253734"/>
                  <a:pt x="540188" y="251457"/>
                </a:cubicBezTo>
                <a:cubicBezTo>
                  <a:pt x="530521" y="249179"/>
                  <a:pt x="523596" y="246018"/>
                  <a:pt x="519414" y="241971"/>
                </a:cubicBezTo>
                <a:cubicBezTo>
                  <a:pt x="515231" y="237928"/>
                  <a:pt x="513139" y="233674"/>
                  <a:pt x="513139" y="229209"/>
                </a:cubicBezTo>
                <a:cubicBezTo>
                  <a:pt x="513139" y="224934"/>
                  <a:pt x="514743" y="221098"/>
                  <a:pt x="517950" y="217702"/>
                </a:cubicBezTo>
                <a:cubicBezTo>
                  <a:pt x="521156" y="214310"/>
                  <a:pt x="527129" y="211451"/>
                  <a:pt x="535866" y="209127"/>
                </a:cubicBezTo>
                <a:cubicBezTo>
                  <a:pt x="523782" y="203179"/>
                  <a:pt x="517740" y="194907"/>
                  <a:pt x="517740" y="184314"/>
                </a:cubicBezTo>
                <a:cubicBezTo>
                  <a:pt x="517740" y="177900"/>
                  <a:pt x="520204" y="171674"/>
                  <a:pt x="525130" y="165635"/>
                </a:cubicBezTo>
                <a:cubicBezTo>
                  <a:pt x="530057" y="159593"/>
                  <a:pt x="537864" y="154341"/>
                  <a:pt x="548554" y="149880"/>
                </a:cubicBezTo>
                <a:cubicBezTo>
                  <a:pt x="536098" y="145319"/>
                  <a:pt x="527082" y="139315"/>
                  <a:pt x="521505" y="131867"/>
                </a:cubicBezTo>
                <a:cubicBezTo>
                  <a:pt x="515928" y="124420"/>
                  <a:pt x="513139" y="115809"/>
                  <a:pt x="513139" y="106034"/>
                </a:cubicBezTo>
                <a:cubicBezTo>
                  <a:pt x="513139" y="93282"/>
                  <a:pt x="518345" y="82229"/>
                  <a:pt x="528755" y="72872"/>
                </a:cubicBezTo>
                <a:cubicBezTo>
                  <a:pt x="539166" y="63516"/>
                  <a:pt x="552551" y="58838"/>
                  <a:pt x="568910" y="58838"/>
                </a:cubicBezTo>
                <a:cubicBezTo>
                  <a:pt x="577555" y="58838"/>
                  <a:pt x="586478" y="60697"/>
                  <a:pt x="595680" y="64415"/>
                </a:cubicBezTo>
                <a:moveTo>
                  <a:pt x="571559" y="67762"/>
                </a:moveTo>
                <a:cubicBezTo>
                  <a:pt x="566168" y="67762"/>
                  <a:pt x="561613" y="70476"/>
                  <a:pt x="557895" y="75905"/>
                </a:cubicBezTo>
                <a:cubicBezTo>
                  <a:pt x="554177" y="81331"/>
                  <a:pt x="552318" y="92581"/>
                  <a:pt x="552318" y="109655"/>
                </a:cubicBezTo>
                <a:cubicBezTo>
                  <a:pt x="552318" y="123479"/>
                  <a:pt x="554154" y="132965"/>
                  <a:pt x="557826" y="138116"/>
                </a:cubicBezTo>
                <a:cubicBezTo>
                  <a:pt x="561497" y="143266"/>
                  <a:pt x="565843" y="145841"/>
                  <a:pt x="570862" y="145841"/>
                </a:cubicBezTo>
                <a:cubicBezTo>
                  <a:pt x="576439" y="145841"/>
                  <a:pt x="581087" y="143289"/>
                  <a:pt x="584805" y="138185"/>
                </a:cubicBezTo>
                <a:cubicBezTo>
                  <a:pt x="588523" y="133082"/>
                  <a:pt x="590382" y="123153"/>
                  <a:pt x="590382" y="108400"/>
                </a:cubicBezTo>
                <a:cubicBezTo>
                  <a:pt x="590382" y="91794"/>
                  <a:pt x="588291" y="80474"/>
                  <a:pt x="584108" y="74441"/>
                </a:cubicBezTo>
                <a:cubicBezTo>
                  <a:pt x="581133" y="69988"/>
                  <a:pt x="576950" y="67762"/>
                  <a:pt x="571559" y="67762"/>
                </a:cubicBezTo>
                <a:moveTo>
                  <a:pt x="563333" y="212487"/>
                </a:moveTo>
                <a:cubicBezTo>
                  <a:pt x="553852" y="212487"/>
                  <a:pt x="547578" y="213274"/>
                  <a:pt x="544510" y="214848"/>
                </a:cubicBezTo>
                <a:cubicBezTo>
                  <a:pt x="539212" y="217715"/>
                  <a:pt x="536563" y="221602"/>
                  <a:pt x="536563" y="226508"/>
                </a:cubicBezTo>
                <a:cubicBezTo>
                  <a:pt x="536563" y="231228"/>
                  <a:pt x="539305" y="235508"/>
                  <a:pt x="544789" y="239348"/>
                </a:cubicBezTo>
                <a:cubicBezTo>
                  <a:pt x="550273" y="243191"/>
                  <a:pt x="560591" y="245113"/>
                  <a:pt x="575742" y="245113"/>
                </a:cubicBezTo>
                <a:cubicBezTo>
                  <a:pt x="588662" y="245113"/>
                  <a:pt x="598817" y="243400"/>
                  <a:pt x="606207" y="239976"/>
                </a:cubicBezTo>
                <a:cubicBezTo>
                  <a:pt x="613597" y="236551"/>
                  <a:pt x="617291" y="231738"/>
                  <a:pt x="617291" y="225536"/>
                </a:cubicBezTo>
                <a:cubicBezTo>
                  <a:pt x="617291" y="223224"/>
                  <a:pt x="616594" y="221281"/>
                  <a:pt x="615200" y="219706"/>
                </a:cubicBezTo>
                <a:cubicBezTo>
                  <a:pt x="612690" y="216930"/>
                  <a:pt x="608902" y="215031"/>
                  <a:pt x="603837" y="214012"/>
                </a:cubicBezTo>
                <a:cubicBezTo>
                  <a:pt x="598771" y="212995"/>
                  <a:pt x="585270" y="212487"/>
                  <a:pt x="563333" y="212487"/>
                </a:cubicBezTo>
                <a:close/>
                <a:moveTo>
                  <a:pt x="716285" y="58838"/>
                </a:moveTo>
                <a:cubicBezTo>
                  <a:pt x="727625" y="58838"/>
                  <a:pt x="738175" y="61769"/>
                  <a:pt x="747935" y="67631"/>
                </a:cubicBezTo>
                <a:cubicBezTo>
                  <a:pt x="757694" y="73493"/>
                  <a:pt x="765107" y="81820"/>
                  <a:pt x="770173" y="92614"/>
                </a:cubicBezTo>
                <a:cubicBezTo>
                  <a:pt x="775239" y="103408"/>
                  <a:pt x="777772" y="115225"/>
                  <a:pt x="777772" y="128064"/>
                </a:cubicBezTo>
                <a:cubicBezTo>
                  <a:pt x="777772" y="146578"/>
                  <a:pt x="773078" y="162071"/>
                  <a:pt x="763690" y="174541"/>
                </a:cubicBezTo>
                <a:cubicBezTo>
                  <a:pt x="752350" y="189613"/>
                  <a:pt x="736687" y="197150"/>
                  <a:pt x="716703" y="197150"/>
                </a:cubicBezTo>
                <a:cubicBezTo>
                  <a:pt x="697090" y="197150"/>
                  <a:pt x="681986" y="190264"/>
                  <a:pt x="671389" y="176493"/>
                </a:cubicBezTo>
                <a:cubicBezTo>
                  <a:pt x="660793" y="162722"/>
                  <a:pt x="655494" y="146764"/>
                  <a:pt x="655494" y="128621"/>
                </a:cubicBezTo>
                <a:cubicBezTo>
                  <a:pt x="655494" y="109921"/>
                  <a:pt x="660909" y="93615"/>
                  <a:pt x="671738" y="79704"/>
                </a:cubicBezTo>
                <a:cubicBezTo>
                  <a:pt x="682566" y="65794"/>
                  <a:pt x="697415" y="58838"/>
                  <a:pt x="716285" y="58838"/>
                </a:cubicBezTo>
                <a:moveTo>
                  <a:pt x="716842" y="68598"/>
                </a:moveTo>
                <a:cubicBezTo>
                  <a:pt x="712102" y="68598"/>
                  <a:pt x="708035" y="70390"/>
                  <a:pt x="704642" y="73975"/>
                </a:cubicBezTo>
                <a:cubicBezTo>
                  <a:pt x="701250" y="77556"/>
                  <a:pt x="699019" y="84628"/>
                  <a:pt x="697950" y="95189"/>
                </a:cubicBezTo>
                <a:cubicBezTo>
                  <a:pt x="696881" y="105751"/>
                  <a:pt x="696347" y="120432"/>
                  <a:pt x="696347" y="139231"/>
                </a:cubicBezTo>
                <a:cubicBezTo>
                  <a:pt x="696347" y="149188"/>
                  <a:pt x="696997" y="158495"/>
                  <a:pt x="698298" y="167151"/>
                </a:cubicBezTo>
                <a:cubicBezTo>
                  <a:pt x="699321" y="173757"/>
                  <a:pt x="701505" y="178782"/>
                  <a:pt x="704852" y="182227"/>
                </a:cubicBezTo>
                <a:cubicBezTo>
                  <a:pt x="708198" y="185669"/>
                  <a:pt x="712009" y="187390"/>
                  <a:pt x="716285" y="187390"/>
                </a:cubicBezTo>
                <a:cubicBezTo>
                  <a:pt x="720467" y="187390"/>
                  <a:pt x="723953" y="186227"/>
                  <a:pt x="726742" y="183900"/>
                </a:cubicBezTo>
                <a:cubicBezTo>
                  <a:pt x="730367" y="180737"/>
                  <a:pt x="732783" y="176316"/>
                  <a:pt x="733992" y="170637"/>
                </a:cubicBezTo>
                <a:cubicBezTo>
                  <a:pt x="735851" y="161798"/>
                  <a:pt x="736780" y="143931"/>
                  <a:pt x="736780" y="117036"/>
                </a:cubicBezTo>
                <a:cubicBezTo>
                  <a:pt x="736780" y="101217"/>
                  <a:pt x="735897" y="90353"/>
                  <a:pt x="734131" y="84445"/>
                </a:cubicBezTo>
                <a:cubicBezTo>
                  <a:pt x="732365" y="78534"/>
                  <a:pt x="729763" y="74229"/>
                  <a:pt x="726323" y="71530"/>
                </a:cubicBezTo>
                <a:cubicBezTo>
                  <a:pt x="723907" y="69576"/>
                  <a:pt x="720746" y="68598"/>
                  <a:pt x="716842" y="68598"/>
                </a:cubicBezTo>
                <a:close/>
                <a:moveTo>
                  <a:pt x="1029577" y="4183"/>
                </a:moveTo>
                <a:lnTo>
                  <a:pt x="1029577" y="55492"/>
                </a:lnTo>
                <a:lnTo>
                  <a:pt x="1024558" y="55492"/>
                </a:lnTo>
                <a:cubicBezTo>
                  <a:pt x="1021584" y="43646"/>
                  <a:pt x="1018284" y="35136"/>
                  <a:pt x="1014659" y="29959"/>
                </a:cubicBezTo>
                <a:cubicBezTo>
                  <a:pt x="1011034" y="24783"/>
                  <a:pt x="1006061" y="20656"/>
                  <a:pt x="999740" y="17577"/>
                </a:cubicBezTo>
                <a:cubicBezTo>
                  <a:pt x="996208" y="15898"/>
                  <a:pt x="990027" y="15058"/>
                  <a:pt x="981196" y="15058"/>
                </a:cubicBezTo>
                <a:lnTo>
                  <a:pt x="967114" y="15058"/>
                </a:lnTo>
                <a:lnTo>
                  <a:pt x="967114" y="160899"/>
                </a:lnTo>
                <a:cubicBezTo>
                  <a:pt x="967114" y="170615"/>
                  <a:pt x="967649" y="176689"/>
                  <a:pt x="968718" y="179120"/>
                </a:cubicBezTo>
                <a:cubicBezTo>
                  <a:pt x="969787" y="181549"/>
                  <a:pt x="971878" y="183673"/>
                  <a:pt x="974992" y="185495"/>
                </a:cubicBezTo>
                <a:cubicBezTo>
                  <a:pt x="978106" y="187316"/>
                  <a:pt x="982358" y="188226"/>
                  <a:pt x="987749" y="188226"/>
                </a:cubicBezTo>
                <a:lnTo>
                  <a:pt x="994024" y="188226"/>
                </a:lnTo>
                <a:lnTo>
                  <a:pt x="994024" y="193246"/>
                </a:lnTo>
                <a:lnTo>
                  <a:pt x="895030" y="193246"/>
                </a:lnTo>
                <a:lnTo>
                  <a:pt x="895030" y="188226"/>
                </a:lnTo>
                <a:lnTo>
                  <a:pt x="901305" y="188226"/>
                </a:lnTo>
                <a:cubicBezTo>
                  <a:pt x="906789" y="188226"/>
                  <a:pt x="911204" y="187246"/>
                  <a:pt x="914550" y="185285"/>
                </a:cubicBezTo>
                <a:cubicBezTo>
                  <a:pt x="916967" y="183975"/>
                  <a:pt x="918872" y="181733"/>
                  <a:pt x="920267" y="178558"/>
                </a:cubicBezTo>
                <a:cubicBezTo>
                  <a:pt x="921289" y="176316"/>
                  <a:pt x="921800" y="170429"/>
                  <a:pt x="921800" y="160899"/>
                </a:cubicBezTo>
                <a:lnTo>
                  <a:pt x="921800" y="15058"/>
                </a:lnTo>
                <a:lnTo>
                  <a:pt x="908137" y="15058"/>
                </a:lnTo>
                <a:cubicBezTo>
                  <a:pt x="895402" y="15058"/>
                  <a:pt x="886154" y="17762"/>
                  <a:pt x="880391" y="23171"/>
                </a:cubicBezTo>
                <a:cubicBezTo>
                  <a:pt x="872304" y="30726"/>
                  <a:pt x="867191" y="41500"/>
                  <a:pt x="865054" y="55492"/>
                </a:cubicBezTo>
                <a:lnTo>
                  <a:pt x="859755" y="55492"/>
                </a:lnTo>
                <a:lnTo>
                  <a:pt x="859755" y="4183"/>
                </a:lnTo>
                <a:lnTo>
                  <a:pt x="1029577" y="4183"/>
                </a:lnTo>
                <a:close/>
                <a:moveTo>
                  <a:pt x="1118607" y="174005"/>
                </a:moveTo>
                <a:cubicBezTo>
                  <a:pt x="1102712" y="188134"/>
                  <a:pt x="1088444" y="195198"/>
                  <a:pt x="1075802" y="195198"/>
                </a:cubicBezTo>
                <a:cubicBezTo>
                  <a:pt x="1068366" y="195198"/>
                  <a:pt x="1062185" y="192751"/>
                  <a:pt x="1057259" y="187856"/>
                </a:cubicBezTo>
                <a:cubicBezTo>
                  <a:pt x="1052332" y="182959"/>
                  <a:pt x="1049869" y="176827"/>
                  <a:pt x="1049869" y="169460"/>
                </a:cubicBezTo>
                <a:cubicBezTo>
                  <a:pt x="1049869" y="159480"/>
                  <a:pt x="1054145" y="150503"/>
                  <a:pt x="1062696" y="142529"/>
                </a:cubicBezTo>
                <a:cubicBezTo>
                  <a:pt x="1071248" y="134556"/>
                  <a:pt x="1089885" y="123948"/>
                  <a:pt x="1118607" y="110705"/>
                </a:cubicBezTo>
                <a:lnTo>
                  <a:pt x="1118607" y="97599"/>
                </a:lnTo>
                <a:cubicBezTo>
                  <a:pt x="1118607" y="87746"/>
                  <a:pt x="1118072" y="81542"/>
                  <a:pt x="1117003" y="78985"/>
                </a:cubicBezTo>
                <a:cubicBezTo>
                  <a:pt x="1115934" y="76429"/>
                  <a:pt x="1113913" y="74198"/>
                  <a:pt x="1110938" y="72293"/>
                </a:cubicBezTo>
                <a:cubicBezTo>
                  <a:pt x="1107964" y="70387"/>
                  <a:pt x="1104617" y="69435"/>
                  <a:pt x="1100899" y="69435"/>
                </a:cubicBezTo>
                <a:cubicBezTo>
                  <a:pt x="1094858" y="69435"/>
                  <a:pt x="1089885" y="70782"/>
                  <a:pt x="1085981" y="73478"/>
                </a:cubicBezTo>
                <a:cubicBezTo>
                  <a:pt x="1083564" y="75151"/>
                  <a:pt x="1082356" y="77103"/>
                  <a:pt x="1082356" y="79334"/>
                </a:cubicBezTo>
                <a:cubicBezTo>
                  <a:pt x="1082356" y="81286"/>
                  <a:pt x="1083657" y="83703"/>
                  <a:pt x="1086260" y="86584"/>
                </a:cubicBezTo>
                <a:cubicBezTo>
                  <a:pt x="1089792" y="90581"/>
                  <a:pt x="1091558" y="94439"/>
                  <a:pt x="1091558" y="98157"/>
                </a:cubicBezTo>
                <a:cubicBezTo>
                  <a:pt x="1091558" y="102711"/>
                  <a:pt x="1089861" y="106592"/>
                  <a:pt x="1086469" y="109799"/>
                </a:cubicBezTo>
                <a:cubicBezTo>
                  <a:pt x="1083076" y="113006"/>
                  <a:pt x="1078637" y="114609"/>
                  <a:pt x="1073153" y="114609"/>
                </a:cubicBezTo>
                <a:cubicBezTo>
                  <a:pt x="1067297" y="114609"/>
                  <a:pt x="1062394" y="112843"/>
                  <a:pt x="1058444" y="109311"/>
                </a:cubicBezTo>
                <a:cubicBezTo>
                  <a:pt x="1054493" y="105779"/>
                  <a:pt x="1052518" y="101642"/>
                  <a:pt x="1052518" y="96902"/>
                </a:cubicBezTo>
                <a:cubicBezTo>
                  <a:pt x="1052518" y="90209"/>
                  <a:pt x="1055167" y="83819"/>
                  <a:pt x="1060466" y="77731"/>
                </a:cubicBezTo>
                <a:cubicBezTo>
                  <a:pt x="1065764" y="71642"/>
                  <a:pt x="1073153" y="66971"/>
                  <a:pt x="1082634" y="63718"/>
                </a:cubicBezTo>
                <a:cubicBezTo>
                  <a:pt x="1092115" y="60465"/>
                  <a:pt x="1101968" y="58838"/>
                  <a:pt x="1112193" y="58838"/>
                </a:cubicBezTo>
                <a:cubicBezTo>
                  <a:pt x="1124555" y="58838"/>
                  <a:pt x="1134339" y="61471"/>
                  <a:pt x="1141542" y="66738"/>
                </a:cubicBezTo>
                <a:cubicBezTo>
                  <a:pt x="1148746" y="72001"/>
                  <a:pt x="1153417" y="77707"/>
                  <a:pt x="1155555" y="83857"/>
                </a:cubicBezTo>
                <a:cubicBezTo>
                  <a:pt x="1156856" y="87769"/>
                  <a:pt x="1157507" y="96759"/>
                  <a:pt x="1157507" y="110827"/>
                </a:cubicBezTo>
                <a:lnTo>
                  <a:pt x="1157507" y="161557"/>
                </a:lnTo>
                <a:cubicBezTo>
                  <a:pt x="1157507" y="167520"/>
                  <a:pt x="1157739" y="171272"/>
                  <a:pt x="1158204" y="172811"/>
                </a:cubicBezTo>
                <a:cubicBezTo>
                  <a:pt x="1158669" y="174348"/>
                  <a:pt x="1159366" y="175489"/>
                  <a:pt x="1160295" y="176236"/>
                </a:cubicBezTo>
                <a:cubicBezTo>
                  <a:pt x="1161225" y="176979"/>
                  <a:pt x="1162294" y="177351"/>
                  <a:pt x="1163502" y="177351"/>
                </a:cubicBezTo>
                <a:cubicBezTo>
                  <a:pt x="1165919" y="177351"/>
                  <a:pt x="1168382" y="175632"/>
                  <a:pt x="1170892" y="172192"/>
                </a:cubicBezTo>
                <a:lnTo>
                  <a:pt x="1175075" y="175539"/>
                </a:lnTo>
                <a:cubicBezTo>
                  <a:pt x="1170427" y="182417"/>
                  <a:pt x="1165617" y="187413"/>
                  <a:pt x="1160644" y="190527"/>
                </a:cubicBezTo>
                <a:cubicBezTo>
                  <a:pt x="1155671" y="193641"/>
                  <a:pt x="1150024" y="195198"/>
                  <a:pt x="1143703" y="195198"/>
                </a:cubicBezTo>
                <a:cubicBezTo>
                  <a:pt x="1136267" y="195198"/>
                  <a:pt x="1130458" y="193443"/>
                  <a:pt x="1126275" y="189934"/>
                </a:cubicBezTo>
                <a:cubicBezTo>
                  <a:pt x="1122092" y="186426"/>
                  <a:pt x="1119536" y="181116"/>
                  <a:pt x="1118607" y="174005"/>
                </a:cubicBezTo>
                <a:moveTo>
                  <a:pt x="1118607" y="163687"/>
                </a:moveTo>
                <a:lnTo>
                  <a:pt x="1118607" y="120073"/>
                </a:lnTo>
                <a:cubicBezTo>
                  <a:pt x="1107359" y="126704"/>
                  <a:pt x="1098994" y="133803"/>
                  <a:pt x="1093510" y="141370"/>
                </a:cubicBezTo>
                <a:cubicBezTo>
                  <a:pt x="1089885" y="146413"/>
                  <a:pt x="1088072" y="151503"/>
                  <a:pt x="1088072" y="156642"/>
                </a:cubicBezTo>
                <a:cubicBezTo>
                  <a:pt x="1088072" y="160938"/>
                  <a:pt x="1089606" y="164721"/>
                  <a:pt x="1092673" y="167992"/>
                </a:cubicBezTo>
                <a:cubicBezTo>
                  <a:pt x="1094997" y="170513"/>
                  <a:pt x="1098250" y="171774"/>
                  <a:pt x="1102433" y="171774"/>
                </a:cubicBezTo>
                <a:cubicBezTo>
                  <a:pt x="1107081" y="171774"/>
                  <a:pt x="1112472" y="169079"/>
                  <a:pt x="1118607" y="163687"/>
                </a:cubicBezTo>
                <a:close/>
                <a:moveTo>
                  <a:pt x="1292963" y="159535"/>
                </a:moveTo>
                <a:lnTo>
                  <a:pt x="1297285" y="162877"/>
                </a:lnTo>
                <a:cubicBezTo>
                  <a:pt x="1291151" y="174441"/>
                  <a:pt x="1283505" y="183044"/>
                  <a:pt x="1274350" y="188688"/>
                </a:cubicBezTo>
                <a:cubicBezTo>
                  <a:pt x="1265194" y="194329"/>
                  <a:pt x="1255457" y="197150"/>
                  <a:pt x="1245140" y="197150"/>
                </a:cubicBezTo>
                <a:cubicBezTo>
                  <a:pt x="1227758" y="197150"/>
                  <a:pt x="1213862" y="190591"/>
                  <a:pt x="1203451" y="177473"/>
                </a:cubicBezTo>
                <a:cubicBezTo>
                  <a:pt x="1193040" y="164353"/>
                  <a:pt x="1187835" y="148581"/>
                  <a:pt x="1187835" y="130159"/>
                </a:cubicBezTo>
                <a:cubicBezTo>
                  <a:pt x="1187835" y="112385"/>
                  <a:pt x="1192576" y="96754"/>
                  <a:pt x="1202057" y="83264"/>
                </a:cubicBezTo>
                <a:cubicBezTo>
                  <a:pt x="1213490" y="66980"/>
                  <a:pt x="1229245" y="58838"/>
                  <a:pt x="1249322" y="58838"/>
                </a:cubicBezTo>
                <a:cubicBezTo>
                  <a:pt x="1262800" y="58838"/>
                  <a:pt x="1273513" y="62241"/>
                  <a:pt x="1281460" y="69047"/>
                </a:cubicBezTo>
                <a:cubicBezTo>
                  <a:pt x="1289408" y="75850"/>
                  <a:pt x="1293381" y="83446"/>
                  <a:pt x="1293381" y="91834"/>
                </a:cubicBezTo>
                <a:cubicBezTo>
                  <a:pt x="1293381" y="97147"/>
                  <a:pt x="1291778" y="101388"/>
                  <a:pt x="1288571" y="104557"/>
                </a:cubicBezTo>
                <a:cubicBezTo>
                  <a:pt x="1285364" y="107726"/>
                  <a:pt x="1281158" y="109311"/>
                  <a:pt x="1275953" y="109311"/>
                </a:cubicBezTo>
                <a:cubicBezTo>
                  <a:pt x="1270469" y="109311"/>
                  <a:pt x="1265938" y="107492"/>
                  <a:pt x="1262359" y="103856"/>
                </a:cubicBezTo>
                <a:cubicBezTo>
                  <a:pt x="1258780" y="100216"/>
                  <a:pt x="1256573" y="93733"/>
                  <a:pt x="1255736" y="84406"/>
                </a:cubicBezTo>
                <a:cubicBezTo>
                  <a:pt x="1255178" y="78529"/>
                  <a:pt x="1253831" y="74425"/>
                  <a:pt x="1251693" y="72092"/>
                </a:cubicBezTo>
                <a:cubicBezTo>
                  <a:pt x="1249555" y="69763"/>
                  <a:pt x="1247045" y="68598"/>
                  <a:pt x="1244164" y="68598"/>
                </a:cubicBezTo>
                <a:cubicBezTo>
                  <a:pt x="1239702" y="68598"/>
                  <a:pt x="1235891" y="70968"/>
                  <a:pt x="1232731" y="75709"/>
                </a:cubicBezTo>
                <a:cubicBezTo>
                  <a:pt x="1227897" y="82866"/>
                  <a:pt x="1225480" y="93834"/>
                  <a:pt x="1225480" y="108614"/>
                </a:cubicBezTo>
                <a:cubicBezTo>
                  <a:pt x="1225480" y="120883"/>
                  <a:pt x="1227432" y="132618"/>
                  <a:pt x="1231336" y="143819"/>
                </a:cubicBezTo>
                <a:cubicBezTo>
                  <a:pt x="1235240" y="155020"/>
                  <a:pt x="1240585" y="163362"/>
                  <a:pt x="1247370" y="168846"/>
                </a:cubicBezTo>
                <a:cubicBezTo>
                  <a:pt x="1252483" y="172843"/>
                  <a:pt x="1258525" y="174841"/>
                  <a:pt x="1265496" y="174841"/>
                </a:cubicBezTo>
                <a:cubicBezTo>
                  <a:pt x="1270051" y="174841"/>
                  <a:pt x="1274373" y="173775"/>
                  <a:pt x="1278463" y="171643"/>
                </a:cubicBezTo>
                <a:cubicBezTo>
                  <a:pt x="1282553" y="169508"/>
                  <a:pt x="1287386" y="165472"/>
                  <a:pt x="1292963" y="159535"/>
                </a:cubicBezTo>
                <a:close/>
                <a:moveTo>
                  <a:pt x="1361949" y="14779"/>
                </a:moveTo>
                <a:lnTo>
                  <a:pt x="1361949" y="62742"/>
                </a:lnTo>
                <a:lnTo>
                  <a:pt x="1392902" y="62742"/>
                </a:lnTo>
                <a:lnTo>
                  <a:pt x="1392902" y="76406"/>
                </a:lnTo>
                <a:lnTo>
                  <a:pt x="1361949" y="76406"/>
                </a:lnTo>
                <a:lnTo>
                  <a:pt x="1361949" y="157073"/>
                </a:lnTo>
                <a:cubicBezTo>
                  <a:pt x="1361949" y="164623"/>
                  <a:pt x="1362298" y="169492"/>
                  <a:pt x="1362995" y="171683"/>
                </a:cubicBezTo>
                <a:cubicBezTo>
                  <a:pt x="1363692" y="173873"/>
                  <a:pt x="1364924" y="175645"/>
                  <a:pt x="1366690" y="176998"/>
                </a:cubicBezTo>
                <a:cubicBezTo>
                  <a:pt x="1368456" y="178349"/>
                  <a:pt x="1370083" y="179024"/>
                  <a:pt x="1371570" y="179024"/>
                </a:cubicBezTo>
                <a:cubicBezTo>
                  <a:pt x="1377612" y="179024"/>
                  <a:pt x="1383328" y="174377"/>
                  <a:pt x="1388719" y="165082"/>
                </a:cubicBezTo>
                <a:lnTo>
                  <a:pt x="1392902" y="168179"/>
                </a:lnTo>
                <a:cubicBezTo>
                  <a:pt x="1385373" y="186192"/>
                  <a:pt x="1373150" y="195198"/>
                  <a:pt x="1356233" y="195198"/>
                </a:cubicBezTo>
                <a:cubicBezTo>
                  <a:pt x="1347960" y="195198"/>
                  <a:pt x="1340966" y="192890"/>
                  <a:pt x="1335249" y="188274"/>
                </a:cubicBezTo>
                <a:cubicBezTo>
                  <a:pt x="1329533" y="183656"/>
                  <a:pt x="1325884" y="178501"/>
                  <a:pt x="1324304" y="172811"/>
                </a:cubicBezTo>
                <a:cubicBezTo>
                  <a:pt x="1323375" y="169639"/>
                  <a:pt x="1322910" y="161057"/>
                  <a:pt x="1322910" y="147065"/>
                </a:cubicBezTo>
                <a:lnTo>
                  <a:pt x="1322910" y="76406"/>
                </a:lnTo>
                <a:lnTo>
                  <a:pt x="1305900" y="76406"/>
                </a:lnTo>
                <a:lnTo>
                  <a:pt x="1305900" y="71513"/>
                </a:lnTo>
                <a:cubicBezTo>
                  <a:pt x="1317612" y="63223"/>
                  <a:pt x="1327581" y="54513"/>
                  <a:pt x="1335807" y="45383"/>
                </a:cubicBezTo>
                <a:cubicBezTo>
                  <a:pt x="1344033" y="36254"/>
                  <a:pt x="1351214" y="26053"/>
                  <a:pt x="1357348" y="14779"/>
                </a:cubicBezTo>
                <a:lnTo>
                  <a:pt x="1361949" y="14779"/>
                </a:lnTo>
                <a:close/>
                <a:moveTo>
                  <a:pt x="1433825" y="0"/>
                </a:moveTo>
                <a:cubicBezTo>
                  <a:pt x="1439866" y="0"/>
                  <a:pt x="1444979" y="2122"/>
                  <a:pt x="1449162" y="6366"/>
                </a:cubicBezTo>
                <a:cubicBezTo>
                  <a:pt x="1453344" y="10607"/>
                  <a:pt x="1455436" y="15712"/>
                  <a:pt x="1455436" y="21681"/>
                </a:cubicBezTo>
                <a:cubicBezTo>
                  <a:pt x="1455436" y="27650"/>
                  <a:pt x="1453321" y="32733"/>
                  <a:pt x="1449092" y="36931"/>
                </a:cubicBezTo>
                <a:cubicBezTo>
                  <a:pt x="1444863" y="41125"/>
                  <a:pt x="1439774" y="43222"/>
                  <a:pt x="1433825" y="43222"/>
                </a:cubicBezTo>
                <a:cubicBezTo>
                  <a:pt x="1427876" y="43222"/>
                  <a:pt x="1422810" y="41125"/>
                  <a:pt x="1418627" y="36931"/>
                </a:cubicBezTo>
                <a:cubicBezTo>
                  <a:pt x="1414444" y="32733"/>
                  <a:pt x="1412353" y="27650"/>
                  <a:pt x="1412353" y="21681"/>
                </a:cubicBezTo>
                <a:cubicBezTo>
                  <a:pt x="1412353" y="15712"/>
                  <a:pt x="1414444" y="10607"/>
                  <a:pt x="1418627" y="6366"/>
                </a:cubicBezTo>
                <a:cubicBezTo>
                  <a:pt x="1422810" y="2122"/>
                  <a:pt x="1427876" y="0"/>
                  <a:pt x="1433825" y="0"/>
                </a:cubicBezTo>
                <a:moveTo>
                  <a:pt x="1453344" y="62742"/>
                </a:moveTo>
                <a:lnTo>
                  <a:pt x="1453344" y="166197"/>
                </a:lnTo>
                <a:cubicBezTo>
                  <a:pt x="1453344" y="175399"/>
                  <a:pt x="1454413" y="181278"/>
                  <a:pt x="1456551" y="183835"/>
                </a:cubicBezTo>
                <a:cubicBezTo>
                  <a:pt x="1458689" y="186391"/>
                  <a:pt x="1462872" y="187855"/>
                  <a:pt x="1469100" y="188226"/>
                </a:cubicBezTo>
                <a:lnTo>
                  <a:pt x="1469100" y="193246"/>
                </a:lnTo>
                <a:lnTo>
                  <a:pt x="1398689" y="193246"/>
                </a:lnTo>
                <a:lnTo>
                  <a:pt x="1398689" y="188226"/>
                </a:lnTo>
                <a:cubicBezTo>
                  <a:pt x="1404452" y="188041"/>
                  <a:pt x="1408728" y="186367"/>
                  <a:pt x="1411516" y="183207"/>
                </a:cubicBezTo>
                <a:cubicBezTo>
                  <a:pt x="1413375" y="181069"/>
                  <a:pt x="1414305" y="175399"/>
                  <a:pt x="1414305" y="166197"/>
                </a:cubicBezTo>
                <a:lnTo>
                  <a:pt x="1414305" y="90070"/>
                </a:lnTo>
                <a:cubicBezTo>
                  <a:pt x="1414305" y="80751"/>
                  <a:pt x="1413236" y="74798"/>
                  <a:pt x="1411098" y="72210"/>
                </a:cubicBezTo>
                <a:cubicBezTo>
                  <a:pt x="1408960" y="69622"/>
                  <a:pt x="1404824" y="68139"/>
                  <a:pt x="1398689" y="67762"/>
                </a:cubicBezTo>
                <a:lnTo>
                  <a:pt x="1398689" y="62742"/>
                </a:lnTo>
                <a:lnTo>
                  <a:pt x="1453344" y="62742"/>
                </a:lnTo>
                <a:close/>
                <a:moveTo>
                  <a:pt x="1585077" y="159535"/>
                </a:moveTo>
                <a:lnTo>
                  <a:pt x="1589400" y="162877"/>
                </a:lnTo>
                <a:cubicBezTo>
                  <a:pt x="1583265" y="174441"/>
                  <a:pt x="1575620" y="183044"/>
                  <a:pt x="1566464" y="188688"/>
                </a:cubicBezTo>
                <a:cubicBezTo>
                  <a:pt x="1557308" y="194329"/>
                  <a:pt x="1547571" y="197150"/>
                  <a:pt x="1537254" y="197150"/>
                </a:cubicBezTo>
                <a:cubicBezTo>
                  <a:pt x="1519872" y="197150"/>
                  <a:pt x="1505976" y="190591"/>
                  <a:pt x="1495565" y="177473"/>
                </a:cubicBezTo>
                <a:cubicBezTo>
                  <a:pt x="1485155" y="164353"/>
                  <a:pt x="1479949" y="148581"/>
                  <a:pt x="1479949" y="130159"/>
                </a:cubicBezTo>
                <a:cubicBezTo>
                  <a:pt x="1479949" y="112385"/>
                  <a:pt x="1484690" y="96754"/>
                  <a:pt x="1494171" y="83264"/>
                </a:cubicBezTo>
                <a:cubicBezTo>
                  <a:pt x="1505604" y="66980"/>
                  <a:pt x="1521359" y="58838"/>
                  <a:pt x="1541437" y="58838"/>
                </a:cubicBezTo>
                <a:cubicBezTo>
                  <a:pt x="1554915" y="58838"/>
                  <a:pt x="1565627" y="62241"/>
                  <a:pt x="1573575" y="69047"/>
                </a:cubicBezTo>
                <a:cubicBezTo>
                  <a:pt x="1581522" y="75850"/>
                  <a:pt x="1585496" y="83446"/>
                  <a:pt x="1585496" y="91834"/>
                </a:cubicBezTo>
                <a:cubicBezTo>
                  <a:pt x="1585496" y="97147"/>
                  <a:pt x="1583892" y="101388"/>
                  <a:pt x="1580685" y="104557"/>
                </a:cubicBezTo>
                <a:cubicBezTo>
                  <a:pt x="1577479" y="107726"/>
                  <a:pt x="1573273" y="109311"/>
                  <a:pt x="1568067" y="109311"/>
                </a:cubicBezTo>
                <a:cubicBezTo>
                  <a:pt x="1562583" y="109311"/>
                  <a:pt x="1558052" y="107492"/>
                  <a:pt x="1554473" y="103856"/>
                </a:cubicBezTo>
                <a:cubicBezTo>
                  <a:pt x="1550894" y="100216"/>
                  <a:pt x="1548687" y="93733"/>
                  <a:pt x="1547850" y="84406"/>
                </a:cubicBezTo>
                <a:cubicBezTo>
                  <a:pt x="1547293" y="78529"/>
                  <a:pt x="1545945" y="74425"/>
                  <a:pt x="1543807" y="72092"/>
                </a:cubicBezTo>
                <a:cubicBezTo>
                  <a:pt x="1541669" y="69763"/>
                  <a:pt x="1539159" y="68598"/>
                  <a:pt x="1536278" y="68598"/>
                </a:cubicBezTo>
                <a:cubicBezTo>
                  <a:pt x="1531816" y="68598"/>
                  <a:pt x="1528005" y="70968"/>
                  <a:pt x="1524845" y="75709"/>
                </a:cubicBezTo>
                <a:cubicBezTo>
                  <a:pt x="1520011" y="82866"/>
                  <a:pt x="1517595" y="93834"/>
                  <a:pt x="1517595" y="108614"/>
                </a:cubicBezTo>
                <a:cubicBezTo>
                  <a:pt x="1517595" y="120883"/>
                  <a:pt x="1519547" y="132618"/>
                  <a:pt x="1523451" y="143819"/>
                </a:cubicBezTo>
                <a:cubicBezTo>
                  <a:pt x="1527355" y="155020"/>
                  <a:pt x="1532699" y="163362"/>
                  <a:pt x="1539485" y="168846"/>
                </a:cubicBezTo>
                <a:cubicBezTo>
                  <a:pt x="1544597" y="172843"/>
                  <a:pt x="1550639" y="174841"/>
                  <a:pt x="1557610" y="174841"/>
                </a:cubicBezTo>
                <a:cubicBezTo>
                  <a:pt x="1562165" y="174841"/>
                  <a:pt x="1566487" y="173775"/>
                  <a:pt x="1570577" y="171643"/>
                </a:cubicBezTo>
                <a:cubicBezTo>
                  <a:pt x="1574667" y="169508"/>
                  <a:pt x="1579500" y="165472"/>
                  <a:pt x="1585077" y="159535"/>
                </a:cubicBezTo>
                <a:close/>
                <a:moveTo>
                  <a:pt x="1856766" y="0"/>
                </a:moveTo>
                <a:lnTo>
                  <a:pt x="1856766" y="66646"/>
                </a:lnTo>
                <a:lnTo>
                  <a:pt x="1851607" y="66646"/>
                </a:lnTo>
                <a:cubicBezTo>
                  <a:pt x="1845379" y="48518"/>
                  <a:pt x="1836038" y="34738"/>
                  <a:pt x="1823582" y="25306"/>
                </a:cubicBezTo>
                <a:cubicBezTo>
                  <a:pt x="1811127" y="15871"/>
                  <a:pt x="1797509" y="11154"/>
                  <a:pt x="1782730" y="11154"/>
                </a:cubicBezTo>
                <a:cubicBezTo>
                  <a:pt x="1768602" y="11154"/>
                  <a:pt x="1756843" y="15112"/>
                  <a:pt x="1747455" y="23027"/>
                </a:cubicBezTo>
                <a:cubicBezTo>
                  <a:pt x="1738067" y="30943"/>
                  <a:pt x="1731421" y="41984"/>
                  <a:pt x="1727517" y="56150"/>
                </a:cubicBezTo>
                <a:cubicBezTo>
                  <a:pt x="1723613" y="70316"/>
                  <a:pt x="1721661" y="84852"/>
                  <a:pt x="1721661" y="99756"/>
                </a:cubicBezTo>
                <a:cubicBezTo>
                  <a:pt x="1721661" y="117811"/>
                  <a:pt x="1723799" y="133644"/>
                  <a:pt x="1728075" y="147252"/>
                </a:cubicBezTo>
                <a:cubicBezTo>
                  <a:pt x="1732351" y="160861"/>
                  <a:pt x="1739252" y="170861"/>
                  <a:pt x="1748780" y="177251"/>
                </a:cubicBezTo>
                <a:cubicBezTo>
                  <a:pt x="1758307" y="183638"/>
                  <a:pt x="1769624" y="186832"/>
                  <a:pt x="1782730" y="186832"/>
                </a:cubicBezTo>
                <a:cubicBezTo>
                  <a:pt x="1787285" y="186832"/>
                  <a:pt x="1791956" y="186346"/>
                  <a:pt x="1796743" y="185373"/>
                </a:cubicBezTo>
                <a:cubicBezTo>
                  <a:pt x="1801530" y="184397"/>
                  <a:pt x="1806433" y="182981"/>
                  <a:pt x="1811452" y="181124"/>
                </a:cubicBezTo>
                <a:lnTo>
                  <a:pt x="1811452" y="141937"/>
                </a:lnTo>
                <a:cubicBezTo>
                  <a:pt x="1811452" y="134454"/>
                  <a:pt x="1810941" y="129615"/>
                  <a:pt x="1809918" y="127419"/>
                </a:cubicBezTo>
                <a:cubicBezTo>
                  <a:pt x="1808896" y="125220"/>
                  <a:pt x="1806781" y="123233"/>
                  <a:pt x="1803575" y="121458"/>
                </a:cubicBezTo>
                <a:cubicBezTo>
                  <a:pt x="1800368" y="119681"/>
                  <a:pt x="1796487" y="118792"/>
                  <a:pt x="1791932" y="118792"/>
                </a:cubicBezTo>
                <a:lnTo>
                  <a:pt x="1787052" y="118792"/>
                </a:lnTo>
                <a:lnTo>
                  <a:pt x="1787052" y="113772"/>
                </a:lnTo>
                <a:lnTo>
                  <a:pt x="1878935" y="113772"/>
                </a:lnTo>
                <a:lnTo>
                  <a:pt x="1878935" y="118792"/>
                </a:lnTo>
                <a:cubicBezTo>
                  <a:pt x="1871964" y="119259"/>
                  <a:pt x="1867107" y="120218"/>
                  <a:pt x="1864365" y="121667"/>
                </a:cubicBezTo>
                <a:cubicBezTo>
                  <a:pt x="1861623" y="123117"/>
                  <a:pt x="1859508" y="125525"/>
                  <a:pt x="1858021" y="128892"/>
                </a:cubicBezTo>
                <a:cubicBezTo>
                  <a:pt x="1857184" y="130669"/>
                  <a:pt x="1856766" y="135018"/>
                  <a:pt x="1856766" y="141937"/>
                </a:cubicBezTo>
                <a:lnTo>
                  <a:pt x="1856766" y="181124"/>
                </a:lnTo>
                <a:cubicBezTo>
                  <a:pt x="1844682" y="186513"/>
                  <a:pt x="1832111" y="190576"/>
                  <a:pt x="1819051" y="193316"/>
                </a:cubicBezTo>
                <a:cubicBezTo>
                  <a:pt x="1805991" y="196058"/>
                  <a:pt x="1792444" y="197429"/>
                  <a:pt x="1778408" y="197429"/>
                </a:cubicBezTo>
                <a:cubicBezTo>
                  <a:pt x="1760468" y="197429"/>
                  <a:pt x="1745573" y="194996"/>
                  <a:pt x="1733722" y="190131"/>
                </a:cubicBezTo>
                <a:cubicBezTo>
                  <a:pt x="1721870" y="185262"/>
                  <a:pt x="1711413" y="178866"/>
                  <a:pt x="1702351" y="170942"/>
                </a:cubicBezTo>
                <a:cubicBezTo>
                  <a:pt x="1693288" y="163018"/>
                  <a:pt x="1686200" y="154097"/>
                  <a:pt x="1681088" y="144181"/>
                </a:cubicBezTo>
                <a:cubicBezTo>
                  <a:pt x="1674581" y="131388"/>
                  <a:pt x="1671328" y="117066"/>
                  <a:pt x="1671328" y="101215"/>
                </a:cubicBezTo>
                <a:cubicBezTo>
                  <a:pt x="1671328" y="72854"/>
                  <a:pt x="1681320" y="48894"/>
                  <a:pt x="1701305" y="29336"/>
                </a:cubicBezTo>
                <a:cubicBezTo>
                  <a:pt x="1721289" y="9779"/>
                  <a:pt x="1746433" y="0"/>
                  <a:pt x="1776735" y="0"/>
                </a:cubicBezTo>
                <a:cubicBezTo>
                  <a:pt x="1786123" y="0"/>
                  <a:pt x="1794582" y="751"/>
                  <a:pt x="1802111" y="2253"/>
                </a:cubicBezTo>
                <a:cubicBezTo>
                  <a:pt x="1806200" y="3005"/>
                  <a:pt x="1812823" y="5141"/>
                  <a:pt x="1821979" y="8662"/>
                </a:cubicBezTo>
                <a:cubicBezTo>
                  <a:pt x="1831135" y="12182"/>
                  <a:pt x="1836549" y="13943"/>
                  <a:pt x="1838222" y="13943"/>
                </a:cubicBezTo>
                <a:cubicBezTo>
                  <a:pt x="1840825" y="13943"/>
                  <a:pt x="1843242" y="12971"/>
                  <a:pt x="1845472" y="11028"/>
                </a:cubicBezTo>
                <a:cubicBezTo>
                  <a:pt x="1847703" y="9082"/>
                  <a:pt x="1849748" y="5406"/>
                  <a:pt x="1851607" y="0"/>
                </a:cubicBezTo>
                <a:lnTo>
                  <a:pt x="1856766" y="0"/>
                </a:lnTo>
                <a:close/>
                <a:moveTo>
                  <a:pt x="1999673" y="123253"/>
                </a:moveTo>
                <a:lnTo>
                  <a:pt x="1928147" y="123253"/>
                </a:lnTo>
                <a:cubicBezTo>
                  <a:pt x="1928983" y="140589"/>
                  <a:pt x="1933584" y="154289"/>
                  <a:pt x="1941950" y="164354"/>
                </a:cubicBezTo>
                <a:cubicBezTo>
                  <a:pt x="1948363" y="172089"/>
                  <a:pt x="1956078" y="175957"/>
                  <a:pt x="1965095" y="175957"/>
                </a:cubicBezTo>
                <a:cubicBezTo>
                  <a:pt x="1970672" y="175957"/>
                  <a:pt x="1975738" y="174400"/>
                  <a:pt x="1980292" y="171286"/>
                </a:cubicBezTo>
                <a:cubicBezTo>
                  <a:pt x="1984847" y="168172"/>
                  <a:pt x="1989727" y="162572"/>
                  <a:pt x="1994932" y="154485"/>
                </a:cubicBezTo>
                <a:lnTo>
                  <a:pt x="1999673" y="157553"/>
                </a:lnTo>
                <a:cubicBezTo>
                  <a:pt x="1992608" y="171960"/>
                  <a:pt x="1984800" y="182161"/>
                  <a:pt x="1976249" y="188157"/>
                </a:cubicBezTo>
                <a:cubicBezTo>
                  <a:pt x="1967697" y="194152"/>
                  <a:pt x="1957798" y="197150"/>
                  <a:pt x="1946551" y="197150"/>
                </a:cubicBezTo>
                <a:cubicBezTo>
                  <a:pt x="1927217" y="197150"/>
                  <a:pt x="1912577" y="189706"/>
                  <a:pt x="1902631" y="174820"/>
                </a:cubicBezTo>
                <a:cubicBezTo>
                  <a:pt x="1894638" y="162817"/>
                  <a:pt x="1890641" y="147931"/>
                  <a:pt x="1890641" y="130159"/>
                </a:cubicBezTo>
                <a:cubicBezTo>
                  <a:pt x="1890641" y="108386"/>
                  <a:pt x="1896520" y="91056"/>
                  <a:pt x="1908278" y="78171"/>
                </a:cubicBezTo>
                <a:cubicBezTo>
                  <a:pt x="1920037" y="65282"/>
                  <a:pt x="1933817" y="58838"/>
                  <a:pt x="1949618" y="58838"/>
                </a:cubicBezTo>
                <a:cubicBezTo>
                  <a:pt x="1962817" y="58838"/>
                  <a:pt x="1974274" y="64253"/>
                  <a:pt x="1983987" y="75081"/>
                </a:cubicBezTo>
                <a:cubicBezTo>
                  <a:pt x="1993700" y="85910"/>
                  <a:pt x="1998929" y="101968"/>
                  <a:pt x="1999673" y="123253"/>
                </a:cubicBezTo>
                <a:moveTo>
                  <a:pt x="1965374" y="114051"/>
                </a:moveTo>
                <a:cubicBezTo>
                  <a:pt x="1965374" y="99086"/>
                  <a:pt x="1964560" y="88815"/>
                  <a:pt x="1962934" y="83238"/>
                </a:cubicBezTo>
                <a:cubicBezTo>
                  <a:pt x="1961307" y="77661"/>
                  <a:pt x="1958774" y="73432"/>
                  <a:pt x="1955335" y="70550"/>
                </a:cubicBezTo>
                <a:cubicBezTo>
                  <a:pt x="1953383" y="68877"/>
                  <a:pt x="1950780" y="68040"/>
                  <a:pt x="1947527" y="68040"/>
                </a:cubicBezTo>
                <a:cubicBezTo>
                  <a:pt x="1942693" y="68040"/>
                  <a:pt x="1938743" y="70411"/>
                  <a:pt x="1935676" y="75151"/>
                </a:cubicBezTo>
                <a:cubicBezTo>
                  <a:pt x="1930191" y="83424"/>
                  <a:pt x="1927449" y="94764"/>
                  <a:pt x="1927449" y="109171"/>
                </a:cubicBezTo>
                <a:lnTo>
                  <a:pt x="1927449" y="114051"/>
                </a:lnTo>
                <a:lnTo>
                  <a:pt x="1965374" y="114051"/>
                </a:lnTo>
                <a:close/>
                <a:moveTo>
                  <a:pt x="2067292" y="62742"/>
                </a:moveTo>
                <a:lnTo>
                  <a:pt x="2067292" y="79752"/>
                </a:lnTo>
                <a:cubicBezTo>
                  <a:pt x="2073984" y="72453"/>
                  <a:pt x="2080398" y="67143"/>
                  <a:pt x="2086533" y="63823"/>
                </a:cubicBezTo>
                <a:cubicBezTo>
                  <a:pt x="2092667" y="60500"/>
                  <a:pt x="2099267" y="58838"/>
                  <a:pt x="2106331" y="58838"/>
                </a:cubicBezTo>
                <a:cubicBezTo>
                  <a:pt x="2114790" y="58838"/>
                  <a:pt x="2121808" y="61188"/>
                  <a:pt x="2127385" y="65888"/>
                </a:cubicBezTo>
                <a:cubicBezTo>
                  <a:pt x="2132962" y="70588"/>
                  <a:pt x="2136680" y="76428"/>
                  <a:pt x="2138539" y="83408"/>
                </a:cubicBezTo>
                <a:cubicBezTo>
                  <a:pt x="2140026" y="88715"/>
                  <a:pt x="2140770" y="98907"/>
                  <a:pt x="2140770" y="113986"/>
                </a:cubicBezTo>
                <a:lnTo>
                  <a:pt x="2140770" y="164803"/>
                </a:lnTo>
                <a:cubicBezTo>
                  <a:pt x="2140770" y="174841"/>
                  <a:pt x="2141676" y="181092"/>
                  <a:pt x="2143489" y="183556"/>
                </a:cubicBezTo>
                <a:cubicBezTo>
                  <a:pt x="2145301" y="186019"/>
                  <a:pt x="2149089" y="187576"/>
                  <a:pt x="2154852" y="188226"/>
                </a:cubicBezTo>
                <a:lnTo>
                  <a:pt x="2154852" y="193246"/>
                </a:lnTo>
                <a:lnTo>
                  <a:pt x="2088903" y="193246"/>
                </a:lnTo>
                <a:lnTo>
                  <a:pt x="2088903" y="188226"/>
                </a:lnTo>
                <a:cubicBezTo>
                  <a:pt x="2093829" y="187576"/>
                  <a:pt x="2097361" y="185531"/>
                  <a:pt x="2099499" y="182092"/>
                </a:cubicBezTo>
                <a:cubicBezTo>
                  <a:pt x="2100987" y="179768"/>
                  <a:pt x="2101730" y="174005"/>
                  <a:pt x="2101730" y="164803"/>
                </a:cubicBezTo>
                <a:lnTo>
                  <a:pt x="2101730" y="106801"/>
                </a:lnTo>
                <a:cubicBezTo>
                  <a:pt x="2101730" y="96112"/>
                  <a:pt x="2101312" y="89373"/>
                  <a:pt x="2100475" y="86584"/>
                </a:cubicBezTo>
                <a:cubicBezTo>
                  <a:pt x="2099639" y="83796"/>
                  <a:pt x="2098221" y="81635"/>
                  <a:pt x="2096223" y="80101"/>
                </a:cubicBezTo>
                <a:cubicBezTo>
                  <a:pt x="2094224" y="78567"/>
                  <a:pt x="2092017" y="77800"/>
                  <a:pt x="2089600" y="77800"/>
                </a:cubicBezTo>
                <a:cubicBezTo>
                  <a:pt x="2081606" y="77800"/>
                  <a:pt x="2074170" y="83563"/>
                  <a:pt x="2067292" y="95089"/>
                </a:cubicBezTo>
                <a:lnTo>
                  <a:pt x="2067292" y="164803"/>
                </a:lnTo>
                <a:cubicBezTo>
                  <a:pt x="2067292" y="174563"/>
                  <a:pt x="2068198" y="180744"/>
                  <a:pt x="2070011" y="183347"/>
                </a:cubicBezTo>
                <a:cubicBezTo>
                  <a:pt x="2071823" y="185949"/>
                  <a:pt x="2075193" y="187576"/>
                  <a:pt x="2080119" y="188226"/>
                </a:cubicBezTo>
                <a:lnTo>
                  <a:pt x="2080119" y="193246"/>
                </a:lnTo>
                <a:lnTo>
                  <a:pt x="2014170" y="193246"/>
                </a:lnTo>
                <a:lnTo>
                  <a:pt x="2014170" y="188226"/>
                </a:lnTo>
                <a:cubicBezTo>
                  <a:pt x="2019654" y="187669"/>
                  <a:pt x="2023558" y="185903"/>
                  <a:pt x="2025882" y="182928"/>
                </a:cubicBezTo>
                <a:cubicBezTo>
                  <a:pt x="2027462" y="180883"/>
                  <a:pt x="2028252" y="174841"/>
                  <a:pt x="2028252" y="164803"/>
                </a:cubicBezTo>
                <a:lnTo>
                  <a:pt x="2028252" y="91185"/>
                </a:lnTo>
                <a:cubicBezTo>
                  <a:pt x="2028252" y="81213"/>
                  <a:pt x="2027346" y="75004"/>
                  <a:pt x="2025533" y="72559"/>
                </a:cubicBezTo>
                <a:cubicBezTo>
                  <a:pt x="2023721" y="70113"/>
                  <a:pt x="2019933" y="68514"/>
                  <a:pt x="2014170" y="67762"/>
                </a:cubicBezTo>
                <a:lnTo>
                  <a:pt x="2014170" y="62742"/>
                </a:lnTo>
                <a:lnTo>
                  <a:pt x="2067292" y="62742"/>
                </a:lnTo>
                <a:close/>
                <a:moveTo>
                  <a:pt x="2281507" y="123253"/>
                </a:moveTo>
                <a:lnTo>
                  <a:pt x="2209981" y="123253"/>
                </a:lnTo>
                <a:cubicBezTo>
                  <a:pt x="2210818" y="140589"/>
                  <a:pt x="2215419" y="154289"/>
                  <a:pt x="2223784" y="164354"/>
                </a:cubicBezTo>
                <a:cubicBezTo>
                  <a:pt x="2230198" y="172089"/>
                  <a:pt x="2237913" y="175957"/>
                  <a:pt x="2246929" y="175957"/>
                </a:cubicBezTo>
                <a:cubicBezTo>
                  <a:pt x="2252506" y="175957"/>
                  <a:pt x="2257572" y="174400"/>
                  <a:pt x="2262127" y="171286"/>
                </a:cubicBezTo>
                <a:cubicBezTo>
                  <a:pt x="2266682" y="168172"/>
                  <a:pt x="2271561" y="162572"/>
                  <a:pt x="2276767" y="154485"/>
                </a:cubicBezTo>
                <a:lnTo>
                  <a:pt x="2281507" y="157553"/>
                </a:lnTo>
                <a:cubicBezTo>
                  <a:pt x="2274443" y="171960"/>
                  <a:pt x="2266635" y="182161"/>
                  <a:pt x="2258084" y="188157"/>
                </a:cubicBezTo>
                <a:cubicBezTo>
                  <a:pt x="2249532" y="194152"/>
                  <a:pt x="2239633" y="197150"/>
                  <a:pt x="2228386" y="197150"/>
                </a:cubicBezTo>
                <a:cubicBezTo>
                  <a:pt x="2209052" y="197150"/>
                  <a:pt x="2194412" y="189706"/>
                  <a:pt x="2184466" y="174820"/>
                </a:cubicBezTo>
                <a:cubicBezTo>
                  <a:pt x="2176472" y="162817"/>
                  <a:pt x="2172475" y="147931"/>
                  <a:pt x="2172475" y="130159"/>
                </a:cubicBezTo>
                <a:cubicBezTo>
                  <a:pt x="2172475" y="108386"/>
                  <a:pt x="2178354" y="91056"/>
                  <a:pt x="2190113" y="78171"/>
                </a:cubicBezTo>
                <a:cubicBezTo>
                  <a:pt x="2201871" y="65282"/>
                  <a:pt x="2215651" y="58838"/>
                  <a:pt x="2231453" y="58838"/>
                </a:cubicBezTo>
                <a:cubicBezTo>
                  <a:pt x="2244652" y="58838"/>
                  <a:pt x="2256108" y="64253"/>
                  <a:pt x="2265822" y="75081"/>
                </a:cubicBezTo>
                <a:cubicBezTo>
                  <a:pt x="2275535" y="85910"/>
                  <a:pt x="2280764" y="101968"/>
                  <a:pt x="2281507" y="123253"/>
                </a:cubicBezTo>
                <a:moveTo>
                  <a:pt x="2247208" y="114051"/>
                </a:moveTo>
                <a:cubicBezTo>
                  <a:pt x="2247208" y="99086"/>
                  <a:pt x="2246395" y="88815"/>
                  <a:pt x="2244768" y="83238"/>
                </a:cubicBezTo>
                <a:cubicBezTo>
                  <a:pt x="2243142" y="77661"/>
                  <a:pt x="2240609" y="73432"/>
                  <a:pt x="2237169" y="70550"/>
                </a:cubicBezTo>
                <a:cubicBezTo>
                  <a:pt x="2235217" y="68877"/>
                  <a:pt x="2232615" y="68040"/>
                  <a:pt x="2229362" y="68040"/>
                </a:cubicBezTo>
                <a:cubicBezTo>
                  <a:pt x="2224528" y="68040"/>
                  <a:pt x="2220578" y="70411"/>
                  <a:pt x="2217510" y="75151"/>
                </a:cubicBezTo>
                <a:cubicBezTo>
                  <a:pt x="2212026" y="83424"/>
                  <a:pt x="2209284" y="94764"/>
                  <a:pt x="2209284" y="109171"/>
                </a:cubicBezTo>
                <a:lnTo>
                  <a:pt x="2209284" y="114051"/>
                </a:lnTo>
                <a:lnTo>
                  <a:pt x="2247208" y="114051"/>
                </a:lnTo>
                <a:close/>
                <a:moveTo>
                  <a:pt x="2349962" y="62742"/>
                </a:moveTo>
                <a:lnTo>
                  <a:pt x="2349962" y="92301"/>
                </a:lnTo>
                <a:cubicBezTo>
                  <a:pt x="2358607" y="78823"/>
                  <a:pt x="2366182" y="69876"/>
                  <a:pt x="2372689" y="65461"/>
                </a:cubicBezTo>
                <a:cubicBezTo>
                  <a:pt x="2379196" y="61046"/>
                  <a:pt x="2385470" y="58838"/>
                  <a:pt x="2391512" y="58838"/>
                </a:cubicBezTo>
                <a:cubicBezTo>
                  <a:pt x="2396717" y="58838"/>
                  <a:pt x="2400876" y="60447"/>
                  <a:pt x="2403990" y="63666"/>
                </a:cubicBezTo>
                <a:cubicBezTo>
                  <a:pt x="2407104" y="66884"/>
                  <a:pt x="2408661" y="71432"/>
                  <a:pt x="2408661" y="77308"/>
                </a:cubicBezTo>
                <a:cubicBezTo>
                  <a:pt x="2408661" y="83559"/>
                  <a:pt x="2407151" y="88411"/>
                  <a:pt x="2404130" y="91865"/>
                </a:cubicBezTo>
                <a:cubicBezTo>
                  <a:pt x="2401109" y="95316"/>
                  <a:pt x="2397460" y="97041"/>
                  <a:pt x="2393185" y="97041"/>
                </a:cubicBezTo>
                <a:cubicBezTo>
                  <a:pt x="2388258" y="97041"/>
                  <a:pt x="2383983" y="95461"/>
                  <a:pt x="2380357" y="92301"/>
                </a:cubicBezTo>
                <a:cubicBezTo>
                  <a:pt x="2376732" y="89140"/>
                  <a:pt x="2374594" y="87374"/>
                  <a:pt x="2373944" y="87002"/>
                </a:cubicBezTo>
                <a:cubicBezTo>
                  <a:pt x="2373014" y="86445"/>
                  <a:pt x="2371945" y="86166"/>
                  <a:pt x="2370737" y="86166"/>
                </a:cubicBezTo>
                <a:cubicBezTo>
                  <a:pt x="2368041" y="86166"/>
                  <a:pt x="2365485" y="87188"/>
                  <a:pt x="2363068" y="89233"/>
                </a:cubicBezTo>
                <a:cubicBezTo>
                  <a:pt x="2359257" y="92394"/>
                  <a:pt x="2356376" y="96902"/>
                  <a:pt x="2354424" y="102758"/>
                </a:cubicBezTo>
                <a:cubicBezTo>
                  <a:pt x="2351450" y="111774"/>
                  <a:pt x="2349962" y="121720"/>
                  <a:pt x="2349962" y="132595"/>
                </a:cubicBezTo>
                <a:lnTo>
                  <a:pt x="2349962" y="162572"/>
                </a:lnTo>
                <a:lnTo>
                  <a:pt x="2350102" y="170380"/>
                </a:lnTo>
                <a:cubicBezTo>
                  <a:pt x="2350102" y="175678"/>
                  <a:pt x="2350427" y="179071"/>
                  <a:pt x="2351078" y="180558"/>
                </a:cubicBezTo>
                <a:cubicBezTo>
                  <a:pt x="2352193" y="183068"/>
                  <a:pt x="2353843" y="184903"/>
                  <a:pt x="2356027" y="186065"/>
                </a:cubicBezTo>
                <a:cubicBezTo>
                  <a:pt x="2358212" y="187227"/>
                  <a:pt x="2361907" y="187948"/>
                  <a:pt x="2367112" y="188226"/>
                </a:cubicBezTo>
                <a:lnTo>
                  <a:pt x="2367112" y="193246"/>
                </a:lnTo>
                <a:lnTo>
                  <a:pt x="2296701" y="193246"/>
                </a:lnTo>
                <a:lnTo>
                  <a:pt x="2296701" y="188226"/>
                </a:lnTo>
                <a:cubicBezTo>
                  <a:pt x="2302371" y="187762"/>
                  <a:pt x="2306205" y="186205"/>
                  <a:pt x="2308204" y="183556"/>
                </a:cubicBezTo>
                <a:cubicBezTo>
                  <a:pt x="2310202" y="180907"/>
                  <a:pt x="2311202" y="173912"/>
                  <a:pt x="2311202" y="162572"/>
                </a:cubicBezTo>
                <a:lnTo>
                  <a:pt x="2311202" y="90349"/>
                </a:lnTo>
                <a:cubicBezTo>
                  <a:pt x="2311202" y="82866"/>
                  <a:pt x="2310830" y="78097"/>
                  <a:pt x="2310086" y="76040"/>
                </a:cubicBezTo>
                <a:cubicBezTo>
                  <a:pt x="2309157" y="73420"/>
                  <a:pt x="2307809" y="71503"/>
                  <a:pt x="2306043" y="70289"/>
                </a:cubicBezTo>
                <a:cubicBezTo>
                  <a:pt x="2304277" y="69072"/>
                  <a:pt x="2301163" y="68229"/>
                  <a:pt x="2296701" y="67762"/>
                </a:cubicBezTo>
                <a:lnTo>
                  <a:pt x="2296701" y="62742"/>
                </a:lnTo>
                <a:lnTo>
                  <a:pt x="2349962" y="62742"/>
                </a:lnTo>
                <a:close/>
                <a:moveTo>
                  <a:pt x="2492593" y="174005"/>
                </a:moveTo>
                <a:cubicBezTo>
                  <a:pt x="2476698" y="188134"/>
                  <a:pt x="2462430" y="195198"/>
                  <a:pt x="2449788" y="195198"/>
                </a:cubicBezTo>
                <a:cubicBezTo>
                  <a:pt x="2442352" y="195198"/>
                  <a:pt x="2436171" y="192751"/>
                  <a:pt x="2431245" y="187856"/>
                </a:cubicBezTo>
                <a:cubicBezTo>
                  <a:pt x="2426318" y="182959"/>
                  <a:pt x="2423855" y="176827"/>
                  <a:pt x="2423855" y="169460"/>
                </a:cubicBezTo>
                <a:cubicBezTo>
                  <a:pt x="2423855" y="159480"/>
                  <a:pt x="2428131" y="150503"/>
                  <a:pt x="2436682" y="142529"/>
                </a:cubicBezTo>
                <a:cubicBezTo>
                  <a:pt x="2445234" y="134556"/>
                  <a:pt x="2463871" y="123948"/>
                  <a:pt x="2492593" y="110705"/>
                </a:cubicBezTo>
                <a:lnTo>
                  <a:pt x="2492593" y="97599"/>
                </a:lnTo>
                <a:cubicBezTo>
                  <a:pt x="2492593" y="87746"/>
                  <a:pt x="2492058" y="81542"/>
                  <a:pt x="2490989" y="78985"/>
                </a:cubicBezTo>
                <a:cubicBezTo>
                  <a:pt x="2489920" y="76429"/>
                  <a:pt x="2487899" y="74198"/>
                  <a:pt x="2484924" y="72293"/>
                </a:cubicBezTo>
                <a:cubicBezTo>
                  <a:pt x="2481950" y="70387"/>
                  <a:pt x="2478603" y="69435"/>
                  <a:pt x="2474885" y="69435"/>
                </a:cubicBezTo>
                <a:cubicBezTo>
                  <a:pt x="2468844" y="69435"/>
                  <a:pt x="2463871" y="70782"/>
                  <a:pt x="2459967" y="73478"/>
                </a:cubicBezTo>
                <a:cubicBezTo>
                  <a:pt x="2457550" y="75151"/>
                  <a:pt x="2456342" y="77103"/>
                  <a:pt x="2456342" y="79334"/>
                </a:cubicBezTo>
                <a:cubicBezTo>
                  <a:pt x="2456342" y="81286"/>
                  <a:pt x="2457643" y="83703"/>
                  <a:pt x="2460246" y="86584"/>
                </a:cubicBezTo>
                <a:cubicBezTo>
                  <a:pt x="2463778" y="90581"/>
                  <a:pt x="2465544" y="94439"/>
                  <a:pt x="2465544" y="98157"/>
                </a:cubicBezTo>
                <a:cubicBezTo>
                  <a:pt x="2465544" y="102711"/>
                  <a:pt x="2463847" y="106592"/>
                  <a:pt x="2460455" y="109799"/>
                </a:cubicBezTo>
                <a:cubicBezTo>
                  <a:pt x="2457062" y="113006"/>
                  <a:pt x="2452624" y="114609"/>
                  <a:pt x="2447139" y="114609"/>
                </a:cubicBezTo>
                <a:cubicBezTo>
                  <a:pt x="2441283" y="114609"/>
                  <a:pt x="2436380" y="112843"/>
                  <a:pt x="2432430" y="109311"/>
                </a:cubicBezTo>
                <a:cubicBezTo>
                  <a:pt x="2428479" y="105779"/>
                  <a:pt x="2426504" y="101642"/>
                  <a:pt x="2426504" y="96902"/>
                </a:cubicBezTo>
                <a:cubicBezTo>
                  <a:pt x="2426504" y="90209"/>
                  <a:pt x="2429153" y="83819"/>
                  <a:pt x="2434452" y="77731"/>
                </a:cubicBezTo>
                <a:cubicBezTo>
                  <a:pt x="2439750" y="71642"/>
                  <a:pt x="2447139" y="66971"/>
                  <a:pt x="2456620" y="63718"/>
                </a:cubicBezTo>
                <a:cubicBezTo>
                  <a:pt x="2466101" y="60465"/>
                  <a:pt x="2475954" y="58838"/>
                  <a:pt x="2486179" y="58838"/>
                </a:cubicBezTo>
                <a:cubicBezTo>
                  <a:pt x="2498541" y="58838"/>
                  <a:pt x="2508325" y="61471"/>
                  <a:pt x="2515528" y="66738"/>
                </a:cubicBezTo>
                <a:cubicBezTo>
                  <a:pt x="2522732" y="72001"/>
                  <a:pt x="2527403" y="77707"/>
                  <a:pt x="2529541" y="83857"/>
                </a:cubicBezTo>
                <a:cubicBezTo>
                  <a:pt x="2530842" y="87769"/>
                  <a:pt x="2531493" y="96759"/>
                  <a:pt x="2531493" y="110827"/>
                </a:cubicBezTo>
                <a:lnTo>
                  <a:pt x="2531493" y="161557"/>
                </a:lnTo>
                <a:cubicBezTo>
                  <a:pt x="2531493" y="167520"/>
                  <a:pt x="2531725" y="171272"/>
                  <a:pt x="2532190" y="172811"/>
                </a:cubicBezTo>
                <a:cubicBezTo>
                  <a:pt x="2532655" y="174348"/>
                  <a:pt x="2533352" y="175489"/>
                  <a:pt x="2534281" y="176236"/>
                </a:cubicBezTo>
                <a:cubicBezTo>
                  <a:pt x="2535211" y="176979"/>
                  <a:pt x="2536280" y="177351"/>
                  <a:pt x="2537488" y="177351"/>
                </a:cubicBezTo>
                <a:cubicBezTo>
                  <a:pt x="2539905" y="177351"/>
                  <a:pt x="2542368" y="175632"/>
                  <a:pt x="2544878" y="172192"/>
                </a:cubicBezTo>
                <a:lnTo>
                  <a:pt x="2549061" y="175539"/>
                </a:lnTo>
                <a:cubicBezTo>
                  <a:pt x="2544413" y="182417"/>
                  <a:pt x="2539603" y="187413"/>
                  <a:pt x="2534630" y="190527"/>
                </a:cubicBezTo>
                <a:cubicBezTo>
                  <a:pt x="2529657" y="193641"/>
                  <a:pt x="2524010" y="195198"/>
                  <a:pt x="2517689" y="195198"/>
                </a:cubicBezTo>
                <a:cubicBezTo>
                  <a:pt x="2510253" y="195198"/>
                  <a:pt x="2504444" y="193443"/>
                  <a:pt x="2500261" y="189934"/>
                </a:cubicBezTo>
                <a:cubicBezTo>
                  <a:pt x="2496078" y="186426"/>
                  <a:pt x="2493522" y="181116"/>
                  <a:pt x="2492593" y="174005"/>
                </a:cubicBezTo>
                <a:moveTo>
                  <a:pt x="2492593" y="163687"/>
                </a:moveTo>
                <a:lnTo>
                  <a:pt x="2492593" y="120073"/>
                </a:lnTo>
                <a:cubicBezTo>
                  <a:pt x="2481345" y="126704"/>
                  <a:pt x="2472980" y="133803"/>
                  <a:pt x="2467496" y="141370"/>
                </a:cubicBezTo>
                <a:cubicBezTo>
                  <a:pt x="2463871" y="146413"/>
                  <a:pt x="2462058" y="151503"/>
                  <a:pt x="2462058" y="156642"/>
                </a:cubicBezTo>
                <a:cubicBezTo>
                  <a:pt x="2462058" y="160938"/>
                  <a:pt x="2463592" y="164721"/>
                  <a:pt x="2466659" y="167992"/>
                </a:cubicBezTo>
                <a:cubicBezTo>
                  <a:pt x="2468983" y="170513"/>
                  <a:pt x="2472236" y="171774"/>
                  <a:pt x="2476419" y="171774"/>
                </a:cubicBezTo>
                <a:cubicBezTo>
                  <a:pt x="2481067" y="171774"/>
                  <a:pt x="2486458" y="169079"/>
                  <a:pt x="2492593" y="163687"/>
                </a:cubicBezTo>
                <a:close/>
                <a:moveTo>
                  <a:pt x="2613150" y="14779"/>
                </a:moveTo>
                <a:lnTo>
                  <a:pt x="2613150" y="62742"/>
                </a:lnTo>
                <a:lnTo>
                  <a:pt x="2644103" y="62742"/>
                </a:lnTo>
                <a:lnTo>
                  <a:pt x="2644103" y="76406"/>
                </a:lnTo>
                <a:lnTo>
                  <a:pt x="2613150" y="76406"/>
                </a:lnTo>
                <a:lnTo>
                  <a:pt x="2613150" y="157073"/>
                </a:lnTo>
                <a:cubicBezTo>
                  <a:pt x="2613150" y="164623"/>
                  <a:pt x="2613499" y="169492"/>
                  <a:pt x="2614196" y="171683"/>
                </a:cubicBezTo>
                <a:cubicBezTo>
                  <a:pt x="2614893" y="173873"/>
                  <a:pt x="2616125" y="175645"/>
                  <a:pt x="2617891" y="176998"/>
                </a:cubicBezTo>
                <a:cubicBezTo>
                  <a:pt x="2619657" y="178349"/>
                  <a:pt x="2621284" y="179024"/>
                  <a:pt x="2622771" y="179024"/>
                </a:cubicBezTo>
                <a:cubicBezTo>
                  <a:pt x="2628813" y="179024"/>
                  <a:pt x="2634529" y="174377"/>
                  <a:pt x="2639920" y="165082"/>
                </a:cubicBezTo>
                <a:lnTo>
                  <a:pt x="2644103" y="168179"/>
                </a:lnTo>
                <a:cubicBezTo>
                  <a:pt x="2636574" y="186192"/>
                  <a:pt x="2624351" y="195198"/>
                  <a:pt x="2607434" y="195198"/>
                </a:cubicBezTo>
                <a:cubicBezTo>
                  <a:pt x="2599161" y="195198"/>
                  <a:pt x="2592167" y="192890"/>
                  <a:pt x="2586450" y="188274"/>
                </a:cubicBezTo>
                <a:cubicBezTo>
                  <a:pt x="2580734" y="183656"/>
                  <a:pt x="2577085" y="178501"/>
                  <a:pt x="2575505" y="172811"/>
                </a:cubicBezTo>
                <a:cubicBezTo>
                  <a:pt x="2574576" y="169639"/>
                  <a:pt x="2574111" y="161057"/>
                  <a:pt x="2574111" y="147065"/>
                </a:cubicBezTo>
                <a:lnTo>
                  <a:pt x="2574111" y="76406"/>
                </a:lnTo>
                <a:lnTo>
                  <a:pt x="2557101" y="76406"/>
                </a:lnTo>
                <a:lnTo>
                  <a:pt x="2557101" y="71513"/>
                </a:lnTo>
                <a:cubicBezTo>
                  <a:pt x="2568813" y="63223"/>
                  <a:pt x="2578782" y="54513"/>
                  <a:pt x="2587008" y="45383"/>
                </a:cubicBezTo>
                <a:cubicBezTo>
                  <a:pt x="2595234" y="36254"/>
                  <a:pt x="2602415" y="26053"/>
                  <a:pt x="2608549" y="14779"/>
                </a:cubicBezTo>
                <a:lnTo>
                  <a:pt x="2613150" y="14779"/>
                </a:lnTo>
                <a:close/>
                <a:moveTo>
                  <a:pt x="2716283" y="58838"/>
                </a:moveTo>
                <a:cubicBezTo>
                  <a:pt x="2727623" y="58838"/>
                  <a:pt x="2738173" y="61769"/>
                  <a:pt x="2747933" y="67631"/>
                </a:cubicBezTo>
                <a:cubicBezTo>
                  <a:pt x="2757693" y="73493"/>
                  <a:pt x="2765106" y="81820"/>
                  <a:pt x="2770172" y="92614"/>
                </a:cubicBezTo>
                <a:cubicBezTo>
                  <a:pt x="2775238" y="103408"/>
                  <a:pt x="2777771" y="115225"/>
                  <a:pt x="2777771" y="128064"/>
                </a:cubicBezTo>
                <a:cubicBezTo>
                  <a:pt x="2777771" y="146578"/>
                  <a:pt x="2773077" y="162071"/>
                  <a:pt x="2763689" y="174541"/>
                </a:cubicBezTo>
                <a:cubicBezTo>
                  <a:pt x="2752349" y="189613"/>
                  <a:pt x="2736686" y="197150"/>
                  <a:pt x="2716702" y="197150"/>
                </a:cubicBezTo>
                <a:cubicBezTo>
                  <a:pt x="2697089" y="197150"/>
                  <a:pt x="2681984" y="190264"/>
                  <a:pt x="2671388" y="176493"/>
                </a:cubicBezTo>
                <a:cubicBezTo>
                  <a:pt x="2660791" y="162722"/>
                  <a:pt x="2655493" y="146764"/>
                  <a:pt x="2655493" y="128621"/>
                </a:cubicBezTo>
                <a:cubicBezTo>
                  <a:pt x="2655493" y="109921"/>
                  <a:pt x="2660908" y="93615"/>
                  <a:pt x="2671736" y="79704"/>
                </a:cubicBezTo>
                <a:cubicBezTo>
                  <a:pt x="2682565" y="65794"/>
                  <a:pt x="2697414" y="58838"/>
                  <a:pt x="2716283" y="58838"/>
                </a:cubicBezTo>
                <a:moveTo>
                  <a:pt x="2716841" y="68598"/>
                </a:moveTo>
                <a:cubicBezTo>
                  <a:pt x="2712101" y="68598"/>
                  <a:pt x="2708034" y="70390"/>
                  <a:pt x="2704641" y="73975"/>
                </a:cubicBezTo>
                <a:cubicBezTo>
                  <a:pt x="2701249" y="77556"/>
                  <a:pt x="2699018" y="84628"/>
                  <a:pt x="2697949" y="95189"/>
                </a:cubicBezTo>
                <a:cubicBezTo>
                  <a:pt x="2696880" y="105751"/>
                  <a:pt x="2696345" y="120432"/>
                  <a:pt x="2696345" y="139231"/>
                </a:cubicBezTo>
                <a:cubicBezTo>
                  <a:pt x="2696345" y="149188"/>
                  <a:pt x="2696996" y="158495"/>
                  <a:pt x="2698297" y="167151"/>
                </a:cubicBezTo>
                <a:cubicBezTo>
                  <a:pt x="2699320" y="173757"/>
                  <a:pt x="2701504" y="178782"/>
                  <a:pt x="2704850" y="182227"/>
                </a:cubicBezTo>
                <a:cubicBezTo>
                  <a:pt x="2708197" y="185669"/>
                  <a:pt x="2712008" y="187390"/>
                  <a:pt x="2716283" y="187390"/>
                </a:cubicBezTo>
                <a:cubicBezTo>
                  <a:pt x="2720466" y="187390"/>
                  <a:pt x="2723952" y="186227"/>
                  <a:pt x="2726740" y="183900"/>
                </a:cubicBezTo>
                <a:cubicBezTo>
                  <a:pt x="2730366" y="180737"/>
                  <a:pt x="2732782" y="176316"/>
                  <a:pt x="2733991" y="170637"/>
                </a:cubicBezTo>
                <a:cubicBezTo>
                  <a:pt x="2735850" y="161798"/>
                  <a:pt x="2736779" y="143931"/>
                  <a:pt x="2736779" y="117036"/>
                </a:cubicBezTo>
                <a:cubicBezTo>
                  <a:pt x="2736779" y="101217"/>
                  <a:pt x="2735896" y="90353"/>
                  <a:pt x="2734130" y="84445"/>
                </a:cubicBezTo>
                <a:cubicBezTo>
                  <a:pt x="2732364" y="78534"/>
                  <a:pt x="2729761" y="74229"/>
                  <a:pt x="2726322" y="71530"/>
                </a:cubicBezTo>
                <a:cubicBezTo>
                  <a:pt x="2723905" y="69576"/>
                  <a:pt x="2720745" y="68598"/>
                  <a:pt x="2716841" y="68598"/>
                </a:cubicBezTo>
                <a:close/>
                <a:moveTo>
                  <a:pt x="2849668" y="62742"/>
                </a:moveTo>
                <a:lnTo>
                  <a:pt x="2849668" y="92301"/>
                </a:lnTo>
                <a:cubicBezTo>
                  <a:pt x="2858313" y="78823"/>
                  <a:pt x="2865888" y="69876"/>
                  <a:pt x="2872395" y="65461"/>
                </a:cubicBezTo>
                <a:cubicBezTo>
                  <a:pt x="2878901" y="61046"/>
                  <a:pt x="2885176" y="58838"/>
                  <a:pt x="2891217" y="58838"/>
                </a:cubicBezTo>
                <a:cubicBezTo>
                  <a:pt x="2896423" y="58838"/>
                  <a:pt x="2900582" y="60447"/>
                  <a:pt x="2903696" y="63666"/>
                </a:cubicBezTo>
                <a:cubicBezTo>
                  <a:pt x="2906810" y="66884"/>
                  <a:pt x="2908367" y="71432"/>
                  <a:pt x="2908367" y="77308"/>
                </a:cubicBezTo>
                <a:cubicBezTo>
                  <a:pt x="2908367" y="83559"/>
                  <a:pt x="2906857" y="88411"/>
                  <a:pt x="2903836" y="91865"/>
                </a:cubicBezTo>
                <a:cubicBezTo>
                  <a:pt x="2900815" y="95316"/>
                  <a:pt x="2897166" y="97041"/>
                  <a:pt x="2892891" y="97041"/>
                </a:cubicBezTo>
                <a:cubicBezTo>
                  <a:pt x="2887964" y="97041"/>
                  <a:pt x="2883688" y="95461"/>
                  <a:pt x="2880063" y="92301"/>
                </a:cubicBezTo>
                <a:cubicBezTo>
                  <a:pt x="2876438" y="89140"/>
                  <a:pt x="2874300" y="87374"/>
                  <a:pt x="2873650" y="87002"/>
                </a:cubicBezTo>
                <a:cubicBezTo>
                  <a:pt x="2872720" y="86445"/>
                  <a:pt x="2871651" y="86166"/>
                  <a:pt x="2870443" y="86166"/>
                </a:cubicBezTo>
                <a:cubicBezTo>
                  <a:pt x="2867747" y="86166"/>
                  <a:pt x="2865191" y="87188"/>
                  <a:pt x="2862774" y="89233"/>
                </a:cubicBezTo>
                <a:cubicBezTo>
                  <a:pt x="2858963" y="92394"/>
                  <a:pt x="2856082" y="96902"/>
                  <a:pt x="2854130" y="102758"/>
                </a:cubicBezTo>
                <a:cubicBezTo>
                  <a:pt x="2851155" y="111774"/>
                  <a:pt x="2849668" y="121720"/>
                  <a:pt x="2849668" y="132595"/>
                </a:cubicBezTo>
                <a:lnTo>
                  <a:pt x="2849668" y="162572"/>
                </a:lnTo>
                <a:lnTo>
                  <a:pt x="2849808" y="170380"/>
                </a:lnTo>
                <a:cubicBezTo>
                  <a:pt x="2849808" y="175678"/>
                  <a:pt x="2850133" y="179071"/>
                  <a:pt x="2850784" y="180558"/>
                </a:cubicBezTo>
                <a:cubicBezTo>
                  <a:pt x="2851899" y="183068"/>
                  <a:pt x="2853549" y="184903"/>
                  <a:pt x="2855733" y="186065"/>
                </a:cubicBezTo>
                <a:cubicBezTo>
                  <a:pt x="2857918" y="187227"/>
                  <a:pt x="2861612" y="187948"/>
                  <a:pt x="2866818" y="188226"/>
                </a:cubicBezTo>
                <a:lnTo>
                  <a:pt x="2866818" y="193246"/>
                </a:lnTo>
                <a:lnTo>
                  <a:pt x="2796407" y="193246"/>
                </a:lnTo>
                <a:lnTo>
                  <a:pt x="2796407" y="188226"/>
                </a:lnTo>
                <a:cubicBezTo>
                  <a:pt x="2802077" y="187762"/>
                  <a:pt x="2805911" y="186205"/>
                  <a:pt x="2807910" y="183556"/>
                </a:cubicBezTo>
                <a:cubicBezTo>
                  <a:pt x="2809908" y="180907"/>
                  <a:pt x="2810908" y="173912"/>
                  <a:pt x="2810908" y="162572"/>
                </a:cubicBezTo>
                <a:lnTo>
                  <a:pt x="2810908" y="90349"/>
                </a:lnTo>
                <a:cubicBezTo>
                  <a:pt x="2810908" y="82866"/>
                  <a:pt x="2810536" y="78097"/>
                  <a:pt x="2809792" y="76040"/>
                </a:cubicBezTo>
                <a:cubicBezTo>
                  <a:pt x="2808863" y="73420"/>
                  <a:pt x="2807515" y="71503"/>
                  <a:pt x="2805749" y="70289"/>
                </a:cubicBezTo>
                <a:cubicBezTo>
                  <a:pt x="2803983" y="69072"/>
                  <a:pt x="2800869" y="68229"/>
                  <a:pt x="2796407" y="67762"/>
                </a:cubicBezTo>
                <a:lnTo>
                  <a:pt x="2796407" y="62742"/>
                </a:lnTo>
                <a:lnTo>
                  <a:pt x="2849668" y="62742"/>
                </a:lnTo>
                <a:close/>
                <a:moveTo>
                  <a:pt x="3067868" y="0"/>
                </a:moveTo>
                <a:lnTo>
                  <a:pt x="3067868" y="6414"/>
                </a:lnTo>
                <a:cubicBezTo>
                  <a:pt x="3058201" y="12731"/>
                  <a:pt x="3051091" y="18910"/>
                  <a:pt x="3046536" y="24949"/>
                </a:cubicBezTo>
                <a:cubicBezTo>
                  <a:pt x="3040215" y="33309"/>
                  <a:pt x="3035289" y="44037"/>
                  <a:pt x="3031757" y="57135"/>
                </a:cubicBezTo>
                <a:cubicBezTo>
                  <a:pt x="3027295" y="73392"/>
                  <a:pt x="3025064" y="96106"/>
                  <a:pt x="3025064" y="125275"/>
                </a:cubicBezTo>
                <a:cubicBezTo>
                  <a:pt x="3025064" y="152771"/>
                  <a:pt x="3027086" y="174137"/>
                  <a:pt x="3031129" y="189372"/>
                </a:cubicBezTo>
                <a:cubicBezTo>
                  <a:pt x="3035173" y="204608"/>
                  <a:pt x="3040680" y="216916"/>
                  <a:pt x="3047651" y="226299"/>
                </a:cubicBezTo>
                <a:cubicBezTo>
                  <a:pt x="3052485" y="232802"/>
                  <a:pt x="3059224" y="238516"/>
                  <a:pt x="3067868" y="243440"/>
                </a:cubicBezTo>
                <a:lnTo>
                  <a:pt x="3067868" y="250411"/>
                </a:lnTo>
                <a:cubicBezTo>
                  <a:pt x="3045467" y="242885"/>
                  <a:pt x="3026482" y="227532"/>
                  <a:pt x="3010912" y="204352"/>
                </a:cubicBezTo>
                <a:cubicBezTo>
                  <a:pt x="2995343" y="181175"/>
                  <a:pt x="2987558" y="154537"/>
                  <a:pt x="2987558" y="124439"/>
                </a:cubicBezTo>
                <a:cubicBezTo>
                  <a:pt x="2987558" y="94712"/>
                  <a:pt x="2995320" y="68399"/>
                  <a:pt x="3010843" y="45501"/>
                </a:cubicBezTo>
                <a:cubicBezTo>
                  <a:pt x="3026365" y="22600"/>
                  <a:pt x="3045374" y="7433"/>
                  <a:pt x="3067868" y="0"/>
                </a:cubicBezTo>
                <a:close/>
                <a:moveTo>
                  <a:pt x="3248496" y="4183"/>
                </a:moveTo>
                <a:lnTo>
                  <a:pt x="3248496" y="55492"/>
                </a:lnTo>
                <a:lnTo>
                  <a:pt x="3243477" y="55492"/>
                </a:lnTo>
                <a:cubicBezTo>
                  <a:pt x="3240502" y="43646"/>
                  <a:pt x="3237203" y="35136"/>
                  <a:pt x="3233578" y="29959"/>
                </a:cubicBezTo>
                <a:cubicBezTo>
                  <a:pt x="3229952" y="24783"/>
                  <a:pt x="3224980" y="20656"/>
                  <a:pt x="3218659" y="17577"/>
                </a:cubicBezTo>
                <a:cubicBezTo>
                  <a:pt x="3215127" y="15898"/>
                  <a:pt x="3208945" y="15058"/>
                  <a:pt x="3200115" y="15058"/>
                </a:cubicBezTo>
                <a:lnTo>
                  <a:pt x="3186033" y="15058"/>
                </a:lnTo>
                <a:lnTo>
                  <a:pt x="3186033" y="160899"/>
                </a:lnTo>
                <a:cubicBezTo>
                  <a:pt x="3186033" y="170615"/>
                  <a:pt x="3186567" y="176689"/>
                  <a:pt x="3187636" y="179120"/>
                </a:cubicBezTo>
                <a:cubicBezTo>
                  <a:pt x="3188705" y="181549"/>
                  <a:pt x="3190797" y="183673"/>
                  <a:pt x="3193911" y="185495"/>
                </a:cubicBezTo>
                <a:cubicBezTo>
                  <a:pt x="3197024" y="187316"/>
                  <a:pt x="3201277" y="188226"/>
                  <a:pt x="3206668" y="188226"/>
                </a:cubicBezTo>
                <a:lnTo>
                  <a:pt x="3212942" y="188226"/>
                </a:lnTo>
                <a:lnTo>
                  <a:pt x="3212942" y="193246"/>
                </a:lnTo>
                <a:lnTo>
                  <a:pt x="3113949" y="193246"/>
                </a:lnTo>
                <a:lnTo>
                  <a:pt x="3113949" y="188226"/>
                </a:lnTo>
                <a:lnTo>
                  <a:pt x="3120223" y="188226"/>
                </a:lnTo>
                <a:cubicBezTo>
                  <a:pt x="3125707" y="188226"/>
                  <a:pt x="3130123" y="187246"/>
                  <a:pt x="3133469" y="185285"/>
                </a:cubicBezTo>
                <a:cubicBezTo>
                  <a:pt x="3135886" y="183975"/>
                  <a:pt x="3137791" y="181733"/>
                  <a:pt x="3139185" y="178558"/>
                </a:cubicBezTo>
                <a:cubicBezTo>
                  <a:pt x="3140208" y="176316"/>
                  <a:pt x="3140719" y="170429"/>
                  <a:pt x="3140719" y="160899"/>
                </a:cubicBezTo>
                <a:lnTo>
                  <a:pt x="3140719" y="15058"/>
                </a:lnTo>
                <a:lnTo>
                  <a:pt x="3127055" y="15058"/>
                </a:lnTo>
                <a:cubicBezTo>
                  <a:pt x="3114321" y="15058"/>
                  <a:pt x="3105072" y="17762"/>
                  <a:pt x="3099309" y="23171"/>
                </a:cubicBezTo>
                <a:cubicBezTo>
                  <a:pt x="3091223" y="30726"/>
                  <a:pt x="3086110" y="41500"/>
                  <a:pt x="3083972" y="55492"/>
                </a:cubicBezTo>
                <a:lnTo>
                  <a:pt x="3078674" y="55492"/>
                </a:lnTo>
                <a:lnTo>
                  <a:pt x="3078674" y="4183"/>
                </a:lnTo>
                <a:lnTo>
                  <a:pt x="3248496" y="4183"/>
                </a:lnTo>
                <a:close/>
                <a:moveTo>
                  <a:pt x="3452971" y="0"/>
                </a:moveTo>
                <a:lnTo>
                  <a:pt x="3452971" y="66646"/>
                </a:lnTo>
                <a:lnTo>
                  <a:pt x="3447813" y="66646"/>
                </a:lnTo>
                <a:cubicBezTo>
                  <a:pt x="3441585" y="48518"/>
                  <a:pt x="3432243" y="34738"/>
                  <a:pt x="3419788" y="25306"/>
                </a:cubicBezTo>
                <a:cubicBezTo>
                  <a:pt x="3407332" y="15871"/>
                  <a:pt x="3393715" y="11154"/>
                  <a:pt x="3378936" y="11154"/>
                </a:cubicBezTo>
                <a:cubicBezTo>
                  <a:pt x="3364807" y="11154"/>
                  <a:pt x="3353049" y="15112"/>
                  <a:pt x="3343661" y="23027"/>
                </a:cubicBezTo>
                <a:cubicBezTo>
                  <a:pt x="3334273" y="30943"/>
                  <a:pt x="3327627" y="41984"/>
                  <a:pt x="3323723" y="56150"/>
                </a:cubicBezTo>
                <a:cubicBezTo>
                  <a:pt x="3319819" y="70316"/>
                  <a:pt x="3317867" y="84852"/>
                  <a:pt x="3317867" y="99756"/>
                </a:cubicBezTo>
                <a:cubicBezTo>
                  <a:pt x="3317867" y="117811"/>
                  <a:pt x="3320005" y="133644"/>
                  <a:pt x="3324280" y="147252"/>
                </a:cubicBezTo>
                <a:cubicBezTo>
                  <a:pt x="3328556" y="160861"/>
                  <a:pt x="3335458" y="170861"/>
                  <a:pt x="3344985" y="177251"/>
                </a:cubicBezTo>
                <a:cubicBezTo>
                  <a:pt x="3354513" y="183638"/>
                  <a:pt x="3365830" y="186832"/>
                  <a:pt x="3378936" y="186832"/>
                </a:cubicBezTo>
                <a:cubicBezTo>
                  <a:pt x="3383490" y="186832"/>
                  <a:pt x="3388161" y="186346"/>
                  <a:pt x="3392948" y="185373"/>
                </a:cubicBezTo>
                <a:cubicBezTo>
                  <a:pt x="3397735" y="184397"/>
                  <a:pt x="3402638" y="182981"/>
                  <a:pt x="3407658" y="181124"/>
                </a:cubicBezTo>
                <a:lnTo>
                  <a:pt x="3407658" y="141937"/>
                </a:lnTo>
                <a:cubicBezTo>
                  <a:pt x="3407658" y="134454"/>
                  <a:pt x="3407146" y="129615"/>
                  <a:pt x="3406124" y="127419"/>
                </a:cubicBezTo>
                <a:cubicBezTo>
                  <a:pt x="3405102" y="125220"/>
                  <a:pt x="3402987" y="123233"/>
                  <a:pt x="3399780" y="121458"/>
                </a:cubicBezTo>
                <a:cubicBezTo>
                  <a:pt x="3396573" y="119681"/>
                  <a:pt x="3392693" y="118792"/>
                  <a:pt x="3388138" y="118792"/>
                </a:cubicBezTo>
                <a:lnTo>
                  <a:pt x="3383258" y="118792"/>
                </a:lnTo>
                <a:lnTo>
                  <a:pt x="3383258" y="113772"/>
                </a:lnTo>
                <a:lnTo>
                  <a:pt x="3475140" y="113772"/>
                </a:lnTo>
                <a:lnTo>
                  <a:pt x="3475140" y="118792"/>
                </a:lnTo>
                <a:cubicBezTo>
                  <a:pt x="3468169" y="119259"/>
                  <a:pt x="3463312" y="120218"/>
                  <a:pt x="3460570" y="121667"/>
                </a:cubicBezTo>
                <a:cubicBezTo>
                  <a:pt x="3457828" y="123117"/>
                  <a:pt x="3455714" y="125525"/>
                  <a:pt x="3454226" y="128892"/>
                </a:cubicBezTo>
                <a:cubicBezTo>
                  <a:pt x="3453390" y="130669"/>
                  <a:pt x="3452971" y="135018"/>
                  <a:pt x="3452971" y="141937"/>
                </a:cubicBezTo>
                <a:lnTo>
                  <a:pt x="3452971" y="181124"/>
                </a:lnTo>
                <a:cubicBezTo>
                  <a:pt x="3440888" y="186513"/>
                  <a:pt x="3428316" y="190576"/>
                  <a:pt x="3415256" y="193316"/>
                </a:cubicBezTo>
                <a:cubicBezTo>
                  <a:pt x="3402197" y="196058"/>
                  <a:pt x="3388649" y="197429"/>
                  <a:pt x="3374613" y="197429"/>
                </a:cubicBezTo>
                <a:cubicBezTo>
                  <a:pt x="3356674" y="197429"/>
                  <a:pt x="3341778" y="194996"/>
                  <a:pt x="3329927" y="190131"/>
                </a:cubicBezTo>
                <a:cubicBezTo>
                  <a:pt x="3318076" y="185262"/>
                  <a:pt x="3307619" y="178866"/>
                  <a:pt x="3298556" y="170942"/>
                </a:cubicBezTo>
                <a:cubicBezTo>
                  <a:pt x="3289493" y="163018"/>
                  <a:pt x="3282406" y="154097"/>
                  <a:pt x="3277293" y="144181"/>
                </a:cubicBezTo>
                <a:cubicBezTo>
                  <a:pt x="3270787" y="131388"/>
                  <a:pt x="3267534" y="117066"/>
                  <a:pt x="3267534" y="101215"/>
                </a:cubicBezTo>
                <a:cubicBezTo>
                  <a:pt x="3267534" y="72854"/>
                  <a:pt x="3277526" y="48894"/>
                  <a:pt x="3297510" y="29336"/>
                </a:cubicBezTo>
                <a:cubicBezTo>
                  <a:pt x="3317495" y="9779"/>
                  <a:pt x="3342638" y="0"/>
                  <a:pt x="3372940" y="0"/>
                </a:cubicBezTo>
                <a:cubicBezTo>
                  <a:pt x="3382328" y="0"/>
                  <a:pt x="3390787" y="751"/>
                  <a:pt x="3398316" y="2253"/>
                </a:cubicBezTo>
                <a:cubicBezTo>
                  <a:pt x="3402406" y="3005"/>
                  <a:pt x="3409029" y="5141"/>
                  <a:pt x="3418184" y="8662"/>
                </a:cubicBezTo>
                <a:cubicBezTo>
                  <a:pt x="3427340" y="12182"/>
                  <a:pt x="3432755" y="13943"/>
                  <a:pt x="3434428" y="13943"/>
                </a:cubicBezTo>
                <a:cubicBezTo>
                  <a:pt x="3437030" y="13943"/>
                  <a:pt x="3439447" y="12971"/>
                  <a:pt x="3441678" y="11028"/>
                </a:cubicBezTo>
                <a:cubicBezTo>
                  <a:pt x="3443909" y="9082"/>
                  <a:pt x="3445954" y="5406"/>
                  <a:pt x="3447813" y="0"/>
                </a:cubicBezTo>
                <a:lnTo>
                  <a:pt x="3452971" y="0"/>
                </a:lnTo>
                <a:close/>
                <a:moveTo>
                  <a:pt x="3478461" y="250411"/>
                </a:moveTo>
                <a:lnTo>
                  <a:pt x="3478461" y="243997"/>
                </a:lnTo>
                <a:cubicBezTo>
                  <a:pt x="3488128" y="237587"/>
                  <a:pt x="3495239" y="231363"/>
                  <a:pt x="3499793" y="225327"/>
                </a:cubicBezTo>
                <a:cubicBezTo>
                  <a:pt x="3506021" y="216964"/>
                  <a:pt x="3510947" y="206281"/>
                  <a:pt x="3514573" y="193276"/>
                </a:cubicBezTo>
                <a:cubicBezTo>
                  <a:pt x="3519034" y="176926"/>
                  <a:pt x="3521265" y="154166"/>
                  <a:pt x="3521265" y="124996"/>
                </a:cubicBezTo>
                <a:cubicBezTo>
                  <a:pt x="3521265" y="97500"/>
                  <a:pt x="3519243" y="76158"/>
                  <a:pt x="3515200" y="60969"/>
                </a:cubicBezTo>
                <a:cubicBezTo>
                  <a:pt x="3511157" y="45780"/>
                  <a:pt x="3505649" y="33494"/>
                  <a:pt x="3498678" y="24112"/>
                </a:cubicBezTo>
                <a:cubicBezTo>
                  <a:pt x="3493844" y="17608"/>
                  <a:pt x="3487105" y="11895"/>
                  <a:pt x="3478461" y="6971"/>
                </a:cubicBezTo>
                <a:lnTo>
                  <a:pt x="3478461" y="0"/>
                </a:lnTo>
                <a:cubicBezTo>
                  <a:pt x="3500862" y="7526"/>
                  <a:pt x="3519848" y="22879"/>
                  <a:pt x="3535417" y="46059"/>
                </a:cubicBezTo>
                <a:cubicBezTo>
                  <a:pt x="3550986" y="69236"/>
                  <a:pt x="3558771" y="95874"/>
                  <a:pt x="3558771" y="125972"/>
                </a:cubicBezTo>
                <a:cubicBezTo>
                  <a:pt x="3558771" y="155606"/>
                  <a:pt x="3550986" y="181872"/>
                  <a:pt x="3535417" y="204770"/>
                </a:cubicBezTo>
                <a:cubicBezTo>
                  <a:pt x="3519848" y="227671"/>
                  <a:pt x="3500862" y="242885"/>
                  <a:pt x="3478461" y="2504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C0562-FAAE-4CC0-A4DC-919CF240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936" y="866392"/>
            <a:ext cx="1610958" cy="630582"/>
          </a:xfrm>
          <a:custGeom xmlns:a="http://schemas.openxmlformats.org/drawingml/2006/main">
            <a:pathLst>
              <a:path w="1610958" h="630582">
                <a:moveTo>
                  <a:pt x="1288767" y="0"/>
                </a:moveTo>
                <a:lnTo>
                  <a:pt x="1610958" y="315212"/>
                </a:lnTo>
                <a:lnTo>
                  <a:pt x="1288767" y="630582"/>
                </a:lnTo>
                <a:lnTo>
                  <a:pt x="322192" y="630582"/>
                </a:lnTo>
                <a:lnTo>
                  <a:pt x="0" y="315212"/>
                </a:lnTo>
                <a:lnTo>
                  <a:pt x="322192" y="0"/>
                </a:lnTo>
                <a:lnTo>
                  <a:pt x="128876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C768A3-ECC5-46E8-8257-D37E2DA6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412" y="866868"/>
            <a:ext cx="1610958" cy="630582"/>
          </a:xfrm>
          <a:custGeom xmlns:a="http://schemas.openxmlformats.org/drawingml/2006/main">
            <a:pathLst>
              <a:path w="1610958" h="630582" fill="none">
                <a:moveTo>
                  <a:pt x="0" y="315212"/>
                </a:moveTo>
                <a:lnTo>
                  <a:pt x="322192" y="0"/>
                </a:lnTo>
                <a:lnTo>
                  <a:pt x="1288767" y="0"/>
                </a:lnTo>
                <a:lnTo>
                  <a:pt x="1610958" y="315212"/>
                </a:lnTo>
                <a:lnTo>
                  <a:pt x="1288767" y="630582"/>
                </a:lnTo>
                <a:lnTo>
                  <a:pt x="322192" y="630582"/>
                </a:lnTo>
                <a:lnTo>
                  <a:pt x="0" y="3152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042333"/>
            </a:solidFill>
            <a:round/>
          </a:ln>
        </p:spPr>
      </p:sp>
      <p:sp>
        <p:nvSpPr>
          <p:cNvPr id="9" name="Text Proof">
            <a:extLst xmlns:a="http://schemas.openxmlformats.org/drawingml/2006/main">
              <a:ext uri="{FF2B5EF4-FFF2-40B4-BE49-F238E27FC236}">
                <a16:creationId xmlns:a16="http://schemas.microsoft.com/office/drawing/2014/main" id="{B0C1AC31-8A6D-4779-9410-2F68739A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568" y="972979"/>
            <a:ext cx="533110" cy="153120"/>
          </a:xfrm>
          <a:custGeom xmlns:a="http://schemas.openxmlformats.org/drawingml/2006/main">
            <a:pathLst>
              <a:path w="533110" h="153120">
                <a:moveTo>
                  <a:pt x="54252" y="83599"/>
                </a:moveTo>
                <a:lnTo>
                  <a:pt x="54252" y="124315"/>
                </a:lnTo>
                <a:cubicBezTo>
                  <a:pt x="54252" y="132297"/>
                  <a:pt x="54740" y="137322"/>
                  <a:pt x="55714" y="139391"/>
                </a:cubicBezTo>
                <a:cubicBezTo>
                  <a:pt x="56689" y="141457"/>
                  <a:pt x="58422" y="143108"/>
                  <a:pt x="60912" y="144342"/>
                </a:cubicBezTo>
                <a:cubicBezTo>
                  <a:pt x="63403" y="145573"/>
                  <a:pt x="67969" y="146189"/>
                  <a:pt x="74611" y="146189"/>
                </a:cubicBezTo>
                <a:lnTo>
                  <a:pt x="74611" y="150088"/>
                </a:lnTo>
                <a:lnTo>
                  <a:pt x="0" y="150088"/>
                </a:lnTo>
                <a:lnTo>
                  <a:pt x="0" y="146189"/>
                </a:lnTo>
                <a:cubicBezTo>
                  <a:pt x="6786" y="146189"/>
                  <a:pt x="11388" y="145554"/>
                  <a:pt x="13807" y="144284"/>
                </a:cubicBezTo>
                <a:cubicBezTo>
                  <a:pt x="16225" y="143014"/>
                  <a:pt x="17922" y="141364"/>
                  <a:pt x="18896" y="139333"/>
                </a:cubicBezTo>
                <a:cubicBezTo>
                  <a:pt x="19871" y="137303"/>
                  <a:pt x="20358" y="132297"/>
                  <a:pt x="20358" y="124315"/>
                </a:cubicBezTo>
                <a:lnTo>
                  <a:pt x="20358" y="29021"/>
                </a:lnTo>
                <a:cubicBezTo>
                  <a:pt x="20358" y="21040"/>
                  <a:pt x="19871" y="16015"/>
                  <a:pt x="18896" y="13949"/>
                </a:cubicBezTo>
                <a:cubicBezTo>
                  <a:pt x="17922" y="11880"/>
                  <a:pt x="16207" y="10230"/>
                  <a:pt x="13753" y="8998"/>
                </a:cubicBezTo>
                <a:cubicBezTo>
                  <a:pt x="11298" y="7764"/>
                  <a:pt x="6714" y="7147"/>
                  <a:pt x="0" y="7147"/>
                </a:cubicBezTo>
                <a:lnTo>
                  <a:pt x="0" y="3249"/>
                </a:lnTo>
                <a:lnTo>
                  <a:pt x="63998" y="3249"/>
                </a:lnTo>
                <a:cubicBezTo>
                  <a:pt x="85079" y="3249"/>
                  <a:pt x="100203" y="7003"/>
                  <a:pt x="109371" y="14511"/>
                </a:cubicBezTo>
                <a:cubicBezTo>
                  <a:pt x="118540" y="22019"/>
                  <a:pt x="123124" y="31404"/>
                  <a:pt x="123124" y="42666"/>
                </a:cubicBezTo>
                <a:cubicBezTo>
                  <a:pt x="123124" y="52195"/>
                  <a:pt x="120164" y="60353"/>
                  <a:pt x="114244" y="67139"/>
                </a:cubicBezTo>
                <a:cubicBezTo>
                  <a:pt x="108324" y="73925"/>
                  <a:pt x="100167" y="78545"/>
                  <a:pt x="89771" y="81000"/>
                </a:cubicBezTo>
                <a:cubicBezTo>
                  <a:pt x="82768" y="82732"/>
                  <a:pt x="70929" y="83599"/>
                  <a:pt x="54252" y="83599"/>
                </a:cubicBezTo>
                <a:moveTo>
                  <a:pt x="54252" y="11695"/>
                </a:moveTo>
                <a:lnTo>
                  <a:pt x="54252" y="75152"/>
                </a:lnTo>
                <a:cubicBezTo>
                  <a:pt x="56635" y="75296"/>
                  <a:pt x="58440" y="75369"/>
                  <a:pt x="59667" y="75369"/>
                </a:cubicBezTo>
                <a:cubicBezTo>
                  <a:pt x="68474" y="75369"/>
                  <a:pt x="75260" y="72752"/>
                  <a:pt x="80025" y="67518"/>
                </a:cubicBezTo>
                <a:cubicBezTo>
                  <a:pt x="84790" y="62284"/>
                  <a:pt x="87172" y="54180"/>
                  <a:pt x="87172" y="43207"/>
                </a:cubicBezTo>
                <a:cubicBezTo>
                  <a:pt x="87172" y="32306"/>
                  <a:pt x="84790" y="24329"/>
                  <a:pt x="80025" y="19275"/>
                </a:cubicBezTo>
                <a:cubicBezTo>
                  <a:pt x="75260" y="14222"/>
                  <a:pt x="68149" y="11695"/>
                  <a:pt x="58692" y="11695"/>
                </a:cubicBezTo>
                <a:lnTo>
                  <a:pt x="54252" y="11695"/>
                </a:lnTo>
                <a:close/>
                <a:moveTo>
                  <a:pt x="177143" y="48730"/>
                </a:moveTo>
                <a:lnTo>
                  <a:pt x="177143" y="71687"/>
                </a:lnTo>
                <a:cubicBezTo>
                  <a:pt x="183857" y="61219"/>
                  <a:pt x="189741" y="54270"/>
                  <a:pt x="194794" y="50841"/>
                </a:cubicBezTo>
                <a:cubicBezTo>
                  <a:pt x="199848" y="47412"/>
                  <a:pt x="204721" y="45698"/>
                  <a:pt x="209413" y="45698"/>
                </a:cubicBezTo>
                <a:cubicBezTo>
                  <a:pt x="213456" y="45698"/>
                  <a:pt x="216686" y="46947"/>
                  <a:pt x="219105" y="49447"/>
                </a:cubicBezTo>
                <a:cubicBezTo>
                  <a:pt x="221523" y="51947"/>
                  <a:pt x="222733" y="55479"/>
                  <a:pt x="222733" y="60042"/>
                </a:cubicBezTo>
                <a:cubicBezTo>
                  <a:pt x="222733" y="64897"/>
                  <a:pt x="221559" y="68666"/>
                  <a:pt x="219213" y="71348"/>
                </a:cubicBezTo>
                <a:cubicBezTo>
                  <a:pt x="216867" y="74029"/>
                  <a:pt x="214033" y="75369"/>
                  <a:pt x="210713" y="75369"/>
                </a:cubicBezTo>
                <a:cubicBezTo>
                  <a:pt x="206886" y="75369"/>
                  <a:pt x="203566" y="74141"/>
                  <a:pt x="200750" y="71687"/>
                </a:cubicBezTo>
                <a:cubicBezTo>
                  <a:pt x="197935" y="69232"/>
                  <a:pt x="196274" y="67861"/>
                  <a:pt x="195769" y="67572"/>
                </a:cubicBezTo>
                <a:cubicBezTo>
                  <a:pt x="195047" y="67139"/>
                  <a:pt x="194217" y="66922"/>
                  <a:pt x="193278" y="66922"/>
                </a:cubicBezTo>
                <a:cubicBezTo>
                  <a:pt x="191185" y="66922"/>
                  <a:pt x="189199" y="67716"/>
                  <a:pt x="187322" y="69305"/>
                </a:cubicBezTo>
                <a:cubicBezTo>
                  <a:pt x="184362" y="71759"/>
                  <a:pt x="182124" y="75260"/>
                  <a:pt x="180608" y="79808"/>
                </a:cubicBezTo>
                <a:cubicBezTo>
                  <a:pt x="178298" y="86811"/>
                  <a:pt x="177143" y="94536"/>
                  <a:pt x="177143" y="102982"/>
                </a:cubicBezTo>
                <a:lnTo>
                  <a:pt x="177143" y="126264"/>
                </a:lnTo>
                <a:lnTo>
                  <a:pt x="177251" y="132328"/>
                </a:lnTo>
                <a:cubicBezTo>
                  <a:pt x="177251" y="136443"/>
                  <a:pt x="177504" y="139078"/>
                  <a:pt x="178010" y="140233"/>
                </a:cubicBezTo>
                <a:cubicBezTo>
                  <a:pt x="178876" y="142183"/>
                  <a:pt x="180157" y="143608"/>
                  <a:pt x="181854" y="144511"/>
                </a:cubicBezTo>
                <a:cubicBezTo>
                  <a:pt x="183550" y="145413"/>
                  <a:pt x="186420" y="145973"/>
                  <a:pt x="190463" y="146189"/>
                </a:cubicBezTo>
                <a:lnTo>
                  <a:pt x="190463" y="150088"/>
                </a:lnTo>
                <a:lnTo>
                  <a:pt x="135777" y="150088"/>
                </a:lnTo>
                <a:lnTo>
                  <a:pt x="135777" y="146189"/>
                </a:lnTo>
                <a:cubicBezTo>
                  <a:pt x="140181" y="145828"/>
                  <a:pt x="143159" y="144619"/>
                  <a:pt x="144711" y="142562"/>
                </a:cubicBezTo>
                <a:cubicBezTo>
                  <a:pt x="146263" y="140504"/>
                  <a:pt x="147039" y="135072"/>
                  <a:pt x="147039" y="126264"/>
                </a:cubicBezTo>
                <a:lnTo>
                  <a:pt x="147039" y="70171"/>
                </a:lnTo>
                <a:cubicBezTo>
                  <a:pt x="147039" y="64359"/>
                  <a:pt x="146750" y="60655"/>
                  <a:pt x="146173" y="59058"/>
                </a:cubicBezTo>
                <a:cubicBezTo>
                  <a:pt x="145451" y="57023"/>
                  <a:pt x="144404" y="55534"/>
                  <a:pt x="143032" y="54591"/>
                </a:cubicBezTo>
                <a:cubicBezTo>
                  <a:pt x="141661" y="53646"/>
                  <a:pt x="139242" y="52991"/>
                  <a:pt x="135777" y="52628"/>
                </a:cubicBezTo>
                <a:lnTo>
                  <a:pt x="135777" y="48730"/>
                </a:lnTo>
                <a:lnTo>
                  <a:pt x="177143" y="48730"/>
                </a:lnTo>
                <a:close/>
                <a:moveTo>
                  <a:pt x="278911" y="45698"/>
                </a:moveTo>
                <a:cubicBezTo>
                  <a:pt x="287718" y="45698"/>
                  <a:pt x="295912" y="47974"/>
                  <a:pt x="303492" y="52527"/>
                </a:cubicBezTo>
                <a:cubicBezTo>
                  <a:pt x="311072" y="57079"/>
                  <a:pt x="316830" y="63547"/>
                  <a:pt x="320764" y="71931"/>
                </a:cubicBezTo>
                <a:cubicBezTo>
                  <a:pt x="324699" y="80314"/>
                  <a:pt x="326666" y="89491"/>
                  <a:pt x="326666" y="99463"/>
                </a:cubicBezTo>
                <a:cubicBezTo>
                  <a:pt x="326666" y="113843"/>
                  <a:pt x="323020" y="125875"/>
                  <a:pt x="315729" y="135560"/>
                </a:cubicBezTo>
                <a:cubicBezTo>
                  <a:pt x="306921" y="147266"/>
                  <a:pt x="294757" y="153120"/>
                  <a:pt x="279236" y="153120"/>
                </a:cubicBezTo>
                <a:cubicBezTo>
                  <a:pt x="264003" y="153120"/>
                  <a:pt x="252272" y="147772"/>
                  <a:pt x="244042" y="137076"/>
                </a:cubicBezTo>
                <a:cubicBezTo>
                  <a:pt x="235812" y="126380"/>
                  <a:pt x="231697" y="113987"/>
                  <a:pt x="231697" y="99896"/>
                </a:cubicBezTo>
                <a:cubicBezTo>
                  <a:pt x="231697" y="85372"/>
                  <a:pt x="235902" y="72708"/>
                  <a:pt x="244313" y="61904"/>
                </a:cubicBezTo>
                <a:cubicBezTo>
                  <a:pt x="252723" y="51100"/>
                  <a:pt x="264256" y="45698"/>
                  <a:pt x="278911" y="45698"/>
                </a:cubicBezTo>
                <a:moveTo>
                  <a:pt x="279344" y="53278"/>
                </a:moveTo>
                <a:cubicBezTo>
                  <a:pt x="275662" y="53278"/>
                  <a:pt x="272504" y="54670"/>
                  <a:pt x="269869" y="57454"/>
                </a:cubicBezTo>
                <a:cubicBezTo>
                  <a:pt x="267234" y="60235"/>
                  <a:pt x="265501" y="65728"/>
                  <a:pt x="264671" y="73930"/>
                </a:cubicBezTo>
                <a:cubicBezTo>
                  <a:pt x="263841" y="82133"/>
                  <a:pt x="263425" y="93535"/>
                  <a:pt x="263425" y="108136"/>
                </a:cubicBezTo>
                <a:cubicBezTo>
                  <a:pt x="263425" y="115870"/>
                  <a:pt x="263931" y="123098"/>
                  <a:pt x="264942" y="129821"/>
                </a:cubicBezTo>
                <a:cubicBezTo>
                  <a:pt x="265736" y="134951"/>
                  <a:pt x="267432" y="138854"/>
                  <a:pt x="270031" y="141529"/>
                </a:cubicBezTo>
                <a:cubicBezTo>
                  <a:pt x="272630" y="144203"/>
                  <a:pt x="275590" y="145540"/>
                  <a:pt x="278911" y="145540"/>
                </a:cubicBezTo>
                <a:cubicBezTo>
                  <a:pt x="282159" y="145540"/>
                  <a:pt x="284867" y="144636"/>
                  <a:pt x="287032" y="142829"/>
                </a:cubicBezTo>
                <a:cubicBezTo>
                  <a:pt x="289848" y="140372"/>
                  <a:pt x="291725" y="136938"/>
                  <a:pt x="292663" y="132528"/>
                </a:cubicBezTo>
                <a:cubicBezTo>
                  <a:pt x="294107" y="125663"/>
                  <a:pt x="294829" y="111786"/>
                  <a:pt x="294829" y="90898"/>
                </a:cubicBezTo>
                <a:cubicBezTo>
                  <a:pt x="294829" y="78612"/>
                  <a:pt x="294143" y="70174"/>
                  <a:pt x="292772" y="65585"/>
                </a:cubicBezTo>
                <a:cubicBezTo>
                  <a:pt x="291400" y="60995"/>
                  <a:pt x="289379" y="57651"/>
                  <a:pt x="286707" y="55555"/>
                </a:cubicBezTo>
                <a:cubicBezTo>
                  <a:pt x="284830" y="54037"/>
                  <a:pt x="282376" y="53278"/>
                  <a:pt x="279344" y="53278"/>
                </a:cubicBezTo>
                <a:close/>
                <a:moveTo>
                  <a:pt x="388467" y="45698"/>
                </a:moveTo>
                <a:cubicBezTo>
                  <a:pt x="397275" y="45698"/>
                  <a:pt x="405469" y="47974"/>
                  <a:pt x="413049" y="52527"/>
                </a:cubicBezTo>
                <a:cubicBezTo>
                  <a:pt x="420629" y="57079"/>
                  <a:pt x="426386" y="63547"/>
                  <a:pt x="430321" y="71931"/>
                </a:cubicBezTo>
                <a:cubicBezTo>
                  <a:pt x="434255" y="80314"/>
                  <a:pt x="436222" y="89491"/>
                  <a:pt x="436222" y="99463"/>
                </a:cubicBezTo>
                <a:cubicBezTo>
                  <a:pt x="436222" y="113843"/>
                  <a:pt x="432577" y="125875"/>
                  <a:pt x="425285" y="135560"/>
                </a:cubicBezTo>
                <a:cubicBezTo>
                  <a:pt x="416478" y="147266"/>
                  <a:pt x="404313" y="153120"/>
                  <a:pt x="388792" y="153120"/>
                </a:cubicBezTo>
                <a:cubicBezTo>
                  <a:pt x="373560" y="153120"/>
                  <a:pt x="361828" y="147772"/>
                  <a:pt x="353598" y="137076"/>
                </a:cubicBezTo>
                <a:cubicBezTo>
                  <a:pt x="345368" y="126380"/>
                  <a:pt x="341254" y="113987"/>
                  <a:pt x="341254" y="99896"/>
                </a:cubicBezTo>
                <a:cubicBezTo>
                  <a:pt x="341254" y="85372"/>
                  <a:pt x="345459" y="72708"/>
                  <a:pt x="353869" y="61904"/>
                </a:cubicBezTo>
                <a:cubicBezTo>
                  <a:pt x="362280" y="51100"/>
                  <a:pt x="373812" y="45698"/>
                  <a:pt x="388467" y="45698"/>
                </a:cubicBezTo>
                <a:moveTo>
                  <a:pt x="388900" y="53278"/>
                </a:moveTo>
                <a:cubicBezTo>
                  <a:pt x="385219" y="53278"/>
                  <a:pt x="382060" y="54670"/>
                  <a:pt x="379425" y="57454"/>
                </a:cubicBezTo>
                <a:cubicBezTo>
                  <a:pt x="376790" y="60235"/>
                  <a:pt x="375058" y="65728"/>
                  <a:pt x="374227" y="73930"/>
                </a:cubicBezTo>
                <a:cubicBezTo>
                  <a:pt x="373397" y="82133"/>
                  <a:pt x="372982" y="93535"/>
                  <a:pt x="372982" y="108136"/>
                </a:cubicBezTo>
                <a:cubicBezTo>
                  <a:pt x="372982" y="115870"/>
                  <a:pt x="373487" y="123098"/>
                  <a:pt x="374498" y="129821"/>
                </a:cubicBezTo>
                <a:cubicBezTo>
                  <a:pt x="375292" y="134951"/>
                  <a:pt x="376989" y="138854"/>
                  <a:pt x="379588" y="141529"/>
                </a:cubicBezTo>
                <a:cubicBezTo>
                  <a:pt x="382187" y="144203"/>
                  <a:pt x="385146" y="145540"/>
                  <a:pt x="388467" y="145540"/>
                </a:cubicBezTo>
                <a:cubicBezTo>
                  <a:pt x="391716" y="145540"/>
                  <a:pt x="394423" y="144636"/>
                  <a:pt x="396589" y="142829"/>
                </a:cubicBezTo>
                <a:cubicBezTo>
                  <a:pt x="399404" y="140372"/>
                  <a:pt x="401281" y="136938"/>
                  <a:pt x="402220" y="132528"/>
                </a:cubicBezTo>
                <a:cubicBezTo>
                  <a:pt x="403664" y="125663"/>
                  <a:pt x="404386" y="111786"/>
                  <a:pt x="404386" y="90898"/>
                </a:cubicBezTo>
                <a:cubicBezTo>
                  <a:pt x="404386" y="78612"/>
                  <a:pt x="403700" y="70174"/>
                  <a:pt x="402328" y="65585"/>
                </a:cubicBezTo>
                <a:cubicBezTo>
                  <a:pt x="400956" y="60995"/>
                  <a:pt x="398935" y="57651"/>
                  <a:pt x="396264" y="55555"/>
                </a:cubicBezTo>
                <a:cubicBezTo>
                  <a:pt x="394387" y="54037"/>
                  <a:pt x="391932" y="53278"/>
                  <a:pt x="388900" y="53278"/>
                </a:cubicBezTo>
                <a:close/>
                <a:moveTo>
                  <a:pt x="494668" y="59342"/>
                </a:moveTo>
                <a:lnTo>
                  <a:pt x="494668" y="129729"/>
                </a:lnTo>
                <a:cubicBezTo>
                  <a:pt x="494668" y="136515"/>
                  <a:pt x="495390" y="140775"/>
                  <a:pt x="496834" y="142507"/>
                </a:cubicBezTo>
                <a:cubicBezTo>
                  <a:pt x="499144" y="145179"/>
                  <a:pt x="503403" y="146406"/>
                  <a:pt x="509612" y="146189"/>
                </a:cubicBezTo>
                <a:lnTo>
                  <a:pt x="509612" y="150088"/>
                </a:lnTo>
                <a:lnTo>
                  <a:pt x="449945" y="150088"/>
                </a:lnTo>
                <a:lnTo>
                  <a:pt x="449945" y="146189"/>
                </a:lnTo>
                <a:cubicBezTo>
                  <a:pt x="454493" y="146117"/>
                  <a:pt x="457724" y="145594"/>
                  <a:pt x="459637" y="144619"/>
                </a:cubicBezTo>
                <a:cubicBezTo>
                  <a:pt x="461550" y="143644"/>
                  <a:pt x="462867" y="142291"/>
                  <a:pt x="463589" y="140558"/>
                </a:cubicBezTo>
                <a:cubicBezTo>
                  <a:pt x="464311" y="138826"/>
                  <a:pt x="464672" y="135216"/>
                  <a:pt x="464672" y="129729"/>
                </a:cubicBezTo>
                <a:lnTo>
                  <a:pt x="464672" y="59342"/>
                </a:lnTo>
                <a:lnTo>
                  <a:pt x="449945" y="59342"/>
                </a:lnTo>
                <a:lnTo>
                  <a:pt x="449945" y="48730"/>
                </a:lnTo>
                <a:lnTo>
                  <a:pt x="464672" y="48730"/>
                </a:lnTo>
                <a:lnTo>
                  <a:pt x="464672" y="41292"/>
                </a:lnTo>
                <a:lnTo>
                  <a:pt x="464564" y="36222"/>
                </a:lnTo>
                <a:cubicBezTo>
                  <a:pt x="464564" y="25874"/>
                  <a:pt x="468372" y="17251"/>
                  <a:pt x="475988" y="10352"/>
                </a:cubicBezTo>
                <a:cubicBezTo>
                  <a:pt x="483605" y="3451"/>
                  <a:pt x="493910" y="0"/>
                  <a:pt x="506905" y="0"/>
                </a:cubicBezTo>
                <a:cubicBezTo>
                  <a:pt x="515784" y="0"/>
                  <a:pt x="522372" y="1667"/>
                  <a:pt x="526667" y="5002"/>
                </a:cubicBezTo>
                <a:cubicBezTo>
                  <a:pt x="530963" y="8334"/>
                  <a:pt x="533110" y="12029"/>
                  <a:pt x="533110" y="16088"/>
                </a:cubicBezTo>
                <a:cubicBezTo>
                  <a:pt x="533110" y="19350"/>
                  <a:pt x="531775" y="22177"/>
                  <a:pt x="529104" y="24568"/>
                </a:cubicBezTo>
                <a:cubicBezTo>
                  <a:pt x="526433" y="26959"/>
                  <a:pt x="522895" y="28155"/>
                  <a:pt x="518492" y="28155"/>
                </a:cubicBezTo>
                <a:cubicBezTo>
                  <a:pt x="514738" y="28155"/>
                  <a:pt x="511760" y="27180"/>
                  <a:pt x="509558" y="25231"/>
                </a:cubicBezTo>
                <a:cubicBezTo>
                  <a:pt x="507356" y="23282"/>
                  <a:pt x="506255" y="21116"/>
                  <a:pt x="506255" y="18734"/>
                </a:cubicBezTo>
                <a:cubicBezTo>
                  <a:pt x="506255" y="18084"/>
                  <a:pt x="506472" y="16749"/>
                  <a:pt x="506905" y="14727"/>
                </a:cubicBezTo>
                <a:cubicBezTo>
                  <a:pt x="507193" y="13500"/>
                  <a:pt x="507338" y="12345"/>
                  <a:pt x="507338" y="11262"/>
                </a:cubicBezTo>
                <a:cubicBezTo>
                  <a:pt x="507338" y="9746"/>
                  <a:pt x="506905" y="8627"/>
                  <a:pt x="506038" y="7905"/>
                </a:cubicBezTo>
                <a:cubicBezTo>
                  <a:pt x="504883" y="6822"/>
                  <a:pt x="503476" y="6281"/>
                  <a:pt x="501815" y="6281"/>
                </a:cubicBezTo>
                <a:cubicBezTo>
                  <a:pt x="499722" y="6281"/>
                  <a:pt x="497971" y="7140"/>
                  <a:pt x="496563" y="8859"/>
                </a:cubicBezTo>
                <a:cubicBezTo>
                  <a:pt x="495155" y="10578"/>
                  <a:pt x="494451" y="13336"/>
                  <a:pt x="494451" y="17133"/>
                </a:cubicBezTo>
                <a:lnTo>
                  <a:pt x="494668" y="35942"/>
                </a:lnTo>
                <a:lnTo>
                  <a:pt x="494668" y="48730"/>
                </a:lnTo>
                <a:lnTo>
                  <a:pt x="509612" y="48730"/>
                </a:lnTo>
                <a:lnTo>
                  <a:pt x="509612" y="59342"/>
                </a:lnTo>
                <a:lnTo>
                  <a:pt x="494668" y="59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Retriever">
            <a:extLst xmlns:a="http://schemas.openxmlformats.org/drawingml/2006/main">
              <a:ext uri="{FF2B5EF4-FFF2-40B4-BE49-F238E27FC236}">
                <a16:creationId xmlns:a16="http://schemas.microsoft.com/office/drawing/2014/main" id="{53B009F0-C5C4-4FA2-B430-7FAC7558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48" y="1239275"/>
            <a:ext cx="877297" cy="153339"/>
          </a:xfrm>
          <a:custGeom xmlns:a="http://schemas.openxmlformats.org/drawingml/2006/main">
            <a:pathLst>
              <a:path w="877297" h="153339">
                <a:moveTo>
                  <a:pt x="54872" y="83284"/>
                </a:moveTo>
                <a:lnTo>
                  <a:pt x="54872" y="124710"/>
                </a:lnTo>
                <a:cubicBezTo>
                  <a:pt x="54872" y="132622"/>
                  <a:pt x="55360" y="137603"/>
                  <a:pt x="56336" y="139655"/>
                </a:cubicBezTo>
                <a:cubicBezTo>
                  <a:pt x="57312" y="141704"/>
                  <a:pt x="59029" y="143340"/>
                  <a:pt x="61487" y="144565"/>
                </a:cubicBezTo>
                <a:cubicBezTo>
                  <a:pt x="63945" y="145787"/>
                  <a:pt x="68536" y="146398"/>
                  <a:pt x="75260" y="146398"/>
                </a:cubicBezTo>
                <a:lnTo>
                  <a:pt x="75260" y="150302"/>
                </a:lnTo>
                <a:lnTo>
                  <a:pt x="0" y="150302"/>
                </a:lnTo>
                <a:lnTo>
                  <a:pt x="0" y="146398"/>
                </a:lnTo>
                <a:cubicBezTo>
                  <a:pt x="6796" y="146398"/>
                  <a:pt x="11405" y="145769"/>
                  <a:pt x="13827" y="144511"/>
                </a:cubicBezTo>
                <a:cubicBezTo>
                  <a:pt x="16248" y="143252"/>
                  <a:pt x="17947" y="141616"/>
                  <a:pt x="18923" y="139600"/>
                </a:cubicBezTo>
                <a:cubicBezTo>
                  <a:pt x="19899" y="137585"/>
                  <a:pt x="20387" y="132622"/>
                  <a:pt x="20387" y="124710"/>
                </a:cubicBezTo>
                <a:lnTo>
                  <a:pt x="20387" y="28846"/>
                </a:lnTo>
                <a:cubicBezTo>
                  <a:pt x="20387" y="20934"/>
                  <a:pt x="19899" y="15954"/>
                  <a:pt x="18923" y="13904"/>
                </a:cubicBezTo>
                <a:cubicBezTo>
                  <a:pt x="17947" y="11853"/>
                  <a:pt x="16230" y="10216"/>
                  <a:pt x="13772" y="8994"/>
                </a:cubicBezTo>
                <a:cubicBezTo>
                  <a:pt x="11314" y="7770"/>
                  <a:pt x="6723" y="7157"/>
                  <a:pt x="0" y="7157"/>
                </a:cubicBezTo>
                <a:lnTo>
                  <a:pt x="0" y="3253"/>
                </a:lnTo>
                <a:lnTo>
                  <a:pt x="68319" y="3253"/>
                </a:lnTo>
                <a:cubicBezTo>
                  <a:pt x="86104" y="3253"/>
                  <a:pt x="99117" y="4481"/>
                  <a:pt x="107359" y="6937"/>
                </a:cubicBezTo>
                <a:cubicBezTo>
                  <a:pt x="115600" y="9393"/>
                  <a:pt x="122324" y="13925"/>
                  <a:pt x="127529" y="20533"/>
                </a:cubicBezTo>
                <a:cubicBezTo>
                  <a:pt x="132735" y="27141"/>
                  <a:pt x="135337" y="34887"/>
                  <a:pt x="135337" y="43770"/>
                </a:cubicBezTo>
                <a:cubicBezTo>
                  <a:pt x="135337" y="54606"/>
                  <a:pt x="131433" y="63562"/>
                  <a:pt x="123625" y="70641"/>
                </a:cubicBezTo>
                <a:cubicBezTo>
                  <a:pt x="118637" y="75118"/>
                  <a:pt x="111660" y="78477"/>
                  <a:pt x="102696" y="80716"/>
                </a:cubicBezTo>
                <a:lnTo>
                  <a:pt x="138048" y="130613"/>
                </a:lnTo>
                <a:cubicBezTo>
                  <a:pt x="142675" y="136984"/>
                  <a:pt x="145965" y="140957"/>
                  <a:pt x="147917" y="142532"/>
                </a:cubicBezTo>
                <a:cubicBezTo>
                  <a:pt x="150881" y="144750"/>
                  <a:pt x="154315" y="145967"/>
                  <a:pt x="158219" y="146181"/>
                </a:cubicBezTo>
                <a:lnTo>
                  <a:pt x="158219" y="150302"/>
                </a:lnTo>
                <a:lnTo>
                  <a:pt x="111913" y="150302"/>
                </a:lnTo>
                <a:lnTo>
                  <a:pt x="64524" y="83284"/>
                </a:lnTo>
                <a:lnTo>
                  <a:pt x="54872" y="83284"/>
                </a:lnTo>
                <a:moveTo>
                  <a:pt x="54872" y="11495"/>
                </a:moveTo>
                <a:lnTo>
                  <a:pt x="54872" y="75476"/>
                </a:lnTo>
                <a:lnTo>
                  <a:pt x="61054" y="75476"/>
                </a:lnTo>
                <a:cubicBezTo>
                  <a:pt x="71103" y="75476"/>
                  <a:pt x="78621" y="74561"/>
                  <a:pt x="83610" y="72732"/>
                </a:cubicBezTo>
                <a:cubicBezTo>
                  <a:pt x="88598" y="70899"/>
                  <a:pt x="92520" y="67596"/>
                  <a:pt x="95376" y="62823"/>
                </a:cubicBezTo>
                <a:cubicBezTo>
                  <a:pt x="98231" y="58047"/>
                  <a:pt x="99659" y="51817"/>
                  <a:pt x="99659" y="44133"/>
                </a:cubicBezTo>
                <a:cubicBezTo>
                  <a:pt x="99659" y="33002"/>
                  <a:pt x="97039" y="24779"/>
                  <a:pt x="91797" y="19466"/>
                </a:cubicBezTo>
                <a:cubicBezTo>
                  <a:pt x="86556" y="14152"/>
                  <a:pt x="78115" y="11495"/>
                  <a:pt x="66476" y="11495"/>
                </a:cubicBezTo>
                <a:lnTo>
                  <a:pt x="54872" y="11495"/>
                </a:lnTo>
                <a:close/>
                <a:moveTo>
                  <a:pt x="247156" y="95864"/>
                </a:moveTo>
                <a:lnTo>
                  <a:pt x="191525" y="95864"/>
                </a:lnTo>
                <a:cubicBezTo>
                  <a:pt x="192175" y="109347"/>
                  <a:pt x="195754" y="120003"/>
                  <a:pt x="202260" y="127831"/>
                </a:cubicBezTo>
                <a:cubicBezTo>
                  <a:pt x="207249" y="133847"/>
                  <a:pt x="213249" y="136855"/>
                  <a:pt x="220262" y="136855"/>
                </a:cubicBezTo>
                <a:cubicBezTo>
                  <a:pt x="224600" y="136855"/>
                  <a:pt x="228540" y="135644"/>
                  <a:pt x="232082" y="133223"/>
                </a:cubicBezTo>
                <a:cubicBezTo>
                  <a:pt x="235625" y="130801"/>
                  <a:pt x="239420" y="126445"/>
                  <a:pt x="243469" y="120155"/>
                </a:cubicBezTo>
                <a:lnTo>
                  <a:pt x="247156" y="122541"/>
                </a:lnTo>
                <a:cubicBezTo>
                  <a:pt x="241661" y="133747"/>
                  <a:pt x="235589" y="141681"/>
                  <a:pt x="228937" y="146344"/>
                </a:cubicBezTo>
                <a:cubicBezTo>
                  <a:pt x="222286" y="151007"/>
                  <a:pt x="214587" y="153339"/>
                  <a:pt x="205839" y="153339"/>
                </a:cubicBezTo>
                <a:cubicBezTo>
                  <a:pt x="190802" y="153339"/>
                  <a:pt x="179415" y="147549"/>
                  <a:pt x="171679" y="135971"/>
                </a:cubicBezTo>
                <a:cubicBezTo>
                  <a:pt x="165462" y="126636"/>
                  <a:pt x="162353" y="115057"/>
                  <a:pt x="162353" y="101235"/>
                </a:cubicBezTo>
                <a:cubicBezTo>
                  <a:pt x="162353" y="84300"/>
                  <a:pt x="166926" y="70821"/>
                  <a:pt x="176071" y="60799"/>
                </a:cubicBezTo>
                <a:cubicBezTo>
                  <a:pt x="185217" y="50775"/>
                  <a:pt x="195935" y="45763"/>
                  <a:pt x="208225" y="45763"/>
                </a:cubicBezTo>
                <a:cubicBezTo>
                  <a:pt x="218491" y="45763"/>
                  <a:pt x="227401" y="49974"/>
                  <a:pt x="234956" y="58397"/>
                </a:cubicBezTo>
                <a:cubicBezTo>
                  <a:pt x="242511" y="66819"/>
                  <a:pt x="246578" y="79308"/>
                  <a:pt x="247156" y="95864"/>
                </a:cubicBezTo>
                <a:moveTo>
                  <a:pt x="220479" y="88707"/>
                </a:moveTo>
                <a:cubicBezTo>
                  <a:pt x="220479" y="77067"/>
                  <a:pt x="219846" y="69078"/>
                  <a:pt x="218581" y="64741"/>
                </a:cubicBezTo>
                <a:cubicBezTo>
                  <a:pt x="217316" y="60403"/>
                  <a:pt x="215346" y="57113"/>
                  <a:pt x="212671" y="54872"/>
                </a:cubicBezTo>
                <a:cubicBezTo>
                  <a:pt x="211153" y="53571"/>
                  <a:pt x="209129" y="52920"/>
                  <a:pt x="206598" y="52920"/>
                </a:cubicBezTo>
                <a:cubicBezTo>
                  <a:pt x="202839" y="52920"/>
                  <a:pt x="199766" y="54764"/>
                  <a:pt x="197381" y="58451"/>
                </a:cubicBezTo>
                <a:cubicBezTo>
                  <a:pt x="193115" y="64885"/>
                  <a:pt x="190982" y="73705"/>
                  <a:pt x="190982" y="84911"/>
                </a:cubicBezTo>
                <a:lnTo>
                  <a:pt x="190982" y="88707"/>
                </a:lnTo>
                <a:lnTo>
                  <a:pt x="220479" y="88707"/>
                </a:lnTo>
                <a:close/>
                <a:moveTo>
                  <a:pt x="297667" y="11495"/>
                </a:moveTo>
                <a:lnTo>
                  <a:pt x="297667" y="48799"/>
                </a:lnTo>
                <a:lnTo>
                  <a:pt x="321742" y="48799"/>
                </a:lnTo>
                <a:lnTo>
                  <a:pt x="321742" y="59427"/>
                </a:lnTo>
                <a:lnTo>
                  <a:pt x="297667" y="59427"/>
                </a:lnTo>
                <a:lnTo>
                  <a:pt x="297667" y="122168"/>
                </a:lnTo>
                <a:cubicBezTo>
                  <a:pt x="297667" y="128040"/>
                  <a:pt x="297938" y="131827"/>
                  <a:pt x="298481" y="133531"/>
                </a:cubicBezTo>
                <a:cubicBezTo>
                  <a:pt x="299023" y="135234"/>
                  <a:pt x="299981" y="136612"/>
                  <a:pt x="301354" y="137665"/>
                </a:cubicBezTo>
                <a:cubicBezTo>
                  <a:pt x="302728" y="138716"/>
                  <a:pt x="303993" y="139241"/>
                  <a:pt x="305150" y="139241"/>
                </a:cubicBezTo>
                <a:cubicBezTo>
                  <a:pt x="309849" y="139241"/>
                  <a:pt x="314295" y="135626"/>
                  <a:pt x="318488" y="128397"/>
                </a:cubicBezTo>
                <a:lnTo>
                  <a:pt x="321742" y="130806"/>
                </a:lnTo>
                <a:cubicBezTo>
                  <a:pt x="315886" y="144816"/>
                  <a:pt x="306379" y="151821"/>
                  <a:pt x="293221" y="151821"/>
                </a:cubicBezTo>
                <a:cubicBezTo>
                  <a:pt x="286787" y="151821"/>
                  <a:pt x="281347" y="150026"/>
                  <a:pt x="276900" y="146436"/>
                </a:cubicBezTo>
                <a:cubicBezTo>
                  <a:pt x="272454" y="142843"/>
                  <a:pt x="269617" y="138834"/>
                  <a:pt x="268388" y="134409"/>
                </a:cubicBezTo>
                <a:cubicBezTo>
                  <a:pt x="267665" y="131942"/>
                  <a:pt x="267303" y="125267"/>
                  <a:pt x="267303" y="114384"/>
                </a:cubicBezTo>
                <a:lnTo>
                  <a:pt x="267303" y="59427"/>
                </a:lnTo>
                <a:lnTo>
                  <a:pt x="254073" y="59427"/>
                </a:lnTo>
                <a:lnTo>
                  <a:pt x="254073" y="55621"/>
                </a:lnTo>
                <a:cubicBezTo>
                  <a:pt x="263182" y="49173"/>
                  <a:pt x="270936" y="42399"/>
                  <a:pt x="277334" y="35298"/>
                </a:cubicBezTo>
                <a:cubicBezTo>
                  <a:pt x="283732" y="28198"/>
                  <a:pt x="289317" y="20263"/>
                  <a:pt x="294089" y="11495"/>
                </a:cubicBezTo>
                <a:lnTo>
                  <a:pt x="297667" y="11495"/>
                </a:lnTo>
                <a:close/>
                <a:moveTo>
                  <a:pt x="371912" y="48799"/>
                </a:moveTo>
                <a:lnTo>
                  <a:pt x="371912" y="71789"/>
                </a:lnTo>
                <a:cubicBezTo>
                  <a:pt x="378636" y="61307"/>
                  <a:pt x="384528" y="54348"/>
                  <a:pt x="389589" y="50914"/>
                </a:cubicBezTo>
                <a:cubicBezTo>
                  <a:pt x="394649" y="47480"/>
                  <a:pt x="399529" y="45763"/>
                  <a:pt x="404229" y="45763"/>
                </a:cubicBezTo>
                <a:cubicBezTo>
                  <a:pt x="408277" y="45763"/>
                  <a:pt x="411512" y="47015"/>
                  <a:pt x="413934" y="49518"/>
                </a:cubicBezTo>
                <a:cubicBezTo>
                  <a:pt x="416356" y="52021"/>
                  <a:pt x="417567" y="55558"/>
                  <a:pt x="417567" y="60128"/>
                </a:cubicBezTo>
                <a:cubicBezTo>
                  <a:pt x="417567" y="64990"/>
                  <a:pt x="416392" y="68764"/>
                  <a:pt x="414043" y="71451"/>
                </a:cubicBezTo>
                <a:cubicBezTo>
                  <a:pt x="411693" y="74135"/>
                  <a:pt x="408855" y="75476"/>
                  <a:pt x="405530" y="75476"/>
                </a:cubicBezTo>
                <a:cubicBezTo>
                  <a:pt x="401698" y="75476"/>
                  <a:pt x="398373" y="74247"/>
                  <a:pt x="395553" y="71789"/>
                </a:cubicBezTo>
                <a:cubicBezTo>
                  <a:pt x="392734" y="69331"/>
                  <a:pt x="391071" y="67958"/>
                  <a:pt x="390565" y="67669"/>
                </a:cubicBezTo>
                <a:cubicBezTo>
                  <a:pt x="389842" y="67235"/>
                  <a:pt x="389010" y="67018"/>
                  <a:pt x="388071" y="67018"/>
                </a:cubicBezTo>
                <a:cubicBezTo>
                  <a:pt x="385974" y="67018"/>
                  <a:pt x="383986" y="67813"/>
                  <a:pt x="382106" y="69404"/>
                </a:cubicBezTo>
                <a:cubicBezTo>
                  <a:pt x="379142" y="71862"/>
                  <a:pt x="376901" y="75368"/>
                  <a:pt x="375383" y="79923"/>
                </a:cubicBezTo>
                <a:cubicBezTo>
                  <a:pt x="373069" y="86935"/>
                  <a:pt x="371912" y="94671"/>
                  <a:pt x="371912" y="103130"/>
                </a:cubicBezTo>
                <a:lnTo>
                  <a:pt x="371912" y="126445"/>
                </a:lnTo>
                <a:lnTo>
                  <a:pt x="372021" y="132518"/>
                </a:lnTo>
                <a:cubicBezTo>
                  <a:pt x="372021" y="136638"/>
                  <a:pt x="372274" y="139277"/>
                  <a:pt x="372780" y="140434"/>
                </a:cubicBezTo>
                <a:cubicBezTo>
                  <a:pt x="373648" y="142386"/>
                  <a:pt x="374931" y="143814"/>
                  <a:pt x="376630" y="144718"/>
                </a:cubicBezTo>
                <a:cubicBezTo>
                  <a:pt x="378329" y="145621"/>
                  <a:pt x="381202" y="146181"/>
                  <a:pt x="385251" y="146398"/>
                </a:cubicBezTo>
                <a:lnTo>
                  <a:pt x="385251" y="150302"/>
                </a:lnTo>
                <a:lnTo>
                  <a:pt x="330487" y="150302"/>
                </a:lnTo>
                <a:lnTo>
                  <a:pt x="330487" y="146398"/>
                </a:lnTo>
                <a:cubicBezTo>
                  <a:pt x="334897" y="146037"/>
                  <a:pt x="337879" y="144826"/>
                  <a:pt x="339434" y="142766"/>
                </a:cubicBezTo>
                <a:cubicBezTo>
                  <a:pt x="340988" y="140705"/>
                  <a:pt x="341765" y="135265"/>
                  <a:pt x="341765" y="126445"/>
                </a:cubicBezTo>
                <a:lnTo>
                  <a:pt x="341765" y="70271"/>
                </a:lnTo>
                <a:cubicBezTo>
                  <a:pt x="341765" y="64451"/>
                  <a:pt x="341476" y="60742"/>
                  <a:pt x="340898" y="59142"/>
                </a:cubicBezTo>
                <a:cubicBezTo>
                  <a:pt x="340175" y="57104"/>
                  <a:pt x="339126" y="55613"/>
                  <a:pt x="337753" y="54669"/>
                </a:cubicBezTo>
                <a:cubicBezTo>
                  <a:pt x="336379" y="53722"/>
                  <a:pt x="333957" y="53067"/>
                  <a:pt x="330487" y="52703"/>
                </a:cubicBezTo>
                <a:lnTo>
                  <a:pt x="330487" y="48799"/>
                </a:lnTo>
                <a:lnTo>
                  <a:pt x="371912" y="48799"/>
                </a:lnTo>
                <a:close/>
                <a:moveTo>
                  <a:pt x="450402" y="0"/>
                </a:moveTo>
                <a:cubicBezTo>
                  <a:pt x="455101" y="0"/>
                  <a:pt x="459077" y="1650"/>
                  <a:pt x="462331" y="4951"/>
                </a:cubicBezTo>
                <a:cubicBezTo>
                  <a:pt x="465584" y="8250"/>
                  <a:pt x="467211" y="12220"/>
                  <a:pt x="467211" y="16863"/>
                </a:cubicBezTo>
                <a:cubicBezTo>
                  <a:pt x="467211" y="21506"/>
                  <a:pt x="465566" y="25459"/>
                  <a:pt x="462277" y="28724"/>
                </a:cubicBezTo>
                <a:cubicBezTo>
                  <a:pt x="458987" y="31986"/>
                  <a:pt x="455029" y="33617"/>
                  <a:pt x="450402" y="33617"/>
                </a:cubicBezTo>
                <a:cubicBezTo>
                  <a:pt x="445775" y="33617"/>
                  <a:pt x="441835" y="31986"/>
                  <a:pt x="438582" y="28724"/>
                </a:cubicBezTo>
                <a:cubicBezTo>
                  <a:pt x="435328" y="25459"/>
                  <a:pt x="433702" y="21506"/>
                  <a:pt x="433702" y="16863"/>
                </a:cubicBezTo>
                <a:cubicBezTo>
                  <a:pt x="433702" y="12220"/>
                  <a:pt x="435328" y="8250"/>
                  <a:pt x="438582" y="4951"/>
                </a:cubicBezTo>
                <a:cubicBezTo>
                  <a:pt x="441835" y="1650"/>
                  <a:pt x="445775" y="0"/>
                  <a:pt x="450402" y="0"/>
                </a:cubicBezTo>
                <a:moveTo>
                  <a:pt x="465584" y="48799"/>
                </a:moveTo>
                <a:lnTo>
                  <a:pt x="465584" y="129264"/>
                </a:lnTo>
                <a:cubicBezTo>
                  <a:pt x="465584" y="136422"/>
                  <a:pt x="466415" y="140994"/>
                  <a:pt x="468078" y="142982"/>
                </a:cubicBezTo>
                <a:cubicBezTo>
                  <a:pt x="469741" y="144971"/>
                  <a:pt x="472994" y="146109"/>
                  <a:pt x="477838" y="146398"/>
                </a:cubicBezTo>
                <a:lnTo>
                  <a:pt x="477838" y="150302"/>
                </a:lnTo>
                <a:lnTo>
                  <a:pt x="423074" y="150302"/>
                </a:lnTo>
                <a:lnTo>
                  <a:pt x="423074" y="146398"/>
                </a:lnTo>
                <a:cubicBezTo>
                  <a:pt x="427557" y="146254"/>
                  <a:pt x="430882" y="144952"/>
                  <a:pt x="433051" y="142494"/>
                </a:cubicBezTo>
                <a:cubicBezTo>
                  <a:pt x="434497" y="140832"/>
                  <a:pt x="435220" y="136422"/>
                  <a:pt x="435220" y="129264"/>
                </a:cubicBezTo>
                <a:lnTo>
                  <a:pt x="435220" y="70054"/>
                </a:lnTo>
                <a:cubicBezTo>
                  <a:pt x="435220" y="62807"/>
                  <a:pt x="434389" y="58176"/>
                  <a:pt x="432726" y="56163"/>
                </a:cubicBezTo>
                <a:cubicBezTo>
                  <a:pt x="431063" y="54150"/>
                  <a:pt x="427846" y="52997"/>
                  <a:pt x="423074" y="52703"/>
                </a:cubicBezTo>
                <a:lnTo>
                  <a:pt x="423074" y="48799"/>
                </a:lnTo>
                <a:lnTo>
                  <a:pt x="465584" y="48799"/>
                </a:lnTo>
                <a:close/>
                <a:moveTo>
                  <a:pt x="571854" y="95864"/>
                </a:moveTo>
                <a:lnTo>
                  <a:pt x="516223" y="95864"/>
                </a:lnTo>
                <a:cubicBezTo>
                  <a:pt x="516873" y="109347"/>
                  <a:pt x="520452" y="120003"/>
                  <a:pt x="526958" y="127831"/>
                </a:cubicBezTo>
                <a:cubicBezTo>
                  <a:pt x="531947" y="133847"/>
                  <a:pt x="537947" y="136855"/>
                  <a:pt x="544960" y="136855"/>
                </a:cubicBezTo>
                <a:cubicBezTo>
                  <a:pt x="549298" y="136855"/>
                  <a:pt x="553238" y="135644"/>
                  <a:pt x="556780" y="133223"/>
                </a:cubicBezTo>
                <a:cubicBezTo>
                  <a:pt x="560323" y="130801"/>
                  <a:pt x="564118" y="126445"/>
                  <a:pt x="568167" y="120155"/>
                </a:cubicBezTo>
                <a:lnTo>
                  <a:pt x="571854" y="122541"/>
                </a:lnTo>
                <a:cubicBezTo>
                  <a:pt x="566360" y="133747"/>
                  <a:pt x="560287" y="141681"/>
                  <a:pt x="553635" y="146344"/>
                </a:cubicBezTo>
                <a:cubicBezTo>
                  <a:pt x="546984" y="151007"/>
                  <a:pt x="539285" y="153339"/>
                  <a:pt x="530537" y="153339"/>
                </a:cubicBezTo>
                <a:cubicBezTo>
                  <a:pt x="515500" y="153339"/>
                  <a:pt x="504113" y="147549"/>
                  <a:pt x="496377" y="135971"/>
                </a:cubicBezTo>
                <a:cubicBezTo>
                  <a:pt x="490160" y="126636"/>
                  <a:pt x="487051" y="115057"/>
                  <a:pt x="487051" y="101235"/>
                </a:cubicBezTo>
                <a:cubicBezTo>
                  <a:pt x="487051" y="84300"/>
                  <a:pt x="491624" y="70821"/>
                  <a:pt x="500769" y="60799"/>
                </a:cubicBezTo>
                <a:cubicBezTo>
                  <a:pt x="509915" y="50775"/>
                  <a:pt x="520633" y="45763"/>
                  <a:pt x="532923" y="45763"/>
                </a:cubicBezTo>
                <a:cubicBezTo>
                  <a:pt x="543189" y="45763"/>
                  <a:pt x="552099" y="49974"/>
                  <a:pt x="559654" y="58397"/>
                </a:cubicBezTo>
                <a:cubicBezTo>
                  <a:pt x="567209" y="66819"/>
                  <a:pt x="571276" y="79308"/>
                  <a:pt x="571854" y="95864"/>
                </a:cubicBezTo>
                <a:moveTo>
                  <a:pt x="545177" y="88707"/>
                </a:moveTo>
                <a:cubicBezTo>
                  <a:pt x="545177" y="77067"/>
                  <a:pt x="544544" y="69078"/>
                  <a:pt x="543279" y="64741"/>
                </a:cubicBezTo>
                <a:cubicBezTo>
                  <a:pt x="542014" y="60403"/>
                  <a:pt x="540044" y="57113"/>
                  <a:pt x="537369" y="54872"/>
                </a:cubicBezTo>
                <a:cubicBezTo>
                  <a:pt x="535851" y="53571"/>
                  <a:pt x="533827" y="52920"/>
                  <a:pt x="531296" y="52920"/>
                </a:cubicBezTo>
                <a:cubicBezTo>
                  <a:pt x="527537" y="52920"/>
                  <a:pt x="524464" y="54764"/>
                  <a:pt x="522079" y="58451"/>
                </a:cubicBezTo>
                <a:cubicBezTo>
                  <a:pt x="517813" y="64885"/>
                  <a:pt x="515680" y="73705"/>
                  <a:pt x="515680" y="84911"/>
                </a:cubicBezTo>
                <a:lnTo>
                  <a:pt x="515680" y="88707"/>
                </a:lnTo>
                <a:lnTo>
                  <a:pt x="545177" y="88707"/>
                </a:lnTo>
                <a:close/>
                <a:moveTo>
                  <a:pt x="627896" y="153339"/>
                </a:moveTo>
                <a:lnTo>
                  <a:pt x="593736" y="74670"/>
                </a:lnTo>
                <a:cubicBezTo>
                  <a:pt x="589615" y="65125"/>
                  <a:pt x="586398" y="59078"/>
                  <a:pt x="584085" y="56529"/>
                </a:cubicBezTo>
                <a:cubicBezTo>
                  <a:pt x="582422" y="54634"/>
                  <a:pt x="579964" y="53359"/>
                  <a:pt x="576711" y="52703"/>
                </a:cubicBezTo>
                <a:lnTo>
                  <a:pt x="576711" y="48799"/>
                </a:lnTo>
                <a:lnTo>
                  <a:pt x="630607" y="48799"/>
                </a:lnTo>
                <a:lnTo>
                  <a:pt x="630607" y="52703"/>
                </a:lnTo>
                <a:cubicBezTo>
                  <a:pt x="627209" y="52703"/>
                  <a:pt x="624896" y="53321"/>
                  <a:pt x="623667" y="54557"/>
                </a:cubicBezTo>
                <a:cubicBezTo>
                  <a:pt x="621932" y="56159"/>
                  <a:pt x="621064" y="58050"/>
                  <a:pt x="621064" y="60230"/>
                </a:cubicBezTo>
                <a:cubicBezTo>
                  <a:pt x="621064" y="62921"/>
                  <a:pt x="622655" y="67976"/>
                  <a:pt x="625836" y="75395"/>
                </a:cubicBezTo>
                <a:lnTo>
                  <a:pt x="642536" y="113499"/>
                </a:lnTo>
                <a:lnTo>
                  <a:pt x="655874" y="80607"/>
                </a:lnTo>
                <a:cubicBezTo>
                  <a:pt x="659706" y="71161"/>
                  <a:pt x="661622" y="64476"/>
                  <a:pt x="661622" y="60552"/>
                </a:cubicBezTo>
                <a:cubicBezTo>
                  <a:pt x="661622" y="58300"/>
                  <a:pt x="660808" y="56465"/>
                  <a:pt x="659182" y="55048"/>
                </a:cubicBezTo>
                <a:cubicBezTo>
                  <a:pt x="657555" y="53630"/>
                  <a:pt x="654681" y="52848"/>
                  <a:pt x="650561" y="52703"/>
                </a:cubicBezTo>
                <a:lnTo>
                  <a:pt x="650561" y="48799"/>
                </a:lnTo>
                <a:lnTo>
                  <a:pt x="683744" y="48799"/>
                </a:lnTo>
                <a:lnTo>
                  <a:pt x="683744" y="52703"/>
                </a:lnTo>
                <a:cubicBezTo>
                  <a:pt x="680563" y="53139"/>
                  <a:pt x="677961" y="54338"/>
                  <a:pt x="675936" y="56299"/>
                </a:cubicBezTo>
                <a:cubicBezTo>
                  <a:pt x="673912" y="58260"/>
                  <a:pt x="670876" y="64033"/>
                  <a:pt x="666827" y="73619"/>
                </a:cubicBezTo>
                <a:lnTo>
                  <a:pt x="632993" y="153339"/>
                </a:lnTo>
                <a:lnTo>
                  <a:pt x="627896" y="153339"/>
                </a:lnTo>
                <a:close/>
                <a:moveTo>
                  <a:pt x="779066" y="95864"/>
                </a:moveTo>
                <a:lnTo>
                  <a:pt x="723434" y="95864"/>
                </a:lnTo>
                <a:cubicBezTo>
                  <a:pt x="724085" y="109347"/>
                  <a:pt x="727664" y="120003"/>
                  <a:pt x="734170" y="127831"/>
                </a:cubicBezTo>
                <a:cubicBezTo>
                  <a:pt x="739159" y="133847"/>
                  <a:pt x="745159" y="136855"/>
                  <a:pt x="752172" y="136855"/>
                </a:cubicBezTo>
                <a:cubicBezTo>
                  <a:pt x="756510" y="136855"/>
                  <a:pt x="760450" y="135644"/>
                  <a:pt x="763992" y="133223"/>
                </a:cubicBezTo>
                <a:cubicBezTo>
                  <a:pt x="767535" y="130801"/>
                  <a:pt x="771330" y="126445"/>
                  <a:pt x="775379" y="120155"/>
                </a:cubicBezTo>
                <a:lnTo>
                  <a:pt x="779066" y="122541"/>
                </a:lnTo>
                <a:cubicBezTo>
                  <a:pt x="773571" y="133747"/>
                  <a:pt x="767499" y="141681"/>
                  <a:pt x="760847" y="146344"/>
                </a:cubicBezTo>
                <a:cubicBezTo>
                  <a:pt x="754196" y="151007"/>
                  <a:pt x="746497" y="153339"/>
                  <a:pt x="737749" y="153339"/>
                </a:cubicBezTo>
                <a:cubicBezTo>
                  <a:pt x="722712" y="153339"/>
                  <a:pt x="711325" y="147549"/>
                  <a:pt x="703589" y="135971"/>
                </a:cubicBezTo>
                <a:cubicBezTo>
                  <a:pt x="697372" y="126636"/>
                  <a:pt x="694263" y="115057"/>
                  <a:pt x="694263" y="101235"/>
                </a:cubicBezTo>
                <a:cubicBezTo>
                  <a:pt x="694263" y="84300"/>
                  <a:pt x="698836" y="70821"/>
                  <a:pt x="707981" y="60799"/>
                </a:cubicBezTo>
                <a:cubicBezTo>
                  <a:pt x="717127" y="50775"/>
                  <a:pt x="727845" y="45763"/>
                  <a:pt x="740135" y="45763"/>
                </a:cubicBezTo>
                <a:cubicBezTo>
                  <a:pt x="750401" y="45763"/>
                  <a:pt x="759311" y="49974"/>
                  <a:pt x="766866" y="58397"/>
                </a:cubicBezTo>
                <a:cubicBezTo>
                  <a:pt x="774421" y="66819"/>
                  <a:pt x="778487" y="79308"/>
                  <a:pt x="779066" y="95864"/>
                </a:cubicBezTo>
                <a:moveTo>
                  <a:pt x="752389" y="88707"/>
                </a:moveTo>
                <a:cubicBezTo>
                  <a:pt x="752389" y="77067"/>
                  <a:pt x="751756" y="69078"/>
                  <a:pt x="750491" y="64741"/>
                </a:cubicBezTo>
                <a:cubicBezTo>
                  <a:pt x="749226" y="60403"/>
                  <a:pt x="747256" y="57113"/>
                  <a:pt x="744581" y="54872"/>
                </a:cubicBezTo>
                <a:cubicBezTo>
                  <a:pt x="743063" y="53571"/>
                  <a:pt x="741038" y="52920"/>
                  <a:pt x="738508" y="52920"/>
                </a:cubicBezTo>
                <a:cubicBezTo>
                  <a:pt x="734749" y="52920"/>
                  <a:pt x="731676" y="54764"/>
                  <a:pt x="729290" y="58451"/>
                </a:cubicBezTo>
                <a:cubicBezTo>
                  <a:pt x="725025" y="64885"/>
                  <a:pt x="722892" y="73705"/>
                  <a:pt x="722892" y="84911"/>
                </a:cubicBezTo>
                <a:lnTo>
                  <a:pt x="722892" y="88707"/>
                </a:lnTo>
                <a:lnTo>
                  <a:pt x="752389" y="88707"/>
                </a:lnTo>
                <a:close/>
                <a:moveTo>
                  <a:pt x="831643" y="48799"/>
                </a:moveTo>
                <a:lnTo>
                  <a:pt x="831643" y="71789"/>
                </a:lnTo>
                <a:cubicBezTo>
                  <a:pt x="838366" y="61307"/>
                  <a:pt x="844258" y="54348"/>
                  <a:pt x="849319" y="50914"/>
                </a:cubicBezTo>
                <a:cubicBezTo>
                  <a:pt x="854379" y="47480"/>
                  <a:pt x="859259" y="45763"/>
                  <a:pt x="863959" y="45763"/>
                </a:cubicBezTo>
                <a:cubicBezTo>
                  <a:pt x="868007" y="45763"/>
                  <a:pt x="871242" y="47015"/>
                  <a:pt x="873664" y="49518"/>
                </a:cubicBezTo>
                <a:cubicBezTo>
                  <a:pt x="876086" y="52021"/>
                  <a:pt x="877297" y="55558"/>
                  <a:pt x="877297" y="60128"/>
                </a:cubicBezTo>
                <a:cubicBezTo>
                  <a:pt x="877297" y="64990"/>
                  <a:pt x="876122" y="68764"/>
                  <a:pt x="873773" y="71451"/>
                </a:cubicBezTo>
                <a:cubicBezTo>
                  <a:pt x="871423" y="74135"/>
                  <a:pt x="868586" y="75476"/>
                  <a:pt x="865260" y="75476"/>
                </a:cubicBezTo>
                <a:cubicBezTo>
                  <a:pt x="861428" y="75476"/>
                  <a:pt x="858103" y="74247"/>
                  <a:pt x="855283" y="71789"/>
                </a:cubicBezTo>
                <a:cubicBezTo>
                  <a:pt x="852464" y="69331"/>
                  <a:pt x="850801" y="67958"/>
                  <a:pt x="850295" y="67669"/>
                </a:cubicBezTo>
                <a:cubicBezTo>
                  <a:pt x="849572" y="67235"/>
                  <a:pt x="848740" y="67018"/>
                  <a:pt x="847801" y="67018"/>
                </a:cubicBezTo>
                <a:cubicBezTo>
                  <a:pt x="845704" y="67018"/>
                  <a:pt x="843716" y="67813"/>
                  <a:pt x="841836" y="69404"/>
                </a:cubicBezTo>
                <a:cubicBezTo>
                  <a:pt x="838872" y="71862"/>
                  <a:pt x="836631" y="75368"/>
                  <a:pt x="835113" y="79923"/>
                </a:cubicBezTo>
                <a:cubicBezTo>
                  <a:pt x="832799" y="86935"/>
                  <a:pt x="831643" y="94671"/>
                  <a:pt x="831643" y="103130"/>
                </a:cubicBezTo>
                <a:lnTo>
                  <a:pt x="831643" y="126445"/>
                </a:lnTo>
                <a:lnTo>
                  <a:pt x="831751" y="132518"/>
                </a:lnTo>
                <a:cubicBezTo>
                  <a:pt x="831751" y="136638"/>
                  <a:pt x="832004" y="139277"/>
                  <a:pt x="832510" y="140434"/>
                </a:cubicBezTo>
                <a:cubicBezTo>
                  <a:pt x="833378" y="142386"/>
                  <a:pt x="834661" y="143814"/>
                  <a:pt x="836360" y="144718"/>
                </a:cubicBezTo>
                <a:cubicBezTo>
                  <a:pt x="838059" y="145621"/>
                  <a:pt x="840933" y="146181"/>
                  <a:pt x="844981" y="146398"/>
                </a:cubicBezTo>
                <a:lnTo>
                  <a:pt x="844981" y="150302"/>
                </a:lnTo>
                <a:lnTo>
                  <a:pt x="790217" y="150302"/>
                </a:lnTo>
                <a:lnTo>
                  <a:pt x="790217" y="146398"/>
                </a:lnTo>
                <a:cubicBezTo>
                  <a:pt x="794627" y="146037"/>
                  <a:pt x="797609" y="144826"/>
                  <a:pt x="799164" y="142766"/>
                </a:cubicBezTo>
                <a:cubicBezTo>
                  <a:pt x="800718" y="140705"/>
                  <a:pt x="801495" y="135265"/>
                  <a:pt x="801495" y="126445"/>
                </a:cubicBezTo>
                <a:lnTo>
                  <a:pt x="801495" y="70271"/>
                </a:lnTo>
                <a:cubicBezTo>
                  <a:pt x="801495" y="64451"/>
                  <a:pt x="801206" y="60742"/>
                  <a:pt x="800628" y="59142"/>
                </a:cubicBezTo>
                <a:cubicBezTo>
                  <a:pt x="799905" y="57104"/>
                  <a:pt x="798857" y="55613"/>
                  <a:pt x="797483" y="54669"/>
                </a:cubicBezTo>
                <a:cubicBezTo>
                  <a:pt x="796109" y="53722"/>
                  <a:pt x="793687" y="53067"/>
                  <a:pt x="790217" y="52703"/>
                </a:cubicBezTo>
                <a:lnTo>
                  <a:pt x="790217" y="48799"/>
                </a:lnTo>
                <a:lnTo>
                  <a:pt x="831643" y="487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0CAE5-18AA-450E-912A-21B6D697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936" y="1732550"/>
            <a:ext cx="1610958" cy="630582"/>
          </a:xfrm>
          <a:custGeom xmlns:a="http://schemas.openxmlformats.org/drawingml/2006/main">
            <a:pathLst>
              <a:path w="1610958" h="630582">
                <a:moveTo>
                  <a:pt x="1288767" y="0"/>
                </a:moveTo>
                <a:lnTo>
                  <a:pt x="1610958" y="315212"/>
                </a:lnTo>
                <a:lnTo>
                  <a:pt x="1288767" y="630582"/>
                </a:lnTo>
                <a:lnTo>
                  <a:pt x="322192" y="630582"/>
                </a:lnTo>
                <a:lnTo>
                  <a:pt x="0" y="315212"/>
                </a:lnTo>
                <a:lnTo>
                  <a:pt x="322192" y="0"/>
                </a:lnTo>
                <a:lnTo>
                  <a:pt x="128876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B9F9C-62E6-4A82-8A30-CA3D1F19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412" y="1733026"/>
            <a:ext cx="1610958" cy="630582"/>
          </a:xfrm>
          <a:custGeom xmlns:a="http://schemas.openxmlformats.org/drawingml/2006/main">
            <a:pathLst>
              <a:path w="1610958" h="630582" fill="none">
                <a:moveTo>
                  <a:pt x="0" y="315212"/>
                </a:moveTo>
                <a:lnTo>
                  <a:pt x="322192" y="0"/>
                </a:lnTo>
                <a:lnTo>
                  <a:pt x="1288767" y="0"/>
                </a:lnTo>
                <a:lnTo>
                  <a:pt x="1610958" y="315212"/>
                </a:lnTo>
                <a:lnTo>
                  <a:pt x="1288767" y="630582"/>
                </a:lnTo>
                <a:lnTo>
                  <a:pt x="322192" y="630582"/>
                </a:lnTo>
                <a:lnTo>
                  <a:pt x="0" y="3152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042333"/>
            </a:solidFill>
            <a:round/>
          </a:ln>
        </p:spPr>
      </p:sp>
      <p:sp>
        <p:nvSpPr>
          <p:cNvPr id="13" name="Text Lemma">
            <a:extLst xmlns:a="http://schemas.openxmlformats.org/drawingml/2006/main">
              <a:ext uri="{FF2B5EF4-FFF2-40B4-BE49-F238E27FC236}">
                <a16:creationId xmlns:a16="http://schemas.microsoft.com/office/drawing/2014/main" id="{FAE75301-17B0-4D04-BDD4-B05713F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062" y="1842069"/>
            <a:ext cx="710310" cy="149871"/>
          </a:xfrm>
          <a:custGeom xmlns:a="http://schemas.openxmlformats.org/drawingml/2006/main">
            <a:pathLst>
              <a:path w="710310" h="149871">
                <a:moveTo>
                  <a:pt x="135902" y="95294"/>
                </a:moveTo>
                <a:lnTo>
                  <a:pt x="130379" y="146839"/>
                </a:lnTo>
                <a:lnTo>
                  <a:pt x="0" y="146839"/>
                </a:lnTo>
                <a:lnTo>
                  <a:pt x="0" y="142941"/>
                </a:lnTo>
                <a:lnTo>
                  <a:pt x="4873" y="142941"/>
                </a:lnTo>
                <a:cubicBezTo>
                  <a:pt x="9132" y="142941"/>
                  <a:pt x="12561" y="142179"/>
                  <a:pt x="15160" y="140656"/>
                </a:cubicBezTo>
                <a:cubicBezTo>
                  <a:pt x="17037" y="139639"/>
                  <a:pt x="18481" y="137897"/>
                  <a:pt x="19492" y="135431"/>
                </a:cubicBezTo>
                <a:cubicBezTo>
                  <a:pt x="20286" y="133690"/>
                  <a:pt x="20683" y="129118"/>
                  <a:pt x="20683" y="121716"/>
                </a:cubicBezTo>
                <a:lnTo>
                  <a:pt x="20683" y="25123"/>
                </a:lnTo>
                <a:cubicBezTo>
                  <a:pt x="20683" y="17577"/>
                  <a:pt x="20286" y="12860"/>
                  <a:pt x="19492" y="10974"/>
                </a:cubicBezTo>
                <a:cubicBezTo>
                  <a:pt x="18698" y="9086"/>
                  <a:pt x="17092" y="7435"/>
                  <a:pt x="14673" y="6020"/>
                </a:cubicBezTo>
                <a:cubicBezTo>
                  <a:pt x="12255" y="4606"/>
                  <a:pt x="8988" y="3898"/>
                  <a:pt x="4873" y="3898"/>
                </a:cubicBezTo>
                <a:lnTo>
                  <a:pt x="0" y="3898"/>
                </a:lnTo>
                <a:lnTo>
                  <a:pt x="0" y="0"/>
                </a:lnTo>
                <a:lnTo>
                  <a:pt x="78292" y="0"/>
                </a:lnTo>
                <a:lnTo>
                  <a:pt x="78292" y="3898"/>
                </a:lnTo>
                <a:lnTo>
                  <a:pt x="71903" y="3898"/>
                </a:lnTo>
                <a:cubicBezTo>
                  <a:pt x="67644" y="3898"/>
                  <a:pt x="64215" y="4660"/>
                  <a:pt x="61616" y="6183"/>
                </a:cubicBezTo>
                <a:cubicBezTo>
                  <a:pt x="59739" y="7200"/>
                  <a:pt x="58259" y="8942"/>
                  <a:pt x="57176" y="11408"/>
                </a:cubicBezTo>
                <a:cubicBezTo>
                  <a:pt x="56382" y="13149"/>
                  <a:pt x="55985" y="17721"/>
                  <a:pt x="55985" y="25123"/>
                </a:cubicBezTo>
                <a:lnTo>
                  <a:pt x="55985" y="118684"/>
                </a:lnTo>
                <a:cubicBezTo>
                  <a:pt x="55985" y="126192"/>
                  <a:pt x="56418" y="130975"/>
                  <a:pt x="57285" y="133032"/>
                </a:cubicBezTo>
                <a:cubicBezTo>
                  <a:pt x="58151" y="135090"/>
                  <a:pt x="59847" y="136624"/>
                  <a:pt x="62374" y="137634"/>
                </a:cubicBezTo>
                <a:cubicBezTo>
                  <a:pt x="64179" y="138284"/>
                  <a:pt x="68547" y="138609"/>
                  <a:pt x="75477" y="138609"/>
                </a:cubicBezTo>
                <a:lnTo>
                  <a:pt x="87714" y="138609"/>
                </a:lnTo>
                <a:cubicBezTo>
                  <a:pt x="95510" y="138609"/>
                  <a:pt x="102008" y="137237"/>
                  <a:pt x="107205" y="134494"/>
                </a:cubicBezTo>
                <a:cubicBezTo>
                  <a:pt x="112403" y="131751"/>
                  <a:pt x="116897" y="127419"/>
                  <a:pt x="120687" y="121500"/>
                </a:cubicBezTo>
                <a:cubicBezTo>
                  <a:pt x="124477" y="115580"/>
                  <a:pt x="128069" y="106844"/>
                  <a:pt x="131462" y="95294"/>
                </a:cubicBezTo>
                <a:lnTo>
                  <a:pt x="135902" y="95294"/>
                </a:lnTo>
                <a:close/>
                <a:moveTo>
                  <a:pt x="234828" y="92478"/>
                </a:moveTo>
                <a:lnTo>
                  <a:pt x="179276" y="92478"/>
                </a:lnTo>
                <a:cubicBezTo>
                  <a:pt x="179925" y="105942"/>
                  <a:pt x="183499" y="116583"/>
                  <a:pt x="189996" y="124400"/>
                </a:cubicBezTo>
                <a:cubicBezTo>
                  <a:pt x="194977" y="130407"/>
                  <a:pt x="200969" y="133411"/>
                  <a:pt x="207972" y="133411"/>
                </a:cubicBezTo>
                <a:cubicBezTo>
                  <a:pt x="212304" y="133411"/>
                  <a:pt x="216238" y="132202"/>
                  <a:pt x="219775" y="129784"/>
                </a:cubicBezTo>
                <a:cubicBezTo>
                  <a:pt x="223313" y="127365"/>
                  <a:pt x="227103" y="123016"/>
                  <a:pt x="231146" y="116735"/>
                </a:cubicBezTo>
                <a:lnTo>
                  <a:pt x="234828" y="119117"/>
                </a:lnTo>
                <a:cubicBezTo>
                  <a:pt x="229341" y="130307"/>
                  <a:pt x="223277" y="138230"/>
                  <a:pt x="216635" y="142886"/>
                </a:cubicBezTo>
                <a:cubicBezTo>
                  <a:pt x="209993" y="147543"/>
                  <a:pt x="202305" y="149871"/>
                  <a:pt x="193570" y="149871"/>
                </a:cubicBezTo>
                <a:cubicBezTo>
                  <a:pt x="178554" y="149871"/>
                  <a:pt x="167183" y="144090"/>
                  <a:pt x="159459" y="132528"/>
                </a:cubicBezTo>
                <a:cubicBezTo>
                  <a:pt x="153250" y="123206"/>
                  <a:pt x="150146" y="111644"/>
                  <a:pt x="150146" y="97842"/>
                </a:cubicBezTo>
                <a:cubicBezTo>
                  <a:pt x="150146" y="80931"/>
                  <a:pt x="154712" y="67472"/>
                  <a:pt x="163845" y="57464"/>
                </a:cubicBezTo>
                <a:cubicBezTo>
                  <a:pt x="172977" y="47454"/>
                  <a:pt x="183679" y="42449"/>
                  <a:pt x="195952" y="42449"/>
                </a:cubicBezTo>
                <a:cubicBezTo>
                  <a:pt x="206203" y="42449"/>
                  <a:pt x="215101" y="46654"/>
                  <a:pt x="222645" y="55065"/>
                </a:cubicBezTo>
                <a:cubicBezTo>
                  <a:pt x="230189" y="63475"/>
                  <a:pt x="234250" y="75946"/>
                  <a:pt x="234828" y="92478"/>
                </a:cubicBezTo>
                <a:moveTo>
                  <a:pt x="208189" y="85331"/>
                </a:moveTo>
                <a:cubicBezTo>
                  <a:pt x="208189" y="73708"/>
                  <a:pt x="207557" y="65731"/>
                  <a:pt x="206294" y="61399"/>
                </a:cubicBezTo>
                <a:cubicBezTo>
                  <a:pt x="205030" y="57068"/>
                  <a:pt x="203063" y="53783"/>
                  <a:pt x="200392" y="51545"/>
                </a:cubicBezTo>
                <a:cubicBezTo>
                  <a:pt x="198876" y="50246"/>
                  <a:pt x="196854" y="49596"/>
                  <a:pt x="194328" y="49596"/>
                </a:cubicBezTo>
                <a:cubicBezTo>
                  <a:pt x="190574" y="49596"/>
                  <a:pt x="187506" y="51437"/>
                  <a:pt x="185123" y="55119"/>
                </a:cubicBezTo>
                <a:cubicBezTo>
                  <a:pt x="180864" y="61544"/>
                  <a:pt x="178734" y="70351"/>
                  <a:pt x="178734" y="81541"/>
                </a:cubicBezTo>
                <a:lnTo>
                  <a:pt x="178734" y="85331"/>
                </a:lnTo>
                <a:lnTo>
                  <a:pt x="208189" y="85331"/>
                </a:lnTo>
                <a:close/>
                <a:moveTo>
                  <a:pt x="287107" y="45481"/>
                </a:moveTo>
                <a:lnTo>
                  <a:pt x="287107" y="58909"/>
                </a:lnTo>
                <a:cubicBezTo>
                  <a:pt x="292666" y="52804"/>
                  <a:pt x="297810" y="48535"/>
                  <a:pt x="302538" y="46100"/>
                </a:cubicBezTo>
                <a:cubicBezTo>
                  <a:pt x="307267" y="43666"/>
                  <a:pt x="312446" y="42449"/>
                  <a:pt x="318077" y="42449"/>
                </a:cubicBezTo>
                <a:cubicBezTo>
                  <a:pt x="324575" y="42449"/>
                  <a:pt x="330025" y="43974"/>
                  <a:pt x="334429" y="47024"/>
                </a:cubicBezTo>
                <a:cubicBezTo>
                  <a:pt x="338833" y="50074"/>
                  <a:pt x="342226" y="54722"/>
                  <a:pt x="344608" y="60966"/>
                </a:cubicBezTo>
                <a:cubicBezTo>
                  <a:pt x="350384" y="54431"/>
                  <a:pt x="355924" y="49711"/>
                  <a:pt x="361230" y="46808"/>
                </a:cubicBezTo>
                <a:cubicBezTo>
                  <a:pt x="366536" y="43902"/>
                  <a:pt x="372077" y="42449"/>
                  <a:pt x="377853" y="42449"/>
                </a:cubicBezTo>
                <a:cubicBezTo>
                  <a:pt x="384855" y="42449"/>
                  <a:pt x="390432" y="44058"/>
                  <a:pt x="394583" y="47275"/>
                </a:cubicBezTo>
                <a:cubicBezTo>
                  <a:pt x="398734" y="50492"/>
                  <a:pt x="401622" y="54576"/>
                  <a:pt x="403246" y="59528"/>
                </a:cubicBezTo>
                <a:cubicBezTo>
                  <a:pt x="404871" y="64480"/>
                  <a:pt x="405683" y="72377"/>
                  <a:pt x="405683" y="83220"/>
                </a:cubicBezTo>
                <a:lnTo>
                  <a:pt x="405683" y="124748"/>
                </a:lnTo>
                <a:cubicBezTo>
                  <a:pt x="405683" y="132545"/>
                  <a:pt x="406387" y="137382"/>
                  <a:pt x="407794" y="139259"/>
                </a:cubicBezTo>
                <a:cubicBezTo>
                  <a:pt x="409202" y="141136"/>
                  <a:pt x="412144" y="142363"/>
                  <a:pt x="416620" y="142941"/>
                </a:cubicBezTo>
                <a:lnTo>
                  <a:pt x="416620" y="146839"/>
                </a:lnTo>
                <a:lnTo>
                  <a:pt x="364317" y="146839"/>
                </a:lnTo>
                <a:lnTo>
                  <a:pt x="364317" y="142941"/>
                </a:lnTo>
                <a:cubicBezTo>
                  <a:pt x="368432" y="142580"/>
                  <a:pt x="371464" y="140991"/>
                  <a:pt x="373413" y="138176"/>
                </a:cubicBezTo>
                <a:cubicBezTo>
                  <a:pt x="374712" y="136227"/>
                  <a:pt x="375362" y="131751"/>
                  <a:pt x="375362" y="124748"/>
                </a:cubicBezTo>
                <a:lnTo>
                  <a:pt x="375362" y="81216"/>
                </a:lnTo>
                <a:cubicBezTo>
                  <a:pt x="375362" y="72192"/>
                  <a:pt x="375001" y="66453"/>
                  <a:pt x="374279" y="63998"/>
                </a:cubicBezTo>
                <a:cubicBezTo>
                  <a:pt x="373557" y="61544"/>
                  <a:pt x="372420" y="59721"/>
                  <a:pt x="370868" y="58530"/>
                </a:cubicBezTo>
                <a:cubicBezTo>
                  <a:pt x="369316" y="57339"/>
                  <a:pt x="367493" y="56743"/>
                  <a:pt x="365399" y="56743"/>
                </a:cubicBezTo>
                <a:cubicBezTo>
                  <a:pt x="362295" y="56743"/>
                  <a:pt x="359155" y="57880"/>
                  <a:pt x="355978" y="60154"/>
                </a:cubicBezTo>
                <a:cubicBezTo>
                  <a:pt x="352802" y="62428"/>
                  <a:pt x="349589" y="65839"/>
                  <a:pt x="346341" y="70387"/>
                </a:cubicBezTo>
                <a:lnTo>
                  <a:pt x="346341" y="124748"/>
                </a:lnTo>
                <a:cubicBezTo>
                  <a:pt x="346341" y="132040"/>
                  <a:pt x="346954" y="136624"/>
                  <a:pt x="348182" y="138501"/>
                </a:cubicBezTo>
                <a:cubicBezTo>
                  <a:pt x="349842" y="141172"/>
                  <a:pt x="353019" y="142652"/>
                  <a:pt x="357711" y="142941"/>
                </a:cubicBezTo>
                <a:lnTo>
                  <a:pt x="357711" y="146839"/>
                </a:lnTo>
                <a:lnTo>
                  <a:pt x="305299" y="146839"/>
                </a:lnTo>
                <a:lnTo>
                  <a:pt x="305299" y="142941"/>
                </a:lnTo>
                <a:cubicBezTo>
                  <a:pt x="308115" y="142796"/>
                  <a:pt x="310335" y="142092"/>
                  <a:pt x="311959" y="140829"/>
                </a:cubicBezTo>
                <a:cubicBezTo>
                  <a:pt x="313584" y="139566"/>
                  <a:pt x="314666" y="138050"/>
                  <a:pt x="315208" y="136281"/>
                </a:cubicBezTo>
                <a:cubicBezTo>
                  <a:pt x="315749" y="134512"/>
                  <a:pt x="316020" y="130668"/>
                  <a:pt x="316020" y="124748"/>
                </a:cubicBezTo>
                <a:lnTo>
                  <a:pt x="316020" y="81149"/>
                </a:lnTo>
                <a:cubicBezTo>
                  <a:pt x="316020" y="71964"/>
                  <a:pt x="315659" y="66216"/>
                  <a:pt x="314937" y="63904"/>
                </a:cubicBezTo>
                <a:cubicBezTo>
                  <a:pt x="314215" y="61589"/>
                  <a:pt x="313006" y="59781"/>
                  <a:pt x="311309" y="58479"/>
                </a:cubicBezTo>
                <a:cubicBezTo>
                  <a:pt x="309613" y="57177"/>
                  <a:pt x="307790" y="56527"/>
                  <a:pt x="305841" y="56527"/>
                </a:cubicBezTo>
                <a:cubicBezTo>
                  <a:pt x="302953" y="56527"/>
                  <a:pt x="300318" y="57290"/>
                  <a:pt x="297936" y="58817"/>
                </a:cubicBezTo>
                <a:cubicBezTo>
                  <a:pt x="294543" y="61073"/>
                  <a:pt x="290933" y="64930"/>
                  <a:pt x="287107" y="70387"/>
                </a:cubicBezTo>
                <a:lnTo>
                  <a:pt x="287107" y="124748"/>
                </a:lnTo>
                <a:cubicBezTo>
                  <a:pt x="287107" y="131895"/>
                  <a:pt x="287811" y="136606"/>
                  <a:pt x="289219" y="138880"/>
                </a:cubicBezTo>
                <a:cubicBezTo>
                  <a:pt x="290626" y="141154"/>
                  <a:pt x="293568" y="142507"/>
                  <a:pt x="298044" y="142941"/>
                </a:cubicBezTo>
                <a:lnTo>
                  <a:pt x="298044" y="146839"/>
                </a:lnTo>
                <a:lnTo>
                  <a:pt x="245849" y="146839"/>
                </a:lnTo>
                <a:lnTo>
                  <a:pt x="245849" y="142941"/>
                </a:lnTo>
                <a:cubicBezTo>
                  <a:pt x="250109" y="142507"/>
                  <a:pt x="253141" y="141136"/>
                  <a:pt x="254945" y="138826"/>
                </a:cubicBezTo>
                <a:cubicBezTo>
                  <a:pt x="256173" y="137237"/>
                  <a:pt x="256786" y="132545"/>
                  <a:pt x="256786" y="124748"/>
                </a:cubicBezTo>
                <a:lnTo>
                  <a:pt x="256786" y="67572"/>
                </a:lnTo>
                <a:cubicBezTo>
                  <a:pt x="256786" y="59827"/>
                  <a:pt x="256082" y="55005"/>
                  <a:pt x="254675" y="53105"/>
                </a:cubicBezTo>
                <a:cubicBezTo>
                  <a:pt x="253267" y="51206"/>
                  <a:pt x="250325" y="49964"/>
                  <a:pt x="245849" y="49379"/>
                </a:cubicBezTo>
                <a:lnTo>
                  <a:pt x="245849" y="45481"/>
                </a:lnTo>
                <a:lnTo>
                  <a:pt x="287107" y="45481"/>
                </a:lnTo>
                <a:close/>
                <a:moveTo>
                  <a:pt x="469850" y="45481"/>
                </a:moveTo>
                <a:lnTo>
                  <a:pt x="469850" y="58909"/>
                </a:lnTo>
                <a:cubicBezTo>
                  <a:pt x="475408" y="52804"/>
                  <a:pt x="480552" y="48535"/>
                  <a:pt x="485281" y="46100"/>
                </a:cubicBezTo>
                <a:cubicBezTo>
                  <a:pt x="490009" y="43666"/>
                  <a:pt x="495189" y="42449"/>
                  <a:pt x="500820" y="42449"/>
                </a:cubicBezTo>
                <a:cubicBezTo>
                  <a:pt x="507317" y="42449"/>
                  <a:pt x="512768" y="43974"/>
                  <a:pt x="517172" y="47024"/>
                </a:cubicBezTo>
                <a:cubicBezTo>
                  <a:pt x="521575" y="50074"/>
                  <a:pt x="524968" y="54722"/>
                  <a:pt x="527351" y="60966"/>
                </a:cubicBezTo>
                <a:cubicBezTo>
                  <a:pt x="533126" y="54431"/>
                  <a:pt x="538667" y="49711"/>
                  <a:pt x="543973" y="46808"/>
                </a:cubicBezTo>
                <a:cubicBezTo>
                  <a:pt x="549279" y="43902"/>
                  <a:pt x="554820" y="42449"/>
                  <a:pt x="560595" y="42449"/>
                </a:cubicBezTo>
                <a:cubicBezTo>
                  <a:pt x="567598" y="42449"/>
                  <a:pt x="573175" y="44058"/>
                  <a:pt x="577326" y="47275"/>
                </a:cubicBezTo>
                <a:cubicBezTo>
                  <a:pt x="581477" y="50492"/>
                  <a:pt x="584364" y="54576"/>
                  <a:pt x="585989" y="59528"/>
                </a:cubicBezTo>
                <a:cubicBezTo>
                  <a:pt x="587613" y="64480"/>
                  <a:pt x="588425" y="72377"/>
                  <a:pt x="588425" y="83220"/>
                </a:cubicBezTo>
                <a:lnTo>
                  <a:pt x="588425" y="124748"/>
                </a:lnTo>
                <a:cubicBezTo>
                  <a:pt x="588425" y="132545"/>
                  <a:pt x="589129" y="137382"/>
                  <a:pt x="590537" y="139259"/>
                </a:cubicBezTo>
                <a:cubicBezTo>
                  <a:pt x="591945" y="141136"/>
                  <a:pt x="594886" y="142363"/>
                  <a:pt x="599362" y="142941"/>
                </a:cubicBezTo>
                <a:lnTo>
                  <a:pt x="599362" y="146839"/>
                </a:lnTo>
                <a:lnTo>
                  <a:pt x="547059" y="146839"/>
                </a:lnTo>
                <a:lnTo>
                  <a:pt x="547059" y="142941"/>
                </a:lnTo>
                <a:cubicBezTo>
                  <a:pt x="551174" y="142580"/>
                  <a:pt x="554206" y="140991"/>
                  <a:pt x="556155" y="138176"/>
                </a:cubicBezTo>
                <a:cubicBezTo>
                  <a:pt x="557455" y="136227"/>
                  <a:pt x="558105" y="131751"/>
                  <a:pt x="558105" y="124748"/>
                </a:cubicBezTo>
                <a:lnTo>
                  <a:pt x="558105" y="81216"/>
                </a:lnTo>
                <a:cubicBezTo>
                  <a:pt x="558105" y="72192"/>
                  <a:pt x="557744" y="66453"/>
                  <a:pt x="557022" y="63998"/>
                </a:cubicBezTo>
                <a:cubicBezTo>
                  <a:pt x="556300" y="61544"/>
                  <a:pt x="555163" y="59721"/>
                  <a:pt x="553611" y="58530"/>
                </a:cubicBezTo>
                <a:cubicBezTo>
                  <a:pt x="552058" y="57339"/>
                  <a:pt x="550236" y="56743"/>
                  <a:pt x="548142" y="56743"/>
                </a:cubicBezTo>
                <a:cubicBezTo>
                  <a:pt x="545038" y="56743"/>
                  <a:pt x="541897" y="57880"/>
                  <a:pt x="538721" y="60154"/>
                </a:cubicBezTo>
                <a:cubicBezTo>
                  <a:pt x="535544" y="62428"/>
                  <a:pt x="532332" y="65839"/>
                  <a:pt x="529083" y="70387"/>
                </a:cubicBezTo>
                <a:lnTo>
                  <a:pt x="529083" y="124748"/>
                </a:lnTo>
                <a:cubicBezTo>
                  <a:pt x="529083" y="132040"/>
                  <a:pt x="529697" y="136624"/>
                  <a:pt x="530924" y="138501"/>
                </a:cubicBezTo>
                <a:cubicBezTo>
                  <a:pt x="532585" y="141172"/>
                  <a:pt x="535761" y="142652"/>
                  <a:pt x="540454" y="142941"/>
                </a:cubicBezTo>
                <a:lnTo>
                  <a:pt x="540454" y="146839"/>
                </a:lnTo>
                <a:lnTo>
                  <a:pt x="488042" y="146839"/>
                </a:lnTo>
                <a:lnTo>
                  <a:pt x="488042" y="142941"/>
                </a:lnTo>
                <a:cubicBezTo>
                  <a:pt x="490858" y="142796"/>
                  <a:pt x="493077" y="142092"/>
                  <a:pt x="494702" y="140829"/>
                </a:cubicBezTo>
                <a:cubicBezTo>
                  <a:pt x="496326" y="139566"/>
                  <a:pt x="497409" y="138050"/>
                  <a:pt x="497950" y="136281"/>
                </a:cubicBezTo>
                <a:cubicBezTo>
                  <a:pt x="498492" y="134512"/>
                  <a:pt x="498763" y="130668"/>
                  <a:pt x="498763" y="124748"/>
                </a:cubicBezTo>
                <a:lnTo>
                  <a:pt x="498763" y="81149"/>
                </a:lnTo>
                <a:cubicBezTo>
                  <a:pt x="498763" y="71964"/>
                  <a:pt x="498402" y="66216"/>
                  <a:pt x="497680" y="63904"/>
                </a:cubicBezTo>
                <a:cubicBezTo>
                  <a:pt x="496958" y="61589"/>
                  <a:pt x="495749" y="59781"/>
                  <a:pt x="494052" y="58479"/>
                </a:cubicBezTo>
                <a:cubicBezTo>
                  <a:pt x="492355" y="57177"/>
                  <a:pt x="490533" y="56527"/>
                  <a:pt x="488583" y="56527"/>
                </a:cubicBezTo>
                <a:cubicBezTo>
                  <a:pt x="485696" y="56527"/>
                  <a:pt x="483061" y="57290"/>
                  <a:pt x="480678" y="58817"/>
                </a:cubicBezTo>
                <a:cubicBezTo>
                  <a:pt x="477285" y="61073"/>
                  <a:pt x="473676" y="64930"/>
                  <a:pt x="469850" y="70387"/>
                </a:cubicBezTo>
                <a:lnTo>
                  <a:pt x="469850" y="124748"/>
                </a:lnTo>
                <a:cubicBezTo>
                  <a:pt x="469850" y="131895"/>
                  <a:pt x="470553" y="136606"/>
                  <a:pt x="471961" y="138880"/>
                </a:cubicBezTo>
                <a:cubicBezTo>
                  <a:pt x="473369" y="141154"/>
                  <a:pt x="476311" y="142507"/>
                  <a:pt x="480787" y="142941"/>
                </a:cubicBezTo>
                <a:lnTo>
                  <a:pt x="480787" y="146839"/>
                </a:lnTo>
                <a:lnTo>
                  <a:pt x="428592" y="146839"/>
                </a:lnTo>
                <a:lnTo>
                  <a:pt x="428592" y="142941"/>
                </a:lnTo>
                <a:cubicBezTo>
                  <a:pt x="432851" y="142507"/>
                  <a:pt x="435883" y="141136"/>
                  <a:pt x="437688" y="138826"/>
                </a:cubicBezTo>
                <a:cubicBezTo>
                  <a:pt x="438915" y="137237"/>
                  <a:pt x="439529" y="132545"/>
                  <a:pt x="439529" y="124748"/>
                </a:cubicBezTo>
                <a:lnTo>
                  <a:pt x="439529" y="67572"/>
                </a:lnTo>
                <a:cubicBezTo>
                  <a:pt x="439529" y="59827"/>
                  <a:pt x="438825" y="55005"/>
                  <a:pt x="437417" y="53105"/>
                </a:cubicBezTo>
                <a:cubicBezTo>
                  <a:pt x="436009" y="51206"/>
                  <a:pt x="433068" y="49964"/>
                  <a:pt x="428592" y="49379"/>
                </a:cubicBezTo>
                <a:lnTo>
                  <a:pt x="428592" y="45481"/>
                </a:lnTo>
                <a:lnTo>
                  <a:pt x="469850" y="45481"/>
                </a:lnTo>
                <a:close/>
                <a:moveTo>
                  <a:pt x="666453" y="131895"/>
                </a:moveTo>
                <a:cubicBezTo>
                  <a:pt x="654108" y="142868"/>
                  <a:pt x="643027" y="148355"/>
                  <a:pt x="633209" y="148355"/>
                </a:cubicBezTo>
                <a:cubicBezTo>
                  <a:pt x="627433" y="148355"/>
                  <a:pt x="622632" y="146454"/>
                  <a:pt x="618806" y="142653"/>
                </a:cubicBezTo>
                <a:cubicBezTo>
                  <a:pt x="614980" y="138849"/>
                  <a:pt x="613067" y="134087"/>
                  <a:pt x="613067" y="128366"/>
                </a:cubicBezTo>
                <a:cubicBezTo>
                  <a:pt x="613067" y="120614"/>
                  <a:pt x="616388" y="113642"/>
                  <a:pt x="623029" y="107449"/>
                </a:cubicBezTo>
                <a:cubicBezTo>
                  <a:pt x="629671" y="101256"/>
                  <a:pt x="644146" y="93017"/>
                  <a:pt x="666453" y="82732"/>
                </a:cubicBezTo>
                <a:lnTo>
                  <a:pt x="666453" y="72553"/>
                </a:lnTo>
                <a:cubicBezTo>
                  <a:pt x="666453" y="64901"/>
                  <a:pt x="666038" y="60082"/>
                  <a:pt x="665208" y="58097"/>
                </a:cubicBezTo>
                <a:cubicBezTo>
                  <a:pt x="664378" y="56111"/>
                  <a:pt x="662807" y="54379"/>
                  <a:pt x="660497" y="52899"/>
                </a:cubicBezTo>
                <a:cubicBezTo>
                  <a:pt x="658187" y="51419"/>
                  <a:pt x="655588" y="50679"/>
                  <a:pt x="652700" y="50679"/>
                </a:cubicBezTo>
                <a:cubicBezTo>
                  <a:pt x="648008" y="50679"/>
                  <a:pt x="644146" y="51726"/>
                  <a:pt x="641114" y="53819"/>
                </a:cubicBezTo>
                <a:cubicBezTo>
                  <a:pt x="639237" y="55119"/>
                  <a:pt x="638298" y="56635"/>
                  <a:pt x="638298" y="58367"/>
                </a:cubicBezTo>
                <a:cubicBezTo>
                  <a:pt x="638298" y="59883"/>
                  <a:pt x="639309" y="61760"/>
                  <a:pt x="641330" y="63998"/>
                </a:cubicBezTo>
                <a:cubicBezTo>
                  <a:pt x="644073" y="67103"/>
                  <a:pt x="645445" y="70099"/>
                  <a:pt x="645445" y="72986"/>
                </a:cubicBezTo>
                <a:cubicBezTo>
                  <a:pt x="645445" y="76524"/>
                  <a:pt x="644128" y="79538"/>
                  <a:pt x="641493" y="82028"/>
                </a:cubicBezTo>
                <a:cubicBezTo>
                  <a:pt x="638858" y="84519"/>
                  <a:pt x="635410" y="85764"/>
                  <a:pt x="631151" y="85764"/>
                </a:cubicBezTo>
                <a:cubicBezTo>
                  <a:pt x="626603" y="85764"/>
                  <a:pt x="622795" y="84393"/>
                  <a:pt x="619727" y="81649"/>
                </a:cubicBezTo>
                <a:cubicBezTo>
                  <a:pt x="616658" y="78906"/>
                  <a:pt x="615124" y="75694"/>
                  <a:pt x="615124" y="72012"/>
                </a:cubicBezTo>
                <a:cubicBezTo>
                  <a:pt x="615124" y="66814"/>
                  <a:pt x="617182" y="61851"/>
                  <a:pt x="621297" y="57122"/>
                </a:cubicBezTo>
                <a:cubicBezTo>
                  <a:pt x="625412" y="52394"/>
                  <a:pt x="631151" y="48766"/>
                  <a:pt x="638515" y="46239"/>
                </a:cubicBezTo>
                <a:cubicBezTo>
                  <a:pt x="645878" y="43712"/>
                  <a:pt x="653531" y="42449"/>
                  <a:pt x="661472" y="42449"/>
                </a:cubicBezTo>
                <a:cubicBezTo>
                  <a:pt x="671073" y="42449"/>
                  <a:pt x="678672" y="44494"/>
                  <a:pt x="684266" y="48584"/>
                </a:cubicBezTo>
                <a:cubicBezTo>
                  <a:pt x="689861" y="52672"/>
                  <a:pt x="693489" y="57104"/>
                  <a:pt x="695149" y="61880"/>
                </a:cubicBezTo>
                <a:cubicBezTo>
                  <a:pt x="696160" y="64919"/>
                  <a:pt x="696665" y="71901"/>
                  <a:pt x="696665" y="82827"/>
                </a:cubicBezTo>
                <a:lnTo>
                  <a:pt x="696665" y="122227"/>
                </a:lnTo>
                <a:cubicBezTo>
                  <a:pt x="696665" y="126859"/>
                  <a:pt x="696846" y="129772"/>
                  <a:pt x="697207" y="130968"/>
                </a:cubicBezTo>
                <a:cubicBezTo>
                  <a:pt x="697568" y="132161"/>
                  <a:pt x="698109" y="133048"/>
                  <a:pt x="698831" y="133628"/>
                </a:cubicBezTo>
                <a:cubicBezTo>
                  <a:pt x="699553" y="134205"/>
                  <a:pt x="700383" y="134494"/>
                  <a:pt x="701322" y="134494"/>
                </a:cubicBezTo>
                <a:cubicBezTo>
                  <a:pt x="703199" y="134494"/>
                  <a:pt x="705112" y="133159"/>
                  <a:pt x="707061" y="130487"/>
                </a:cubicBezTo>
                <a:lnTo>
                  <a:pt x="710310" y="133086"/>
                </a:lnTo>
                <a:cubicBezTo>
                  <a:pt x="706700" y="138429"/>
                  <a:pt x="702964" y="142309"/>
                  <a:pt x="699102" y="144727"/>
                </a:cubicBezTo>
                <a:cubicBezTo>
                  <a:pt x="695240" y="147146"/>
                  <a:pt x="690854" y="148355"/>
                  <a:pt x="685945" y="148355"/>
                </a:cubicBezTo>
                <a:cubicBezTo>
                  <a:pt x="680170" y="148355"/>
                  <a:pt x="675658" y="146992"/>
                  <a:pt x="672409" y="144267"/>
                </a:cubicBezTo>
                <a:cubicBezTo>
                  <a:pt x="669160" y="141542"/>
                  <a:pt x="667175" y="137418"/>
                  <a:pt x="666453" y="131895"/>
                </a:cubicBezTo>
                <a:moveTo>
                  <a:pt x="666453" y="123882"/>
                </a:moveTo>
                <a:lnTo>
                  <a:pt x="666453" y="90008"/>
                </a:lnTo>
                <a:cubicBezTo>
                  <a:pt x="657718" y="95158"/>
                  <a:pt x="651220" y="100672"/>
                  <a:pt x="646961" y="106549"/>
                </a:cubicBezTo>
                <a:cubicBezTo>
                  <a:pt x="644146" y="110465"/>
                  <a:pt x="642738" y="114419"/>
                  <a:pt x="642738" y="118410"/>
                </a:cubicBezTo>
                <a:cubicBezTo>
                  <a:pt x="642738" y="121747"/>
                  <a:pt x="643929" y="124685"/>
                  <a:pt x="646311" y="127225"/>
                </a:cubicBezTo>
                <a:cubicBezTo>
                  <a:pt x="648116" y="129183"/>
                  <a:pt x="650643" y="130163"/>
                  <a:pt x="653892" y="130163"/>
                </a:cubicBezTo>
                <a:cubicBezTo>
                  <a:pt x="657501" y="130163"/>
                  <a:pt x="661688" y="128069"/>
                  <a:pt x="666453" y="12388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Retriever">
            <a:extLst xmlns:a="http://schemas.openxmlformats.org/drawingml/2006/main">
              <a:ext uri="{FF2B5EF4-FFF2-40B4-BE49-F238E27FC236}">
                <a16:creationId xmlns:a16="http://schemas.microsoft.com/office/drawing/2014/main" id="{263D65E5-969F-4F4C-BD41-9225D03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3543" y="2105330"/>
            <a:ext cx="876710" cy="153120"/>
          </a:xfrm>
          <a:custGeom xmlns:a="http://schemas.openxmlformats.org/drawingml/2006/main">
            <a:pathLst>
              <a:path w="876710" h="153120">
                <a:moveTo>
                  <a:pt x="54794" y="83165"/>
                </a:moveTo>
                <a:lnTo>
                  <a:pt x="54794" y="124532"/>
                </a:lnTo>
                <a:cubicBezTo>
                  <a:pt x="54794" y="132432"/>
                  <a:pt x="55281" y="137407"/>
                  <a:pt x="56256" y="139455"/>
                </a:cubicBezTo>
                <a:cubicBezTo>
                  <a:pt x="57230" y="141501"/>
                  <a:pt x="58945" y="143136"/>
                  <a:pt x="61399" y="144358"/>
                </a:cubicBezTo>
                <a:cubicBezTo>
                  <a:pt x="63854" y="145579"/>
                  <a:pt x="68438" y="146189"/>
                  <a:pt x="75152" y="146189"/>
                </a:cubicBezTo>
                <a:lnTo>
                  <a:pt x="75152" y="150088"/>
                </a:lnTo>
                <a:lnTo>
                  <a:pt x="0" y="150088"/>
                </a:lnTo>
                <a:lnTo>
                  <a:pt x="0" y="146189"/>
                </a:lnTo>
                <a:cubicBezTo>
                  <a:pt x="6786" y="146189"/>
                  <a:pt x="11388" y="145561"/>
                  <a:pt x="13807" y="144304"/>
                </a:cubicBezTo>
                <a:cubicBezTo>
                  <a:pt x="16225" y="143048"/>
                  <a:pt x="17922" y="141413"/>
                  <a:pt x="18896" y="139401"/>
                </a:cubicBezTo>
                <a:cubicBezTo>
                  <a:pt x="19871" y="137389"/>
                  <a:pt x="20358" y="132432"/>
                  <a:pt x="20358" y="124532"/>
                </a:cubicBezTo>
                <a:lnTo>
                  <a:pt x="20358" y="28805"/>
                </a:lnTo>
                <a:cubicBezTo>
                  <a:pt x="20358" y="20904"/>
                  <a:pt x="19871" y="15931"/>
                  <a:pt x="18896" y="13885"/>
                </a:cubicBezTo>
                <a:cubicBezTo>
                  <a:pt x="17922" y="11836"/>
                  <a:pt x="16207" y="10202"/>
                  <a:pt x="13753" y="8981"/>
                </a:cubicBezTo>
                <a:cubicBezTo>
                  <a:pt x="11298" y="7758"/>
                  <a:pt x="6714" y="7147"/>
                  <a:pt x="0" y="7147"/>
                </a:cubicBezTo>
                <a:lnTo>
                  <a:pt x="0" y="3249"/>
                </a:lnTo>
                <a:lnTo>
                  <a:pt x="68222" y="3249"/>
                </a:lnTo>
                <a:cubicBezTo>
                  <a:pt x="85981" y="3249"/>
                  <a:pt x="98976" y="4475"/>
                  <a:pt x="107205" y="6927"/>
                </a:cubicBezTo>
                <a:cubicBezTo>
                  <a:pt x="115435" y="9379"/>
                  <a:pt x="122149" y="13905"/>
                  <a:pt x="127347" y="20504"/>
                </a:cubicBezTo>
                <a:cubicBezTo>
                  <a:pt x="132545" y="27103"/>
                  <a:pt x="135144" y="34837"/>
                  <a:pt x="135144" y="43708"/>
                </a:cubicBezTo>
                <a:cubicBezTo>
                  <a:pt x="135144" y="54528"/>
                  <a:pt x="131245" y="63472"/>
                  <a:pt x="123449" y="70540"/>
                </a:cubicBezTo>
                <a:cubicBezTo>
                  <a:pt x="118467" y="75011"/>
                  <a:pt x="111501" y="78365"/>
                  <a:pt x="102549" y="80600"/>
                </a:cubicBezTo>
                <a:lnTo>
                  <a:pt x="137851" y="130427"/>
                </a:lnTo>
                <a:cubicBezTo>
                  <a:pt x="142471" y="136788"/>
                  <a:pt x="145756" y="140756"/>
                  <a:pt x="147705" y="142328"/>
                </a:cubicBezTo>
                <a:cubicBezTo>
                  <a:pt x="150665" y="144543"/>
                  <a:pt x="154094" y="145758"/>
                  <a:pt x="157993" y="145973"/>
                </a:cubicBezTo>
                <a:lnTo>
                  <a:pt x="157993" y="150088"/>
                </a:lnTo>
                <a:lnTo>
                  <a:pt x="111754" y="150088"/>
                </a:lnTo>
                <a:lnTo>
                  <a:pt x="64432" y="83165"/>
                </a:lnTo>
                <a:lnTo>
                  <a:pt x="54794" y="83165"/>
                </a:lnTo>
                <a:moveTo>
                  <a:pt x="54794" y="11479"/>
                </a:moveTo>
                <a:lnTo>
                  <a:pt x="54794" y="75369"/>
                </a:lnTo>
                <a:lnTo>
                  <a:pt x="60966" y="75369"/>
                </a:lnTo>
                <a:cubicBezTo>
                  <a:pt x="71001" y="75369"/>
                  <a:pt x="78509" y="74455"/>
                  <a:pt x="83490" y="72628"/>
                </a:cubicBezTo>
                <a:cubicBezTo>
                  <a:pt x="88472" y="70798"/>
                  <a:pt x="92388" y="67500"/>
                  <a:pt x="95240" y="62733"/>
                </a:cubicBezTo>
                <a:cubicBezTo>
                  <a:pt x="98091" y="57964"/>
                  <a:pt x="99517" y="51743"/>
                  <a:pt x="99517" y="44070"/>
                </a:cubicBezTo>
                <a:cubicBezTo>
                  <a:pt x="99517" y="32955"/>
                  <a:pt x="96900" y="24744"/>
                  <a:pt x="91666" y="19438"/>
                </a:cubicBezTo>
                <a:cubicBezTo>
                  <a:pt x="86432" y="14132"/>
                  <a:pt x="78004" y="11479"/>
                  <a:pt x="66381" y="11479"/>
                </a:cubicBezTo>
                <a:lnTo>
                  <a:pt x="54794" y="11479"/>
                </a:lnTo>
                <a:close/>
                <a:moveTo>
                  <a:pt x="247025" y="95727"/>
                </a:moveTo>
                <a:lnTo>
                  <a:pt x="191473" y="95727"/>
                </a:lnTo>
                <a:cubicBezTo>
                  <a:pt x="192123" y="109191"/>
                  <a:pt x="195696" y="119831"/>
                  <a:pt x="202194" y="127648"/>
                </a:cubicBezTo>
                <a:cubicBezTo>
                  <a:pt x="207175" y="133656"/>
                  <a:pt x="213167" y="136660"/>
                  <a:pt x="220170" y="136660"/>
                </a:cubicBezTo>
                <a:cubicBezTo>
                  <a:pt x="224501" y="136660"/>
                  <a:pt x="228436" y="135451"/>
                  <a:pt x="231973" y="133032"/>
                </a:cubicBezTo>
                <a:cubicBezTo>
                  <a:pt x="235510" y="130614"/>
                  <a:pt x="239300" y="126264"/>
                  <a:pt x="243343" y="119983"/>
                </a:cubicBezTo>
                <a:lnTo>
                  <a:pt x="247025" y="122366"/>
                </a:lnTo>
                <a:cubicBezTo>
                  <a:pt x="241538" y="133556"/>
                  <a:pt x="235474" y="141479"/>
                  <a:pt x="228833" y="146135"/>
                </a:cubicBezTo>
                <a:cubicBezTo>
                  <a:pt x="222191" y="150791"/>
                  <a:pt x="214502" y="153120"/>
                  <a:pt x="205767" y="153120"/>
                </a:cubicBezTo>
                <a:cubicBezTo>
                  <a:pt x="190751" y="153120"/>
                  <a:pt x="179381" y="147339"/>
                  <a:pt x="171656" y="135777"/>
                </a:cubicBezTo>
                <a:cubicBezTo>
                  <a:pt x="165448" y="126455"/>
                  <a:pt x="162344" y="114893"/>
                  <a:pt x="162344" y="101091"/>
                </a:cubicBezTo>
                <a:cubicBezTo>
                  <a:pt x="162344" y="84179"/>
                  <a:pt x="166910" y="70720"/>
                  <a:pt x="176042" y="60713"/>
                </a:cubicBezTo>
                <a:cubicBezTo>
                  <a:pt x="185174" y="50703"/>
                  <a:pt x="195877" y="45698"/>
                  <a:pt x="208150" y="45698"/>
                </a:cubicBezTo>
                <a:cubicBezTo>
                  <a:pt x="218401" y="45698"/>
                  <a:pt x="227299" y="49903"/>
                  <a:pt x="234843" y="58313"/>
                </a:cubicBezTo>
                <a:cubicBezTo>
                  <a:pt x="242387" y="66724"/>
                  <a:pt x="246447" y="79195"/>
                  <a:pt x="247025" y="95727"/>
                </a:cubicBezTo>
                <a:moveTo>
                  <a:pt x="220386" y="88580"/>
                </a:moveTo>
                <a:cubicBezTo>
                  <a:pt x="220386" y="76957"/>
                  <a:pt x="219754" y="68980"/>
                  <a:pt x="218491" y="64648"/>
                </a:cubicBezTo>
                <a:cubicBezTo>
                  <a:pt x="217228" y="60317"/>
                  <a:pt x="215260" y="57032"/>
                  <a:pt x="212589" y="54794"/>
                </a:cubicBezTo>
                <a:cubicBezTo>
                  <a:pt x="211073" y="53494"/>
                  <a:pt x="209052" y="52845"/>
                  <a:pt x="206525" y="52845"/>
                </a:cubicBezTo>
                <a:cubicBezTo>
                  <a:pt x="202771" y="52845"/>
                  <a:pt x="199703" y="54686"/>
                  <a:pt x="197321" y="58367"/>
                </a:cubicBezTo>
                <a:cubicBezTo>
                  <a:pt x="193061" y="64793"/>
                  <a:pt x="190932" y="73600"/>
                  <a:pt x="190932" y="84790"/>
                </a:cubicBezTo>
                <a:lnTo>
                  <a:pt x="190932" y="88580"/>
                </a:lnTo>
                <a:lnTo>
                  <a:pt x="220386" y="88580"/>
                </a:lnTo>
                <a:close/>
                <a:moveTo>
                  <a:pt x="297464" y="11479"/>
                </a:moveTo>
                <a:lnTo>
                  <a:pt x="297464" y="48730"/>
                </a:lnTo>
                <a:lnTo>
                  <a:pt x="321504" y="48730"/>
                </a:lnTo>
                <a:lnTo>
                  <a:pt x="321504" y="59342"/>
                </a:lnTo>
                <a:lnTo>
                  <a:pt x="297464" y="59342"/>
                </a:lnTo>
                <a:lnTo>
                  <a:pt x="297464" y="121994"/>
                </a:lnTo>
                <a:cubicBezTo>
                  <a:pt x="297464" y="127857"/>
                  <a:pt x="297735" y="131639"/>
                  <a:pt x="298276" y="133340"/>
                </a:cubicBezTo>
                <a:cubicBezTo>
                  <a:pt x="298817" y="135041"/>
                  <a:pt x="299774" y="136417"/>
                  <a:pt x="301146" y="137469"/>
                </a:cubicBezTo>
                <a:cubicBezTo>
                  <a:pt x="302517" y="138518"/>
                  <a:pt x="303781" y="139042"/>
                  <a:pt x="304936" y="139042"/>
                </a:cubicBezTo>
                <a:cubicBezTo>
                  <a:pt x="309628" y="139042"/>
                  <a:pt x="314068" y="135433"/>
                  <a:pt x="318255" y="128213"/>
                </a:cubicBezTo>
                <a:lnTo>
                  <a:pt x="321504" y="130619"/>
                </a:lnTo>
                <a:cubicBezTo>
                  <a:pt x="315656" y="144609"/>
                  <a:pt x="306163" y="151604"/>
                  <a:pt x="293024" y="151604"/>
                </a:cubicBezTo>
                <a:cubicBezTo>
                  <a:pt x="286599" y="151604"/>
                  <a:pt x="281166" y="149811"/>
                  <a:pt x="276727" y="146226"/>
                </a:cubicBezTo>
                <a:cubicBezTo>
                  <a:pt x="272287" y="142639"/>
                  <a:pt x="269453" y="138636"/>
                  <a:pt x="268226" y="134217"/>
                </a:cubicBezTo>
                <a:cubicBezTo>
                  <a:pt x="267504" y="131753"/>
                  <a:pt x="267143" y="125088"/>
                  <a:pt x="267143" y="114220"/>
                </a:cubicBezTo>
                <a:lnTo>
                  <a:pt x="267143" y="59342"/>
                </a:lnTo>
                <a:lnTo>
                  <a:pt x="253932" y="59342"/>
                </a:lnTo>
                <a:lnTo>
                  <a:pt x="253932" y="55542"/>
                </a:lnTo>
                <a:cubicBezTo>
                  <a:pt x="263028" y="49103"/>
                  <a:pt x="270771" y="42338"/>
                  <a:pt x="277160" y="35248"/>
                </a:cubicBezTo>
                <a:cubicBezTo>
                  <a:pt x="283549" y="28157"/>
                  <a:pt x="289126" y="20234"/>
                  <a:pt x="293890" y="11479"/>
                </a:cubicBezTo>
                <a:lnTo>
                  <a:pt x="297464" y="11479"/>
                </a:lnTo>
                <a:close/>
                <a:moveTo>
                  <a:pt x="371604" y="48730"/>
                </a:moveTo>
                <a:lnTo>
                  <a:pt x="371604" y="71687"/>
                </a:lnTo>
                <a:cubicBezTo>
                  <a:pt x="378318" y="61219"/>
                  <a:pt x="384201" y="54270"/>
                  <a:pt x="389255" y="50841"/>
                </a:cubicBezTo>
                <a:cubicBezTo>
                  <a:pt x="394308" y="47412"/>
                  <a:pt x="399181" y="45698"/>
                  <a:pt x="403874" y="45698"/>
                </a:cubicBezTo>
                <a:cubicBezTo>
                  <a:pt x="407917" y="45698"/>
                  <a:pt x="411147" y="46947"/>
                  <a:pt x="413566" y="49447"/>
                </a:cubicBezTo>
                <a:cubicBezTo>
                  <a:pt x="415984" y="51947"/>
                  <a:pt x="417193" y="55479"/>
                  <a:pt x="417193" y="60042"/>
                </a:cubicBezTo>
                <a:cubicBezTo>
                  <a:pt x="417193" y="64897"/>
                  <a:pt x="416020" y="68666"/>
                  <a:pt x="413674" y="71348"/>
                </a:cubicBezTo>
                <a:cubicBezTo>
                  <a:pt x="411328" y="74029"/>
                  <a:pt x="408494" y="75369"/>
                  <a:pt x="405173" y="75369"/>
                </a:cubicBezTo>
                <a:cubicBezTo>
                  <a:pt x="401347" y="75369"/>
                  <a:pt x="398026" y="74141"/>
                  <a:pt x="395211" y="71687"/>
                </a:cubicBezTo>
                <a:cubicBezTo>
                  <a:pt x="392395" y="69232"/>
                  <a:pt x="390735" y="67861"/>
                  <a:pt x="390229" y="67572"/>
                </a:cubicBezTo>
                <a:cubicBezTo>
                  <a:pt x="389508" y="67139"/>
                  <a:pt x="388677" y="66922"/>
                  <a:pt x="387739" y="66922"/>
                </a:cubicBezTo>
                <a:cubicBezTo>
                  <a:pt x="385645" y="66922"/>
                  <a:pt x="383660" y="67716"/>
                  <a:pt x="381783" y="69305"/>
                </a:cubicBezTo>
                <a:cubicBezTo>
                  <a:pt x="378823" y="71759"/>
                  <a:pt x="376585" y="75260"/>
                  <a:pt x="375069" y="79808"/>
                </a:cubicBezTo>
                <a:cubicBezTo>
                  <a:pt x="372759" y="86811"/>
                  <a:pt x="371604" y="94536"/>
                  <a:pt x="371604" y="102982"/>
                </a:cubicBezTo>
                <a:lnTo>
                  <a:pt x="371604" y="126264"/>
                </a:lnTo>
                <a:lnTo>
                  <a:pt x="371712" y="132328"/>
                </a:lnTo>
                <a:cubicBezTo>
                  <a:pt x="371712" y="136443"/>
                  <a:pt x="371965" y="139078"/>
                  <a:pt x="372470" y="140233"/>
                </a:cubicBezTo>
                <a:cubicBezTo>
                  <a:pt x="373336" y="142183"/>
                  <a:pt x="374618" y="143608"/>
                  <a:pt x="376314" y="144511"/>
                </a:cubicBezTo>
                <a:cubicBezTo>
                  <a:pt x="378011" y="145413"/>
                  <a:pt x="380881" y="145973"/>
                  <a:pt x="384923" y="146189"/>
                </a:cubicBezTo>
                <a:lnTo>
                  <a:pt x="384923" y="150088"/>
                </a:lnTo>
                <a:lnTo>
                  <a:pt x="330238" y="150088"/>
                </a:lnTo>
                <a:lnTo>
                  <a:pt x="330238" y="146189"/>
                </a:lnTo>
                <a:cubicBezTo>
                  <a:pt x="334641" y="145828"/>
                  <a:pt x="337619" y="144619"/>
                  <a:pt x="339171" y="142562"/>
                </a:cubicBezTo>
                <a:cubicBezTo>
                  <a:pt x="340724" y="140504"/>
                  <a:pt x="341500" y="135072"/>
                  <a:pt x="341500" y="126264"/>
                </a:cubicBezTo>
                <a:lnTo>
                  <a:pt x="341500" y="70171"/>
                </a:lnTo>
                <a:cubicBezTo>
                  <a:pt x="341500" y="64359"/>
                  <a:pt x="341211" y="60655"/>
                  <a:pt x="340633" y="59058"/>
                </a:cubicBezTo>
                <a:cubicBezTo>
                  <a:pt x="339911" y="57023"/>
                  <a:pt x="338865" y="55534"/>
                  <a:pt x="337493" y="54591"/>
                </a:cubicBezTo>
                <a:cubicBezTo>
                  <a:pt x="336121" y="53646"/>
                  <a:pt x="333703" y="52991"/>
                  <a:pt x="330238" y="52628"/>
                </a:cubicBezTo>
                <a:lnTo>
                  <a:pt x="330238" y="48730"/>
                </a:lnTo>
                <a:lnTo>
                  <a:pt x="371604" y="48730"/>
                </a:lnTo>
                <a:close/>
                <a:moveTo>
                  <a:pt x="449981" y="0"/>
                </a:moveTo>
                <a:cubicBezTo>
                  <a:pt x="454673" y="0"/>
                  <a:pt x="458644" y="1648"/>
                  <a:pt x="461893" y="4944"/>
                </a:cubicBezTo>
                <a:cubicBezTo>
                  <a:pt x="465141" y="8238"/>
                  <a:pt x="466766" y="12203"/>
                  <a:pt x="466766" y="16839"/>
                </a:cubicBezTo>
                <a:cubicBezTo>
                  <a:pt x="466766" y="21475"/>
                  <a:pt x="465123" y="25423"/>
                  <a:pt x="461838" y="28683"/>
                </a:cubicBezTo>
                <a:cubicBezTo>
                  <a:pt x="458554" y="31941"/>
                  <a:pt x="454601" y="33569"/>
                  <a:pt x="449981" y="33569"/>
                </a:cubicBezTo>
                <a:cubicBezTo>
                  <a:pt x="445361" y="33569"/>
                  <a:pt x="441426" y="31941"/>
                  <a:pt x="438177" y="28683"/>
                </a:cubicBezTo>
                <a:cubicBezTo>
                  <a:pt x="434929" y="25423"/>
                  <a:pt x="433304" y="21475"/>
                  <a:pt x="433304" y="16839"/>
                </a:cubicBezTo>
                <a:cubicBezTo>
                  <a:pt x="433304" y="12203"/>
                  <a:pt x="434929" y="8238"/>
                  <a:pt x="438177" y="4944"/>
                </a:cubicBezTo>
                <a:cubicBezTo>
                  <a:pt x="441426" y="1648"/>
                  <a:pt x="445361" y="0"/>
                  <a:pt x="449981" y="0"/>
                </a:cubicBezTo>
                <a:moveTo>
                  <a:pt x="465141" y="48730"/>
                </a:moveTo>
                <a:lnTo>
                  <a:pt x="465141" y="129080"/>
                </a:lnTo>
                <a:cubicBezTo>
                  <a:pt x="465141" y="136227"/>
                  <a:pt x="465971" y="140793"/>
                  <a:pt x="467632" y="142778"/>
                </a:cubicBezTo>
                <a:cubicBezTo>
                  <a:pt x="469292" y="144763"/>
                  <a:pt x="472541" y="145900"/>
                  <a:pt x="477378" y="146189"/>
                </a:cubicBezTo>
                <a:lnTo>
                  <a:pt x="477378" y="150088"/>
                </a:lnTo>
                <a:lnTo>
                  <a:pt x="422692" y="150088"/>
                </a:lnTo>
                <a:lnTo>
                  <a:pt x="422692" y="146189"/>
                </a:lnTo>
                <a:cubicBezTo>
                  <a:pt x="427168" y="146045"/>
                  <a:pt x="430489" y="144745"/>
                  <a:pt x="432655" y="142291"/>
                </a:cubicBezTo>
                <a:cubicBezTo>
                  <a:pt x="434099" y="140630"/>
                  <a:pt x="434821" y="136227"/>
                  <a:pt x="434821" y="129080"/>
                </a:cubicBezTo>
                <a:lnTo>
                  <a:pt x="434821" y="69954"/>
                </a:lnTo>
                <a:cubicBezTo>
                  <a:pt x="434821" y="62717"/>
                  <a:pt x="433990" y="58093"/>
                  <a:pt x="432330" y="56083"/>
                </a:cubicBezTo>
                <a:cubicBezTo>
                  <a:pt x="430669" y="54073"/>
                  <a:pt x="427457" y="52921"/>
                  <a:pt x="422692" y="52628"/>
                </a:cubicBezTo>
                <a:lnTo>
                  <a:pt x="422692" y="48730"/>
                </a:lnTo>
                <a:lnTo>
                  <a:pt x="465141" y="48730"/>
                </a:lnTo>
                <a:close/>
                <a:moveTo>
                  <a:pt x="571259" y="95727"/>
                </a:moveTo>
                <a:lnTo>
                  <a:pt x="515707" y="95727"/>
                </a:lnTo>
                <a:cubicBezTo>
                  <a:pt x="516357" y="109191"/>
                  <a:pt x="519930" y="119831"/>
                  <a:pt x="526428" y="127648"/>
                </a:cubicBezTo>
                <a:cubicBezTo>
                  <a:pt x="531409" y="133656"/>
                  <a:pt x="537401" y="136660"/>
                  <a:pt x="544403" y="136660"/>
                </a:cubicBezTo>
                <a:cubicBezTo>
                  <a:pt x="548735" y="136660"/>
                  <a:pt x="552669" y="135451"/>
                  <a:pt x="556207" y="133032"/>
                </a:cubicBezTo>
                <a:cubicBezTo>
                  <a:pt x="559744" y="130614"/>
                  <a:pt x="563534" y="126264"/>
                  <a:pt x="567577" y="119983"/>
                </a:cubicBezTo>
                <a:lnTo>
                  <a:pt x="571259" y="122366"/>
                </a:lnTo>
                <a:cubicBezTo>
                  <a:pt x="565772" y="133556"/>
                  <a:pt x="559708" y="141479"/>
                  <a:pt x="553067" y="146135"/>
                </a:cubicBezTo>
                <a:cubicBezTo>
                  <a:pt x="546425" y="150791"/>
                  <a:pt x="538736" y="153120"/>
                  <a:pt x="530001" y="153120"/>
                </a:cubicBezTo>
                <a:cubicBezTo>
                  <a:pt x="514985" y="153120"/>
                  <a:pt x="503615" y="147339"/>
                  <a:pt x="495890" y="135777"/>
                </a:cubicBezTo>
                <a:cubicBezTo>
                  <a:pt x="489682" y="126455"/>
                  <a:pt x="486578" y="114893"/>
                  <a:pt x="486578" y="101091"/>
                </a:cubicBezTo>
                <a:cubicBezTo>
                  <a:pt x="486578" y="84179"/>
                  <a:pt x="491144" y="70720"/>
                  <a:pt x="500276" y="60713"/>
                </a:cubicBezTo>
                <a:cubicBezTo>
                  <a:pt x="509408" y="50703"/>
                  <a:pt x="520111" y="45698"/>
                  <a:pt x="532383" y="45698"/>
                </a:cubicBezTo>
                <a:cubicBezTo>
                  <a:pt x="542635" y="45698"/>
                  <a:pt x="551532" y="49903"/>
                  <a:pt x="559077" y="58313"/>
                </a:cubicBezTo>
                <a:cubicBezTo>
                  <a:pt x="566621" y="66724"/>
                  <a:pt x="570681" y="79195"/>
                  <a:pt x="571259" y="95727"/>
                </a:cubicBezTo>
                <a:moveTo>
                  <a:pt x="544620" y="88580"/>
                </a:moveTo>
                <a:cubicBezTo>
                  <a:pt x="544620" y="76957"/>
                  <a:pt x="543988" y="68980"/>
                  <a:pt x="542725" y="64648"/>
                </a:cubicBezTo>
                <a:cubicBezTo>
                  <a:pt x="541462" y="60317"/>
                  <a:pt x="539494" y="57032"/>
                  <a:pt x="536823" y="54794"/>
                </a:cubicBezTo>
                <a:cubicBezTo>
                  <a:pt x="535307" y="53494"/>
                  <a:pt x="533286" y="52845"/>
                  <a:pt x="530759" y="52845"/>
                </a:cubicBezTo>
                <a:cubicBezTo>
                  <a:pt x="527005" y="52845"/>
                  <a:pt x="523937" y="54686"/>
                  <a:pt x="521555" y="58367"/>
                </a:cubicBezTo>
                <a:cubicBezTo>
                  <a:pt x="517295" y="64793"/>
                  <a:pt x="515166" y="73600"/>
                  <a:pt x="515166" y="84790"/>
                </a:cubicBezTo>
                <a:lnTo>
                  <a:pt x="515166" y="88580"/>
                </a:lnTo>
                <a:lnTo>
                  <a:pt x="544620" y="88580"/>
                </a:lnTo>
                <a:close/>
                <a:moveTo>
                  <a:pt x="627222" y="153120"/>
                </a:moveTo>
                <a:lnTo>
                  <a:pt x="593111" y="74563"/>
                </a:lnTo>
                <a:cubicBezTo>
                  <a:pt x="588996" y="65032"/>
                  <a:pt x="585783" y="58993"/>
                  <a:pt x="583473" y="56449"/>
                </a:cubicBezTo>
                <a:cubicBezTo>
                  <a:pt x="581813" y="54556"/>
                  <a:pt x="579358" y="53282"/>
                  <a:pt x="576110" y="52628"/>
                </a:cubicBezTo>
                <a:lnTo>
                  <a:pt x="576110" y="48730"/>
                </a:lnTo>
                <a:lnTo>
                  <a:pt x="629929" y="48730"/>
                </a:lnTo>
                <a:lnTo>
                  <a:pt x="629929" y="52628"/>
                </a:lnTo>
                <a:cubicBezTo>
                  <a:pt x="626536" y="52628"/>
                  <a:pt x="624226" y="53245"/>
                  <a:pt x="622998" y="54479"/>
                </a:cubicBezTo>
                <a:cubicBezTo>
                  <a:pt x="621266" y="56079"/>
                  <a:pt x="620400" y="57967"/>
                  <a:pt x="620400" y="60144"/>
                </a:cubicBezTo>
                <a:cubicBezTo>
                  <a:pt x="620400" y="62831"/>
                  <a:pt x="621988" y="67879"/>
                  <a:pt x="625164" y="75287"/>
                </a:cubicBezTo>
                <a:lnTo>
                  <a:pt x="641841" y="113337"/>
                </a:lnTo>
                <a:lnTo>
                  <a:pt x="655160" y="80492"/>
                </a:lnTo>
                <a:cubicBezTo>
                  <a:pt x="658986" y="71060"/>
                  <a:pt x="660899" y="64384"/>
                  <a:pt x="660899" y="60465"/>
                </a:cubicBezTo>
                <a:cubicBezTo>
                  <a:pt x="660899" y="58216"/>
                  <a:pt x="660087" y="56384"/>
                  <a:pt x="658463" y="54970"/>
                </a:cubicBezTo>
                <a:cubicBezTo>
                  <a:pt x="656839" y="53553"/>
                  <a:pt x="653969" y="52773"/>
                  <a:pt x="649854" y="52628"/>
                </a:cubicBezTo>
                <a:lnTo>
                  <a:pt x="649854" y="48730"/>
                </a:lnTo>
                <a:lnTo>
                  <a:pt x="682990" y="48730"/>
                </a:lnTo>
                <a:lnTo>
                  <a:pt x="682990" y="52628"/>
                </a:lnTo>
                <a:cubicBezTo>
                  <a:pt x="679814" y="53064"/>
                  <a:pt x="677215" y="54260"/>
                  <a:pt x="675193" y="56219"/>
                </a:cubicBezTo>
                <a:cubicBezTo>
                  <a:pt x="673172" y="58177"/>
                  <a:pt x="670140" y="63942"/>
                  <a:pt x="666097" y="73514"/>
                </a:cubicBezTo>
                <a:lnTo>
                  <a:pt x="632311" y="153120"/>
                </a:lnTo>
                <a:lnTo>
                  <a:pt x="627222" y="153120"/>
                </a:lnTo>
                <a:close/>
                <a:moveTo>
                  <a:pt x="778176" y="95727"/>
                </a:moveTo>
                <a:lnTo>
                  <a:pt x="722624" y="95727"/>
                </a:lnTo>
                <a:cubicBezTo>
                  <a:pt x="723274" y="109191"/>
                  <a:pt x="726848" y="119831"/>
                  <a:pt x="733345" y="127648"/>
                </a:cubicBezTo>
                <a:cubicBezTo>
                  <a:pt x="738326" y="133656"/>
                  <a:pt x="744318" y="136660"/>
                  <a:pt x="751321" y="136660"/>
                </a:cubicBezTo>
                <a:cubicBezTo>
                  <a:pt x="755652" y="136660"/>
                  <a:pt x="759587" y="135451"/>
                  <a:pt x="763124" y="133032"/>
                </a:cubicBezTo>
                <a:cubicBezTo>
                  <a:pt x="766662" y="130614"/>
                  <a:pt x="770452" y="126264"/>
                  <a:pt x="774494" y="119983"/>
                </a:cubicBezTo>
                <a:lnTo>
                  <a:pt x="778176" y="122366"/>
                </a:lnTo>
                <a:cubicBezTo>
                  <a:pt x="772690" y="133556"/>
                  <a:pt x="766626" y="141479"/>
                  <a:pt x="759984" y="146135"/>
                </a:cubicBezTo>
                <a:cubicBezTo>
                  <a:pt x="753342" y="150791"/>
                  <a:pt x="745654" y="153120"/>
                  <a:pt x="736918" y="153120"/>
                </a:cubicBezTo>
                <a:cubicBezTo>
                  <a:pt x="721902" y="153120"/>
                  <a:pt x="710532" y="147339"/>
                  <a:pt x="702808" y="135777"/>
                </a:cubicBezTo>
                <a:cubicBezTo>
                  <a:pt x="696599" y="126455"/>
                  <a:pt x="693495" y="114893"/>
                  <a:pt x="693495" y="101091"/>
                </a:cubicBezTo>
                <a:cubicBezTo>
                  <a:pt x="693495" y="84179"/>
                  <a:pt x="698061" y="70720"/>
                  <a:pt x="707193" y="60713"/>
                </a:cubicBezTo>
                <a:cubicBezTo>
                  <a:pt x="716326" y="50703"/>
                  <a:pt x="727028" y="45698"/>
                  <a:pt x="739301" y="45698"/>
                </a:cubicBezTo>
                <a:cubicBezTo>
                  <a:pt x="749552" y="45698"/>
                  <a:pt x="758450" y="49903"/>
                  <a:pt x="765994" y="58313"/>
                </a:cubicBezTo>
                <a:cubicBezTo>
                  <a:pt x="773538" y="66724"/>
                  <a:pt x="777599" y="79195"/>
                  <a:pt x="778176" y="95727"/>
                </a:cubicBezTo>
                <a:moveTo>
                  <a:pt x="751537" y="88580"/>
                </a:moveTo>
                <a:cubicBezTo>
                  <a:pt x="751537" y="76957"/>
                  <a:pt x="750906" y="68980"/>
                  <a:pt x="749642" y="64648"/>
                </a:cubicBezTo>
                <a:cubicBezTo>
                  <a:pt x="748379" y="60317"/>
                  <a:pt x="746412" y="57032"/>
                  <a:pt x="743741" y="54794"/>
                </a:cubicBezTo>
                <a:cubicBezTo>
                  <a:pt x="742225" y="53494"/>
                  <a:pt x="740203" y="52845"/>
                  <a:pt x="737676" y="52845"/>
                </a:cubicBezTo>
                <a:cubicBezTo>
                  <a:pt x="733922" y="52845"/>
                  <a:pt x="730854" y="54686"/>
                  <a:pt x="728472" y="58367"/>
                </a:cubicBezTo>
                <a:cubicBezTo>
                  <a:pt x="724213" y="64793"/>
                  <a:pt x="722083" y="73600"/>
                  <a:pt x="722083" y="84790"/>
                </a:cubicBezTo>
                <a:lnTo>
                  <a:pt x="722083" y="88580"/>
                </a:lnTo>
                <a:lnTo>
                  <a:pt x="751537" y="88580"/>
                </a:lnTo>
                <a:close/>
                <a:moveTo>
                  <a:pt x="831120" y="48730"/>
                </a:moveTo>
                <a:lnTo>
                  <a:pt x="831120" y="71687"/>
                </a:lnTo>
                <a:cubicBezTo>
                  <a:pt x="837834" y="61219"/>
                  <a:pt x="843718" y="54270"/>
                  <a:pt x="848771" y="50841"/>
                </a:cubicBezTo>
                <a:cubicBezTo>
                  <a:pt x="853825" y="47412"/>
                  <a:pt x="858698" y="45698"/>
                  <a:pt x="863390" y="45698"/>
                </a:cubicBezTo>
                <a:cubicBezTo>
                  <a:pt x="867433" y="45698"/>
                  <a:pt x="870664" y="46947"/>
                  <a:pt x="873082" y="49447"/>
                </a:cubicBezTo>
                <a:cubicBezTo>
                  <a:pt x="875501" y="51947"/>
                  <a:pt x="876710" y="55479"/>
                  <a:pt x="876710" y="60042"/>
                </a:cubicBezTo>
                <a:cubicBezTo>
                  <a:pt x="876710" y="64897"/>
                  <a:pt x="875537" y="68666"/>
                  <a:pt x="873190" y="71348"/>
                </a:cubicBezTo>
                <a:cubicBezTo>
                  <a:pt x="870844" y="74029"/>
                  <a:pt x="868011" y="75369"/>
                  <a:pt x="864690" y="75369"/>
                </a:cubicBezTo>
                <a:cubicBezTo>
                  <a:pt x="860864" y="75369"/>
                  <a:pt x="857543" y="74141"/>
                  <a:pt x="854727" y="71687"/>
                </a:cubicBezTo>
                <a:cubicBezTo>
                  <a:pt x="851912" y="69232"/>
                  <a:pt x="850251" y="67861"/>
                  <a:pt x="849746" y="67572"/>
                </a:cubicBezTo>
                <a:cubicBezTo>
                  <a:pt x="849024" y="67139"/>
                  <a:pt x="848194" y="66922"/>
                  <a:pt x="847255" y="66922"/>
                </a:cubicBezTo>
                <a:cubicBezTo>
                  <a:pt x="845162" y="66922"/>
                  <a:pt x="843177" y="67716"/>
                  <a:pt x="841300" y="69305"/>
                </a:cubicBezTo>
                <a:cubicBezTo>
                  <a:pt x="838340" y="71759"/>
                  <a:pt x="836102" y="75260"/>
                  <a:pt x="834586" y="79808"/>
                </a:cubicBezTo>
                <a:cubicBezTo>
                  <a:pt x="832276" y="86811"/>
                  <a:pt x="831120" y="94536"/>
                  <a:pt x="831120" y="102982"/>
                </a:cubicBezTo>
                <a:lnTo>
                  <a:pt x="831120" y="126264"/>
                </a:lnTo>
                <a:lnTo>
                  <a:pt x="831229" y="132328"/>
                </a:lnTo>
                <a:cubicBezTo>
                  <a:pt x="831229" y="136443"/>
                  <a:pt x="831481" y="139078"/>
                  <a:pt x="831987" y="140233"/>
                </a:cubicBezTo>
                <a:cubicBezTo>
                  <a:pt x="832853" y="142183"/>
                  <a:pt x="834134" y="143608"/>
                  <a:pt x="835831" y="144511"/>
                </a:cubicBezTo>
                <a:cubicBezTo>
                  <a:pt x="837528" y="145413"/>
                  <a:pt x="840397" y="145973"/>
                  <a:pt x="844440" y="146189"/>
                </a:cubicBezTo>
                <a:lnTo>
                  <a:pt x="844440" y="150088"/>
                </a:lnTo>
                <a:lnTo>
                  <a:pt x="789754" y="150088"/>
                </a:lnTo>
                <a:lnTo>
                  <a:pt x="789754" y="146189"/>
                </a:lnTo>
                <a:cubicBezTo>
                  <a:pt x="794158" y="145828"/>
                  <a:pt x="797136" y="144619"/>
                  <a:pt x="798688" y="142562"/>
                </a:cubicBezTo>
                <a:cubicBezTo>
                  <a:pt x="800240" y="140504"/>
                  <a:pt x="801016" y="135072"/>
                  <a:pt x="801016" y="126264"/>
                </a:cubicBezTo>
                <a:lnTo>
                  <a:pt x="801016" y="70171"/>
                </a:lnTo>
                <a:cubicBezTo>
                  <a:pt x="801016" y="64359"/>
                  <a:pt x="800728" y="60655"/>
                  <a:pt x="800150" y="59058"/>
                </a:cubicBezTo>
                <a:cubicBezTo>
                  <a:pt x="799428" y="57023"/>
                  <a:pt x="798381" y="55534"/>
                  <a:pt x="797010" y="54591"/>
                </a:cubicBezTo>
                <a:cubicBezTo>
                  <a:pt x="795638" y="53646"/>
                  <a:pt x="793220" y="52991"/>
                  <a:pt x="789754" y="52628"/>
                </a:cubicBezTo>
                <a:lnTo>
                  <a:pt x="789754" y="48730"/>
                </a:lnTo>
                <a:lnTo>
                  <a:pt x="831120" y="48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3734A-7E3C-4FC6-ADE1-4741CD2D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441" y="866868"/>
            <a:ext cx="1023208" cy="1422022"/>
          </a:xfrm>
          <a:custGeom xmlns:a="http://schemas.openxmlformats.org/drawingml/2006/main">
            <a:pathLst>
              <a:path w="1023208" h="1422022">
                <a:moveTo>
                  <a:pt x="0" y="1422022"/>
                </a:moveTo>
                <a:lnTo>
                  <a:pt x="0" y="0"/>
                </a:lnTo>
                <a:lnTo>
                  <a:pt x="1023208" y="0"/>
                </a:lnTo>
                <a:lnTo>
                  <a:pt x="1023208" y="1422022"/>
                </a:lnTo>
                <a:lnTo>
                  <a:pt x="0" y="1422022"/>
                </a:lnTo>
                <a:close/>
              </a:path>
            </a:pathLst>
          </a:custGeom>
          <a:solidFill xmlns:a="http://schemas.openxmlformats.org/drawingml/2006/main">
            <a:srgbClr val="F1CF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72F7C-442D-4422-9319-6222D609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441" y="866868"/>
            <a:ext cx="1023208" cy="1422022"/>
          </a:xfrm>
          <a:custGeom xmlns:a="http://schemas.openxmlformats.org/drawingml/2006/main">
            <a:pathLst>
              <a:path w="1023208" h="1422022" fill="none">
                <a:moveTo>
                  <a:pt x="0" y="1422022"/>
                </a:moveTo>
                <a:lnTo>
                  <a:pt x="1023208" y="1422022"/>
                </a:lnTo>
                <a:lnTo>
                  <a:pt x="1023208" y="0"/>
                </a:lnTo>
                <a:lnTo>
                  <a:pt x="0" y="0"/>
                </a:lnTo>
                <a:lnTo>
                  <a:pt x="0" y="14220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501649"/>
            </a:solidFill>
            <a:round/>
          </a:ln>
        </p:spPr>
      </p:sp>
      <p:sp>
        <p:nvSpPr>
          <p:cNvPr id="17" name="Text LLM">
            <a:extLst xmlns:a="http://schemas.openxmlformats.org/drawingml/2006/main">
              <a:ext uri="{FF2B5EF4-FFF2-40B4-BE49-F238E27FC236}">
                <a16:creationId xmlns:a16="http://schemas.microsoft.com/office/drawing/2014/main" id="{EED4FBE6-9E47-4AF3-8D45-64A3EAF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3599" y="1498117"/>
            <a:ext cx="632170" cy="189063"/>
          </a:xfrm>
          <a:custGeom xmlns:a="http://schemas.openxmlformats.org/drawingml/2006/main">
            <a:pathLst>
              <a:path w="632170" h="189063">
                <a:moveTo>
                  <a:pt x="174981" y="122696"/>
                </a:moveTo>
                <a:lnTo>
                  <a:pt x="167870" y="189063"/>
                </a:lnTo>
                <a:lnTo>
                  <a:pt x="0" y="189063"/>
                </a:lnTo>
                <a:lnTo>
                  <a:pt x="0" y="184044"/>
                </a:lnTo>
                <a:lnTo>
                  <a:pt x="6274" y="184044"/>
                </a:lnTo>
                <a:cubicBezTo>
                  <a:pt x="11758" y="184044"/>
                  <a:pt x="16174" y="183063"/>
                  <a:pt x="19520" y="181103"/>
                </a:cubicBezTo>
                <a:cubicBezTo>
                  <a:pt x="21937" y="179793"/>
                  <a:pt x="23796" y="177550"/>
                  <a:pt x="25097" y="174375"/>
                </a:cubicBezTo>
                <a:cubicBezTo>
                  <a:pt x="26119" y="172133"/>
                  <a:pt x="26631" y="166246"/>
                  <a:pt x="26631" y="156716"/>
                </a:cubicBezTo>
                <a:lnTo>
                  <a:pt x="26631" y="32347"/>
                </a:lnTo>
                <a:cubicBezTo>
                  <a:pt x="26631" y="22631"/>
                  <a:pt x="26119" y="16558"/>
                  <a:pt x="25097" y="14130"/>
                </a:cubicBezTo>
                <a:cubicBezTo>
                  <a:pt x="24074" y="11699"/>
                  <a:pt x="22006" y="9573"/>
                  <a:pt x="18892" y="7751"/>
                </a:cubicBezTo>
                <a:cubicBezTo>
                  <a:pt x="15778" y="5930"/>
                  <a:pt x="11572" y="5019"/>
                  <a:pt x="6274" y="5019"/>
                </a:cubicBezTo>
                <a:lnTo>
                  <a:pt x="0" y="5019"/>
                </a:lnTo>
                <a:lnTo>
                  <a:pt x="0" y="0"/>
                </a:lnTo>
                <a:lnTo>
                  <a:pt x="100806" y="0"/>
                </a:lnTo>
                <a:lnTo>
                  <a:pt x="100806" y="5019"/>
                </a:lnTo>
                <a:lnTo>
                  <a:pt x="92580" y="5019"/>
                </a:lnTo>
                <a:cubicBezTo>
                  <a:pt x="87095" y="5019"/>
                  <a:pt x="82680" y="6000"/>
                  <a:pt x="79334" y="7960"/>
                </a:cubicBezTo>
                <a:cubicBezTo>
                  <a:pt x="76917" y="9270"/>
                  <a:pt x="75012" y="11513"/>
                  <a:pt x="73617" y="14688"/>
                </a:cubicBezTo>
                <a:cubicBezTo>
                  <a:pt x="72595" y="16930"/>
                  <a:pt x="72084" y="22817"/>
                  <a:pt x="72084" y="32347"/>
                </a:cubicBezTo>
                <a:lnTo>
                  <a:pt x="72084" y="152812"/>
                </a:lnTo>
                <a:cubicBezTo>
                  <a:pt x="72084" y="162479"/>
                  <a:pt x="72641" y="168637"/>
                  <a:pt x="73757" y="171286"/>
                </a:cubicBezTo>
                <a:cubicBezTo>
                  <a:pt x="74872" y="173935"/>
                  <a:pt x="77057" y="175910"/>
                  <a:pt x="80310" y="177212"/>
                </a:cubicBezTo>
                <a:cubicBezTo>
                  <a:pt x="82634" y="178048"/>
                  <a:pt x="88257" y="178467"/>
                  <a:pt x="97181" y="178467"/>
                </a:cubicBezTo>
                <a:lnTo>
                  <a:pt x="112936" y="178467"/>
                </a:lnTo>
                <a:cubicBezTo>
                  <a:pt x="122975" y="178467"/>
                  <a:pt x="131340" y="176701"/>
                  <a:pt x="138033" y="173168"/>
                </a:cubicBezTo>
                <a:cubicBezTo>
                  <a:pt x="144725" y="169636"/>
                  <a:pt x="150511" y="164059"/>
                  <a:pt x="155391" y="156437"/>
                </a:cubicBezTo>
                <a:cubicBezTo>
                  <a:pt x="160271" y="148815"/>
                  <a:pt x="164896" y="137568"/>
                  <a:pt x="169264" y="122696"/>
                </a:cubicBezTo>
                <a:lnTo>
                  <a:pt x="174981" y="122696"/>
                </a:lnTo>
                <a:close/>
                <a:moveTo>
                  <a:pt x="361538" y="122696"/>
                </a:moveTo>
                <a:lnTo>
                  <a:pt x="354427" y="189063"/>
                </a:lnTo>
                <a:lnTo>
                  <a:pt x="186557" y="189063"/>
                </a:lnTo>
                <a:lnTo>
                  <a:pt x="186557" y="184044"/>
                </a:lnTo>
                <a:lnTo>
                  <a:pt x="192831" y="184044"/>
                </a:lnTo>
                <a:cubicBezTo>
                  <a:pt x="198315" y="184044"/>
                  <a:pt x="202731" y="183063"/>
                  <a:pt x="206077" y="181103"/>
                </a:cubicBezTo>
                <a:cubicBezTo>
                  <a:pt x="208494" y="179793"/>
                  <a:pt x="210353" y="177550"/>
                  <a:pt x="211654" y="174375"/>
                </a:cubicBezTo>
                <a:cubicBezTo>
                  <a:pt x="212676" y="172133"/>
                  <a:pt x="213188" y="166246"/>
                  <a:pt x="213188" y="156716"/>
                </a:cubicBezTo>
                <a:lnTo>
                  <a:pt x="213188" y="32347"/>
                </a:lnTo>
                <a:cubicBezTo>
                  <a:pt x="213188" y="22631"/>
                  <a:pt x="212676" y="16558"/>
                  <a:pt x="211654" y="14130"/>
                </a:cubicBezTo>
                <a:cubicBezTo>
                  <a:pt x="210631" y="11699"/>
                  <a:pt x="208563" y="9573"/>
                  <a:pt x="205449" y="7751"/>
                </a:cubicBezTo>
                <a:cubicBezTo>
                  <a:pt x="202336" y="5930"/>
                  <a:pt x="198129" y="5019"/>
                  <a:pt x="192831" y="5019"/>
                </a:cubicBezTo>
                <a:lnTo>
                  <a:pt x="186557" y="5019"/>
                </a:lnTo>
                <a:lnTo>
                  <a:pt x="186557" y="0"/>
                </a:lnTo>
                <a:lnTo>
                  <a:pt x="287363" y="0"/>
                </a:lnTo>
                <a:lnTo>
                  <a:pt x="287363" y="5019"/>
                </a:lnTo>
                <a:lnTo>
                  <a:pt x="279137" y="5019"/>
                </a:lnTo>
                <a:cubicBezTo>
                  <a:pt x="273652" y="5019"/>
                  <a:pt x="269237" y="6000"/>
                  <a:pt x="265891" y="7960"/>
                </a:cubicBezTo>
                <a:cubicBezTo>
                  <a:pt x="263474" y="9270"/>
                  <a:pt x="261569" y="11513"/>
                  <a:pt x="260175" y="14688"/>
                </a:cubicBezTo>
                <a:cubicBezTo>
                  <a:pt x="259152" y="16930"/>
                  <a:pt x="258641" y="22817"/>
                  <a:pt x="258641" y="32347"/>
                </a:cubicBezTo>
                <a:lnTo>
                  <a:pt x="258641" y="152812"/>
                </a:lnTo>
                <a:cubicBezTo>
                  <a:pt x="258641" y="162479"/>
                  <a:pt x="259199" y="168637"/>
                  <a:pt x="260314" y="171286"/>
                </a:cubicBezTo>
                <a:cubicBezTo>
                  <a:pt x="261429" y="173935"/>
                  <a:pt x="263614" y="175910"/>
                  <a:pt x="266867" y="177212"/>
                </a:cubicBezTo>
                <a:cubicBezTo>
                  <a:pt x="269191" y="178048"/>
                  <a:pt x="274814" y="178467"/>
                  <a:pt x="283738" y="178467"/>
                </a:cubicBezTo>
                <a:lnTo>
                  <a:pt x="299493" y="178467"/>
                </a:lnTo>
                <a:cubicBezTo>
                  <a:pt x="309532" y="178467"/>
                  <a:pt x="317897" y="176701"/>
                  <a:pt x="324590" y="173168"/>
                </a:cubicBezTo>
                <a:cubicBezTo>
                  <a:pt x="331282" y="169636"/>
                  <a:pt x="337069" y="164059"/>
                  <a:pt x="341948" y="156437"/>
                </a:cubicBezTo>
                <a:cubicBezTo>
                  <a:pt x="346828" y="148815"/>
                  <a:pt x="351453" y="137568"/>
                  <a:pt x="355821" y="122696"/>
                </a:cubicBezTo>
                <a:lnTo>
                  <a:pt x="361538" y="122696"/>
                </a:lnTo>
                <a:close/>
                <a:moveTo>
                  <a:pt x="503897" y="124482"/>
                </a:moveTo>
                <a:lnTo>
                  <a:pt x="555206" y="0"/>
                </a:lnTo>
                <a:lnTo>
                  <a:pt x="632170" y="0"/>
                </a:lnTo>
                <a:lnTo>
                  <a:pt x="632170" y="5019"/>
                </a:lnTo>
                <a:lnTo>
                  <a:pt x="626035" y="5019"/>
                </a:lnTo>
                <a:cubicBezTo>
                  <a:pt x="620458" y="5019"/>
                  <a:pt x="615996" y="6010"/>
                  <a:pt x="612650" y="7991"/>
                </a:cubicBezTo>
                <a:cubicBezTo>
                  <a:pt x="610326" y="9313"/>
                  <a:pt x="608467" y="11532"/>
                  <a:pt x="607073" y="14649"/>
                </a:cubicBezTo>
                <a:cubicBezTo>
                  <a:pt x="606050" y="16914"/>
                  <a:pt x="605539" y="22814"/>
                  <a:pt x="605539" y="32347"/>
                </a:cubicBezTo>
                <a:lnTo>
                  <a:pt x="605539" y="156716"/>
                </a:lnTo>
                <a:cubicBezTo>
                  <a:pt x="605539" y="166432"/>
                  <a:pt x="606050" y="172506"/>
                  <a:pt x="607073" y="174937"/>
                </a:cubicBezTo>
                <a:cubicBezTo>
                  <a:pt x="608095" y="177366"/>
                  <a:pt x="610187" y="179491"/>
                  <a:pt x="613347" y="181312"/>
                </a:cubicBezTo>
                <a:cubicBezTo>
                  <a:pt x="616507" y="183133"/>
                  <a:pt x="620737" y="184044"/>
                  <a:pt x="626035" y="184044"/>
                </a:cubicBezTo>
                <a:lnTo>
                  <a:pt x="632170" y="184044"/>
                </a:lnTo>
                <a:lnTo>
                  <a:pt x="632170" y="189063"/>
                </a:lnTo>
                <a:lnTo>
                  <a:pt x="533455" y="189063"/>
                </a:lnTo>
                <a:lnTo>
                  <a:pt x="533455" y="184044"/>
                </a:lnTo>
                <a:lnTo>
                  <a:pt x="539590" y="184044"/>
                </a:lnTo>
                <a:cubicBezTo>
                  <a:pt x="545167" y="184044"/>
                  <a:pt x="549629" y="183063"/>
                  <a:pt x="552975" y="181103"/>
                </a:cubicBezTo>
                <a:cubicBezTo>
                  <a:pt x="555299" y="179793"/>
                  <a:pt x="557158" y="177550"/>
                  <a:pt x="558552" y="174375"/>
                </a:cubicBezTo>
                <a:cubicBezTo>
                  <a:pt x="559575" y="172133"/>
                  <a:pt x="560086" y="166246"/>
                  <a:pt x="560086" y="156716"/>
                </a:cubicBezTo>
                <a:lnTo>
                  <a:pt x="560086" y="16592"/>
                </a:lnTo>
                <a:lnTo>
                  <a:pt x="487584" y="189063"/>
                </a:lnTo>
                <a:lnTo>
                  <a:pt x="484238" y="189063"/>
                </a:lnTo>
                <a:lnTo>
                  <a:pt x="410620" y="17707"/>
                </a:lnTo>
                <a:lnTo>
                  <a:pt x="410620" y="150860"/>
                </a:lnTo>
                <a:cubicBezTo>
                  <a:pt x="410620" y="160234"/>
                  <a:pt x="410853" y="165998"/>
                  <a:pt x="411317" y="168153"/>
                </a:cubicBezTo>
                <a:cubicBezTo>
                  <a:pt x="412526" y="172842"/>
                  <a:pt x="415152" y="176663"/>
                  <a:pt x="419195" y="179617"/>
                </a:cubicBezTo>
                <a:cubicBezTo>
                  <a:pt x="423238" y="182568"/>
                  <a:pt x="429582" y="184044"/>
                  <a:pt x="438227" y="184044"/>
                </a:cubicBezTo>
                <a:lnTo>
                  <a:pt x="438227" y="189063"/>
                </a:lnTo>
                <a:lnTo>
                  <a:pt x="373533" y="189063"/>
                </a:lnTo>
                <a:lnTo>
                  <a:pt x="373533" y="184044"/>
                </a:lnTo>
                <a:lnTo>
                  <a:pt x="375485" y="184044"/>
                </a:lnTo>
                <a:cubicBezTo>
                  <a:pt x="379667" y="184137"/>
                  <a:pt x="383571" y="183454"/>
                  <a:pt x="387196" y="181996"/>
                </a:cubicBezTo>
                <a:cubicBezTo>
                  <a:pt x="390822" y="180538"/>
                  <a:pt x="393564" y="178584"/>
                  <a:pt x="395423" y="176136"/>
                </a:cubicBezTo>
                <a:cubicBezTo>
                  <a:pt x="397282" y="173687"/>
                  <a:pt x="398722" y="170249"/>
                  <a:pt x="399745" y="165822"/>
                </a:cubicBezTo>
                <a:cubicBezTo>
                  <a:pt x="399931" y="164788"/>
                  <a:pt x="400024" y="159987"/>
                  <a:pt x="400024" y="151418"/>
                </a:cubicBezTo>
                <a:lnTo>
                  <a:pt x="400024" y="32347"/>
                </a:lnTo>
                <a:cubicBezTo>
                  <a:pt x="400024" y="22625"/>
                  <a:pt x="399513" y="16560"/>
                  <a:pt x="398490" y="14152"/>
                </a:cubicBezTo>
                <a:cubicBezTo>
                  <a:pt x="397468" y="11744"/>
                  <a:pt x="395376" y="9620"/>
                  <a:pt x="392216" y="7782"/>
                </a:cubicBezTo>
                <a:cubicBezTo>
                  <a:pt x="389056" y="5940"/>
                  <a:pt x="384826" y="5019"/>
                  <a:pt x="379528" y="5019"/>
                </a:cubicBezTo>
                <a:lnTo>
                  <a:pt x="373533" y="5019"/>
                </a:lnTo>
                <a:lnTo>
                  <a:pt x="373533" y="0"/>
                </a:lnTo>
                <a:lnTo>
                  <a:pt x="450775" y="0"/>
                </a:lnTo>
                <a:lnTo>
                  <a:pt x="503897" y="1244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52DC2-323C-4807-A928-68F161B6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5621" y="1123384"/>
            <a:ext cx="79318" cy="118978"/>
          </a:xfrm>
          <a:custGeom xmlns:a="http://schemas.openxmlformats.org/drawingml/2006/main">
            <a:pathLst>
              <a:path w="79318" h="118978">
                <a:moveTo>
                  <a:pt x="0" y="0"/>
                </a:moveTo>
                <a:lnTo>
                  <a:pt x="79318" y="39659"/>
                </a:lnTo>
                <a:lnTo>
                  <a:pt x="19830" y="39659"/>
                </a:lnTo>
                <a:lnTo>
                  <a:pt x="19830" y="79318"/>
                </a:lnTo>
                <a:lnTo>
                  <a:pt x="79318" y="79318"/>
                </a:lnTo>
                <a:lnTo>
                  <a:pt x="0" y="11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65D90-C024-43F4-9996-DD9B86F7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419" y="1163043"/>
            <a:ext cx="898123" cy="39659"/>
          </a:xfrm>
          <a:custGeom xmlns:a="http://schemas.openxmlformats.org/drawingml/2006/main">
            <a:pathLst>
              <a:path w="898123" h="39659">
                <a:moveTo>
                  <a:pt x="0" y="39659"/>
                </a:moveTo>
                <a:lnTo>
                  <a:pt x="0" y="0"/>
                </a:lnTo>
                <a:lnTo>
                  <a:pt x="898123" y="0"/>
                </a:lnTo>
                <a:lnTo>
                  <a:pt x="898123" y="39659"/>
                </a:lnTo>
                <a:lnTo>
                  <a:pt x="0" y="39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EDF55-D0DC-4B7B-A8FA-D49FD7B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451" y="1163043"/>
            <a:ext cx="99148" cy="39659"/>
          </a:xfrm>
          <a:custGeom xmlns:a="http://schemas.openxmlformats.org/drawingml/2006/main">
            <a:pathLst>
              <a:path w="99148" h="39659">
                <a:moveTo>
                  <a:pt x="59489" y="0"/>
                </a:moveTo>
                <a:lnTo>
                  <a:pt x="99148" y="19830"/>
                </a:lnTo>
                <a:lnTo>
                  <a:pt x="59489" y="39659"/>
                </a:lnTo>
                <a:lnTo>
                  <a:pt x="0" y="39659"/>
                </a:lnTo>
                <a:lnTo>
                  <a:pt x="0" y="0"/>
                </a:lnTo>
                <a:lnTo>
                  <a:pt x="594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Relevant">
            <a:extLst xmlns:a="http://schemas.openxmlformats.org/drawingml/2006/main">
              <a:ext uri="{FF2B5EF4-FFF2-40B4-BE49-F238E27FC236}">
                <a16:creationId xmlns:a16="http://schemas.microsoft.com/office/drawing/2014/main" id="{9CCADE56-A48B-4F72-8B1C-AC2144C6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567" y="952115"/>
            <a:ext cx="818279" cy="149871"/>
          </a:xfrm>
          <a:custGeom xmlns:a="http://schemas.openxmlformats.org/drawingml/2006/main">
            <a:pathLst>
              <a:path w="818279" h="149871">
                <a:moveTo>
                  <a:pt x="54794" y="79917"/>
                </a:moveTo>
                <a:lnTo>
                  <a:pt x="54794" y="121283"/>
                </a:lnTo>
                <a:cubicBezTo>
                  <a:pt x="54794" y="129183"/>
                  <a:pt x="55281" y="134158"/>
                  <a:pt x="56256" y="136206"/>
                </a:cubicBezTo>
                <a:cubicBezTo>
                  <a:pt x="57230" y="138253"/>
                  <a:pt x="58945" y="139887"/>
                  <a:pt x="61399" y="141110"/>
                </a:cubicBezTo>
                <a:cubicBezTo>
                  <a:pt x="63854" y="142330"/>
                  <a:pt x="68438" y="142941"/>
                  <a:pt x="75152" y="142941"/>
                </a:cubicBezTo>
                <a:lnTo>
                  <a:pt x="75152" y="146839"/>
                </a:lnTo>
                <a:lnTo>
                  <a:pt x="0" y="146839"/>
                </a:lnTo>
                <a:lnTo>
                  <a:pt x="0" y="142941"/>
                </a:lnTo>
                <a:cubicBezTo>
                  <a:pt x="6786" y="142941"/>
                  <a:pt x="11388" y="142312"/>
                  <a:pt x="13807" y="141056"/>
                </a:cubicBezTo>
                <a:cubicBezTo>
                  <a:pt x="16225" y="139799"/>
                  <a:pt x="17922" y="138165"/>
                  <a:pt x="18896" y="136152"/>
                </a:cubicBezTo>
                <a:cubicBezTo>
                  <a:pt x="19871" y="134140"/>
                  <a:pt x="20358" y="129183"/>
                  <a:pt x="20358" y="121283"/>
                </a:cubicBezTo>
                <a:lnTo>
                  <a:pt x="20358" y="25556"/>
                </a:lnTo>
                <a:cubicBezTo>
                  <a:pt x="20358" y="17656"/>
                  <a:pt x="19871" y="12682"/>
                  <a:pt x="18896" y="10636"/>
                </a:cubicBezTo>
                <a:cubicBezTo>
                  <a:pt x="17922" y="8587"/>
                  <a:pt x="16207" y="6953"/>
                  <a:pt x="13753" y="5733"/>
                </a:cubicBezTo>
                <a:cubicBezTo>
                  <a:pt x="11298" y="4510"/>
                  <a:pt x="6714" y="3898"/>
                  <a:pt x="0" y="3898"/>
                </a:cubicBezTo>
                <a:lnTo>
                  <a:pt x="0" y="0"/>
                </a:lnTo>
                <a:lnTo>
                  <a:pt x="68222" y="0"/>
                </a:lnTo>
                <a:cubicBezTo>
                  <a:pt x="85981" y="0"/>
                  <a:pt x="98976" y="1226"/>
                  <a:pt x="107205" y="3678"/>
                </a:cubicBezTo>
                <a:cubicBezTo>
                  <a:pt x="115435" y="6131"/>
                  <a:pt x="122149" y="10656"/>
                  <a:pt x="127347" y="17255"/>
                </a:cubicBezTo>
                <a:cubicBezTo>
                  <a:pt x="132545" y="23854"/>
                  <a:pt x="135144" y="31589"/>
                  <a:pt x="135144" y="40459"/>
                </a:cubicBezTo>
                <a:cubicBezTo>
                  <a:pt x="135144" y="51279"/>
                  <a:pt x="131245" y="60223"/>
                  <a:pt x="123449" y="67291"/>
                </a:cubicBezTo>
                <a:cubicBezTo>
                  <a:pt x="118467" y="71762"/>
                  <a:pt x="111501" y="75116"/>
                  <a:pt x="102549" y="77352"/>
                </a:cubicBezTo>
                <a:lnTo>
                  <a:pt x="137851" y="127178"/>
                </a:lnTo>
                <a:cubicBezTo>
                  <a:pt x="142471" y="133540"/>
                  <a:pt x="145756" y="137507"/>
                  <a:pt x="147705" y="139079"/>
                </a:cubicBezTo>
                <a:cubicBezTo>
                  <a:pt x="150665" y="141295"/>
                  <a:pt x="154094" y="142510"/>
                  <a:pt x="157993" y="142724"/>
                </a:cubicBezTo>
                <a:lnTo>
                  <a:pt x="157993" y="146839"/>
                </a:lnTo>
                <a:lnTo>
                  <a:pt x="111754" y="146839"/>
                </a:lnTo>
                <a:lnTo>
                  <a:pt x="64432" y="79917"/>
                </a:lnTo>
                <a:lnTo>
                  <a:pt x="54794" y="79917"/>
                </a:lnTo>
                <a:moveTo>
                  <a:pt x="54794" y="8230"/>
                </a:moveTo>
                <a:lnTo>
                  <a:pt x="54794" y="72120"/>
                </a:lnTo>
                <a:lnTo>
                  <a:pt x="60966" y="72120"/>
                </a:lnTo>
                <a:cubicBezTo>
                  <a:pt x="71001" y="72120"/>
                  <a:pt x="78509" y="71206"/>
                  <a:pt x="83490" y="69379"/>
                </a:cubicBezTo>
                <a:cubicBezTo>
                  <a:pt x="88472" y="67549"/>
                  <a:pt x="92388" y="64251"/>
                  <a:pt x="95240" y="59484"/>
                </a:cubicBezTo>
                <a:cubicBezTo>
                  <a:pt x="98091" y="54715"/>
                  <a:pt x="99517" y="48494"/>
                  <a:pt x="99517" y="40821"/>
                </a:cubicBezTo>
                <a:cubicBezTo>
                  <a:pt x="99517" y="29706"/>
                  <a:pt x="96900" y="21495"/>
                  <a:pt x="91666" y="16189"/>
                </a:cubicBezTo>
                <a:cubicBezTo>
                  <a:pt x="86432" y="10883"/>
                  <a:pt x="78004" y="8230"/>
                  <a:pt x="66381" y="8230"/>
                </a:cubicBezTo>
                <a:lnTo>
                  <a:pt x="54794" y="8230"/>
                </a:lnTo>
                <a:close/>
                <a:moveTo>
                  <a:pt x="247025" y="92478"/>
                </a:moveTo>
                <a:lnTo>
                  <a:pt x="191473" y="92478"/>
                </a:lnTo>
                <a:cubicBezTo>
                  <a:pt x="192123" y="105942"/>
                  <a:pt x="195696" y="116583"/>
                  <a:pt x="202194" y="124400"/>
                </a:cubicBezTo>
                <a:cubicBezTo>
                  <a:pt x="207175" y="130407"/>
                  <a:pt x="213167" y="133411"/>
                  <a:pt x="220170" y="133411"/>
                </a:cubicBezTo>
                <a:cubicBezTo>
                  <a:pt x="224501" y="133411"/>
                  <a:pt x="228436" y="132202"/>
                  <a:pt x="231973" y="129784"/>
                </a:cubicBezTo>
                <a:cubicBezTo>
                  <a:pt x="235510" y="127365"/>
                  <a:pt x="239300" y="123016"/>
                  <a:pt x="243343" y="116735"/>
                </a:cubicBezTo>
                <a:lnTo>
                  <a:pt x="247025" y="119117"/>
                </a:lnTo>
                <a:cubicBezTo>
                  <a:pt x="241538" y="130307"/>
                  <a:pt x="235474" y="138230"/>
                  <a:pt x="228833" y="142886"/>
                </a:cubicBezTo>
                <a:cubicBezTo>
                  <a:pt x="222191" y="147543"/>
                  <a:pt x="214502" y="149871"/>
                  <a:pt x="205767" y="149871"/>
                </a:cubicBezTo>
                <a:cubicBezTo>
                  <a:pt x="190751" y="149871"/>
                  <a:pt x="179381" y="144090"/>
                  <a:pt x="171656" y="132528"/>
                </a:cubicBezTo>
                <a:cubicBezTo>
                  <a:pt x="165448" y="123206"/>
                  <a:pt x="162344" y="111644"/>
                  <a:pt x="162344" y="97842"/>
                </a:cubicBezTo>
                <a:cubicBezTo>
                  <a:pt x="162344" y="80931"/>
                  <a:pt x="166910" y="67472"/>
                  <a:pt x="176042" y="57464"/>
                </a:cubicBezTo>
                <a:cubicBezTo>
                  <a:pt x="185174" y="47454"/>
                  <a:pt x="195877" y="42449"/>
                  <a:pt x="208150" y="42449"/>
                </a:cubicBezTo>
                <a:cubicBezTo>
                  <a:pt x="218401" y="42449"/>
                  <a:pt x="227299" y="46654"/>
                  <a:pt x="234843" y="55065"/>
                </a:cubicBezTo>
                <a:cubicBezTo>
                  <a:pt x="242387" y="63475"/>
                  <a:pt x="246447" y="75946"/>
                  <a:pt x="247025" y="92478"/>
                </a:cubicBezTo>
                <a:moveTo>
                  <a:pt x="220386" y="85331"/>
                </a:moveTo>
                <a:cubicBezTo>
                  <a:pt x="220386" y="73708"/>
                  <a:pt x="219754" y="65731"/>
                  <a:pt x="218491" y="61399"/>
                </a:cubicBezTo>
                <a:cubicBezTo>
                  <a:pt x="217228" y="57068"/>
                  <a:pt x="215260" y="53783"/>
                  <a:pt x="212589" y="51545"/>
                </a:cubicBezTo>
                <a:cubicBezTo>
                  <a:pt x="211073" y="50246"/>
                  <a:pt x="209052" y="49596"/>
                  <a:pt x="206525" y="49596"/>
                </a:cubicBezTo>
                <a:cubicBezTo>
                  <a:pt x="202771" y="49596"/>
                  <a:pt x="199703" y="51437"/>
                  <a:pt x="197321" y="55119"/>
                </a:cubicBezTo>
                <a:cubicBezTo>
                  <a:pt x="193061" y="61544"/>
                  <a:pt x="190932" y="70351"/>
                  <a:pt x="190932" y="81541"/>
                </a:cubicBezTo>
                <a:lnTo>
                  <a:pt x="190932" y="85331"/>
                </a:lnTo>
                <a:lnTo>
                  <a:pt x="220386" y="85331"/>
                </a:lnTo>
                <a:close/>
                <a:moveTo>
                  <a:pt x="296922" y="0"/>
                </a:moveTo>
                <a:lnTo>
                  <a:pt x="296922" y="125831"/>
                </a:lnTo>
                <a:cubicBezTo>
                  <a:pt x="296922" y="132978"/>
                  <a:pt x="297752" y="137544"/>
                  <a:pt x="299413" y="139530"/>
                </a:cubicBezTo>
                <a:cubicBezTo>
                  <a:pt x="301073" y="141515"/>
                  <a:pt x="304322" y="142652"/>
                  <a:pt x="309158" y="142941"/>
                </a:cubicBezTo>
                <a:lnTo>
                  <a:pt x="309158" y="146839"/>
                </a:lnTo>
                <a:lnTo>
                  <a:pt x="254473" y="146839"/>
                </a:lnTo>
                <a:lnTo>
                  <a:pt x="254473" y="142941"/>
                </a:lnTo>
                <a:cubicBezTo>
                  <a:pt x="258949" y="142796"/>
                  <a:pt x="262270" y="141497"/>
                  <a:pt x="264435" y="139042"/>
                </a:cubicBezTo>
                <a:cubicBezTo>
                  <a:pt x="265879" y="137382"/>
                  <a:pt x="266601" y="132978"/>
                  <a:pt x="266601" y="125831"/>
                </a:cubicBezTo>
                <a:lnTo>
                  <a:pt x="266601" y="21008"/>
                </a:lnTo>
                <a:cubicBezTo>
                  <a:pt x="266601" y="13888"/>
                  <a:pt x="265771" y="9330"/>
                  <a:pt x="264111" y="7333"/>
                </a:cubicBezTo>
                <a:cubicBezTo>
                  <a:pt x="262450" y="5334"/>
                  <a:pt x="259238" y="4189"/>
                  <a:pt x="254473" y="3898"/>
                </a:cubicBezTo>
                <a:lnTo>
                  <a:pt x="254473" y="0"/>
                </a:lnTo>
                <a:lnTo>
                  <a:pt x="296922" y="0"/>
                </a:lnTo>
                <a:close/>
                <a:moveTo>
                  <a:pt x="402933" y="92478"/>
                </a:moveTo>
                <a:lnTo>
                  <a:pt x="347381" y="92478"/>
                </a:lnTo>
                <a:cubicBezTo>
                  <a:pt x="348031" y="105942"/>
                  <a:pt x="351604" y="116583"/>
                  <a:pt x="358101" y="124400"/>
                </a:cubicBezTo>
                <a:cubicBezTo>
                  <a:pt x="363083" y="130407"/>
                  <a:pt x="369075" y="133411"/>
                  <a:pt x="376077" y="133411"/>
                </a:cubicBezTo>
                <a:cubicBezTo>
                  <a:pt x="380409" y="133411"/>
                  <a:pt x="384343" y="132202"/>
                  <a:pt x="387881" y="129784"/>
                </a:cubicBezTo>
                <a:cubicBezTo>
                  <a:pt x="391418" y="127365"/>
                  <a:pt x="395208" y="123016"/>
                  <a:pt x="399251" y="116735"/>
                </a:cubicBezTo>
                <a:lnTo>
                  <a:pt x="402933" y="119117"/>
                </a:lnTo>
                <a:cubicBezTo>
                  <a:pt x="397446" y="130307"/>
                  <a:pt x="391382" y="138230"/>
                  <a:pt x="384740" y="142886"/>
                </a:cubicBezTo>
                <a:cubicBezTo>
                  <a:pt x="378099" y="147543"/>
                  <a:pt x="370410" y="149871"/>
                  <a:pt x="361675" y="149871"/>
                </a:cubicBezTo>
                <a:cubicBezTo>
                  <a:pt x="346659" y="149871"/>
                  <a:pt x="335289" y="144090"/>
                  <a:pt x="327564" y="132528"/>
                </a:cubicBezTo>
                <a:cubicBezTo>
                  <a:pt x="321356" y="123206"/>
                  <a:pt x="318251" y="111644"/>
                  <a:pt x="318251" y="97842"/>
                </a:cubicBezTo>
                <a:cubicBezTo>
                  <a:pt x="318251" y="80931"/>
                  <a:pt x="322817" y="67472"/>
                  <a:pt x="331950" y="57464"/>
                </a:cubicBezTo>
                <a:cubicBezTo>
                  <a:pt x="341082" y="47454"/>
                  <a:pt x="351785" y="42449"/>
                  <a:pt x="364057" y="42449"/>
                </a:cubicBezTo>
                <a:cubicBezTo>
                  <a:pt x="374309" y="42449"/>
                  <a:pt x="383206" y="46654"/>
                  <a:pt x="390750" y="55065"/>
                </a:cubicBezTo>
                <a:cubicBezTo>
                  <a:pt x="398294" y="63475"/>
                  <a:pt x="402355" y="75946"/>
                  <a:pt x="402933" y="92478"/>
                </a:cubicBezTo>
                <a:moveTo>
                  <a:pt x="376294" y="85331"/>
                </a:moveTo>
                <a:cubicBezTo>
                  <a:pt x="376294" y="73708"/>
                  <a:pt x="375662" y="65731"/>
                  <a:pt x="374399" y="61399"/>
                </a:cubicBezTo>
                <a:cubicBezTo>
                  <a:pt x="373135" y="57068"/>
                  <a:pt x="371168" y="53783"/>
                  <a:pt x="368497" y="51545"/>
                </a:cubicBezTo>
                <a:cubicBezTo>
                  <a:pt x="366981" y="50246"/>
                  <a:pt x="364960" y="49596"/>
                  <a:pt x="362433" y="49596"/>
                </a:cubicBezTo>
                <a:cubicBezTo>
                  <a:pt x="358679" y="49596"/>
                  <a:pt x="355611" y="51437"/>
                  <a:pt x="353228" y="55119"/>
                </a:cubicBezTo>
                <a:cubicBezTo>
                  <a:pt x="348969" y="61544"/>
                  <a:pt x="346839" y="70351"/>
                  <a:pt x="346839" y="81541"/>
                </a:cubicBezTo>
                <a:lnTo>
                  <a:pt x="346839" y="85331"/>
                </a:lnTo>
                <a:lnTo>
                  <a:pt x="376294" y="85331"/>
                </a:lnTo>
                <a:close/>
                <a:moveTo>
                  <a:pt x="458894" y="149871"/>
                </a:moveTo>
                <a:lnTo>
                  <a:pt x="424783" y="71315"/>
                </a:lnTo>
                <a:cubicBezTo>
                  <a:pt x="420668" y="61783"/>
                  <a:pt x="417456" y="55745"/>
                  <a:pt x="415146" y="53200"/>
                </a:cubicBezTo>
                <a:cubicBezTo>
                  <a:pt x="413485" y="51307"/>
                  <a:pt x="411031" y="50034"/>
                  <a:pt x="407782" y="49379"/>
                </a:cubicBezTo>
                <a:lnTo>
                  <a:pt x="407782" y="45481"/>
                </a:lnTo>
                <a:lnTo>
                  <a:pt x="461601" y="45481"/>
                </a:lnTo>
                <a:lnTo>
                  <a:pt x="461601" y="49379"/>
                </a:lnTo>
                <a:cubicBezTo>
                  <a:pt x="458208" y="49379"/>
                  <a:pt x="455898" y="49996"/>
                  <a:pt x="454671" y="51231"/>
                </a:cubicBezTo>
                <a:cubicBezTo>
                  <a:pt x="452938" y="52830"/>
                  <a:pt x="452072" y="54718"/>
                  <a:pt x="452072" y="56895"/>
                </a:cubicBezTo>
                <a:cubicBezTo>
                  <a:pt x="452072" y="59582"/>
                  <a:pt x="453660" y="64630"/>
                  <a:pt x="456837" y="72039"/>
                </a:cubicBezTo>
                <a:lnTo>
                  <a:pt x="473513" y="110089"/>
                </a:lnTo>
                <a:lnTo>
                  <a:pt x="486833" y="77243"/>
                </a:lnTo>
                <a:cubicBezTo>
                  <a:pt x="490659" y="67811"/>
                  <a:pt x="492572" y="61136"/>
                  <a:pt x="492572" y="57217"/>
                </a:cubicBezTo>
                <a:cubicBezTo>
                  <a:pt x="492572" y="54968"/>
                  <a:pt x="491760" y="53136"/>
                  <a:pt x="490135" y="51721"/>
                </a:cubicBezTo>
                <a:cubicBezTo>
                  <a:pt x="488511" y="50304"/>
                  <a:pt x="485641" y="49524"/>
                  <a:pt x="481526" y="49379"/>
                </a:cubicBezTo>
                <a:lnTo>
                  <a:pt x="481526" y="45481"/>
                </a:lnTo>
                <a:lnTo>
                  <a:pt x="514663" y="45481"/>
                </a:lnTo>
                <a:lnTo>
                  <a:pt x="514663" y="49379"/>
                </a:lnTo>
                <a:cubicBezTo>
                  <a:pt x="511486" y="49815"/>
                  <a:pt x="508887" y="51012"/>
                  <a:pt x="506866" y="52970"/>
                </a:cubicBezTo>
                <a:cubicBezTo>
                  <a:pt x="504844" y="54928"/>
                  <a:pt x="501812" y="60693"/>
                  <a:pt x="497770" y="70266"/>
                </a:cubicBezTo>
                <a:lnTo>
                  <a:pt x="463984" y="149871"/>
                </a:lnTo>
                <a:lnTo>
                  <a:pt x="458894" y="149871"/>
                </a:lnTo>
                <a:close/>
                <a:moveTo>
                  <a:pt x="578629" y="131895"/>
                </a:moveTo>
                <a:cubicBezTo>
                  <a:pt x="566285" y="142868"/>
                  <a:pt x="555203" y="148355"/>
                  <a:pt x="545385" y="148355"/>
                </a:cubicBezTo>
                <a:cubicBezTo>
                  <a:pt x="539610" y="148355"/>
                  <a:pt x="534809" y="146454"/>
                  <a:pt x="530983" y="142653"/>
                </a:cubicBezTo>
                <a:cubicBezTo>
                  <a:pt x="527156" y="138849"/>
                  <a:pt x="525243" y="134087"/>
                  <a:pt x="525243" y="128366"/>
                </a:cubicBezTo>
                <a:cubicBezTo>
                  <a:pt x="525243" y="120614"/>
                  <a:pt x="528564" y="113642"/>
                  <a:pt x="535206" y="107449"/>
                </a:cubicBezTo>
                <a:cubicBezTo>
                  <a:pt x="541848" y="101256"/>
                  <a:pt x="556322" y="93017"/>
                  <a:pt x="578629" y="82732"/>
                </a:cubicBezTo>
                <a:lnTo>
                  <a:pt x="578629" y="72553"/>
                </a:lnTo>
                <a:cubicBezTo>
                  <a:pt x="578629" y="64901"/>
                  <a:pt x="578214" y="60082"/>
                  <a:pt x="577384" y="58097"/>
                </a:cubicBezTo>
                <a:cubicBezTo>
                  <a:pt x="576554" y="56111"/>
                  <a:pt x="574984" y="54379"/>
                  <a:pt x="572674" y="52899"/>
                </a:cubicBezTo>
                <a:cubicBezTo>
                  <a:pt x="570363" y="51419"/>
                  <a:pt x="567765" y="50679"/>
                  <a:pt x="564877" y="50679"/>
                </a:cubicBezTo>
                <a:cubicBezTo>
                  <a:pt x="560184" y="50679"/>
                  <a:pt x="556322" y="51726"/>
                  <a:pt x="553290" y="53819"/>
                </a:cubicBezTo>
                <a:cubicBezTo>
                  <a:pt x="551413" y="55119"/>
                  <a:pt x="550475" y="56635"/>
                  <a:pt x="550475" y="58367"/>
                </a:cubicBezTo>
                <a:cubicBezTo>
                  <a:pt x="550475" y="59883"/>
                  <a:pt x="551485" y="61760"/>
                  <a:pt x="553507" y="63998"/>
                </a:cubicBezTo>
                <a:cubicBezTo>
                  <a:pt x="556250" y="67103"/>
                  <a:pt x="557622" y="70099"/>
                  <a:pt x="557622" y="72986"/>
                </a:cubicBezTo>
                <a:cubicBezTo>
                  <a:pt x="557622" y="76524"/>
                  <a:pt x="556304" y="79538"/>
                  <a:pt x="553669" y="82028"/>
                </a:cubicBezTo>
                <a:cubicBezTo>
                  <a:pt x="551034" y="84519"/>
                  <a:pt x="547587" y="85764"/>
                  <a:pt x="543327" y="85764"/>
                </a:cubicBezTo>
                <a:cubicBezTo>
                  <a:pt x="538779" y="85764"/>
                  <a:pt x="534971" y="84393"/>
                  <a:pt x="531903" y="81649"/>
                </a:cubicBezTo>
                <a:cubicBezTo>
                  <a:pt x="528835" y="78906"/>
                  <a:pt x="527301" y="75694"/>
                  <a:pt x="527301" y="72012"/>
                </a:cubicBezTo>
                <a:cubicBezTo>
                  <a:pt x="527301" y="66814"/>
                  <a:pt x="529358" y="61851"/>
                  <a:pt x="533473" y="57122"/>
                </a:cubicBezTo>
                <a:cubicBezTo>
                  <a:pt x="537588" y="52394"/>
                  <a:pt x="543327" y="48766"/>
                  <a:pt x="550691" y="46239"/>
                </a:cubicBezTo>
                <a:cubicBezTo>
                  <a:pt x="558055" y="43712"/>
                  <a:pt x="565707" y="42449"/>
                  <a:pt x="573648" y="42449"/>
                </a:cubicBezTo>
                <a:cubicBezTo>
                  <a:pt x="583250" y="42449"/>
                  <a:pt x="590848" y="44494"/>
                  <a:pt x="596443" y="48584"/>
                </a:cubicBezTo>
                <a:cubicBezTo>
                  <a:pt x="602038" y="52672"/>
                  <a:pt x="605665" y="57104"/>
                  <a:pt x="607326" y="61880"/>
                </a:cubicBezTo>
                <a:cubicBezTo>
                  <a:pt x="608337" y="64919"/>
                  <a:pt x="608842" y="71901"/>
                  <a:pt x="608842" y="82827"/>
                </a:cubicBezTo>
                <a:lnTo>
                  <a:pt x="608842" y="122227"/>
                </a:lnTo>
                <a:cubicBezTo>
                  <a:pt x="608842" y="126859"/>
                  <a:pt x="609022" y="129772"/>
                  <a:pt x="609383" y="130968"/>
                </a:cubicBezTo>
                <a:cubicBezTo>
                  <a:pt x="609744" y="132161"/>
                  <a:pt x="610286" y="133048"/>
                  <a:pt x="611008" y="133628"/>
                </a:cubicBezTo>
                <a:cubicBezTo>
                  <a:pt x="611730" y="134205"/>
                  <a:pt x="612560" y="134494"/>
                  <a:pt x="613498" y="134494"/>
                </a:cubicBezTo>
                <a:cubicBezTo>
                  <a:pt x="615375" y="134494"/>
                  <a:pt x="617288" y="133159"/>
                  <a:pt x="619238" y="130487"/>
                </a:cubicBezTo>
                <a:lnTo>
                  <a:pt x="622486" y="133086"/>
                </a:lnTo>
                <a:cubicBezTo>
                  <a:pt x="618877" y="138429"/>
                  <a:pt x="615141" y="142309"/>
                  <a:pt x="611278" y="144727"/>
                </a:cubicBezTo>
                <a:cubicBezTo>
                  <a:pt x="607416" y="147146"/>
                  <a:pt x="603030" y="148355"/>
                  <a:pt x="598121" y="148355"/>
                </a:cubicBezTo>
                <a:cubicBezTo>
                  <a:pt x="592346" y="148355"/>
                  <a:pt x="587834" y="146992"/>
                  <a:pt x="584585" y="144267"/>
                </a:cubicBezTo>
                <a:cubicBezTo>
                  <a:pt x="581337" y="141542"/>
                  <a:pt x="579351" y="137418"/>
                  <a:pt x="578629" y="131895"/>
                </a:cubicBezTo>
                <a:moveTo>
                  <a:pt x="578629" y="123882"/>
                </a:moveTo>
                <a:lnTo>
                  <a:pt x="578629" y="90008"/>
                </a:lnTo>
                <a:cubicBezTo>
                  <a:pt x="569894" y="95158"/>
                  <a:pt x="563397" y="100672"/>
                  <a:pt x="559138" y="106549"/>
                </a:cubicBezTo>
                <a:cubicBezTo>
                  <a:pt x="556322" y="110465"/>
                  <a:pt x="554914" y="114419"/>
                  <a:pt x="554914" y="118410"/>
                </a:cubicBezTo>
                <a:cubicBezTo>
                  <a:pt x="554914" y="121747"/>
                  <a:pt x="556106" y="124685"/>
                  <a:pt x="558488" y="127225"/>
                </a:cubicBezTo>
                <a:cubicBezTo>
                  <a:pt x="560293" y="129183"/>
                  <a:pt x="562819" y="130163"/>
                  <a:pt x="566068" y="130163"/>
                </a:cubicBezTo>
                <a:cubicBezTo>
                  <a:pt x="569678" y="130163"/>
                  <a:pt x="573865" y="128069"/>
                  <a:pt x="578629" y="123882"/>
                </a:cubicBezTo>
                <a:close/>
                <a:moveTo>
                  <a:pt x="673675" y="45481"/>
                </a:moveTo>
                <a:lnTo>
                  <a:pt x="673675" y="58692"/>
                </a:lnTo>
                <a:cubicBezTo>
                  <a:pt x="678873" y="53023"/>
                  <a:pt x="683854" y="48899"/>
                  <a:pt x="688619" y="46320"/>
                </a:cubicBezTo>
                <a:cubicBezTo>
                  <a:pt x="693383" y="43739"/>
                  <a:pt x="698509" y="42449"/>
                  <a:pt x="703996" y="42449"/>
                </a:cubicBezTo>
                <a:cubicBezTo>
                  <a:pt x="710565" y="42449"/>
                  <a:pt x="716016" y="44274"/>
                  <a:pt x="720347" y="47924"/>
                </a:cubicBezTo>
                <a:cubicBezTo>
                  <a:pt x="724679" y="51575"/>
                  <a:pt x="727566" y="56110"/>
                  <a:pt x="729010" y="61531"/>
                </a:cubicBezTo>
                <a:cubicBezTo>
                  <a:pt x="730165" y="65653"/>
                  <a:pt x="730743" y="73570"/>
                  <a:pt x="730743" y="85280"/>
                </a:cubicBezTo>
                <a:lnTo>
                  <a:pt x="730743" y="124748"/>
                </a:lnTo>
                <a:cubicBezTo>
                  <a:pt x="730743" y="132545"/>
                  <a:pt x="731447" y="137400"/>
                  <a:pt x="732854" y="139313"/>
                </a:cubicBezTo>
                <a:cubicBezTo>
                  <a:pt x="734262" y="141226"/>
                  <a:pt x="737204" y="142435"/>
                  <a:pt x="741680" y="142941"/>
                </a:cubicBezTo>
                <a:lnTo>
                  <a:pt x="741680" y="146839"/>
                </a:lnTo>
                <a:lnTo>
                  <a:pt x="690460" y="146839"/>
                </a:lnTo>
                <a:lnTo>
                  <a:pt x="690460" y="142941"/>
                </a:lnTo>
                <a:cubicBezTo>
                  <a:pt x="694286" y="142435"/>
                  <a:pt x="697029" y="140847"/>
                  <a:pt x="698689" y="138176"/>
                </a:cubicBezTo>
                <a:cubicBezTo>
                  <a:pt x="699845" y="136371"/>
                  <a:pt x="700422" y="131895"/>
                  <a:pt x="700422" y="124748"/>
                </a:cubicBezTo>
                <a:lnTo>
                  <a:pt x="700422" y="79700"/>
                </a:lnTo>
                <a:cubicBezTo>
                  <a:pt x="700422" y="71398"/>
                  <a:pt x="700097" y="66164"/>
                  <a:pt x="699447" y="63998"/>
                </a:cubicBezTo>
                <a:cubicBezTo>
                  <a:pt x="698798" y="61833"/>
                  <a:pt x="697697" y="60154"/>
                  <a:pt x="696145" y="58963"/>
                </a:cubicBezTo>
                <a:cubicBezTo>
                  <a:pt x="694593" y="57772"/>
                  <a:pt x="692878" y="57176"/>
                  <a:pt x="691001" y="57176"/>
                </a:cubicBezTo>
                <a:cubicBezTo>
                  <a:pt x="684792" y="57176"/>
                  <a:pt x="679017" y="61652"/>
                  <a:pt x="673675" y="70604"/>
                </a:cubicBezTo>
                <a:lnTo>
                  <a:pt x="673675" y="124748"/>
                </a:lnTo>
                <a:cubicBezTo>
                  <a:pt x="673675" y="132328"/>
                  <a:pt x="674379" y="137129"/>
                  <a:pt x="675786" y="139150"/>
                </a:cubicBezTo>
                <a:cubicBezTo>
                  <a:pt x="677194" y="141172"/>
                  <a:pt x="679811" y="142435"/>
                  <a:pt x="683637" y="142941"/>
                </a:cubicBezTo>
                <a:lnTo>
                  <a:pt x="683637" y="146839"/>
                </a:lnTo>
                <a:lnTo>
                  <a:pt x="632417" y="146839"/>
                </a:lnTo>
                <a:lnTo>
                  <a:pt x="632417" y="142941"/>
                </a:lnTo>
                <a:cubicBezTo>
                  <a:pt x="636676" y="142507"/>
                  <a:pt x="639708" y="141136"/>
                  <a:pt x="641513" y="138826"/>
                </a:cubicBezTo>
                <a:cubicBezTo>
                  <a:pt x="642740" y="137237"/>
                  <a:pt x="643354" y="132545"/>
                  <a:pt x="643354" y="124748"/>
                </a:cubicBezTo>
                <a:lnTo>
                  <a:pt x="643354" y="67572"/>
                </a:lnTo>
                <a:cubicBezTo>
                  <a:pt x="643354" y="59827"/>
                  <a:pt x="642650" y="55005"/>
                  <a:pt x="641242" y="53105"/>
                </a:cubicBezTo>
                <a:cubicBezTo>
                  <a:pt x="639835" y="51206"/>
                  <a:pt x="636893" y="49964"/>
                  <a:pt x="632417" y="49379"/>
                </a:cubicBezTo>
                <a:lnTo>
                  <a:pt x="632417" y="45481"/>
                </a:lnTo>
                <a:lnTo>
                  <a:pt x="673675" y="45481"/>
                </a:lnTo>
                <a:close/>
                <a:moveTo>
                  <a:pt x="794239" y="8230"/>
                </a:moveTo>
                <a:lnTo>
                  <a:pt x="794239" y="45481"/>
                </a:lnTo>
                <a:lnTo>
                  <a:pt x="818279" y="45481"/>
                </a:lnTo>
                <a:lnTo>
                  <a:pt x="818279" y="56093"/>
                </a:lnTo>
                <a:lnTo>
                  <a:pt x="794239" y="56093"/>
                </a:lnTo>
                <a:lnTo>
                  <a:pt x="794239" y="118745"/>
                </a:lnTo>
                <a:cubicBezTo>
                  <a:pt x="794239" y="124608"/>
                  <a:pt x="794510" y="128390"/>
                  <a:pt x="795051" y="130092"/>
                </a:cubicBezTo>
                <a:cubicBezTo>
                  <a:pt x="795593" y="131793"/>
                  <a:pt x="796549" y="133169"/>
                  <a:pt x="797921" y="134220"/>
                </a:cubicBezTo>
                <a:cubicBezTo>
                  <a:pt x="799293" y="135269"/>
                  <a:pt x="800556" y="135794"/>
                  <a:pt x="801711" y="135794"/>
                </a:cubicBezTo>
                <a:cubicBezTo>
                  <a:pt x="806404" y="135794"/>
                  <a:pt x="810843" y="132184"/>
                  <a:pt x="815031" y="124965"/>
                </a:cubicBezTo>
                <a:lnTo>
                  <a:pt x="818279" y="127371"/>
                </a:lnTo>
                <a:cubicBezTo>
                  <a:pt x="812432" y="141360"/>
                  <a:pt x="802938" y="148355"/>
                  <a:pt x="789799" y="148355"/>
                </a:cubicBezTo>
                <a:cubicBezTo>
                  <a:pt x="783374" y="148355"/>
                  <a:pt x="777942" y="146563"/>
                  <a:pt x="773502" y="142978"/>
                </a:cubicBezTo>
                <a:cubicBezTo>
                  <a:pt x="769062" y="139391"/>
                  <a:pt x="766229" y="135387"/>
                  <a:pt x="765001" y="130968"/>
                </a:cubicBezTo>
                <a:cubicBezTo>
                  <a:pt x="764279" y="128504"/>
                  <a:pt x="763918" y="121839"/>
                  <a:pt x="763918" y="110972"/>
                </a:cubicBezTo>
                <a:lnTo>
                  <a:pt x="763918" y="56093"/>
                </a:lnTo>
                <a:lnTo>
                  <a:pt x="750707" y="56093"/>
                </a:lnTo>
                <a:lnTo>
                  <a:pt x="750707" y="52293"/>
                </a:lnTo>
                <a:cubicBezTo>
                  <a:pt x="759803" y="45854"/>
                  <a:pt x="767546" y="39090"/>
                  <a:pt x="773935" y="31999"/>
                </a:cubicBezTo>
                <a:cubicBezTo>
                  <a:pt x="780324" y="24909"/>
                  <a:pt x="785901" y="16985"/>
                  <a:pt x="790666" y="8230"/>
                </a:cubicBezTo>
                <a:lnTo>
                  <a:pt x="794239" y="82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Proof">
            <a:extLst xmlns:a="http://schemas.openxmlformats.org/drawingml/2006/main">
              <a:ext uri="{FF2B5EF4-FFF2-40B4-BE49-F238E27FC236}">
                <a16:creationId xmlns:a16="http://schemas.microsoft.com/office/drawing/2014/main" id="{7267F30A-FD2D-4231-BC70-8118217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302" y="1215376"/>
            <a:ext cx="533110" cy="153120"/>
          </a:xfrm>
          <a:custGeom xmlns:a="http://schemas.openxmlformats.org/drawingml/2006/main">
            <a:pathLst>
              <a:path w="533110" h="153120">
                <a:moveTo>
                  <a:pt x="54252" y="83599"/>
                </a:moveTo>
                <a:lnTo>
                  <a:pt x="54252" y="124315"/>
                </a:lnTo>
                <a:cubicBezTo>
                  <a:pt x="54252" y="132297"/>
                  <a:pt x="54740" y="137322"/>
                  <a:pt x="55714" y="139391"/>
                </a:cubicBezTo>
                <a:cubicBezTo>
                  <a:pt x="56689" y="141457"/>
                  <a:pt x="58422" y="143108"/>
                  <a:pt x="60912" y="144342"/>
                </a:cubicBezTo>
                <a:cubicBezTo>
                  <a:pt x="63403" y="145573"/>
                  <a:pt x="67969" y="146189"/>
                  <a:pt x="74611" y="146189"/>
                </a:cubicBezTo>
                <a:lnTo>
                  <a:pt x="74611" y="150088"/>
                </a:lnTo>
                <a:lnTo>
                  <a:pt x="0" y="150088"/>
                </a:lnTo>
                <a:lnTo>
                  <a:pt x="0" y="146189"/>
                </a:lnTo>
                <a:cubicBezTo>
                  <a:pt x="6786" y="146189"/>
                  <a:pt x="11388" y="145554"/>
                  <a:pt x="13807" y="144284"/>
                </a:cubicBezTo>
                <a:cubicBezTo>
                  <a:pt x="16225" y="143014"/>
                  <a:pt x="17922" y="141364"/>
                  <a:pt x="18896" y="139333"/>
                </a:cubicBezTo>
                <a:cubicBezTo>
                  <a:pt x="19871" y="137303"/>
                  <a:pt x="20358" y="132297"/>
                  <a:pt x="20358" y="124315"/>
                </a:cubicBezTo>
                <a:lnTo>
                  <a:pt x="20358" y="29021"/>
                </a:lnTo>
                <a:cubicBezTo>
                  <a:pt x="20358" y="21040"/>
                  <a:pt x="19871" y="16015"/>
                  <a:pt x="18896" y="13949"/>
                </a:cubicBezTo>
                <a:cubicBezTo>
                  <a:pt x="17922" y="11880"/>
                  <a:pt x="16207" y="10230"/>
                  <a:pt x="13753" y="8998"/>
                </a:cubicBezTo>
                <a:cubicBezTo>
                  <a:pt x="11298" y="7764"/>
                  <a:pt x="6714" y="7147"/>
                  <a:pt x="0" y="7147"/>
                </a:cubicBezTo>
                <a:lnTo>
                  <a:pt x="0" y="3249"/>
                </a:lnTo>
                <a:lnTo>
                  <a:pt x="63998" y="3249"/>
                </a:lnTo>
                <a:cubicBezTo>
                  <a:pt x="85079" y="3249"/>
                  <a:pt x="100203" y="7003"/>
                  <a:pt x="109371" y="14511"/>
                </a:cubicBezTo>
                <a:cubicBezTo>
                  <a:pt x="118540" y="22019"/>
                  <a:pt x="123124" y="31404"/>
                  <a:pt x="123124" y="42666"/>
                </a:cubicBezTo>
                <a:cubicBezTo>
                  <a:pt x="123124" y="52195"/>
                  <a:pt x="120164" y="60353"/>
                  <a:pt x="114244" y="67139"/>
                </a:cubicBezTo>
                <a:cubicBezTo>
                  <a:pt x="108324" y="73925"/>
                  <a:pt x="100167" y="78545"/>
                  <a:pt x="89771" y="81000"/>
                </a:cubicBezTo>
                <a:cubicBezTo>
                  <a:pt x="82768" y="82732"/>
                  <a:pt x="70929" y="83599"/>
                  <a:pt x="54252" y="83599"/>
                </a:cubicBezTo>
                <a:moveTo>
                  <a:pt x="54252" y="11695"/>
                </a:moveTo>
                <a:lnTo>
                  <a:pt x="54252" y="75152"/>
                </a:lnTo>
                <a:cubicBezTo>
                  <a:pt x="56635" y="75296"/>
                  <a:pt x="58440" y="75369"/>
                  <a:pt x="59667" y="75369"/>
                </a:cubicBezTo>
                <a:cubicBezTo>
                  <a:pt x="68474" y="75369"/>
                  <a:pt x="75260" y="72752"/>
                  <a:pt x="80025" y="67518"/>
                </a:cubicBezTo>
                <a:cubicBezTo>
                  <a:pt x="84790" y="62284"/>
                  <a:pt x="87172" y="54180"/>
                  <a:pt x="87172" y="43207"/>
                </a:cubicBezTo>
                <a:cubicBezTo>
                  <a:pt x="87172" y="32306"/>
                  <a:pt x="84790" y="24329"/>
                  <a:pt x="80025" y="19275"/>
                </a:cubicBezTo>
                <a:cubicBezTo>
                  <a:pt x="75260" y="14222"/>
                  <a:pt x="68149" y="11695"/>
                  <a:pt x="58692" y="11695"/>
                </a:cubicBezTo>
                <a:lnTo>
                  <a:pt x="54252" y="11695"/>
                </a:lnTo>
                <a:close/>
                <a:moveTo>
                  <a:pt x="177143" y="48730"/>
                </a:moveTo>
                <a:lnTo>
                  <a:pt x="177143" y="71687"/>
                </a:lnTo>
                <a:cubicBezTo>
                  <a:pt x="183857" y="61219"/>
                  <a:pt x="189741" y="54270"/>
                  <a:pt x="194794" y="50841"/>
                </a:cubicBezTo>
                <a:cubicBezTo>
                  <a:pt x="199848" y="47412"/>
                  <a:pt x="204721" y="45698"/>
                  <a:pt x="209413" y="45698"/>
                </a:cubicBezTo>
                <a:cubicBezTo>
                  <a:pt x="213456" y="45698"/>
                  <a:pt x="216686" y="46947"/>
                  <a:pt x="219105" y="49447"/>
                </a:cubicBezTo>
                <a:cubicBezTo>
                  <a:pt x="221523" y="51947"/>
                  <a:pt x="222733" y="55479"/>
                  <a:pt x="222733" y="60042"/>
                </a:cubicBezTo>
                <a:cubicBezTo>
                  <a:pt x="222733" y="64897"/>
                  <a:pt x="221559" y="68666"/>
                  <a:pt x="219213" y="71348"/>
                </a:cubicBezTo>
                <a:cubicBezTo>
                  <a:pt x="216867" y="74029"/>
                  <a:pt x="214033" y="75369"/>
                  <a:pt x="210713" y="75369"/>
                </a:cubicBezTo>
                <a:cubicBezTo>
                  <a:pt x="206886" y="75369"/>
                  <a:pt x="203565" y="74141"/>
                  <a:pt x="200750" y="71687"/>
                </a:cubicBezTo>
                <a:cubicBezTo>
                  <a:pt x="197935" y="69232"/>
                  <a:pt x="196274" y="67861"/>
                  <a:pt x="195769" y="67572"/>
                </a:cubicBezTo>
                <a:cubicBezTo>
                  <a:pt x="195047" y="67139"/>
                  <a:pt x="194217" y="66922"/>
                  <a:pt x="193278" y="66922"/>
                </a:cubicBezTo>
                <a:cubicBezTo>
                  <a:pt x="191185" y="66922"/>
                  <a:pt x="189199" y="67716"/>
                  <a:pt x="187322" y="69305"/>
                </a:cubicBezTo>
                <a:cubicBezTo>
                  <a:pt x="184362" y="71759"/>
                  <a:pt x="182124" y="75260"/>
                  <a:pt x="180608" y="79808"/>
                </a:cubicBezTo>
                <a:cubicBezTo>
                  <a:pt x="178298" y="86811"/>
                  <a:pt x="177143" y="94536"/>
                  <a:pt x="177143" y="102982"/>
                </a:cubicBezTo>
                <a:lnTo>
                  <a:pt x="177143" y="126264"/>
                </a:lnTo>
                <a:lnTo>
                  <a:pt x="177251" y="132328"/>
                </a:lnTo>
                <a:cubicBezTo>
                  <a:pt x="177251" y="136443"/>
                  <a:pt x="177504" y="139078"/>
                  <a:pt x="178009" y="140233"/>
                </a:cubicBezTo>
                <a:cubicBezTo>
                  <a:pt x="178876" y="142183"/>
                  <a:pt x="180157" y="143608"/>
                  <a:pt x="181854" y="144511"/>
                </a:cubicBezTo>
                <a:cubicBezTo>
                  <a:pt x="183550" y="145413"/>
                  <a:pt x="186420" y="145973"/>
                  <a:pt x="190463" y="146189"/>
                </a:cubicBezTo>
                <a:lnTo>
                  <a:pt x="190463" y="150088"/>
                </a:lnTo>
                <a:lnTo>
                  <a:pt x="135777" y="150088"/>
                </a:lnTo>
                <a:lnTo>
                  <a:pt x="135777" y="146189"/>
                </a:lnTo>
                <a:cubicBezTo>
                  <a:pt x="140181" y="145828"/>
                  <a:pt x="143159" y="144619"/>
                  <a:pt x="144711" y="142562"/>
                </a:cubicBezTo>
                <a:cubicBezTo>
                  <a:pt x="146263" y="140504"/>
                  <a:pt x="147039" y="135072"/>
                  <a:pt x="147039" y="126264"/>
                </a:cubicBezTo>
                <a:lnTo>
                  <a:pt x="147039" y="70171"/>
                </a:lnTo>
                <a:cubicBezTo>
                  <a:pt x="147039" y="64359"/>
                  <a:pt x="146750" y="60655"/>
                  <a:pt x="146173" y="59058"/>
                </a:cubicBezTo>
                <a:cubicBezTo>
                  <a:pt x="145451" y="57023"/>
                  <a:pt x="144404" y="55534"/>
                  <a:pt x="143032" y="54591"/>
                </a:cubicBezTo>
                <a:cubicBezTo>
                  <a:pt x="141661" y="53646"/>
                  <a:pt x="139242" y="52991"/>
                  <a:pt x="135777" y="52628"/>
                </a:cubicBezTo>
                <a:lnTo>
                  <a:pt x="135777" y="48730"/>
                </a:lnTo>
                <a:lnTo>
                  <a:pt x="177143" y="48730"/>
                </a:lnTo>
                <a:close/>
                <a:moveTo>
                  <a:pt x="278910" y="45698"/>
                </a:moveTo>
                <a:cubicBezTo>
                  <a:pt x="287718" y="45698"/>
                  <a:pt x="295911" y="47974"/>
                  <a:pt x="303492" y="52527"/>
                </a:cubicBezTo>
                <a:cubicBezTo>
                  <a:pt x="311072" y="57079"/>
                  <a:pt x="316829" y="63547"/>
                  <a:pt x="320764" y="71931"/>
                </a:cubicBezTo>
                <a:cubicBezTo>
                  <a:pt x="324698" y="80314"/>
                  <a:pt x="326665" y="89491"/>
                  <a:pt x="326665" y="99463"/>
                </a:cubicBezTo>
                <a:cubicBezTo>
                  <a:pt x="326665" y="113843"/>
                  <a:pt x="323020" y="125875"/>
                  <a:pt x="315728" y="135560"/>
                </a:cubicBezTo>
                <a:cubicBezTo>
                  <a:pt x="306921" y="147266"/>
                  <a:pt x="294756" y="153120"/>
                  <a:pt x="279235" y="153120"/>
                </a:cubicBezTo>
                <a:cubicBezTo>
                  <a:pt x="264002" y="153120"/>
                  <a:pt x="252271" y="147772"/>
                  <a:pt x="244041" y="137076"/>
                </a:cubicBezTo>
                <a:cubicBezTo>
                  <a:pt x="235811" y="126380"/>
                  <a:pt x="231696" y="113987"/>
                  <a:pt x="231696" y="99896"/>
                </a:cubicBezTo>
                <a:cubicBezTo>
                  <a:pt x="231696" y="85372"/>
                  <a:pt x="235902" y="72708"/>
                  <a:pt x="244312" y="61904"/>
                </a:cubicBezTo>
                <a:cubicBezTo>
                  <a:pt x="252722" y="51100"/>
                  <a:pt x="264255" y="45698"/>
                  <a:pt x="278910" y="45698"/>
                </a:cubicBezTo>
                <a:moveTo>
                  <a:pt x="279343" y="53278"/>
                </a:moveTo>
                <a:cubicBezTo>
                  <a:pt x="275661" y="53278"/>
                  <a:pt x="272503" y="54670"/>
                  <a:pt x="269868" y="57454"/>
                </a:cubicBezTo>
                <a:cubicBezTo>
                  <a:pt x="267233" y="60235"/>
                  <a:pt x="265500" y="65728"/>
                  <a:pt x="264670" y="73930"/>
                </a:cubicBezTo>
                <a:cubicBezTo>
                  <a:pt x="263840" y="82133"/>
                  <a:pt x="263425" y="93535"/>
                  <a:pt x="263425" y="108136"/>
                </a:cubicBezTo>
                <a:cubicBezTo>
                  <a:pt x="263425" y="115870"/>
                  <a:pt x="263930" y="123098"/>
                  <a:pt x="264941" y="129821"/>
                </a:cubicBezTo>
                <a:cubicBezTo>
                  <a:pt x="265735" y="134951"/>
                  <a:pt x="267432" y="138854"/>
                  <a:pt x="270030" y="141529"/>
                </a:cubicBezTo>
                <a:cubicBezTo>
                  <a:pt x="272629" y="144203"/>
                  <a:pt x="275589" y="145540"/>
                  <a:pt x="278910" y="145540"/>
                </a:cubicBezTo>
                <a:cubicBezTo>
                  <a:pt x="282159" y="145540"/>
                  <a:pt x="284866" y="144636"/>
                  <a:pt x="287032" y="142829"/>
                </a:cubicBezTo>
                <a:cubicBezTo>
                  <a:pt x="289847" y="140372"/>
                  <a:pt x="291724" y="136938"/>
                  <a:pt x="292663" y="132528"/>
                </a:cubicBezTo>
                <a:cubicBezTo>
                  <a:pt x="294107" y="125663"/>
                  <a:pt x="294829" y="111786"/>
                  <a:pt x="294829" y="90898"/>
                </a:cubicBezTo>
                <a:cubicBezTo>
                  <a:pt x="294829" y="78612"/>
                  <a:pt x="294143" y="70174"/>
                  <a:pt x="292771" y="65585"/>
                </a:cubicBezTo>
                <a:cubicBezTo>
                  <a:pt x="291399" y="60995"/>
                  <a:pt x="289378" y="57651"/>
                  <a:pt x="286707" y="55555"/>
                </a:cubicBezTo>
                <a:cubicBezTo>
                  <a:pt x="284830" y="54037"/>
                  <a:pt x="282375" y="53278"/>
                  <a:pt x="279343" y="53278"/>
                </a:cubicBezTo>
                <a:close/>
                <a:moveTo>
                  <a:pt x="388466" y="45698"/>
                </a:moveTo>
                <a:cubicBezTo>
                  <a:pt x="397274" y="45698"/>
                  <a:pt x="405467" y="47974"/>
                  <a:pt x="413048" y="52527"/>
                </a:cubicBezTo>
                <a:cubicBezTo>
                  <a:pt x="420628" y="57079"/>
                  <a:pt x="426385" y="63547"/>
                  <a:pt x="430320" y="71931"/>
                </a:cubicBezTo>
                <a:cubicBezTo>
                  <a:pt x="434254" y="80314"/>
                  <a:pt x="436221" y="89491"/>
                  <a:pt x="436221" y="99463"/>
                </a:cubicBezTo>
                <a:cubicBezTo>
                  <a:pt x="436221" y="113843"/>
                  <a:pt x="432576" y="125875"/>
                  <a:pt x="425284" y="135560"/>
                </a:cubicBezTo>
                <a:cubicBezTo>
                  <a:pt x="416477" y="147266"/>
                  <a:pt x="404312" y="153120"/>
                  <a:pt x="388791" y="153120"/>
                </a:cubicBezTo>
                <a:cubicBezTo>
                  <a:pt x="373558" y="153120"/>
                  <a:pt x="361827" y="147772"/>
                  <a:pt x="353597" y="137076"/>
                </a:cubicBezTo>
                <a:cubicBezTo>
                  <a:pt x="345367" y="126380"/>
                  <a:pt x="341252" y="113987"/>
                  <a:pt x="341252" y="99896"/>
                </a:cubicBezTo>
                <a:cubicBezTo>
                  <a:pt x="341252" y="85372"/>
                  <a:pt x="345458" y="72708"/>
                  <a:pt x="353868" y="61904"/>
                </a:cubicBezTo>
                <a:cubicBezTo>
                  <a:pt x="362278" y="51100"/>
                  <a:pt x="373811" y="45698"/>
                  <a:pt x="388466" y="45698"/>
                </a:cubicBezTo>
                <a:moveTo>
                  <a:pt x="388899" y="53278"/>
                </a:moveTo>
                <a:cubicBezTo>
                  <a:pt x="385217" y="53278"/>
                  <a:pt x="382059" y="54670"/>
                  <a:pt x="379424" y="57454"/>
                </a:cubicBezTo>
                <a:cubicBezTo>
                  <a:pt x="376789" y="60235"/>
                  <a:pt x="375056" y="65728"/>
                  <a:pt x="374226" y="73930"/>
                </a:cubicBezTo>
                <a:cubicBezTo>
                  <a:pt x="373396" y="82133"/>
                  <a:pt x="372981" y="93535"/>
                  <a:pt x="372981" y="108136"/>
                </a:cubicBezTo>
                <a:cubicBezTo>
                  <a:pt x="372981" y="115870"/>
                  <a:pt x="373486" y="123098"/>
                  <a:pt x="374497" y="129821"/>
                </a:cubicBezTo>
                <a:cubicBezTo>
                  <a:pt x="375291" y="134951"/>
                  <a:pt x="376988" y="138854"/>
                  <a:pt x="379586" y="141529"/>
                </a:cubicBezTo>
                <a:cubicBezTo>
                  <a:pt x="382185" y="144203"/>
                  <a:pt x="385145" y="145540"/>
                  <a:pt x="388466" y="145540"/>
                </a:cubicBezTo>
                <a:cubicBezTo>
                  <a:pt x="391715" y="145540"/>
                  <a:pt x="394422" y="144636"/>
                  <a:pt x="396588" y="142829"/>
                </a:cubicBezTo>
                <a:cubicBezTo>
                  <a:pt x="399403" y="140372"/>
                  <a:pt x="401280" y="136938"/>
                  <a:pt x="402219" y="132528"/>
                </a:cubicBezTo>
                <a:cubicBezTo>
                  <a:pt x="403663" y="125663"/>
                  <a:pt x="404385" y="111786"/>
                  <a:pt x="404385" y="90898"/>
                </a:cubicBezTo>
                <a:cubicBezTo>
                  <a:pt x="404385" y="78612"/>
                  <a:pt x="403699" y="70174"/>
                  <a:pt x="402327" y="65585"/>
                </a:cubicBezTo>
                <a:cubicBezTo>
                  <a:pt x="400955" y="60995"/>
                  <a:pt x="398934" y="57651"/>
                  <a:pt x="396263" y="55555"/>
                </a:cubicBezTo>
                <a:cubicBezTo>
                  <a:pt x="394386" y="54037"/>
                  <a:pt x="391931" y="53278"/>
                  <a:pt x="388899" y="53278"/>
                </a:cubicBezTo>
                <a:close/>
                <a:moveTo>
                  <a:pt x="494667" y="59342"/>
                </a:moveTo>
                <a:lnTo>
                  <a:pt x="494667" y="129729"/>
                </a:lnTo>
                <a:cubicBezTo>
                  <a:pt x="494667" y="136515"/>
                  <a:pt x="495389" y="140775"/>
                  <a:pt x="496833" y="142507"/>
                </a:cubicBezTo>
                <a:cubicBezTo>
                  <a:pt x="499143" y="145179"/>
                  <a:pt x="503402" y="146406"/>
                  <a:pt x="509611" y="146189"/>
                </a:cubicBezTo>
                <a:lnTo>
                  <a:pt x="509611" y="150088"/>
                </a:lnTo>
                <a:lnTo>
                  <a:pt x="449944" y="150088"/>
                </a:lnTo>
                <a:lnTo>
                  <a:pt x="449944" y="146189"/>
                </a:lnTo>
                <a:cubicBezTo>
                  <a:pt x="454492" y="146117"/>
                  <a:pt x="457723" y="145594"/>
                  <a:pt x="459636" y="144619"/>
                </a:cubicBezTo>
                <a:cubicBezTo>
                  <a:pt x="461549" y="143644"/>
                  <a:pt x="462866" y="142291"/>
                  <a:pt x="463588" y="140558"/>
                </a:cubicBezTo>
                <a:cubicBezTo>
                  <a:pt x="464310" y="138826"/>
                  <a:pt x="464671" y="135216"/>
                  <a:pt x="464671" y="129729"/>
                </a:cubicBezTo>
                <a:lnTo>
                  <a:pt x="464671" y="59342"/>
                </a:lnTo>
                <a:lnTo>
                  <a:pt x="449944" y="59342"/>
                </a:lnTo>
                <a:lnTo>
                  <a:pt x="449944" y="48730"/>
                </a:lnTo>
                <a:lnTo>
                  <a:pt x="464671" y="48730"/>
                </a:lnTo>
                <a:lnTo>
                  <a:pt x="464671" y="41292"/>
                </a:lnTo>
                <a:lnTo>
                  <a:pt x="464563" y="36222"/>
                </a:lnTo>
                <a:cubicBezTo>
                  <a:pt x="464563" y="25874"/>
                  <a:pt x="468371" y="17251"/>
                  <a:pt x="475987" y="10352"/>
                </a:cubicBezTo>
                <a:cubicBezTo>
                  <a:pt x="483604" y="3451"/>
                  <a:pt x="493909" y="0"/>
                  <a:pt x="506904" y="0"/>
                </a:cubicBezTo>
                <a:cubicBezTo>
                  <a:pt x="515783" y="0"/>
                  <a:pt x="522371" y="1667"/>
                  <a:pt x="526666" y="5002"/>
                </a:cubicBezTo>
                <a:cubicBezTo>
                  <a:pt x="530962" y="8334"/>
                  <a:pt x="533110" y="12029"/>
                  <a:pt x="533110" y="16088"/>
                </a:cubicBezTo>
                <a:cubicBezTo>
                  <a:pt x="533110" y="19350"/>
                  <a:pt x="531774" y="22177"/>
                  <a:pt x="529103" y="24568"/>
                </a:cubicBezTo>
                <a:cubicBezTo>
                  <a:pt x="526432" y="26959"/>
                  <a:pt x="522894" y="28155"/>
                  <a:pt x="518491" y="28155"/>
                </a:cubicBezTo>
                <a:cubicBezTo>
                  <a:pt x="514737" y="28155"/>
                  <a:pt x="511759" y="27180"/>
                  <a:pt x="509557" y="25231"/>
                </a:cubicBezTo>
                <a:cubicBezTo>
                  <a:pt x="507355" y="23282"/>
                  <a:pt x="506254" y="21116"/>
                  <a:pt x="506254" y="18734"/>
                </a:cubicBezTo>
                <a:cubicBezTo>
                  <a:pt x="506254" y="18084"/>
                  <a:pt x="506471" y="16749"/>
                  <a:pt x="506904" y="14727"/>
                </a:cubicBezTo>
                <a:cubicBezTo>
                  <a:pt x="507193" y="13500"/>
                  <a:pt x="507337" y="12345"/>
                  <a:pt x="507337" y="11262"/>
                </a:cubicBezTo>
                <a:cubicBezTo>
                  <a:pt x="507337" y="9746"/>
                  <a:pt x="506904" y="8627"/>
                  <a:pt x="506037" y="7905"/>
                </a:cubicBezTo>
                <a:cubicBezTo>
                  <a:pt x="504882" y="6822"/>
                  <a:pt x="503475" y="6281"/>
                  <a:pt x="501814" y="6281"/>
                </a:cubicBezTo>
                <a:cubicBezTo>
                  <a:pt x="499721" y="6281"/>
                  <a:pt x="497970" y="7140"/>
                  <a:pt x="496562" y="8859"/>
                </a:cubicBezTo>
                <a:cubicBezTo>
                  <a:pt x="495154" y="10578"/>
                  <a:pt x="494451" y="13336"/>
                  <a:pt x="494451" y="17133"/>
                </a:cubicBezTo>
                <a:lnTo>
                  <a:pt x="494667" y="35942"/>
                </a:lnTo>
                <a:lnTo>
                  <a:pt x="494667" y="48730"/>
                </a:lnTo>
                <a:lnTo>
                  <a:pt x="509611" y="48730"/>
                </a:lnTo>
                <a:lnTo>
                  <a:pt x="509611" y="59342"/>
                </a:lnTo>
                <a:lnTo>
                  <a:pt x="494667" y="59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s">
            <a:extLst xmlns:a="http://schemas.openxmlformats.org/drawingml/2006/main">
              <a:ext uri="{FF2B5EF4-FFF2-40B4-BE49-F238E27FC236}">
                <a16:creationId xmlns:a16="http://schemas.microsoft.com/office/drawing/2014/main" id="{CB1220D3-6E6B-48FE-8BA1-C35081DC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168" y="1261074"/>
            <a:ext cx="69629" cy="107422"/>
          </a:xfrm>
          <a:custGeom xmlns:a="http://schemas.openxmlformats.org/drawingml/2006/main">
            <a:pathLst>
              <a:path w="69629" h="107422">
                <a:moveTo>
                  <a:pt x="62699" y="433"/>
                </a:moveTo>
                <a:lnTo>
                  <a:pt x="64323" y="35085"/>
                </a:lnTo>
                <a:lnTo>
                  <a:pt x="60641" y="35085"/>
                </a:lnTo>
                <a:cubicBezTo>
                  <a:pt x="56238" y="24751"/>
                  <a:pt x="51672" y="17692"/>
                  <a:pt x="46943" y="13908"/>
                </a:cubicBezTo>
                <a:cubicBezTo>
                  <a:pt x="42214" y="10123"/>
                  <a:pt x="37504" y="8230"/>
                  <a:pt x="32811" y="8230"/>
                </a:cubicBezTo>
                <a:cubicBezTo>
                  <a:pt x="29851" y="8230"/>
                  <a:pt x="27325" y="9223"/>
                  <a:pt x="25231" y="11208"/>
                </a:cubicBezTo>
                <a:cubicBezTo>
                  <a:pt x="23138" y="13193"/>
                  <a:pt x="22091" y="15485"/>
                  <a:pt x="22091" y="18084"/>
                </a:cubicBezTo>
                <a:cubicBezTo>
                  <a:pt x="22091" y="20033"/>
                  <a:pt x="22813" y="21910"/>
                  <a:pt x="24257" y="23715"/>
                </a:cubicBezTo>
                <a:cubicBezTo>
                  <a:pt x="26567" y="26675"/>
                  <a:pt x="33028" y="31747"/>
                  <a:pt x="43640" y="38930"/>
                </a:cubicBezTo>
                <a:cubicBezTo>
                  <a:pt x="54252" y="46113"/>
                  <a:pt x="61237" y="52213"/>
                  <a:pt x="64594" y="57230"/>
                </a:cubicBezTo>
                <a:cubicBezTo>
                  <a:pt x="67951" y="62248"/>
                  <a:pt x="69629" y="67861"/>
                  <a:pt x="69629" y="74069"/>
                </a:cubicBezTo>
                <a:cubicBezTo>
                  <a:pt x="69629" y="79700"/>
                  <a:pt x="68222" y="85223"/>
                  <a:pt x="65406" y="90637"/>
                </a:cubicBezTo>
                <a:cubicBezTo>
                  <a:pt x="62591" y="96052"/>
                  <a:pt x="58620" y="100203"/>
                  <a:pt x="53494" y="103090"/>
                </a:cubicBezTo>
                <a:cubicBezTo>
                  <a:pt x="48369" y="105978"/>
                  <a:pt x="42702" y="107422"/>
                  <a:pt x="36493" y="107422"/>
                </a:cubicBezTo>
                <a:cubicBezTo>
                  <a:pt x="31656" y="107422"/>
                  <a:pt x="25195" y="105878"/>
                  <a:pt x="17110" y="102789"/>
                </a:cubicBezTo>
                <a:cubicBezTo>
                  <a:pt x="14944" y="101979"/>
                  <a:pt x="13464" y="101574"/>
                  <a:pt x="12670" y="101574"/>
                </a:cubicBezTo>
                <a:cubicBezTo>
                  <a:pt x="10287" y="101574"/>
                  <a:pt x="8302" y="103379"/>
                  <a:pt x="6714" y="106989"/>
                </a:cubicBezTo>
                <a:lnTo>
                  <a:pt x="3140" y="106989"/>
                </a:lnTo>
                <a:lnTo>
                  <a:pt x="1408" y="70604"/>
                </a:lnTo>
                <a:lnTo>
                  <a:pt x="5090" y="70604"/>
                </a:lnTo>
                <a:cubicBezTo>
                  <a:pt x="8338" y="80133"/>
                  <a:pt x="12796" y="87280"/>
                  <a:pt x="18463" y="92045"/>
                </a:cubicBezTo>
                <a:cubicBezTo>
                  <a:pt x="24130" y="96810"/>
                  <a:pt x="29491" y="99192"/>
                  <a:pt x="34544" y="99192"/>
                </a:cubicBezTo>
                <a:cubicBezTo>
                  <a:pt x="38009" y="99192"/>
                  <a:pt x="40843" y="98127"/>
                  <a:pt x="43045" y="95998"/>
                </a:cubicBezTo>
                <a:cubicBezTo>
                  <a:pt x="45246" y="93868"/>
                  <a:pt x="46347" y="91287"/>
                  <a:pt x="46347" y="88255"/>
                </a:cubicBezTo>
                <a:cubicBezTo>
                  <a:pt x="46347" y="84790"/>
                  <a:pt x="45265" y="81794"/>
                  <a:pt x="43099" y="79267"/>
                </a:cubicBezTo>
                <a:cubicBezTo>
                  <a:pt x="40933" y="76740"/>
                  <a:pt x="36096" y="72914"/>
                  <a:pt x="28588" y="67788"/>
                </a:cubicBezTo>
                <a:cubicBezTo>
                  <a:pt x="17543" y="60136"/>
                  <a:pt x="10396" y="54289"/>
                  <a:pt x="7147" y="50246"/>
                </a:cubicBezTo>
                <a:cubicBezTo>
                  <a:pt x="2382" y="44326"/>
                  <a:pt x="0" y="37793"/>
                  <a:pt x="0" y="30646"/>
                </a:cubicBezTo>
                <a:cubicBezTo>
                  <a:pt x="0" y="22849"/>
                  <a:pt x="2689" y="15792"/>
                  <a:pt x="8067" y="9475"/>
                </a:cubicBezTo>
                <a:cubicBezTo>
                  <a:pt x="13446" y="3158"/>
                  <a:pt x="21225" y="0"/>
                  <a:pt x="31404" y="0"/>
                </a:cubicBezTo>
                <a:cubicBezTo>
                  <a:pt x="36890" y="0"/>
                  <a:pt x="42196" y="1387"/>
                  <a:pt x="47322" y="4162"/>
                </a:cubicBezTo>
                <a:cubicBezTo>
                  <a:pt x="49271" y="5286"/>
                  <a:pt x="50859" y="5848"/>
                  <a:pt x="52087" y="5848"/>
                </a:cubicBezTo>
                <a:cubicBezTo>
                  <a:pt x="53386" y="5848"/>
                  <a:pt x="54433" y="5577"/>
                  <a:pt x="55227" y="5035"/>
                </a:cubicBezTo>
                <a:cubicBezTo>
                  <a:pt x="56021" y="4494"/>
                  <a:pt x="57285" y="2960"/>
                  <a:pt x="59017" y="433"/>
                </a:cubicBezTo>
                <a:lnTo>
                  <a:pt x="62699" y="4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3DE6B6-020B-464F-BE30-23A1D1E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2296" y="1991446"/>
            <a:ext cx="79318" cy="118978"/>
          </a:xfrm>
          <a:custGeom xmlns:a="http://schemas.openxmlformats.org/drawingml/2006/main">
            <a:pathLst>
              <a:path w="79318" h="118978">
                <a:moveTo>
                  <a:pt x="0" y="0"/>
                </a:moveTo>
                <a:lnTo>
                  <a:pt x="79318" y="39659"/>
                </a:lnTo>
                <a:lnTo>
                  <a:pt x="19830" y="39659"/>
                </a:lnTo>
                <a:lnTo>
                  <a:pt x="19830" y="79318"/>
                </a:lnTo>
                <a:lnTo>
                  <a:pt x="79318" y="79318"/>
                </a:lnTo>
                <a:lnTo>
                  <a:pt x="0" y="11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4A732-7C1B-4771-87C9-26A022AE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093" y="2031105"/>
            <a:ext cx="898123" cy="39659"/>
          </a:xfrm>
          <a:custGeom xmlns:a="http://schemas.openxmlformats.org/drawingml/2006/main">
            <a:pathLst>
              <a:path w="898123" h="39659">
                <a:moveTo>
                  <a:pt x="0" y="39659"/>
                </a:moveTo>
                <a:lnTo>
                  <a:pt x="0" y="0"/>
                </a:lnTo>
                <a:lnTo>
                  <a:pt x="898123" y="0"/>
                </a:lnTo>
                <a:lnTo>
                  <a:pt x="898123" y="39659"/>
                </a:lnTo>
                <a:lnTo>
                  <a:pt x="0" y="39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ECDD70-29B7-4702-81A9-D77DF622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126" y="2031105"/>
            <a:ext cx="99148" cy="39659"/>
          </a:xfrm>
          <a:custGeom xmlns:a="http://schemas.openxmlformats.org/drawingml/2006/main">
            <a:pathLst>
              <a:path w="99148" h="39659">
                <a:moveTo>
                  <a:pt x="59489" y="0"/>
                </a:moveTo>
                <a:lnTo>
                  <a:pt x="99148" y="19830"/>
                </a:lnTo>
                <a:lnTo>
                  <a:pt x="59489" y="39659"/>
                </a:lnTo>
                <a:lnTo>
                  <a:pt x="0" y="39659"/>
                </a:lnTo>
                <a:lnTo>
                  <a:pt x="0" y="0"/>
                </a:lnTo>
                <a:lnTo>
                  <a:pt x="594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Relevant">
            <a:extLst xmlns:a="http://schemas.openxmlformats.org/drawingml/2006/main">
              <a:ext uri="{FF2B5EF4-FFF2-40B4-BE49-F238E27FC236}">
                <a16:creationId xmlns:a16="http://schemas.microsoft.com/office/drawing/2014/main" id="{7DFC6CAC-1F5F-44A0-B7E9-E5F0451E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607" y="1821446"/>
            <a:ext cx="818279" cy="149871"/>
          </a:xfrm>
          <a:custGeom xmlns:a="http://schemas.openxmlformats.org/drawingml/2006/main">
            <a:pathLst>
              <a:path w="818279" h="149871">
                <a:moveTo>
                  <a:pt x="54794" y="79917"/>
                </a:moveTo>
                <a:lnTo>
                  <a:pt x="54794" y="121283"/>
                </a:lnTo>
                <a:cubicBezTo>
                  <a:pt x="54794" y="129183"/>
                  <a:pt x="55281" y="134158"/>
                  <a:pt x="56256" y="136206"/>
                </a:cubicBezTo>
                <a:cubicBezTo>
                  <a:pt x="57230" y="138253"/>
                  <a:pt x="58945" y="139887"/>
                  <a:pt x="61399" y="141110"/>
                </a:cubicBezTo>
                <a:cubicBezTo>
                  <a:pt x="63854" y="142330"/>
                  <a:pt x="68438" y="142941"/>
                  <a:pt x="75152" y="142941"/>
                </a:cubicBezTo>
                <a:lnTo>
                  <a:pt x="75152" y="146839"/>
                </a:lnTo>
                <a:lnTo>
                  <a:pt x="0" y="146839"/>
                </a:lnTo>
                <a:lnTo>
                  <a:pt x="0" y="142941"/>
                </a:lnTo>
                <a:cubicBezTo>
                  <a:pt x="6786" y="142941"/>
                  <a:pt x="11388" y="142312"/>
                  <a:pt x="13807" y="141056"/>
                </a:cubicBezTo>
                <a:cubicBezTo>
                  <a:pt x="16225" y="139799"/>
                  <a:pt x="17922" y="138165"/>
                  <a:pt x="18896" y="136152"/>
                </a:cubicBezTo>
                <a:cubicBezTo>
                  <a:pt x="19871" y="134140"/>
                  <a:pt x="20358" y="129183"/>
                  <a:pt x="20358" y="121283"/>
                </a:cubicBezTo>
                <a:lnTo>
                  <a:pt x="20358" y="25556"/>
                </a:lnTo>
                <a:cubicBezTo>
                  <a:pt x="20358" y="17656"/>
                  <a:pt x="19871" y="12682"/>
                  <a:pt x="18896" y="10636"/>
                </a:cubicBezTo>
                <a:cubicBezTo>
                  <a:pt x="17922" y="8587"/>
                  <a:pt x="16207" y="6953"/>
                  <a:pt x="13753" y="5733"/>
                </a:cubicBezTo>
                <a:cubicBezTo>
                  <a:pt x="11298" y="4510"/>
                  <a:pt x="6714" y="3898"/>
                  <a:pt x="0" y="3898"/>
                </a:cubicBezTo>
                <a:lnTo>
                  <a:pt x="0" y="0"/>
                </a:lnTo>
                <a:lnTo>
                  <a:pt x="68222" y="0"/>
                </a:lnTo>
                <a:cubicBezTo>
                  <a:pt x="85981" y="0"/>
                  <a:pt x="98976" y="1226"/>
                  <a:pt x="107205" y="3678"/>
                </a:cubicBezTo>
                <a:cubicBezTo>
                  <a:pt x="115435" y="6131"/>
                  <a:pt x="122149" y="10656"/>
                  <a:pt x="127347" y="17255"/>
                </a:cubicBezTo>
                <a:cubicBezTo>
                  <a:pt x="132545" y="23854"/>
                  <a:pt x="135144" y="31589"/>
                  <a:pt x="135144" y="40459"/>
                </a:cubicBezTo>
                <a:cubicBezTo>
                  <a:pt x="135144" y="51279"/>
                  <a:pt x="131245" y="60223"/>
                  <a:pt x="123449" y="67291"/>
                </a:cubicBezTo>
                <a:cubicBezTo>
                  <a:pt x="118467" y="71762"/>
                  <a:pt x="111501" y="75116"/>
                  <a:pt x="102549" y="77352"/>
                </a:cubicBezTo>
                <a:lnTo>
                  <a:pt x="137851" y="127178"/>
                </a:lnTo>
                <a:cubicBezTo>
                  <a:pt x="142471" y="133540"/>
                  <a:pt x="145756" y="137507"/>
                  <a:pt x="147705" y="139079"/>
                </a:cubicBezTo>
                <a:cubicBezTo>
                  <a:pt x="150665" y="141295"/>
                  <a:pt x="154094" y="142510"/>
                  <a:pt x="157993" y="142724"/>
                </a:cubicBezTo>
                <a:lnTo>
                  <a:pt x="157993" y="146839"/>
                </a:lnTo>
                <a:lnTo>
                  <a:pt x="111754" y="146839"/>
                </a:lnTo>
                <a:lnTo>
                  <a:pt x="64432" y="79917"/>
                </a:lnTo>
                <a:lnTo>
                  <a:pt x="54794" y="79917"/>
                </a:lnTo>
                <a:moveTo>
                  <a:pt x="54794" y="8230"/>
                </a:moveTo>
                <a:lnTo>
                  <a:pt x="54794" y="72120"/>
                </a:lnTo>
                <a:lnTo>
                  <a:pt x="60966" y="72120"/>
                </a:lnTo>
                <a:cubicBezTo>
                  <a:pt x="71001" y="72120"/>
                  <a:pt x="78509" y="71206"/>
                  <a:pt x="83490" y="69379"/>
                </a:cubicBezTo>
                <a:cubicBezTo>
                  <a:pt x="88472" y="67549"/>
                  <a:pt x="92388" y="64251"/>
                  <a:pt x="95240" y="59484"/>
                </a:cubicBezTo>
                <a:cubicBezTo>
                  <a:pt x="98091" y="54715"/>
                  <a:pt x="99517" y="48494"/>
                  <a:pt x="99517" y="40821"/>
                </a:cubicBezTo>
                <a:cubicBezTo>
                  <a:pt x="99517" y="29706"/>
                  <a:pt x="96900" y="21495"/>
                  <a:pt x="91666" y="16189"/>
                </a:cubicBezTo>
                <a:cubicBezTo>
                  <a:pt x="86432" y="10883"/>
                  <a:pt x="78004" y="8230"/>
                  <a:pt x="66381" y="8230"/>
                </a:cubicBezTo>
                <a:lnTo>
                  <a:pt x="54794" y="8230"/>
                </a:lnTo>
                <a:close/>
                <a:moveTo>
                  <a:pt x="247025" y="92478"/>
                </a:moveTo>
                <a:lnTo>
                  <a:pt x="191473" y="92478"/>
                </a:lnTo>
                <a:cubicBezTo>
                  <a:pt x="192123" y="105942"/>
                  <a:pt x="195696" y="116583"/>
                  <a:pt x="202193" y="124400"/>
                </a:cubicBezTo>
                <a:cubicBezTo>
                  <a:pt x="207175" y="130407"/>
                  <a:pt x="213167" y="133411"/>
                  <a:pt x="220169" y="133411"/>
                </a:cubicBezTo>
                <a:cubicBezTo>
                  <a:pt x="224501" y="133411"/>
                  <a:pt x="228435" y="132202"/>
                  <a:pt x="231973" y="129784"/>
                </a:cubicBezTo>
                <a:cubicBezTo>
                  <a:pt x="235510" y="127365"/>
                  <a:pt x="239300" y="123016"/>
                  <a:pt x="243343" y="116735"/>
                </a:cubicBezTo>
                <a:lnTo>
                  <a:pt x="247025" y="119117"/>
                </a:lnTo>
                <a:cubicBezTo>
                  <a:pt x="241538" y="130307"/>
                  <a:pt x="235474" y="138230"/>
                  <a:pt x="228832" y="142886"/>
                </a:cubicBezTo>
                <a:cubicBezTo>
                  <a:pt x="222191" y="147543"/>
                  <a:pt x="214502" y="149871"/>
                  <a:pt x="205767" y="149871"/>
                </a:cubicBezTo>
                <a:cubicBezTo>
                  <a:pt x="190751" y="149871"/>
                  <a:pt x="179381" y="144090"/>
                  <a:pt x="171656" y="132528"/>
                </a:cubicBezTo>
                <a:cubicBezTo>
                  <a:pt x="165448" y="123206"/>
                  <a:pt x="162343" y="111644"/>
                  <a:pt x="162343" y="97842"/>
                </a:cubicBezTo>
                <a:cubicBezTo>
                  <a:pt x="162343" y="80931"/>
                  <a:pt x="166909" y="67472"/>
                  <a:pt x="176042" y="57464"/>
                </a:cubicBezTo>
                <a:cubicBezTo>
                  <a:pt x="185174" y="47454"/>
                  <a:pt x="195877" y="42449"/>
                  <a:pt x="208149" y="42449"/>
                </a:cubicBezTo>
                <a:cubicBezTo>
                  <a:pt x="218401" y="42449"/>
                  <a:pt x="227298" y="46654"/>
                  <a:pt x="234842" y="55065"/>
                </a:cubicBezTo>
                <a:cubicBezTo>
                  <a:pt x="242386" y="63475"/>
                  <a:pt x="246447" y="75946"/>
                  <a:pt x="247025" y="92478"/>
                </a:cubicBezTo>
                <a:moveTo>
                  <a:pt x="220386" y="85331"/>
                </a:moveTo>
                <a:cubicBezTo>
                  <a:pt x="220386" y="73708"/>
                  <a:pt x="219754" y="65731"/>
                  <a:pt x="218491" y="61399"/>
                </a:cubicBezTo>
                <a:cubicBezTo>
                  <a:pt x="217227" y="57068"/>
                  <a:pt x="215260" y="53783"/>
                  <a:pt x="212589" y="51545"/>
                </a:cubicBezTo>
                <a:cubicBezTo>
                  <a:pt x="211073" y="50246"/>
                  <a:pt x="209052" y="49596"/>
                  <a:pt x="206525" y="49596"/>
                </a:cubicBezTo>
                <a:cubicBezTo>
                  <a:pt x="202771" y="49596"/>
                  <a:pt x="199703" y="51437"/>
                  <a:pt x="197320" y="55119"/>
                </a:cubicBezTo>
                <a:cubicBezTo>
                  <a:pt x="193061" y="61544"/>
                  <a:pt x="190931" y="70351"/>
                  <a:pt x="190931" y="81541"/>
                </a:cubicBezTo>
                <a:lnTo>
                  <a:pt x="190931" y="85331"/>
                </a:lnTo>
                <a:lnTo>
                  <a:pt x="220386" y="85331"/>
                </a:lnTo>
                <a:close/>
                <a:moveTo>
                  <a:pt x="296922" y="0"/>
                </a:moveTo>
                <a:lnTo>
                  <a:pt x="296922" y="125831"/>
                </a:lnTo>
                <a:cubicBezTo>
                  <a:pt x="296922" y="132978"/>
                  <a:pt x="297752" y="137544"/>
                  <a:pt x="299413" y="139530"/>
                </a:cubicBezTo>
                <a:cubicBezTo>
                  <a:pt x="301073" y="141515"/>
                  <a:pt x="304322" y="142652"/>
                  <a:pt x="309158" y="142941"/>
                </a:cubicBezTo>
                <a:lnTo>
                  <a:pt x="309158" y="146839"/>
                </a:lnTo>
                <a:lnTo>
                  <a:pt x="254473" y="146839"/>
                </a:lnTo>
                <a:lnTo>
                  <a:pt x="254473" y="142941"/>
                </a:lnTo>
                <a:cubicBezTo>
                  <a:pt x="258949" y="142796"/>
                  <a:pt x="262270" y="141497"/>
                  <a:pt x="264435" y="139042"/>
                </a:cubicBezTo>
                <a:cubicBezTo>
                  <a:pt x="265879" y="137382"/>
                  <a:pt x="266601" y="132978"/>
                  <a:pt x="266601" y="125831"/>
                </a:cubicBezTo>
                <a:lnTo>
                  <a:pt x="266601" y="21008"/>
                </a:lnTo>
                <a:cubicBezTo>
                  <a:pt x="266601" y="13888"/>
                  <a:pt x="265771" y="9330"/>
                  <a:pt x="264111" y="7333"/>
                </a:cubicBezTo>
                <a:cubicBezTo>
                  <a:pt x="262450" y="5334"/>
                  <a:pt x="259238" y="4189"/>
                  <a:pt x="254473" y="3898"/>
                </a:cubicBezTo>
                <a:lnTo>
                  <a:pt x="254473" y="0"/>
                </a:lnTo>
                <a:lnTo>
                  <a:pt x="296922" y="0"/>
                </a:lnTo>
                <a:close/>
                <a:moveTo>
                  <a:pt x="402933" y="92478"/>
                </a:moveTo>
                <a:lnTo>
                  <a:pt x="347381" y="92478"/>
                </a:lnTo>
                <a:cubicBezTo>
                  <a:pt x="348031" y="105942"/>
                  <a:pt x="351604" y="116583"/>
                  <a:pt x="358101" y="124400"/>
                </a:cubicBezTo>
                <a:cubicBezTo>
                  <a:pt x="363083" y="130407"/>
                  <a:pt x="369075" y="133411"/>
                  <a:pt x="376077" y="133411"/>
                </a:cubicBezTo>
                <a:cubicBezTo>
                  <a:pt x="380409" y="133411"/>
                  <a:pt x="384343" y="132202"/>
                  <a:pt x="387881" y="129784"/>
                </a:cubicBezTo>
                <a:cubicBezTo>
                  <a:pt x="391418" y="127365"/>
                  <a:pt x="395208" y="123016"/>
                  <a:pt x="399251" y="116735"/>
                </a:cubicBezTo>
                <a:lnTo>
                  <a:pt x="402933" y="119117"/>
                </a:lnTo>
                <a:cubicBezTo>
                  <a:pt x="397446" y="130307"/>
                  <a:pt x="391382" y="138230"/>
                  <a:pt x="384740" y="142886"/>
                </a:cubicBezTo>
                <a:cubicBezTo>
                  <a:pt x="378099" y="147543"/>
                  <a:pt x="370410" y="149871"/>
                  <a:pt x="361675" y="149871"/>
                </a:cubicBezTo>
                <a:cubicBezTo>
                  <a:pt x="346659" y="149871"/>
                  <a:pt x="335289" y="144090"/>
                  <a:pt x="327564" y="132528"/>
                </a:cubicBezTo>
                <a:cubicBezTo>
                  <a:pt x="321356" y="123206"/>
                  <a:pt x="318251" y="111644"/>
                  <a:pt x="318251" y="97842"/>
                </a:cubicBezTo>
                <a:cubicBezTo>
                  <a:pt x="318251" y="80931"/>
                  <a:pt x="322817" y="67472"/>
                  <a:pt x="331950" y="57464"/>
                </a:cubicBezTo>
                <a:cubicBezTo>
                  <a:pt x="341082" y="47454"/>
                  <a:pt x="351785" y="42449"/>
                  <a:pt x="364057" y="42449"/>
                </a:cubicBezTo>
                <a:cubicBezTo>
                  <a:pt x="374309" y="42449"/>
                  <a:pt x="383206" y="46654"/>
                  <a:pt x="390750" y="55065"/>
                </a:cubicBezTo>
                <a:cubicBezTo>
                  <a:pt x="398294" y="63475"/>
                  <a:pt x="402355" y="75946"/>
                  <a:pt x="402933" y="92478"/>
                </a:cubicBezTo>
                <a:moveTo>
                  <a:pt x="376294" y="85331"/>
                </a:moveTo>
                <a:cubicBezTo>
                  <a:pt x="376294" y="73708"/>
                  <a:pt x="375662" y="65731"/>
                  <a:pt x="374399" y="61399"/>
                </a:cubicBezTo>
                <a:cubicBezTo>
                  <a:pt x="373135" y="57068"/>
                  <a:pt x="371168" y="53783"/>
                  <a:pt x="368497" y="51545"/>
                </a:cubicBezTo>
                <a:cubicBezTo>
                  <a:pt x="366981" y="50246"/>
                  <a:pt x="364960" y="49596"/>
                  <a:pt x="362433" y="49596"/>
                </a:cubicBezTo>
                <a:cubicBezTo>
                  <a:pt x="358679" y="49596"/>
                  <a:pt x="355611" y="51437"/>
                  <a:pt x="353228" y="55119"/>
                </a:cubicBezTo>
                <a:cubicBezTo>
                  <a:pt x="348969" y="61544"/>
                  <a:pt x="346839" y="70351"/>
                  <a:pt x="346839" y="81541"/>
                </a:cubicBezTo>
                <a:lnTo>
                  <a:pt x="346839" y="85331"/>
                </a:lnTo>
                <a:lnTo>
                  <a:pt x="376294" y="85331"/>
                </a:lnTo>
                <a:close/>
                <a:moveTo>
                  <a:pt x="458894" y="149871"/>
                </a:moveTo>
                <a:lnTo>
                  <a:pt x="424783" y="71315"/>
                </a:lnTo>
                <a:cubicBezTo>
                  <a:pt x="420668" y="61783"/>
                  <a:pt x="417456" y="55745"/>
                  <a:pt x="415146" y="53200"/>
                </a:cubicBezTo>
                <a:cubicBezTo>
                  <a:pt x="413485" y="51307"/>
                  <a:pt x="411031" y="50034"/>
                  <a:pt x="407782" y="49379"/>
                </a:cubicBezTo>
                <a:lnTo>
                  <a:pt x="407782" y="45481"/>
                </a:lnTo>
                <a:lnTo>
                  <a:pt x="461601" y="45481"/>
                </a:lnTo>
                <a:lnTo>
                  <a:pt x="461601" y="49379"/>
                </a:lnTo>
                <a:cubicBezTo>
                  <a:pt x="458208" y="49379"/>
                  <a:pt x="455898" y="49996"/>
                  <a:pt x="454671" y="51231"/>
                </a:cubicBezTo>
                <a:cubicBezTo>
                  <a:pt x="452938" y="52830"/>
                  <a:pt x="452072" y="54718"/>
                  <a:pt x="452072" y="56895"/>
                </a:cubicBezTo>
                <a:cubicBezTo>
                  <a:pt x="452072" y="59582"/>
                  <a:pt x="453660" y="64630"/>
                  <a:pt x="456837" y="72039"/>
                </a:cubicBezTo>
                <a:lnTo>
                  <a:pt x="473513" y="110089"/>
                </a:lnTo>
                <a:lnTo>
                  <a:pt x="486833" y="77243"/>
                </a:lnTo>
                <a:cubicBezTo>
                  <a:pt x="490659" y="67811"/>
                  <a:pt x="492572" y="61136"/>
                  <a:pt x="492572" y="57217"/>
                </a:cubicBezTo>
                <a:cubicBezTo>
                  <a:pt x="492572" y="54968"/>
                  <a:pt x="491760" y="53136"/>
                  <a:pt x="490135" y="51721"/>
                </a:cubicBezTo>
                <a:cubicBezTo>
                  <a:pt x="488511" y="50304"/>
                  <a:pt x="485641" y="49524"/>
                  <a:pt x="481526" y="49379"/>
                </a:cubicBezTo>
                <a:lnTo>
                  <a:pt x="481526" y="45481"/>
                </a:lnTo>
                <a:lnTo>
                  <a:pt x="514663" y="45481"/>
                </a:lnTo>
                <a:lnTo>
                  <a:pt x="514663" y="49379"/>
                </a:lnTo>
                <a:cubicBezTo>
                  <a:pt x="511486" y="49815"/>
                  <a:pt x="508887" y="51012"/>
                  <a:pt x="506866" y="52970"/>
                </a:cubicBezTo>
                <a:cubicBezTo>
                  <a:pt x="504844" y="54928"/>
                  <a:pt x="501812" y="60693"/>
                  <a:pt x="497770" y="70266"/>
                </a:cubicBezTo>
                <a:lnTo>
                  <a:pt x="463984" y="149871"/>
                </a:lnTo>
                <a:lnTo>
                  <a:pt x="458894" y="149871"/>
                </a:lnTo>
                <a:close/>
                <a:moveTo>
                  <a:pt x="578629" y="131895"/>
                </a:moveTo>
                <a:cubicBezTo>
                  <a:pt x="566285" y="142868"/>
                  <a:pt x="555203" y="148355"/>
                  <a:pt x="545385" y="148355"/>
                </a:cubicBezTo>
                <a:cubicBezTo>
                  <a:pt x="539610" y="148355"/>
                  <a:pt x="534809" y="146454"/>
                  <a:pt x="530983" y="142653"/>
                </a:cubicBezTo>
                <a:cubicBezTo>
                  <a:pt x="527156" y="138849"/>
                  <a:pt x="525243" y="134087"/>
                  <a:pt x="525243" y="128366"/>
                </a:cubicBezTo>
                <a:cubicBezTo>
                  <a:pt x="525243" y="120614"/>
                  <a:pt x="528564" y="113642"/>
                  <a:pt x="535206" y="107449"/>
                </a:cubicBezTo>
                <a:cubicBezTo>
                  <a:pt x="541848" y="101256"/>
                  <a:pt x="556322" y="93017"/>
                  <a:pt x="578629" y="82732"/>
                </a:cubicBezTo>
                <a:lnTo>
                  <a:pt x="578629" y="72553"/>
                </a:lnTo>
                <a:cubicBezTo>
                  <a:pt x="578629" y="64901"/>
                  <a:pt x="578214" y="60082"/>
                  <a:pt x="577384" y="58097"/>
                </a:cubicBezTo>
                <a:cubicBezTo>
                  <a:pt x="576554" y="56111"/>
                  <a:pt x="574984" y="54379"/>
                  <a:pt x="572674" y="52899"/>
                </a:cubicBezTo>
                <a:cubicBezTo>
                  <a:pt x="570363" y="51419"/>
                  <a:pt x="567765" y="50679"/>
                  <a:pt x="564877" y="50679"/>
                </a:cubicBezTo>
                <a:cubicBezTo>
                  <a:pt x="560184" y="50679"/>
                  <a:pt x="556322" y="51726"/>
                  <a:pt x="553290" y="53819"/>
                </a:cubicBezTo>
                <a:cubicBezTo>
                  <a:pt x="551413" y="55119"/>
                  <a:pt x="550475" y="56635"/>
                  <a:pt x="550475" y="58367"/>
                </a:cubicBezTo>
                <a:cubicBezTo>
                  <a:pt x="550475" y="59883"/>
                  <a:pt x="551485" y="61760"/>
                  <a:pt x="553507" y="63998"/>
                </a:cubicBezTo>
                <a:cubicBezTo>
                  <a:pt x="556250" y="67103"/>
                  <a:pt x="557622" y="70099"/>
                  <a:pt x="557622" y="72986"/>
                </a:cubicBezTo>
                <a:cubicBezTo>
                  <a:pt x="557622" y="76524"/>
                  <a:pt x="556304" y="79538"/>
                  <a:pt x="553669" y="82028"/>
                </a:cubicBezTo>
                <a:cubicBezTo>
                  <a:pt x="551034" y="84519"/>
                  <a:pt x="547587" y="85764"/>
                  <a:pt x="543327" y="85764"/>
                </a:cubicBezTo>
                <a:cubicBezTo>
                  <a:pt x="538779" y="85764"/>
                  <a:pt x="534971" y="84393"/>
                  <a:pt x="531903" y="81649"/>
                </a:cubicBezTo>
                <a:cubicBezTo>
                  <a:pt x="528835" y="78906"/>
                  <a:pt x="527301" y="75694"/>
                  <a:pt x="527301" y="72012"/>
                </a:cubicBezTo>
                <a:cubicBezTo>
                  <a:pt x="527301" y="66814"/>
                  <a:pt x="529358" y="61851"/>
                  <a:pt x="533473" y="57122"/>
                </a:cubicBezTo>
                <a:cubicBezTo>
                  <a:pt x="537588" y="52394"/>
                  <a:pt x="543327" y="48766"/>
                  <a:pt x="550691" y="46239"/>
                </a:cubicBezTo>
                <a:cubicBezTo>
                  <a:pt x="558055" y="43712"/>
                  <a:pt x="565707" y="42449"/>
                  <a:pt x="573648" y="42449"/>
                </a:cubicBezTo>
                <a:cubicBezTo>
                  <a:pt x="583250" y="42449"/>
                  <a:pt x="590848" y="44494"/>
                  <a:pt x="596443" y="48584"/>
                </a:cubicBezTo>
                <a:cubicBezTo>
                  <a:pt x="602038" y="52672"/>
                  <a:pt x="605665" y="57104"/>
                  <a:pt x="607326" y="61880"/>
                </a:cubicBezTo>
                <a:cubicBezTo>
                  <a:pt x="608337" y="64919"/>
                  <a:pt x="608842" y="71901"/>
                  <a:pt x="608842" y="82827"/>
                </a:cubicBezTo>
                <a:lnTo>
                  <a:pt x="608842" y="122227"/>
                </a:lnTo>
                <a:cubicBezTo>
                  <a:pt x="608842" y="126859"/>
                  <a:pt x="609022" y="129772"/>
                  <a:pt x="609383" y="130968"/>
                </a:cubicBezTo>
                <a:cubicBezTo>
                  <a:pt x="609744" y="132161"/>
                  <a:pt x="610286" y="133048"/>
                  <a:pt x="611008" y="133628"/>
                </a:cubicBezTo>
                <a:cubicBezTo>
                  <a:pt x="611730" y="134205"/>
                  <a:pt x="612560" y="134494"/>
                  <a:pt x="613498" y="134494"/>
                </a:cubicBezTo>
                <a:cubicBezTo>
                  <a:pt x="615375" y="134494"/>
                  <a:pt x="617288" y="133159"/>
                  <a:pt x="619238" y="130487"/>
                </a:cubicBezTo>
                <a:lnTo>
                  <a:pt x="622486" y="133086"/>
                </a:lnTo>
                <a:cubicBezTo>
                  <a:pt x="618877" y="138429"/>
                  <a:pt x="615141" y="142309"/>
                  <a:pt x="611278" y="144727"/>
                </a:cubicBezTo>
                <a:cubicBezTo>
                  <a:pt x="607416" y="147146"/>
                  <a:pt x="603030" y="148355"/>
                  <a:pt x="598121" y="148355"/>
                </a:cubicBezTo>
                <a:cubicBezTo>
                  <a:pt x="592346" y="148355"/>
                  <a:pt x="587834" y="146992"/>
                  <a:pt x="584585" y="144267"/>
                </a:cubicBezTo>
                <a:cubicBezTo>
                  <a:pt x="581337" y="141542"/>
                  <a:pt x="579351" y="137418"/>
                  <a:pt x="578629" y="131895"/>
                </a:cubicBezTo>
                <a:moveTo>
                  <a:pt x="578629" y="123882"/>
                </a:moveTo>
                <a:lnTo>
                  <a:pt x="578629" y="90008"/>
                </a:lnTo>
                <a:cubicBezTo>
                  <a:pt x="569894" y="95158"/>
                  <a:pt x="563397" y="100672"/>
                  <a:pt x="559138" y="106549"/>
                </a:cubicBezTo>
                <a:cubicBezTo>
                  <a:pt x="556322" y="110465"/>
                  <a:pt x="554914" y="114419"/>
                  <a:pt x="554914" y="118410"/>
                </a:cubicBezTo>
                <a:cubicBezTo>
                  <a:pt x="554914" y="121747"/>
                  <a:pt x="556106" y="124685"/>
                  <a:pt x="558488" y="127225"/>
                </a:cubicBezTo>
                <a:cubicBezTo>
                  <a:pt x="560293" y="129183"/>
                  <a:pt x="562819" y="130163"/>
                  <a:pt x="566068" y="130163"/>
                </a:cubicBezTo>
                <a:cubicBezTo>
                  <a:pt x="569678" y="130163"/>
                  <a:pt x="573865" y="128069"/>
                  <a:pt x="578629" y="123882"/>
                </a:cubicBezTo>
                <a:close/>
                <a:moveTo>
                  <a:pt x="673675" y="45481"/>
                </a:moveTo>
                <a:lnTo>
                  <a:pt x="673675" y="58692"/>
                </a:lnTo>
                <a:cubicBezTo>
                  <a:pt x="678873" y="53023"/>
                  <a:pt x="683854" y="48899"/>
                  <a:pt x="688619" y="46320"/>
                </a:cubicBezTo>
                <a:cubicBezTo>
                  <a:pt x="693383" y="43739"/>
                  <a:pt x="698509" y="42449"/>
                  <a:pt x="703996" y="42449"/>
                </a:cubicBezTo>
                <a:cubicBezTo>
                  <a:pt x="710565" y="42449"/>
                  <a:pt x="716016" y="44274"/>
                  <a:pt x="720347" y="47924"/>
                </a:cubicBezTo>
                <a:cubicBezTo>
                  <a:pt x="724679" y="51575"/>
                  <a:pt x="727566" y="56110"/>
                  <a:pt x="729010" y="61531"/>
                </a:cubicBezTo>
                <a:cubicBezTo>
                  <a:pt x="730165" y="65653"/>
                  <a:pt x="730743" y="73570"/>
                  <a:pt x="730743" y="85280"/>
                </a:cubicBezTo>
                <a:lnTo>
                  <a:pt x="730743" y="124748"/>
                </a:lnTo>
                <a:cubicBezTo>
                  <a:pt x="730743" y="132545"/>
                  <a:pt x="731447" y="137400"/>
                  <a:pt x="732854" y="139313"/>
                </a:cubicBezTo>
                <a:cubicBezTo>
                  <a:pt x="734262" y="141226"/>
                  <a:pt x="737204" y="142435"/>
                  <a:pt x="741680" y="142941"/>
                </a:cubicBezTo>
                <a:lnTo>
                  <a:pt x="741680" y="146839"/>
                </a:lnTo>
                <a:lnTo>
                  <a:pt x="690460" y="146839"/>
                </a:lnTo>
                <a:lnTo>
                  <a:pt x="690460" y="142941"/>
                </a:lnTo>
                <a:cubicBezTo>
                  <a:pt x="694286" y="142435"/>
                  <a:pt x="697029" y="140847"/>
                  <a:pt x="698689" y="138176"/>
                </a:cubicBezTo>
                <a:cubicBezTo>
                  <a:pt x="699845" y="136371"/>
                  <a:pt x="700422" y="131895"/>
                  <a:pt x="700422" y="124748"/>
                </a:cubicBezTo>
                <a:lnTo>
                  <a:pt x="700422" y="79700"/>
                </a:lnTo>
                <a:cubicBezTo>
                  <a:pt x="700422" y="71398"/>
                  <a:pt x="700097" y="66164"/>
                  <a:pt x="699447" y="63998"/>
                </a:cubicBezTo>
                <a:cubicBezTo>
                  <a:pt x="698798" y="61833"/>
                  <a:pt x="697697" y="60154"/>
                  <a:pt x="696145" y="58963"/>
                </a:cubicBezTo>
                <a:cubicBezTo>
                  <a:pt x="694593" y="57772"/>
                  <a:pt x="692878" y="57176"/>
                  <a:pt x="691001" y="57176"/>
                </a:cubicBezTo>
                <a:cubicBezTo>
                  <a:pt x="684792" y="57176"/>
                  <a:pt x="679017" y="61652"/>
                  <a:pt x="673675" y="70604"/>
                </a:cubicBezTo>
                <a:lnTo>
                  <a:pt x="673675" y="124748"/>
                </a:lnTo>
                <a:cubicBezTo>
                  <a:pt x="673675" y="132328"/>
                  <a:pt x="674379" y="137129"/>
                  <a:pt x="675786" y="139150"/>
                </a:cubicBezTo>
                <a:cubicBezTo>
                  <a:pt x="677194" y="141172"/>
                  <a:pt x="679811" y="142435"/>
                  <a:pt x="683637" y="142941"/>
                </a:cubicBezTo>
                <a:lnTo>
                  <a:pt x="683637" y="146839"/>
                </a:lnTo>
                <a:lnTo>
                  <a:pt x="632417" y="146839"/>
                </a:lnTo>
                <a:lnTo>
                  <a:pt x="632417" y="142941"/>
                </a:lnTo>
                <a:cubicBezTo>
                  <a:pt x="636676" y="142507"/>
                  <a:pt x="639708" y="141136"/>
                  <a:pt x="641513" y="138826"/>
                </a:cubicBezTo>
                <a:cubicBezTo>
                  <a:pt x="642740" y="137237"/>
                  <a:pt x="643354" y="132545"/>
                  <a:pt x="643354" y="124748"/>
                </a:cubicBezTo>
                <a:lnTo>
                  <a:pt x="643354" y="67572"/>
                </a:lnTo>
                <a:cubicBezTo>
                  <a:pt x="643354" y="59827"/>
                  <a:pt x="642650" y="55005"/>
                  <a:pt x="641242" y="53105"/>
                </a:cubicBezTo>
                <a:cubicBezTo>
                  <a:pt x="639835" y="51206"/>
                  <a:pt x="636893" y="49964"/>
                  <a:pt x="632417" y="49379"/>
                </a:cubicBezTo>
                <a:lnTo>
                  <a:pt x="632417" y="45481"/>
                </a:lnTo>
                <a:lnTo>
                  <a:pt x="673675" y="45481"/>
                </a:lnTo>
                <a:close/>
                <a:moveTo>
                  <a:pt x="794239" y="8230"/>
                </a:moveTo>
                <a:lnTo>
                  <a:pt x="794239" y="45481"/>
                </a:lnTo>
                <a:lnTo>
                  <a:pt x="818279" y="45481"/>
                </a:lnTo>
                <a:lnTo>
                  <a:pt x="818279" y="56093"/>
                </a:lnTo>
                <a:lnTo>
                  <a:pt x="794239" y="56093"/>
                </a:lnTo>
                <a:lnTo>
                  <a:pt x="794239" y="118745"/>
                </a:lnTo>
                <a:cubicBezTo>
                  <a:pt x="794239" y="124608"/>
                  <a:pt x="794509" y="128390"/>
                  <a:pt x="795051" y="130092"/>
                </a:cubicBezTo>
                <a:cubicBezTo>
                  <a:pt x="795592" y="131793"/>
                  <a:pt x="796549" y="133169"/>
                  <a:pt x="797920" y="134220"/>
                </a:cubicBezTo>
                <a:cubicBezTo>
                  <a:pt x="799292" y="135269"/>
                  <a:pt x="800555" y="135794"/>
                  <a:pt x="801710" y="135794"/>
                </a:cubicBezTo>
                <a:cubicBezTo>
                  <a:pt x="806403" y="135794"/>
                  <a:pt x="810843" y="132184"/>
                  <a:pt x="815030" y="124965"/>
                </a:cubicBezTo>
                <a:lnTo>
                  <a:pt x="818279" y="127371"/>
                </a:lnTo>
                <a:cubicBezTo>
                  <a:pt x="812431" y="141360"/>
                  <a:pt x="802938" y="148355"/>
                  <a:pt x="789799" y="148355"/>
                </a:cubicBezTo>
                <a:cubicBezTo>
                  <a:pt x="783374" y="148355"/>
                  <a:pt x="777941" y="146563"/>
                  <a:pt x="773501" y="142978"/>
                </a:cubicBezTo>
                <a:cubicBezTo>
                  <a:pt x="769062" y="139391"/>
                  <a:pt x="766228" y="135387"/>
                  <a:pt x="765001" y="130968"/>
                </a:cubicBezTo>
                <a:cubicBezTo>
                  <a:pt x="764279" y="128504"/>
                  <a:pt x="763918" y="121839"/>
                  <a:pt x="763918" y="110972"/>
                </a:cubicBezTo>
                <a:lnTo>
                  <a:pt x="763918" y="56093"/>
                </a:lnTo>
                <a:lnTo>
                  <a:pt x="750707" y="56093"/>
                </a:lnTo>
                <a:lnTo>
                  <a:pt x="750707" y="52293"/>
                </a:lnTo>
                <a:cubicBezTo>
                  <a:pt x="759803" y="45854"/>
                  <a:pt x="767546" y="39090"/>
                  <a:pt x="773935" y="31999"/>
                </a:cubicBezTo>
                <a:cubicBezTo>
                  <a:pt x="780324" y="24909"/>
                  <a:pt x="785900" y="16985"/>
                  <a:pt x="790665" y="8230"/>
                </a:cubicBezTo>
                <a:lnTo>
                  <a:pt x="794239" y="82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Lemmas">
            <a:extLst xmlns:a="http://schemas.openxmlformats.org/drawingml/2006/main">
              <a:ext uri="{FF2B5EF4-FFF2-40B4-BE49-F238E27FC236}">
                <a16:creationId xmlns:a16="http://schemas.microsoft.com/office/drawing/2014/main" id="{54F4272A-D542-4267-B8D0-A2BB7DF4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787" y="2087956"/>
            <a:ext cx="791061" cy="149871"/>
          </a:xfrm>
          <a:custGeom xmlns:a="http://schemas.openxmlformats.org/drawingml/2006/main">
            <a:pathLst>
              <a:path w="791061" h="149871">
                <a:moveTo>
                  <a:pt x="135902" y="95294"/>
                </a:moveTo>
                <a:lnTo>
                  <a:pt x="130379" y="146839"/>
                </a:lnTo>
                <a:lnTo>
                  <a:pt x="0" y="146839"/>
                </a:lnTo>
                <a:lnTo>
                  <a:pt x="0" y="142941"/>
                </a:lnTo>
                <a:lnTo>
                  <a:pt x="4873" y="142941"/>
                </a:lnTo>
                <a:cubicBezTo>
                  <a:pt x="9132" y="142941"/>
                  <a:pt x="12561" y="142179"/>
                  <a:pt x="15160" y="140656"/>
                </a:cubicBezTo>
                <a:cubicBezTo>
                  <a:pt x="17037" y="139639"/>
                  <a:pt x="18481" y="137897"/>
                  <a:pt x="19492" y="135431"/>
                </a:cubicBezTo>
                <a:cubicBezTo>
                  <a:pt x="20286" y="133690"/>
                  <a:pt x="20683" y="129118"/>
                  <a:pt x="20683" y="121716"/>
                </a:cubicBezTo>
                <a:lnTo>
                  <a:pt x="20683" y="25123"/>
                </a:lnTo>
                <a:cubicBezTo>
                  <a:pt x="20683" y="17577"/>
                  <a:pt x="20286" y="12860"/>
                  <a:pt x="19492" y="10974"/>
                </a:cubicBezTo>
                <a:cubicBezTo>
                  <a:pt x="18698" y="9086"/>
                  <a:pt x="17092" y="7435"/>
                  <a:pt x="14673" y="6020"/>
                </a:cubicBezTo>
                <a:cubicBezTo>
                  <a:pt x="12255" y="4606"/>
                  <a:pt x="8988" y="3898"/>
                  <a:pt x="4873" y="3898"/>
                </a:cubicBezTo>
                <a:lnTo>
                  <a:pt x="0" y="3898"/>
                </a:lnTo>
                <a:lnTo>
                  <a:pt x="0" y="0"/>
                </a:lnTo>
                <a:lnTo>
                  <a:pt x="78292" y="0"/>
                </a:lnTo>
                <a:lnTo>
                  <a:pt x="78292" y="3898"/>
                </a:lnTo>
                <a:lnTo>
                  <a:pt x="71903" y="3898"/>
                </a:lnTo>
                <a:cubicBezTo>
                  <a:pt x="67644" y="3898"/>
                  <a:pt x="64215" y="4660"/>
                  <a:pt x="61616" y="6183"/>
                </a:cubicBezTo>
                <a:cubicBezTo>
                  <a:pt x="59739" y="7200"/>
                  <a:pt x="58259" y="8942"/>
                  <a:pt x="57176" y="11408"/>
                </a:cubicBezTo>
                <a:cubicBezTo>
                  <a:pt x="56382" y="13149"/>
                  <a:pt x="55985" y="17721"/>
                  <a:pt x="55985" y="25123"/>
                </a:cubicBezTo>
                <a:lnTo>
                  <a:pt x="55985" y="118684"/>
                </a:lnTo>
                <a:cubicBezTo>
                  <a:pt x="55985" y="126192"/>
                  <a:pt x="56418" y="130975"/>
                  <a:pt x="57285" y="133032"/>
                </a:cubicBezTo>
                <a:cubicBezTo>
                  <a:pt x="58151" y="135090"/>
                  <a:pt x="59847" y="136624"/>
                  <a:pt x="62374" y="137634"/>
                </a:cubicBezTo>
                <a:cubicBezTo>
                  <a:pt x="64179" y="138284"/>
                  <a:pt x="68547" y="138609"/>
                  <a:pt x="75477" y="138609"/>
                </a:cubicBezTo>
                <a:lnTo>
                  <a:pt x="87714" y="138609"/>
                </a:lnTo>
                <a:cubicBezTo>
                  <a:pt x="95510" y="138609"/>
                  <a:pt x="102008" y="137237"/>
                  <a:pt x="107205" y="134494"/>
                </a:cubicBezTo>
                <a:cubicBezTo>
                  <a:pt x="112403" y="131751"/>
                  <a:pt x="116897" y="127419"/>
                  <a:pt x="120687" y="121500"/>
                </a:cubicBezTo>
                <a:cubicBezTo>
                  <a:pt x="124477" y="115580"/>
                  <a:pt x="128069" y="106844"/>
                  <a:pt x="131462" y="95294"/>
                </a:cubicBezTo>
                <a:lnTo>
                  <a:pt x="135902" y="95294"/>
                </a:lnTo>
                <a:close/>
                <a:moveTo>
                  <a:pt x="234827" y="92478"/>
                </a:moveTo>
                <a:lnTo>
                  <a:pt x="179275" y="92478"/>
                </a:lnTo>
                <a:cubicBezTo>
                  <a:pt x="179925" y="105942"/>
                  <a:pt x="183499" y="116583"/>
                  <a:pt x="189996" y="124400"/>
                </a:cubicBezTo>
                <a:cubicBezTo>
                  <a:pt x="194977" y="130407"/>
                  <a:pt x="200969" y="133411"/>
                  <a:pt x="207972" y="133411"/>
                </a:cubicBezTo>
                <a:cubicBezTo>
                  <a:pt x="212303" y="133411"/>
                  <a:pt x="216238" y="132202"/>
                  <a:pt x="219775" y="129784"/>
                </a:cubicBezTo>
                <a:cubicBezTo>
                  <a:pt x="223313" y="127365"/>
                  <a:pt x="227103" y="123016"/>
                  <a:pt x="231145" y="116735"/>
                </a:cubicBezTo>
                <a:lnTo>
                  <a:pt x="234827" y="119117"/>
                </a:lnTo>
                <a:cubicBezTo>
                  <a:pt x="229341" y="130307"/>
                  <a:pt x="223276" y="138230"/>
                  <a:pt x="216635" y="142886"/>
                </a:cubicBezTo>
                <a:cubicBezTo>
                  <a:pt x="209993" y="147543"/>
                  <a:pt x="202305" y="149871"/>
                  <a:pt x="193569" y="149871"/>
                </a:cubicBezTo>
                <a:cubicBezTo>
                  <a:pt x="178553" y="149871"/>
                  <a:pt x="167183" y="144090"/>
                  <a:pt x="159459" y="132528"/>
                </a:cubicBezTo>
                <a:cubicBezTo>
                  <a:pt x="153250" y="123206"/>
                  <a:pt x="150146" y="111644"/>
                  <a:pt x="150146" y="97842"/>
                </a:cubicBezTo>
                <a:cubicBezTo>
                  <a:pt x="150146" y="80931"/>
                  <a:pt x="154712" y="67472"/>
                  <a:pt x="163844" y="57464"/>
                </a:cubicBezTo>
                <a:cubicBezTo>
                  <a:pt x="172977" y="47454"/>
                  <a:pt x="183679" y="42449"/>
                  <a:pt x="195952" y="42449"/>
                </a:cubicBezTo>
                <a:cubicBezTo>
                  <a:pt x="206203" y="42449"/>
                  <a:pt x="215101" y="46654"/>
                  <a:pt x="222645" y="55065"/>
                </a:cubicBezTo>
                <a:cubicBezTo>
                  <a:pt x="230189" y="63475"/>
                  <a:pt x="234250" y="75946"/>
                  <a:pt x="234827" y="92478"/>
                </a:cubicBezTo>
                <a:moveTo>
                  <a:pt x="208188" y="85331"/>
                </a:moveTo>
                <a:cubicBezTo>
                  <a:pt x="208188" y="73708"/>
                  <a:pt x="207557" y="65731"/>
                  <a:pt x="206293" y="61399"/>
                </a:cubicBezTo>
                <a:cubicBezTo>
                  <a:pt x="205030" y="57068"/>
                  <a:pt x="203063" y="53783"/>
                  <a:pt x="200392" y="51545"/>
                </a:cubicBezTo>
                <a:cubicBezTo>
                  <a:pt x="198875" y="50246"/>
                  <a:pt x="196854" y="49596"/>
                  <a:pt x="194327" y="49596"/>
                </a:cubicBezTo>
                <a:cubicBezTo>
                  <a:pt x="190573" y="49596"/>
                  <a:pt x="187505" y="51437"/>
                  <a:pt x="185123" y="55119"/>
                </a:cubicBezTo>
                <a:cubicBezTo>
                  <a:pt x="180864" y="61544"/>
                  <a:pt x="178734" y="70351"/>
                  <a:pt x="178734" y="81541"/>
                </a:cubicBezTo>
                <a:lnTo>
                  <a:pt x="178734" y="85331"/>
                </a:lnTo>
                <a:lnTo>
                  <a:pt x="208188" y="85331"/>
                </a:lnTo>
                <a:close/>
                <a:moveTo>
                  <a:pt x="287106" y="45481"/>
                </a:moveTo>
                <a:lnTo>
                  <a:pt x="287106" y="58909"/>
                </a:lnTo>
                <a:cubicBezTo>
                  <a:pt x="292665" y="52804"/>
                  <a:pt x="297809" y="48535"/>
                  <a:pt x="302538" y="46100"/>
                </a:cubicBezTo>
                <a:cubicBezTo>
                  <a:pt x="307266" y="43666"/>
                  <a:pt x="312446" y="42449"/>
                  <a:pt x="318077" y="42449"/>
                </a:cubicBezTo>
                <a:cubicBezTo>
                  <a:pt x="324574" y="42449"/>
                  <a:pt x="330025" y="43974"/>
                  <a:pt x="334428" y="47024"/>
                </a:cubicBezTo>
                <a:cubicBezTo>
                  <a:pt x="338832" y="50074"/>
                  <a:pt x="342225" y="54722"/>
                  <a:pt x="344608" y="60966"/>
                </a:cubicBezTo>
                <a:cubicBezTo>
                  <a:pt x="350383" y="54431"/>
                  <a:pt x="355924" y="49711"/>
                  <a:pt x="361230" y="46808"/>
                </a:cubicBezTo>
                <a:cubicBezTo>
                  <a:pt x="366536" y="43902"/>
                  <a:pt x="372077" y="42449"/>
                  <a:pt x="377852" y="42449"/>
                </a:cubicBezTo>
                <a:cubicBezTo>
                  <a:pt x="384855" y="42449"/>
                  <a:pt x="390432" y="44058"/>
                  <a:pt x="394583" y="47275"/>
                </a:cubicBezTo>
                <a:cubicBezTo>
                  <a:pt x="398734" y="50492"/>
                  <a:pt x="401621" y="54576"/>
                  <a:pt x="403246" y="59528"/>
                </a:cubicBezTo>
                <a:cubicBezTo>
                  <a:pt x="404870" y="64480"/>
                  <a:pt x="405682" y="72377"/>
                  <a:pt x="405682" y="83220"/>
                </a:cubicBezTo>
                <a:lnTo>
                  <a:pt x="405682" y="124748"/>
                </a:lnTo>
                <a:cubicBezTo>
                  <a:pt x="405682" y="132545"/>
                  <a:pt x="406386" y="137382"/>
                  <a:pt x="407794" y="139259"/>
                </a:cubicBezTo>
                <a:cubicBezTo>
                  <a:pt x="409202" y="141136"/>
                  <a:pt x="412143" y="142363"/>
                  <a:pt x="416619" y="142941"/>
                </a:cubicBezTo>
                <a:lnTo>
                  <a:pt x="416619" y="146839"/>
                </a:lnTo>
                <a:lnTo>
                  <a:pt x="364316" y="146839"/>
                </a:lnTo>
                <a:lnTo>
                  <a:pt x="364316" y="142941"/>
                </a:lnTo>
                <a:cubicBezTo>
                  <a:pt x="368431" y="142580"/>
                  <a:pt x="371463" y="140991"/>
                  <a:pt x="373412" y="138176"/>
                </a:cubicBezTo>
                <a:cubicBezTo>
                  <a:pt x="374712" y="136227"/>
                  <a:pt x="375361" y="131751"/>
                  <a:pt x="375361" y="124748"/>
                </a:cubicBezTo>
                <a:lnTo>
                  <a:pt x="375361" y="81216"/>
                </a:lnTo>
                <a:cubicBezTo>
                  <a:pt x="375361" y="72192"/>
                  <a:pt x="375000" y="66453"/>
                  <a:pt x="374279" y="63998"/>
                </a:cubicBezTo>
                <a:cubicBezTo>
                  <a:pt x="373557" y="61544"/>
                  <a:pt x="372420" y="59721"/>
                  <a:pt x="370867" y="58530"/>
                </a:cubicBezTo>
                <a:cubicBezTo>
                  <a:pt x="369315" y="57339"/>
                  <a:pt x="367492" y="56743"/>
                  <a:pt x="365399" y="56743"/>
                </a:cubicBezTo>
                <a:cubicBezTo>
                  <a:pt x="362295" y="56743"/>
                  <a:pt x="359154" y="57880"/>
                  <a:pt x="355978" y="60154"/>
                </a:cubicBezTo>
                <a:cubicBezTo>
                  <a:pt x="352801" y="62428"/>
                  <a:pt x="349589" y="65839"/>
                  <a:pt x="346340" y="70387"/>
                </a:cubicBezTo>
                <a:lnTo>
                  <a:pt x="346340" y="124748"/>
                </a:lnTo>
                <a:cubicBezTo>
                  <a:pt x="346340" y="132040"/>
                  <a:pt x="346954" y="136624"/>
                  <a:pt x="348181" y="138501"/>
                </a:cubicBezTo>
                <a:cubicBezTo>
                  <a:pt x="349841" y="141172"/>
                  <a:pt x="353018" y="142652"/>
                  <a:pt x="357710" y="142941"/>
                </a:cubicBezTo>
                <a:lnTo>
                  <a:pt x="357710" y="146839"/>
                </a:lnTo>
                <a:lnTo>
                  <a:pt x="305299" y="146839"/>
                </a:lnTo>
                <a:lnTo>
                  <a:pt x="305299" y="142941"/>
                </a:lnTo>
                <a:cubicBezTo>
                  <a:pt x="308114" y="142796"/>
                  <a:pt x="310334" y="142092"/>
                  <a:pt x="311959" y="140829"/>
                </a:cubicBezTo>
                <a:cubicBezTo>
                  <a:pt x="313583" y="139566"/>
                  <a:pt x="314666" y="138050"/>
                  <a:pt x="315207" y="136281"/>
                </a:cubicBezTo>
                <a:cubicBezTo>
                  <a:pt x="315749" y="134512"/>
                  <a:pt x="316019" y="130668"/>
                  <a:pt x="316019" y="124748"/>
                </a:cubicBezTo>
                <a:lnTo>
                  <a:pt x="316019" y="81149"/>
                </a:lnTo>
                <a:cubicBezTo>
                  <a:pt x="316019" y="71964"/>
                  <a:pt x="315658" y="66216"/>
                  <a:pt x="314937" y="63904"/>
                </a:cubicBezTo>
                <a:cubicBezTo>
                  <a:pt x="314215" y="61589"/>
                  <a:pt x="313005" y="59781"/>
                  <a:pt x="311309" y="58479"/>
                </a:cubicBezTo>
                <a:cubicBezTo>
                  <a:pt x="309612" y="57177"/>
                  <a:pt x="307790" y="56527"/>
                  <a:pt x="305840" y="56527"/>
                </a:cubicBezTo>
                <a:cubicBezTo>
                  <a:pt x="302953" y="56527"/>
                  <a:pt x="300318" y="57290"/>
                  <a:pt x="297935" y="58817"/>
                </a:cubicBezTo>
                <a:cubicBezTo>
                  <a:pt x="294542" y="61073"/>
                  <a:pt x="290933" y="64930"/>
                  <a:pt x="287106" y="70387"/>
                </a:cubicBezTo>
                <a:lnTo>
                  <a:pt x="287106" y="124748"/>
                </a:lnTo>
                <a:cubicBezTo>
                  <a:pt x="287106" y="131895"/>
                  <a:pt x="287810" y="136606"/>
                  <a:pt x="289218" y="138880"/>
                </a:cubicBezTo>
                <a:cubicBezTo>
                  <a:pt x="290626" y="141154"/>
                  <a:pt x="293568" y="142507"/>
                  <a:pt x="298044" y="142941"/>
                </a:cubicBezTo>
                <a:lnTo>
                  <a:pt x="298044" y="146839"/>
                </a:lnTo>
                <a:lnTo>
                  <a:pt x="245849" y="146839"/>
                </a:lnTo>
                <a:lnTo>
                  <a:pt x="245849" y="142941"/>
                </a:lnTo>
                <a:cubicBezTo>
                  <a:pt x="250108" y="142507"/>
                  <a:pt x="253140" y="141136"/>
                  <a:pt x="254945" y="138826"/>
                </a:cubicBezTo>
                <a:cubicBezTo>
                  <a:pt x="256172" y="137237"/>
                  <a:pt x="256786" y="132545"/>
                  <a:pt x="256786" y="124748"/>
                </a:cubicBezTo>
                <a:lnTo>
                  <a:pt x="256786" y="67572"/>
                </a:lnTo>
                <a:cubicBezTo>
                  <a:pt x="256786" y="59827"/>
                  <a:pt x="256082" y="55005"/>
                  <a:pt x="254674" y="53105"/>
                </a:cubicBezTo>
                <a:cubicBezTo>
                  <a:pt x="253266" y="51206"/>
                  <a:pt x="250325" y="49964"/>
                  <a:pt x="245849" y="49379"/>
                </a:cubicBezTo>
                <a:lnTo>
                  <a:pt x="245849" y="45481"/>
                </a:lnTo>
                <a:lnTo>
                  <a:pt x="287106" y="45481"/>
                </a:lnTo>
                <a:close/>
                <a:moveTo>
                  <a:pt x="469849" y="45481"/>
                </a:moveTo>
                <a:lnTo>
                  <a:pt x="469849" y="58909"/>
                </a:lnTo>
                <a:cubicBezTo>
                  <a:pt x="475408" y="52804"/>
                  <a:pt x="480552" y="48535"/>
                  <a:pt x="485280" y="46100"/>
                </a:cubicBezTo>
                <a:cubicBezTo>
                  <a:pt x="490009" y="43666"/>
                  <a:pt x="495189" y="42449"/>
                  <a:pt x="500820" y="42449"/>
                </a:cubicBezTo>
                <a:cubicBezTo>
                  <a:pt x="507317" y="42449"/>
                  <a:pt x="512768" y="43974"/>
                  <a:pt x="517171" y="47024"/>
                </a:cubicBezTo>
                <a:cubicBezTo>
                  <a:pt x="521575" y="50074"/>
                  <a:pt x="524968" y="54722"/>
                  <a:pt x="527350" y="60966"/>
                </a:cubicBezTo>
                <a:cubicBezTo>
                  <a:pt x="533126" y="54431"/>
                  <a:pt x="538667" y="49711"/>
                  <a:pt x="543973" y="46808"/>
                </a:cubicBezTo>
                <a:cubicBezTo>
                  <a:pt x="549279" y="43902"/>
                  <a:pt x="554820" y="42449"/>
                  <a:pt x="560595" y="42449"/>
                </a:cubicBezTo>
                <a:cubicBezTo>
                  <a:pt x="567598" y="42449"/>
                  <a:pt x="573174" y="44058"/>
                  <a:pt x="577325" y="47275"/>
                </a:cubicBezTo>
                <a:cubicBezTo>
                  <a:pt x="581477" y="50492"/>
                  <a:pt x="584364" y="54576"/>
                  <a:pt x="585989" y="59528"/>
                </a:cubicBezTo>
                <a:cubicBezTo>
                  <a:pt x="587613" y="64480"/>
                  <a:pt x="588425" y="72377"/>
                  <a:pt x="588425" y="83220"/>
                </a:cubicBezTo>
                <a:lnTo>
                  <a:pt x="588425" y="124748"/>
                </a:lnTo>
                <a:cubicBezTo>
                  <a:pt x="588425" y="132545"/>
                  <a:pt x="589129" y="137382"/>
                  <a:pt x="590537" y="139259"/>
                </a:cubicBezTo>
                <a:cubicBezTo>
                  <a:pt x="591944" y="141136"/>
                  <a:pt x="594886" y="142363"/>
                  <a:pt x="599362" y="142941"/>
                </a:cubicBezTo>
                <a:lnTo>
                  <a:pt x="599362" y="146839"/>
                </a:lnTo>
                <a:lnTo>
                  <a:pt x="547059" y="146839"/>
                </a:lnTo>
                <a:lnTo>
                  <a:pt x="547059" y="142941"/>
                </a:lnTo>
                <a:cubicBezTo>
                  <a:pt x="551174" y="142580"/>
                  <a:pt x="554206" y="140991"/>
                  <a:pt x="556155" y="138176"/>
                </a:cubicBezTo>
                <a:cubicBezTo>
                  <a:pt x="557455" y="136227"/>
                  <a:pt x="558104" y="131751"/>
                  <a:pt x="558104" y="124748"/>
                </a:cubicBezTo>
                <a:lnTo>
                  <a:pt x="558104" y="81216"/>
                </a:lnTo>
                <a:cubicBezTo>
                  <a:pt x="558104" y="72192"/>
                  <a:pt x="557743" y="66453"/>
                  <a:pt x="557021" y="63998"/>
                </a:cubicBezTo>
                <a:cubicBezTo>
                  <a:pt x="556299" y="61544"/>
                  <a:pt x="555162" y="59721"/>
                  <a:pt x="553610" y="58530"/>
                </a:cubicBezTo>
                <a:cubicBezTo>
                  <a:pt x="552058" y="57339"/>
                  <a:pt x="550235" y="56743"/>
                  <a:pt x="548142" y="56743"/>
                </a:cubicBezTo>
                <a:cubicBezTo>
                  <a:pt x="545037" y="56743"/>
                  <a:pt x="541897" y="57880"/>
                  <a:pt x="538721" y="60154"/>
                </a:cubicBezTo>
                <a:cubicBezTo>
                  <a:pt x="535544" y="62428"/>
                  <a:pt x="532332" y="65839"/>
                  <a:pt x="529083" y="70387"/>
                </a:cubicBezTo>
                <a:lnTo>
                  <a:pt x="529083" y="124748"/>
                </a:lnTo>
                <a:cubicBezTo>
                  <a:pt x="529083" y="132040"/>
                  <a:pt x="529697" y="136624"/>
                  <a:pt x="530924" y="138501"/>
                </a:cubicBezTo>
                <a:cubicBezTo>
                  <a:pt x="532584" y="141172"/>
                  <a:pt x="535761" y="142652"/>
                  <a:pt x="540453" y="142941"/>
                </a:cubicBezTo>
                <a:lnTo>
                  <a:pt x="540453" y="146839"/>
                </a:lnTo>
                <a:lnTo>
                  <a:pt x="488042" y="146839"/>
                </a:lnTo>
                <a:lnTo>
                  <a:pt x="488042" y="142941"/>
                </a:lnTo>
                <a:cubicBezTo>
                  <a:pt x="490857" y="142796"/>
                  <a:pt x="493077" y="142092"/>
                  <a:pt x="494701" y="140829"/>
                </a:cubicBezTo>
                <a:cubicBezTo>
                  <a:pt x="496326" y="139566"/>
                  <a:pt x="497409" y="138050"/>
                  <a:pt x="497950" y="136281"/>
                </a:cubicBezTo>
                <a:cubicBezTo>
                  <a:pt x="498492" y="134512"/>
                  <a:pt x="498762" y="130668"/>
                  <a:pt x="498762" y="124748"/>
                </a:cubicBezTo>
                <a:lnTo>
                  <a:pt x="498762" y="81149"/>
                </a:lnTo>
                <a:cubicBezTo>
                  <a:pt x="498762" y="71964"/>
                  <a:pt x="498401" y="66216"/>
                  <a:pt x="497679" y="63904"/>
                </a:cubicBezTo>
                <a:cubicBezTo>
                  <a:pt x="496957" y="61589"/>
                  <a:pt x="495748" y="59781"/>
                  <a:pt x="494052" y="58479"/>
                </a:cubicBezTo>
                <a:cubicBezTo>
                  <a:pt x="492355" y="57177"/>
                  <a:pt x="490532" y="56527"/>
                  <a:pt x="488583" y="56527"/>
                </a:cubicBezTo>
                <a:cubicBezTo>
                  <a:pt x="485695" y="56527"/>
                  <a:pt x="483060" y="57290"/>
                  <a:pt x="480678" y="58817"/>
                </a:cubicBezTo>
                <a:cubicBezTo>
                  <a:pt x="477285" y="61073"/>
                  <a:pt x="473675" y="64930"/>
                  <a:pt x="469849" y="70387"/>
                </a:cubicBezTo>
                <a:lnTo>
                  <a:pt x="469849" y="124748"/>
                </a:lnTo>
                <a:cubicBezTo>
                  <a:pt x="469849" y="131895"/>
                  <a:pt x="470553" y="136606"/>
                  <a:pt x="471961" y="138880"/>
                </a:cubicBezTo>
                <a:cubicBezTo>
                  <a:pt x="473369" y="141154"/>
                  <a:pt x="476310" y="142507"/>
                  <a:pt x="480786" y="142941"/>
                </a:cubicBezTo>
                <a:lnTo>
                  <a:pt x="480786" y="146839"/>
                </a:lnTo>
                <a:lnTo>
                  <a:pt x="428591" y="146839"/>
                </a:lnTo>
                <a:lnTo>
                  <a:pt x="428591" y="142941"/>
                </a:lnTo>
                <a:cubicBezTo>
                  <a:pt x="432851" y="142507"/>
                  <a:pt x="435883" y="141136"/>
                  <a:pt x="437688" y="138826"/>
                </a:cubicBezTo>
                <a:cubicBezTo>
                  <a:pt x="438915" y="137237"/>
                  <a:pt x="439529" y="132545"/>
                  <a:pt x="439529" y="124748"/>
                </a:cubicBezTo>
                <a:lnTo>
                  <a:pt x="439529" y="67572"/>
                </a:lnTo>
                <a:cubicBezTo>
                  <a:pt x="439529" y="59827"/>
                  <a:pt x="438825" y="55005"/>
                  <a:pt x="437417" y="53105"/>
                </a:cubicBezTo>
                <a:cubicBezTo>
                  <a:pt x="436009" y="51206"/>
                  <a:pt x="433067" y="49964"/>
                  <a:pt x="428591" y="49379"/>
                </a:cubicBezTo>
                <a:lnTo>
                  <a:pt x="428591" y="45481"/>
                </a:lnTo>
                <a:lnTo>
                  <a:pt x="469849" y="45481"/>
                </a:lnTo>
                <a:close/>
                <a:moveTo>
                  <a:pt x="666453" y="131895"/>
                </a:moveTo>
                <a:cubicBezTo>
                  <a:pt x="654108" y="142868"/>
                  <a:pt x="643027" y="148355"/>
                  <a:pt x="633209" y="148355"/>
                </a:cubicBezTo>
                <a:cubicBezTo>
                  <a:pt x="627433" y="148355"/>
                  <a:pt x="622632" y="146454"/>
                  <a:pt x="618806" y="142653"/>
                </a:cubicBezTo>
                <a:cubicBezTo>
                  <a:pt x="614980" y="138849"/>
                  <a:pt x="613067" y="134087"/>
                  <a:pt x="613067" y="128366"/>
                </a:cubicBezTo>
                <a:cubicBezTo>
                  <a:pt x="613067" y="120614"/>
                  <a:pt x="616388" y="113642"/>
                  <a:pt x="623029" y="107449"/>
                </a:cubicBezTo>
                <a:cubicBezTo>
                  <a:pt x="629671" y="101256"/>
                  <a:pt x="644146" y="93017"/>
                  <a:pt x="666453" y="82732"/>
                </a:cubicBezTo>
                <a:lnTo>
                  <a:pt x="666453" y="72553"/>
                </a:lnTo>
                <a:cubicBezTo>
                  <a:pt x="666453" y="64901"/>
                  <a:pt x="666038" y="60082"/>
                  <a:pt x="665208" y="58097"/>
                </a:cubicBezTo>
                <a:cubicBezTo>
                  <a:pt x="664378" y="56111"/>
                  <a:pt x="662807" y="54379"/>
                  <a:pt x="660497" y="52899"/>
                </a:cubicBezTo>
                <a:cubicBezTo>
                  <a:pt x="658187" y="51419"/>
                  <a:pt x="655588" y="50679"/>
                  <a:pt x="652700" y="50679"/>
                </a:cubicBezTo>
                <a:cubicBezTo>
                  <a:pt x="648008" y="50679"/>
                  <a:pt x="644146" y="51726"/>
                  <a:pt x="641114" y="53819"/>
                </a:cubicBezTo>
                <a:cubicBezTo>
                  <a:pt x="639237" y="55119"/>
                  <a:pt x="638298" y="56635"/>
                  <a:pt x="638298" y="58367"/>
                </a:cubicBezTo>
                <a:cubicBezTo>
                  <a:pt x="638298" y="59883"/>
                  <a:pt x="639309" y="61760"/>
                  <a:pt x="641330" y="63998"/>
                </a:cubicBezTo>
                <a:cubicBezTo>
                  <a:pt x="644073" y="67103"/>
                  <a:pt x="645445" y="70099"/>
                  <a:pt x="645445" y="72986"/>
                </a:cubicBezTo>
                <a:cubicBezTo>
                  <a:pt x="645445" y="76524"/>
                  <a:pt x="644128" y="79538"/>
                  <a:pt x="641493" y="82028"/>
                </a:cubicBezTo>
                <a:cubicBezTo>
                  <a:pt x="638858" y="84519"/>
                  <a:pt x="635410" y="85764"/>
                  <a:pt x="631151" y="85764"/>
                </a:cubicBezTo>
                <a:cubicBezTo>
                  <a:pt x="626603" y="85764"/>
                  <a:pt x="622795" y="84393"/>
                  <a:pt x="619727" y="81649"/>
                </a:cubicBezTo>
                <a:cubicBezTo>
                  <a:pt x="616658" y="78906"/>
                  <a:pt x="615124" y="75694"/>
                  <a:pt x="615124" y="72012"/>
                </a:cubicBezTo>
                <a:cubicBezTo>
                  <a:pt x="615124" y="66814"/>
                  <a:pt x="617182" y="61851"/>
                  <a:pt x="621297" y="57122"/>
                </a:cubicBezTo>
                <a:cubicBezTo>
                  <a:pt x="625412" y="52394"/>
                  <a:pt x="631151" y="48766"/>
                  <a:pt x="638515" y="46239"/>
                </a:cubicBezTo>
                <a:cubicBezTo>
                  <a:pt x="645878" y="43712"/>
                  <a:pt x="653531" y="42449"/>
                  <a:pt x="661472" y="42449"/>
                </a:cubicBezTo>
                <a:cubicBezTo>
                  <a:pt x="671073" y="42449"/>
                  <a:pt x="678672" y="44494"/>
                  <a:pt x="684266" y="48584"/>
                </a:cubicBezTo>
                <a:cubicBezTo>
                  <a:pt x="689861" y="52672"/>
                  <a:pt x="693489" y="57104"/>
                  <a:pt x="695149" y="61880"/>
                </a:cubicBezTo>
                <a:cubicBezTo>
                  <a:pt x="696160" y="64919"/>
                  <a:pt x="696665" y="71901"/>
                  <a:pt x="696665" y="82827"/>
                </a:cubicBezTo>
                <a:lnTo>
                  <a:pt x="696665" y="122227"/>
                </a:lnTo>
                <a:cubicBezTo>
                  <a:pt x="696665" y="126859"/>
                  <a:pt x="696846" y="129772"/>
                  <a:pt x="697207" y="130968"/>
                </a:cubicBezTo>
                <a:cubicBezTo>
                  <a:pt x="697568" y="132161"/>
                  <a:pt x="698109" y="133048"/>
                  <a:pt x="698831" y="133628"/>
                </a:cubicBezTo>
                <a:cubicBezTo>
                  <a:pt x="699553" y="134205"/>
                  <a:pt x="700383" y="134494"/>
                  <a:pt x="701322" y="134494"/>
                </a:cubicBezTo>
                <a:cubicBezTo>
                  <a:pt x="703199" y="134494"/>
                  <a:pt x="705112" y="133159"/>
                  <a:pt x="707061" y="130487"/>
                </a:cubicBezTo>
                <a:lnTo>
                  <a:pt x="710310" y="133086"/>
                </a:lnTo>
                <a:cubicBezTo>
                  <a:pt x="706700" y="138429"/>
                  <a:pt x="702964" y="142309"/>
                  <a:pt x="699102" y="144727"/>
                </a:cubicBezTo>
                <a:cubicBezTo>
                  <a:pt x="695240" y="147146"/>
                  <a:pt x="690854" y="148355"/>
                  <a:pt x="685945" y="148355"/>
                </a:cubicBezTo>
                <a:cubicBezTo>
                  <a:pt x="680170" y="148355"/>
                  <a:pt x="675658" y="146992"/>
                  <a:pt x="672409" y="144267"/>
                </a:cubicBezTo>
                <a:cubicBezTo>
                  <a:pt x="669160" y="141542"/>
                  <a:pt x="667175" y="137418"/>
                  <a:pt x="666453" y="131895"/>
                </a:cubicBezTo>
                <a:moveTo>
                  <a:pt x="666453" y="123882"/>
                </a:moveTo>
                <a:lnTo>
                  <a:pt x="666453" y="90008"/>
                </a:lnTo>
                <a:cubicBezTo>
                  <a:pt x="657718" y="95158"/>
                  <a:pt x="651220" y="100672"/>
                  <a:pt x="646961" y="106549"/>
                </a:cubicBezTo>
                <a:cubicBezTo>
                  <a:pt x="644146" y="110465"/>
                  <a:pt x="642738" y="114419"/>
                  <a:pt x="642738" y="118410"/>
                </a:cubicBezTo>
                <a:cubicBezTo>
                  <a:pt x="642738" y="121747"/>
                  <a:pt x="643929" y="124685"/>
                  <a:pt x="646311" y="127225"/>
                </a:cubicBezTo>
                <a:cubicBezTo>
                  <a:pt x="648116" y="129183"/>
                  <a:pt x="650643" y="130163"/>
                  <a:pt x="653892" y="130163"/>
                </a:cubicBezTo>
                <a:cubicBezTo>
                  <a:pt x="657501" y="130163"/>
                  <a:pt x="661688" y="128069"/>
                  <a:pt x="666453" y="123882"/>
                </a:cubicBezTo>
                <a:close/>
                <a:moveTo>
                  <a:pt x="784131" y="42882"/>
                </a:moveTo>
                <a:lnTo>
                  <a:pt x="785755" y="77534"/>
                </a:lnTo>
                <a:lnTo>
                  <a:pt x="782073" y="77534"/>
                </a:lnTo>
                <a:cubicBezTo>
                  <a:pt x="777669" y="67200"/>
                  <a:pt x="773103" y="60141"/>
                  <a:pt x="768375" y="56357"/>
                </a:cubicBezTo>
                <a:cubicBezTo>
                  <a:pt x="763646" y="52572"/>
                  <a:pt x="758936" y="50679"/>
                  <a:pt x="754243" y="50679"/>
                </a:cubicBezTo>
                <a:cubicBezTo>
                  <a:pt x="751283" y="50679"/>
                  <a:pt x="748756" y="51672"/>
                  <a:pt x="746663" y="53657"/>
                </a:cubicBezTo>
                <a:cubicBezTo>
                  <a:pt x="744569" y="55642"/>
                  <a:pt x="743523" y="57934"/>
                  <a:pt x="743523" y="60533"/>
                </a:cubicBezTo>
                <a:cubicBezTo>
                  <a:pt x="743523" y="62482"/>
                  <a:pt x="744244" y="64359"/>
                  <a:pt x="745688" y="66164"/>
                </a:cubicBezTo>
                <a:cubicBezTo>
                  <a:pt x="747998" y="69124"/>
                  <a:pt x="754460" y="74196"/>
                  <a:pt x="765072" y="81379"/>
                </a:cubicBezTo>
                <a:cubicBezTo>
                  <a:pt x="775684" y="88562"/>
                  <a:pt x="782669" y="94662"/>
                  <a:pt x="786026" y="99679"/>
                </a:cubicBezTo>
                <a:cubicBezTo>
                  <a:pt x="789383" y="104697"/>
                  <a:pt x="791061" y="110310"/>
                  <a:pt x="791061" y="116518"/>
                </a:cubicBezTo>
                <a:cubicBezTo>
                  <a:pt x="791061" y="122149"/>
                  <a:pt x="789653" y="127672"/>
                  <a:pt x="786838" y="133086"/>
                </a:cubicBezTo>
                <a:cubicBezTo>
                  <a:pt x="784022" y="138501"/>
                  <a:pt x="780052" y="142652"/>
                  <a:pt x="774926" y="145540"/>
                </a:cubicBezTo>
                <a:cubicBezTo>
                  <a:pt x="769800" y="148427"/>
                  <a:pt x="764133" y="149871"/>
                  <a:pt x="757925" y="149871"/>
                </a:cubicBezTo>
                <a:cubicBezTo>
                  <a:pt x="753088" y="149871"/>
                  <a:pt x="746627" y="148327"/>
                  <a:pt x="738541" y="145238"/>
                </a:cubicBezTo>
                <a:cubicBezTo>
                  <a:pt x="736375" y="144428"/>
                  <a:pt x="734896" y="144023"/>
                  <a:pt x="734101" y="144023"/>
                </a:cubicBezTo>
                <a:cubicBezTo>
                  <a:pt x="731719" y="144023"/>
                  <a:pt x="729734" y="145828"/>
                  <a:pt x="728146" y="149438"/>
                </a:cubicBezTo>
                <a:lnTo>
                  <a:pt x="724572" y="149438"/>
                </a:lnTo>
                <a:lnTo>
                  <a:pt x="722839" y="113053"/>
                </a:lnTo>
                <a:lnTo>
                  <a:pt x="726521" y="113053"/>
                </a:lnTo>
                <a:cubicBezTo>
                  <a:pt x="729770" y="122582"/>
                  <a:pt x="734228" y="129729"/>
                  <a:pt x="739895" y="134494"/>
                </a:cubicBezTo>
                <a:cubicBezTo>
                  <a:pt x="745562" y="139259"/>
                  <a:pt x="750922" y="141641"/>
                  <a:pt x="755976" y="141641"/>
                </a:cubicBezTo>
                <a:cubicBezTo>
                  <a:pt x="759441" y="141641"/>
                  <a:pt x="762274" y="140576"/>
                  <a:pt x="764476" y="138447"/>
                </a:cubicBezTo>
                <a:cubicBezTo>
                  <a:pt x="766678" y="136317"/>
                  <a:pt x="767779" y="133736"/>
                  <a:pt x="767779" y="130704"/>
                </a:cubicBezTo>
                <a:cubicBezTo>
                  <a:pt x="767779" y="127239"/>
                  <a:pt x="766696" y="124243"/>
                  <a:pt x="764530" y="121716"/>
                </a:cubicBezTo>
                <a:cubicBezTo>
                  <a:pt x="762365" y="119189"/>
                  <a:pt x="757528" y="115363"/>
                  <a:pt x="750020" y="110238"/>
                </a:cubicBezTo>
                <a:cubicBezTo>
                  <a:pt x="738974" y="102585"/>
                  <a:pt x="731827" y="96738"/>
                  <a:pt x="728579" y="92695"/>
                </a:cubicBezTo>
                <a:cubicBezTo>
                  <a:pt x="723814" y="86775"/>
                  <a:pt x="721432" y="80242"/>
                  <a:pt x="721432" y="73095"/>
                </a:cubicBezTo>
                <a:cubicBezTo>
                  <a:pt x="721432" y="65298"/>
                  <a:pt x="724121" y="58241"/>
                  <a:pt x="729499" y="51924"/>
                </a:cubicBezTo>
                <a:cubicBezTo>
                  <a:pt x="734877" y="45607"/>
                  <a:pt x="742656" y="42449"/>
                  <a:pt x="752835" y="42449"/>
                </a:cubicBezTo>
                <a:cubicBezTo>
                  <a:pt x="758322" y="42449"/>
                  <a:pt x="763628" y="43836"/>
                  <a:pt x="768754" y="46611"/>
                </a:cubicBezTo>
                <a:cubicBezTo>
                  <a:pt x="770703" y="47735"/>
                  <a:pt x="772291" y="48297"/>
                  <a:pt x="773518" y="48297"/>
                </a:cubicBezTo>
                <a:cubicBezTo>
                  <a:pt x="774818" y="48297"/>
                  <a:pt x="775865" y="48026"/>
                  <a:pt x="776659" y="47484"/>
                </a:cubicBezTo>
                <a:cubicBezTo>
                  <a:pt x="777453" y="46943"/>
                  <a:pt x="778716" y="45409"/>
                  <a:pt x="780449" y="42882"/>
                </a:cubicBezTo>
                <a:lnTo>
                  <a:pt x="784131" y="428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EABE1-16B4-42A4-9407-A1C7685E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186" y="2019524"/>
            <a:ext cx="993067" cy="305693"/>
          </a:xfrm>
          <a:custGeom xmlns:a="http://schemas.openxmlformats.org/drawingml/2006/main">
            <a:pathLst>
              <a:path w="993067" h="305693">
                <a:moveTo>
                  <a:pt x="993067" y="27286"/>
                </a:moveTo>
                <a:lnTo>
                  <a:pt x="986246" y="33314"/>
                </a:lnTo>
                <a:lnTo>
                  <a:pt x="892968" y="115170"/>
                </a:lnTo>
                <a:lnTo>
                  <a:pt x="882973" y="76622"/>
                </a:lnTo>
                <a:lnTo>
                  <a:pt x="10153" y="305693"/>
                </a:lnTo>
                <a:lnTo>
                  <a:pt x="0" y="267462"/>
                </a:lnTo>
                <a:lnTo>
                  <a:pt x="872821" y="38390"/>
                </a:lnTo>
                <a:lnTo>
                  <a:pt x="862826" y="0"/>
                </a:lnTo>
                <a:lnTo>
                  <a:pt x="993067" y="272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15305A-0ECE-4D8C-8C18-C0FFA373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3534" y="847356"/>
            <a:ext cx="964037" cy="353126"/>
          </a:xfrm>
          <a:custGeom xmlns:a="http://schemas.openxmlformats.org/drawingml/2006/main">
            <a:pathLst>
              <a:path w="964037" h="353126">
                <a:moveTo>
                  <a:pt x="964037" y="333772"/>
                </a:moveTo>
                <a:lnTo>
                  <a:pt x="832368" y="353126"/>
                </a:lnTo>
                <a:lnTo>
                  <a:pt x="844742" y="315529"/>
                </a:lnTo>
                <a:lnTo>
                  <a:pt x="0" y="37756"/>
                </a:lnTo>
                <a:lnTo>
                  <a:pt x="12374" y="0"/>
                </a:lnTo>
                <a:lnTo>
                  <a:pt x="857274" y="277773"/>
                </a:lnTo>
                <a:lnTo>
                  <a:pt x="869648" y="240018"/>
                </a:lnTo>
                <a:lnTo>
                  <a:pt x="951822" y="321716"/>
                </a:lnTo>
                <a:lnTo>
                  <a:pt x="964037" y="3337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8732F-52B2-4E18-AFEC-C96C73E9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698" y="1507920"/>
            <a:ext cx="550153" cy="142932"/>
          </a:xfrm>
          <a:custGeom xmlns:a="http://schemas.openxmlformats.org/drawingml/2006/main">
            <a:pathLst>
              <a:path w="550153" h="142932">
                <a:moveTo>
                  <a:pt x="550153" y="71704"/>
                </a:moveTo>
                <a:lnTo>
                  <a:pt x="502879" y="95341"/>
                </a:lnTo>
                <a:lnTo>
                  <a:pt x="407221" y="142932"/>
                </a:lnTo>
                <a:lnTo>
                  <a:pt x="407380" y="95341"/>
                </a:lnTo>
                <a:lnTo>
                  <a:pt x="431017" y="95341"/>
                </a:lnTo>
                <a:lnTo>
                  <a:pt x="407380" y="95182"/>
                </a:lnTo>
                <a:lnTo>
                  <a:pt x="0" y="94389"/>
                </a:lnTo>
                <a:lnTo>
                  <a:pt x="0" y="46639"/>
                </a:lnTo>
                <a:lnTo>
                  <a:pt x="407380" y="47591"/>
                </a:lnTo>
                <a:lnTo>
                  <a:pt x="407380" y="46639"/>
                </a:lnTo>
                <a:lnTo>
                  <a:pt x="407538" y="0"/>
                </a:lnTo>
                <a:lnTo>
                  <a:pt x="502245" y="47591"/>
                </a:lnTo>
                <a:lnTo>
                  <a:pt x="550153" y="717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5D122-3CBE-462A-A0C8-13CE61BF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1" y="3135536"/>
            <a:ext cx="3152910" cy="729413"/>
          </a:xfrm>
          <a:custGeom xmlns:a="http://schemas.openxmlformats.org/drawingml/2006/main">
            <a:pathLst>
              <a:path w="3152910" h="729413">
                <a:moveTo>
                  <a:pt x="0" y="729413"/>
                </a:moveTo>
                <a:lnTo>
                  <a:pt x="0" y="0"/>
                </a:lnTo>
                <a:lnTo>
                  <a:pt x="3152910" y="0"/>
                </a:lnTo>
                <a:lnTo>
                  <a:pt x="3152910" y="729413"/>
                </a:lnTo>
                <a:lnTo>
                  <a:pt x="0" y="729413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A819E-BF25-4F89-A02B-4A5CD1C8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17" y="3136011"/>
            <a:ext cx="3153386" cy="730047"/>
          </a:xfrm>
          <a:custGeom xmlns:a="http://schemas.openxmlformats.org/drawingml/2006/main">
            <a:pathLst>
              <a:path w="3153386" h="730047" fill="none">
                <a:moveTo>
                  <a:pt x="0" y="730047"/>
                </a:moveTo>
                <a:lnTo>
                  <a:pt x="3153386" y="730047"/>
                </a:lnTo>
                <a:lnTo>
                  <a:pt x="3153386" y="0"/>
                </a:lnTo>
                <a:lnTo>
                  <a:pt x="0" y="0"/>
                </a:lnTo>
                <a:lnTo>
                  <a:pt x="0" y="730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34" name="Text Theorem,CurrentProofState,">
            <a:extLst xmlns:a="http://schemas.openxmlformats.org/drawingml/2006/main">
              <a:ext uri="{FF2B5EF4-FFF2-40B4-BE49-F238E27FC236}">
                <a16:creationId xmlns:a16="http://schemas.microsoft.com/office/drawing/2014/main" id="{3F1E94CD-274E-4529-8AED-667850C2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687" y="3290983"/>
            <a:ext cx="2880561" cy="189071"/>
          </a:xfrm>
          <a:custGeom xmlns:a="http://schemas.openxmlformats.org/drawingml/2006/main">
            <a:pathLst>
              <a:path w="2880561" h="189071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188748" y="3249"/>
                </a:moveTo>
                <a:lnTo>
                  <a:pt x="188748" y="61833"/>
                </a:lnTo>
                <a:cubicBezTo>
                  <a:pt x="194307" y="55944"/>
                  <a:pt x="199397" y="51783"/>
                  <a:pt x="204017" y="49349"/>
                </a:cubicBezTo>
                <a:cubicBezTo>
                  <a:pt x="208637" y="46915"/>
                  <a:pt x="213438" y="45698"/>
                  <a:pt x="218419" y="45698"/>
                </a:cubicBezTo>
                <a:cubicBezTo>
                  <a:pt x="224772" y="45698"/>
                  <a:pt x="230205" y="47502"/>
                  <a:pt x="234717" y="51112"/>
                </a:cubicBezTo>
                <a:cubicBezTo>
                  <a:pt x="239229" y="54722"/>
                  <a:pt x="242225" y="58963"/>
                  <a:pt x="243705" y="63836"/>
                </a:cubicBezTo>
                <a:cubicBezTo>
                  <a:pt x="245185" y="68709"/>
                  <a:pt x="245925" y="76921"/>
                  <a:pt x="245925" y="88472"/>
                </a:cubicBezTo>
                <a:lnTo>
                  <a:pt x="245925" y="127997"/>
                </a:lnTo>
                <a:cubicBezTo>
                  <a:pt x="245925" y="135769"/>
                  <a:pt x="246646" y="140617"/>
                  <a:pt x="248090" y="142541"/>
                </a:cubicBezTo>
                <a:cubicBezTo>
                  <a:pt x="249534" y="144466"/>
                  <a:pt x="252458" y="145682"/>
                  <a:pt x="256862" y="146189"/>
                </a:cubicBezTo>
                <a:lnTo>
                  <a:pt x="256862" y="150088"/>
                </a:lnTo>
                <a:lnTo>
                  <a:pt x="205533" y="150088"/>
                </a:lnTo>
                <a:lnTo>
                  <a:pt x="205533" y="146189"/>
                </a:lnTo>
                <a:cubicBezTo>
                  <a:pt x="209143" y="145682"/>
                  <a:pt x="211850" y="144229"/>
                  <a:pt x="213655" y="141831"/>
                </a:cubicBezTo>
                <a:cubicBezTo>
                  <a:pt x="214954" y="139942"/>
                  <a:pt x="215604" y="135331"/>
                  <a:pt x="215604" y="127997"/>
                </a:cubicBezTo>
                <a:lnTo>
                  <a:pt x="215604" y="82912"/>
                </a:lnTo>
                <a:cubicBezTo>
                  <a:pt x="215604" y="74551"/>
                  <a:pt x="215279" y="69308"/>
                  <a:pt x="214629" y="67183"/>
                </a:cubicBezTo>
                <a:cubicBezTo>
                  <a:pt x="213979" y="65055"/>
                  <a:pt x="212879" y="63397"/>
                  <a:pt x="211326" y="62208"/>
                </a:cubicBezTo>
                <a:cubicBezTo>
                  <a:pt x="209774" y="61019"/>
                  <a:pt x="208024" y="60425"/>
                  <a:pt x="206074" y="60425"/>
                </a:cubicBezTo>
                <a:cubicBezTo>
                  <a:pt x="203187" y="60425"/>
                  <a:pt x="200371" y="61418"/>
                  <a:pt x="197628" y="63403"/>
                </a:cubicBezTo>
                <a:cubicBezTo>
                  <a:pt x="194885" y="65388"/>
                  <a:pt x="191925" y="68871"/>
                  <a:pt x="188748" y="73853"/>
                </a:cubicBezTo>
                <a:lnTo>
                  <a:pt x="188748" y="127997"/>
                </a:lnTo>
                <a:cubicBezTo>
                  <a:pt x="188748" y="135259"/>
                  <a:pt x="189290" y="139798"/>
                  <a:pt x="190373" y="141614"/>
                </a:cubicBezTo>
                <a:cubicBezTo>
                  <a:pt x="191744" y="144082"/>
                  <a:pt x="194560" y="145607"/>
                  <a:pt x="198819" y="146189"/>
                </a:cubicBezTo>
                <a:lnTo>
                  <a:pt x="198819" y="150088"/>
                </a:lnTo>
                <a:lnTo>
                  <a:pt x="147490" y="150088"/>
                </a:lnTo>
                <a:lnTo>
                  <a:pt x="147490" y="146189"/>
                </a:lnTo>
                <a:cubicBezTo>
                  <a:pt x="151750" y="145754"/>
                  <a:pt x="154782" y="144374"/>
                  <a:pt x="156587" y="142051"/>
                </a:cubicBezTo>
                <a:cubicBezTo>
                  <a:pt x="157814" y="140453"/>
                  <a:pt x="158428" y="135769"/>
                  <a:pt x="158428" y="127997"/>
                </a:cubicBezTo>
                <a:lnTo>
                  <a:pt x="158428" y="25339"/>
                </a:lnTo>
                <a:cubicBezTo>
                  <a:pt x="158428" y="17595"/>
                  <a:pt x="157724" y="12772"/>
                  <a:pt x="156316" y="10873"/>
                </a:cubicBezTo>
                <a:cubicBezTo>
                  <a:pt x="154908" y="8973"/>
                  <a:pt x="151966" y="7731"/>
                  <a:pt x="147490" y="7147"/>
                </a:cubicBezTo>
                <a:lnTo>
                  <a:pt x="147490" y="3249"/>
                </a:lnTo>
                <a:lnTo>
                  <a:pt x="188748" y="3249"/>
                </a:lnTo>
                <a:close/>
                <a:moveTo>
                  <a:pt x="356453" y="95727"/>
                </a:moveTo>
                <a:lnTo>
                  <a:pt x="300901" y="95727"/>
                </a:lnTo>
                <a:cubicBezTo>
                  <a:pt x="301551" y="109191"/>
                  <a:pt x="305124" y="119831"/>
                  <a:pt x="311622" y="127648"/>
                </a:cubicBezTo>
                <a:cubicBezTo>
                  <a:pt x="316603" y="133656"/>
                  <a:pt x="322595" y="136660"/>
                  <a:pt x="329598" y="136660"/>
                </a:cubicBezTo>
                <a:cubicBezTo>
                  <a:pt x="333929" y="136660"/>
                  <a:pt x="337864" y="135451"/>
                  <a:pt x="341401" y="133032"/>
                </a:cubicBezTo>
                <a:cubicBezTo>
                  <a:pt x="344938" y="130614"/>
                  <a:pt x="348729" y="126264"/>
                  <a:pt x="352771" y="119983"/>
                </a:cubicBezTo>
                <a:lnTo>
                  <a:pt x="356453" y="122366"/>
                </a:lnTo>
                <a:cubicBezTo>
                  <a:pt x="350967" y="133556"/>
                  <a:pt x="344902" y="141479"/>
                  <a:pt x="338261" y="146135"/>
                </a:cubicBezTo>
                <a:cubicBezTo>
                  <a:pt x="331619" y="150791"/>
                  <a:pt x="323931" y="153120"/>
                  <a:pt x="315195" y="153120"/>
                </a:cubicBezTo>
                <a:cubicBezTo>
                  <a:pt x="300179" y="153120"/>
                  <a:pt x="288809" y="147339"/>
                  <a:pt x="281084" y="135777"/>
                </a:cubicBezTo>
                <a:cubicBezTo>
                  <a:pt x="274876" y="126455"/>
                  <a:pt x="271772" y="114893"/>
                  <a:pt x="271772" y="101091"/>
                </a:cubicBezTo>
                <a:cubicBezTo>
                  <a:pt x="271772" y="84179"/>
                  <a:pt x="276338" y="70720"/>
                  <a:pt x="285470" y="60713"/>
                </a:cubicBezTo>
                <a:cubicBezTo>
                  <a:pt x="294602" y="50703"/>
                  <a:pt x="305305" y="45698"/>
                  <a:pt x="317578" y="45698"/>
                </a:cubicBezTo>
                <a:cubicBezTo>
                  <a:pt x="327829" y="45698"/>
                  <a:pt x="336727" y="49903"/>
                  <a:pt x="344271" y="58313"/>
                </a:cubicBezTo>
                <a:cubicBezTo>
                  <a:pt x="351815" y="66724"/>
                  <a:pt x="355876" y="79195"/>
                  <a:pt x="356453" y="95727"/>
                </a:cubicBezTo>
                <a:moveTo>
                  <a:pt x="329814" y="88580"/>
                </a:moveTo>
                <a:cubicBezTo>
                  <a:pt x="329814" y="76957"/>
                  <a:pt x="329183" y="68980"/>
                  <a:pt x="327919" y="64648"/>
                </a:cubicBezTo>
                <a:cubicBezTo>
                  <a:pt x="326656" y="60317"/>
                  <a:pt x="324689" y="57032"/>
                  <a:pt x="322017" y="54794"/>
                </a:cubicBezTo>
                <a:cubicBezTo>
                  <a:pt x="320501" y="53494"/>
                  <a:pt x="318480" y="52845"/>
                  <a:pt x="315953" y="52845"/>
                </a:cubicBezTo>
                <a:cubicBezTo>
                  <a:pt x="312199" y="52845"/>
                  <a:pt x="309131" y="54686"/>
                  <a:pt x="306749" y="58367"/>
                </a:cubicBezTo>
                <a:cubicBezTo>
                  <a:pt x="302489" y="64793"/>
                  <a:pt x="300360" y="73600"/>
                  <a:pt x="300360" y="84790"/>
                </a:cubicBezTo>
                <a:lnTo>
                  <a:pt x="300360" y="88580"/>
                </a:lnTo>
                <a:lnTo>
                  <a:pt x="329814" y="88580"/>
                </a:lnTo>
                <a:close/>
                <a:moveTo>
                  <a:pt x="416912" y="45698"/>
                </a:moveTo>
                <a:cubicBezTo>
                  <a:pt x="425719" y="45698"/>
                  <a:pt x="433913" y="47974"/>
                  <a:pt x="441493" y="52527"/>
                </a:cubicBezTo>
                <a:cubicBezTo>
                  <a:pt x="449073" y="57079"/>
                  <a:pt x="454831" y="63547"/>
                  <a:pt x="458765" y="71931"/>
                </a:cubicBezTo>
                <a:cubicBezTo>
                  <a:pt x="462700" y="80314"/>
                  <a:pt x="464667" y="89491"/>
                  <a:pt x="464667" y="99463"/>
                </a:cubicBezTo>
                <a:cubicBezTo>
                  <a:pt x="464667" y="113843"/>
                  <a:pt x="461021" y="125875"/>
                  <a:pt x="453730" y="135560"/>
                </a:cubicBezTo>
                <a:cubicBezTo>
                  <a:pt x="444922" y="147266"/>
                  <a:pt x="432758" y="153120"/>
                  <a:pt x="417237" y="153120"/>
                </a:cubicBezTo>
                <a:cubicBezTo>
                  <a:pt x="402004" y="153120"/>
                  <a:pt x="390273" y="147772"/>
                  <a:pt x="382043" y="137076"/>
                </a:cubicBezTo>
                <a:cubicBezTo>
                  <a:pt x="373813" y="126380"/>
                  <a:pt x="369698" y="113987"/>
                  <a:pt x="369698" y="99896"/>
                </a:cubicBezTo>
                <a:cubicBezTo>
                  <a:pt x="369698" y="85372"/>
                  <a:pt x="373903" y="72708"/>
                  <a:pt x="382314" y="61904"/>
                </a:cubicBezTo>
                <a:cubicBezTo>
                  <a:pt x="390724" y="51100"/>
                  <a:pt x="402257" y="45698"/>
                  <a:pt x="416912" y="45698"/>
                </a:cubicBezTo>
                <a:moveTo>
                  <a:pt x="417345" y="53278"/>
                </a:moveTo>
                <a:cubicBezTo>
                  <a:pt x="413663" y="53278"/>
                  <a:pt x="410505" y="54670"/>
                  <a:pt x="407870" y="57454"/>
                </a:cubicBezTo>
                <a:cubicBezTo>
                  <a:pt x="405235" y="60235"/>
                  <a:pt x="403502" y="65728"/>
                  <a:pt x="402672" y="73930"/>
                </a:cubicBezTo>
                <a:cubicBezTo>
                  <a:pt x="401842" y="82133"/>
                  <a:pt x="401427" y="93535"/>
                  <a:pt x="401427" y="108136"/>
                </a:cubicBezTo>
                <a:cubicBezTo>
                  <a:pt x="401427" y="115870"/>
                  <a:pt x="401932" y="123098"/>
                  <a:pt x="402943" y="129821"/>
                </a:cubicBezTo>
                <a:cubicBezTo>
                  <a:pt x="403737" y="134951"/>
                  <a:pt x="405433" y="138854"/>
                  <a:pt x="408032" y="141529"/>
                </a:cubicBezTo>
                <a:cubicBezTo>
                  <a:pt x="410631" y="144203"/>
                  <a:pt x="413591" y="145540"/>
                  <a:pt x="416912" y="145540"/>
                </a:cubicBezTo>
                <a:cubicBezTo>
                  <a:pt x="420160" y="145540"/>
                  <a:pt x="422868" y="144636"/>
                  <a:pt x="425033" y="142829"/>
                </a:cubicBezTo>
                <a:cubicBezTo>
                  <a:pt x="427849" y="140372"/>
                  <a:pt x="429726" y="136938"/>
                  <a:pt x="430664" y="132528"/>
                </a:cubicBezTo>
                <a:cubicBezTo>
                  <a:pt x="432108" y="125663"/>
                  <a:pt x="432830" y="111786"/>
                  <a:pt x="432830" y="90898"/>
                </a:cubicBezTo>
                <a:cubicBezTo>
                  <a:pt x="432830" y="78612"/>
                  <a:pt x="432144" y="70174"/>
                  <a:pt x="430773" y="65585"/>
                </a:cubicBezTo>
                <a:cubicBezTo>
                  <a:pt x="429401" y="60995"/>
                  <a:pt x="427380" y="57651"/>
                  <a:pt x="424709" y="55555"/>
                </a:cubicBezTo>
                <a:cubicBezTo>
                  <a:pt x="422832" y="54037"/>
                  <a:pt x="420377" y="53278"/>
                  <a:pt x="417345" y="53278"/>
                </a:cubicBezTo>
                <a:close/>
                <a:moveTo>
                  <a:pt x="522060" y="48730"/>
                </a:moveTo>
                <a:lnTo>
                  <a:pt x="522060" y="71687"/>
                </a:lnTo>
                <a:cubicBezTo>
                  <a:pt x="528774" y="61219"/>
                  <a:pt x="534657" y="54270"/>
                  <a:pt x="539711" y="50841"/>
                </a:cubicBezTo>
                <a:cubicBezTo>
                  <a:pt x="544764" y="47412"/>
                  <a:pt x="549637" y="45698"/>
                  <a:pt x="554330" y="45698"/>
                </a:cubicBezTo>
                <a:cubicBezTo>
                  <a:pt x="558372" y="45698"/>
                  <a:pt x="561603" y="46947"/>
                  <a:pt x="564022" y="49447"/>
                </a:cubicBezTo>
                <a:cubicBezTo>
                  <a:pt x="566440" y="51947"/>
                  <a:pt x="567649" y="55479"/>
                  <a:pt x="567649" y="60042"/>
                </a:cubicBezTo>
                <a:cubicBezTo>
                  <a:pt x="567649" y="64897"/>
                  <a:pt x="566476" y="68666"/>
                  <a:pt x="564130" y="71348"/>
                </a:cubicBezTo>
                <a:cubicBezTo>
                  <a:pt x="561784" y="74029"/>
                  <a:pt x="558950" y="75369"/>
                  <a:pt x="555629" y="75369"/>
                </a:cubicBezTo>
                <a:cubicBezTo>
                  <a:pt x="551803" y="75369"/>
                  <a:pt x="548482" y="74141"/>
                  <a:pt x="545667" y="71687"/>
                </a:cubicBezTo>
                <a:cubicBezTo>
                  <a:pt x="542851" y="69232"/>
                  <a:pt x="541191" y="67861"/>
                  <a:pt x="540685" y="67572"/>
                </a:cubicBezTo>
                <a:cubicBezTo>
                  <a:pt x="539963" y="67139"/>
                  <a:pt x="539133" y="66922"/>
                  <a:pt x="538195" y="66922"/>
                </a:cubicBezTo>
                <a:cubicBezTo>
                  <a:pt x="536101" y="66922"/>
                  <a:pt x="534116" y="67716"/>
                  <a:pt x="532239" y="69305"/>
                </a:cubicBezTo>
                <a:cubicBezTo>
                  <a:pt x="529279" y="71759"/>
                  <a:pt x="527041" y="75260"/>
                  <a:pt x="525525" y="79808"/>
                </a:cubicBezTo>
                <a:cubicBezTo>
                  <a:pt x="523215" y="86811"/>
                  <a:pt x="522060" y="94536"/>
                  <a:pt x="522060" y="102982"/>
                </a:cubicBezTo>
                <a:lnTo>
                  <a:pt x="522060" y="126264"/>
                </a:lnTo>
                <a:lnTo>
                  <a:pt x="522168" y="132328"/>
                </a:lnTo>
                <a:cubicBezTo>
                  <a:pt x="522168" y="136443"/>
                  <a:pt x="522421" y="139078"/>
                  <a:pt x="522926" y="140233"/>
                </a:cubicBezTo>
                <a:cubicBezTo>
                  <a:pt x="523792" y="142183"/>
                  <a:pt x="525074" y="143608"/>
                  <a:pt x="526770" y="144511"/>
                </a:cubicBezTo>
                <a:cubicBezTo>
                  <a:pt x="528467" y="145413"/>
                  <a:pt x="531337" y="145973"/>
                  <a:pt x="535379" y="146189"/>
                </a:cubicBezTo>
                <a:lnTo>
                  <a:pt x="535379" y="150088"/>
                </a:lnTo>
                <a:lnTo>
                  <a:pt x="480694" y="150088"/>
                </a:lnTo>
                <a:lnTo>
                  <a:pt x="480694" y="146189"/>
                </a:lnTo>
                <a:cubicBezTo>
                  <a:pt x="485097" y="145828"/>
                  <a:pt x="488075" y="144619"/>
                  <a:pt x="489627" y="142562"/>
                </a:cubicBezTo>
                <a:cubicBezTo>
                  <a:pt x="491180" y="140504"/>
                  <a:pt x="491956" y="135072"/>
                  <a:pt x="491956" y="126264"/>
                </a:cubicBezTo>
                <a:lnTo>
                  <a:pt x="491956" y="70171"/>
                </a:lnTo>
                <a:cubicBezTo>
                  <a:pt x="491956" y="64359"/>
                  <a:pt x="491667" y="60655"/>
                  <a:pt x="491089" y="59058"/>
                </a:cubicBezTo>
                <a:cubicBezTo>
                  <a:pt x="490367" y="57023"/>
                  <a:pt x="489321" y="55534"/>
                  <a:pt x="487949" y="54591"/>
                </a:cubicBezTo>
                <a:cubicBezTo>
                  <a:pt x="486577" y="53646"/>
                  <a:pt x="484159" y="52991"/>
                  <a:pt x="480694" y="52628"/>
                </a:cubicBezTo>
                <a:lnTo>
                  <a:pt x="480694" y="48730"/>
                </a:lnTo>
                <a:lnTo>
                  <a:pt x="522060" y="48730"/>
                </a:lnTo>
                <a:close/>
                <a:moveTo>
                  <a:pt x="664276" y="95727"/>
                </a:moveTo>
                <a:lnTo>
                  <a:pt x="608724" y="95727"/>
                </a:lnTo>
                <a:cubicBezTo>
                  <a:pt x="609374" y="109191"/>
                  <a:pt x="612947" y="119831"/>
                  <a:pt x="619445" y="127648"/>
                </a:cubicBezTo>
                <a:cubicBezTo>
                  <a:pt x="624426" y="133656"/>
                  <a:pt x="630418" y="136660"/>
                  <a:pt x="637421" y="136660"/>
                </a:cubicBezTo>
                <a:cubicBezTo>
                  <a:pt x="641752" y="136660"/>
                  <a:pt x="645687" y="135451"/>
                  <a:pt x="649224" y="133032"/>
                </a:cubicBezTo>
                <a:cubicBezTo>
                  <a:pt x="652761" y="130614"/>
                  <a:pt x="656552" y="126264"/>
                  <a:pt x="660594" y="119983"/>
                </a:cubicBezTo>
                <a:lnTo>
                  <a:pt x="664276" y="122366"/>
                </a:lnTo>
                <a:cubicBezTo>
                  <a:pt x="658790" y="133556"/>
                  <a:pt x="652725" y="141479"/>
                  <a:pt x="646084" y="146135"/>
                </a:cubicBezTo>
                <a:cubicBezTo>
                  <a:pt x="639442" y="150791"/>
                  <a:pt x="631754" y="153120"/>
                  <a:pt x="623018" y="153120"/>
                </a:cubicBezTo>
                <a:cubicBezTo>
                  <a:pt x="608002" y="153120"/>
                  <a:pt x="596632" y="147339"/>
                  <a:pt x="588907" y="135777"/>
                </a:cubicBezTo>
                <a:cubicBezTo>
                  <a:pt x="582699" y="126455"/>
                  <a:pt x="579595" y="114893"/>
                  <a:pt x="579595" y="101091"/>
                </a:cubicBezTo>
                <a:cubicBezTo>
                  <a:pt x="579595" y="84179"/>
                  <a:pt x="584161" y="70720"/>
                  <a:pt x="593293" y="60713"/>
                </a:cubicBezTo>
                <a:cubicBezTo>
                  <a:pt x="602425" y="50703"/>
                  <a:pt x="613128" y="45698"/>
                  <a:pt x="625401" y="45698"/>
                </a:cubicBezTo>
                <a:cubicBezTo>
                  <a:pt x="635652" y="45698"/>
                  <a:pt x="644550" y="49903"/>
                  <a:pt x="652094" y="58313"/>
                </a:cubicBezTo>
                <a:cubicBezTo>
                  <a:pt x="659638" y="66724"/>
                  <a:pt x="663699" y="79195"/>
                  <a:pt x="664276" y="95727"/>
                </a:cubicBezTo>
                <a:moveTo>
                  <a:pt x="637637" y="88580"/>
                </a:moveTo>
                <a:cubicBezTo>
                  <a:pt x="637637" y="76957"/>
                  <a:pt x="637006" y="68980"/>
                  <a:pt x="635742" y="64648"/>
                </a:cubicBezTo>
                <a:cubicBezTo>
                  <a:pt x="634479" y="60317"/>
                  <a:pt x="632512" y="57032"/>
                  <a:pt x="629840" y="54794"/>
                </a:cubicBezTo>
                <a:cubicBezTo>
                  <a:pt x="628324" y="53494"/>
                  <a:pt x="626303" y="52845"/>
                  <a:pt x="623776" y="52845"/>
                </a:cubicBezTo>
                <a:cubicBezTo>
                  <a:pt x="620022" y="52845"/>
                  <a:pt x="616954" y="54686"/>
                  <a:pt x="614572" y="58367"/>
                </a:cubicBezTo>
                <a:cubicBezTo>
                  <a:pt x="610312" y="64793"/>
                  <a:pt x="608183" y="73600"/>
                  <a:pt x="608183" y="84790"/>
                </a:cubicBezTo>
                <a:lnTo>
                  <a:pt x="608183" y="88580"/>
                </a:lnTo>
                <a:lnTo>
                  <a:pt x="637637" y="88580"/>
                </a:lnTo>
                <a:close/>
                <a:moveTo>
                  <a:pt x="718331" y="48730"/>
                </a:moveTo>
                <a:lnTo>
                  <a:pt x="718331" y="62157"/>
                </a:lnTo>
                <a:cubicBezTo>
                  <a:pt x="723890" y="56053"/>
                  <a:pt x="729033" y="51783"/>
                  <a:pt x="733762" y="49349"/>
                </a:cubicBezTo>
                <a:cubicBezTo>
                  <a:pt x="738491" y="46915"/>
                  <a:pt x="743670" y="45698"/>
                  <a:pt x="749301" y="45698"/>
                </a:cubicBezTo>
                <a:cubicBezTo>
                  <a:pt x="755799" y="45698"/>
                  <a:pt x="761249" y="47223"/>
                  <a:pt x="765653" y="50273"/>
                </a:cubicBezTo>
                <a:cubicBezTo>
                  <a:pt x="770057" y="53323"/>
                  <a:pt x="773450" y="57970"/>
                  <a:pt x="775832" y="64215"/>
                </a:cubicBezTo>
                <a:cubicBezTo>
                  <a:pt x="781607" y="57679"/>
                  <a:pt x="787148" y="52960"/>
                  <a:pt x="792454" y="50056"/>
                </a:cubicBezTo>
                <a:cubicBezTo>
                  <a:pt x="797760" y="47151"/>
                  <a:pt x="803301" y="45698"/>
                  <a:pt x="809076" y="45698"/>
                </a:cubicBezTo>
                <a:cubicBezTo>
                  <a:pt x="816079" y="45698"/>
                  <a:pt x="821656" y="47306"/>
                  <a:pt x="825807" y="50523"/>
                </a:cubicBezTo>
                <a:cubicBezTo>
                  <a:pt x="829958" y="53740"/>
                  <a:pt x="832846" y="57825"/>
                  <a:pt x="834470" y="62777"/>
                </a:cubicBezTo>
                <a:cubicBezTo>
                  <a:pt x="836094" y="67729"/>
                  <a:pt x="836907" y="75626"/>
                  <a:pt x="836907" y="86468"/>
                </a:cubicBezTo>
                <a:lnTo>
                  <a:pt x="836907" y="127997"/>
                </a:lnTo>
                <a:cubicBezTo>
                  <a:pt x="836907" y="135794"/>
                  <a:pt x="837610" y="140630"/>
                  <a:pt x="839018" y="142507"/>
                </a:cubicBezTo>
                <a:cubicBezTo>
                  <a:pt x="840426" y="144384"/>
                  <a:pt x="843368" y="145612"/>
                  <a:pt x="847844" y="146189"/>
                </a:cubicBezTo>
                <a:lnTo>
                  <a:pt x="847844" y="150088"/>
                </a:lnTo>
                <a:lnTo>
                  <a:pt x="795540" y="150088"/>
                </a:lnTo>
                <a:lnTo>
                  <a:pt x="795540" y="146189"/>
                </a:lnTo>
                <a:cubicBezTo>
                  <a:pt x="799655" y="145828"/>
                  <a:pt x="802687" y="144240"/>
                  <a:pt x="804637" y="141425"/>
                </a:cubicBezTo>
                <a:cubicBezTo>
                  <a:pt x="805936" y="139475"/>
                  <a:pt x="806586" y="134999"/>
                  <a:pt x="806586" y="127997"/>
                </a:cubicBezTo>
                <a:lnTo>
                  <a:pt x="806586" y="84465"/>
                </a:lnTo>
                <a:cubicBezTo>
                  <a:pt x="806586" y="75441"/>
                  <a:pt x="806225" y="69702"/>
                  <a:pt x="805503" y="67247"/>
                </a:cubicBezTo>
                <a:cubicBezTo>
                  <a:pt x="804781" y="64793"/>
                  <a:pt x="803644" y="62970"/>
                  <a:pt x="802092" y="61778"/>
                </a:cubicBezTo>
                <a:cubicBezTo>
                  <a:pt x="800540" y="60587"/>
                  <a:pt x="798717" y="59992"/>
                  <a:pt x="796623" y="59992"/>
                </a:cubicBezTo>
                <a:cubicBezTo>
                  <a:pt x="793519" y="59992"/>
                  <a:pt x="790379" y="61129"/>
                  <a:pt x="787202" y="63403"/>
                </a:cubicBezTo>
                <a:cubicBezTo>
                  <a:pt x="784026" y="65677"/>
                  <a:pt x="780813" y="69088"/>
                  <a:pt x="777565" y="73636"/>
                </a:cubicBezTo>
                <a:lnTo>
                  <a:pt x="777565" y="127997"/>
                </a:lnTo>
                <a:cubicBezTo>
                  <a:pt x="777565" y="135288"/>
                  <a:pt x="778178" y="139872"/>
                  <a:pt x="779405" y="141749"/>
                </a:cubicBezTo>
                <a:cubicBezTo>
                  <a:pt x="781066" y="144421"/>
                  <a:pt x="784242" y="145900"/>
                  <a:pt x="788935" y="146189"/>
                </a:cubicBezTo>
                <a:lnTo>
                  <a:pt x="788935" y="150088"/>
                </a:lnTo>
                <a:lnTo>
                  <a:pt x="736523" y="150088"/>
                </a:lnTo>
                <a:lnTo>
                  <a:pt x="736523" y="146189"/>
                </a:lnTo>
                <a:cubicBezTo>
                  <a:pt x="739339" y="146045"/>
                  <a:pt x="741559" y="145341"/>
                  <a:pt x="743183" y="144078"/>
                </a:cubicBezTo>
                <a:cubicBezTo>
                  <a:pt x="744807" y="142814"/>
                  <a:pt x="745890" y="141298"/>
                  <a:pt x="746432" y="139529"/>
                </a:cubicBezTo>
                <a:cubicBezTo>
                  <a:pt x="746973" y="137761"/>
                  <a:pt x="747244" y="133917"/>
                  <a:pt x="747244" y="127997"/>
                </a:cubicBezTo>
                <a:lnTo>
                  <a:pt x="747244" y="84397"/>
                </a:lnTo>
                <a:cubicBezTo>
                  <a:pt x="747244" y="75213"/>
                  <a:pt x="746883" y="69465"/>
                  <a:pt x="746161" y="67152"/>
                </a:cubicBezTo>
                <a:cubicBezTo>
                  <a:pt x="745439" y="64838"/>
                  <a:pt x="744230" y="63029"/>
                  <a:pt x="742533" y="61728"/>
                </a:cubicBezTo>
                <a:cubicBezTo>
                  <a:pt x="740837" y="60426"/>
                  <a:pt x="739014" y="59775"/>
                  <a:pt x="737065" y="59775"/>
                </a:cubicBezTo>
                <a:cubicBezTo>
                  <a:pt x="734177" y="59775"/>
                  <a:pt x="731542" y="60539"/>
                  <a:pt x="729160" y="62066"/>
                </a:cubicBezTo>
                <a:cubicBezTo>
                  <a:pt x="725767" y="64322"/>
                  <a:pt x="722157" y="68179"/>
                  <a:pt x="718331" y="73636"/>
                </a:cubicBezTo>
                <a:lnTo>
                  <a:pt x="718331" y="127997"/>
                </a:lnTo>
                <a:cubicBezTo>
                  <a:pt x="718331" y="135144"/>
                  <a:pt x="719035" y="139854"/>
                  <a:pt x="720442" y="142128"/>
                </a:cubicBezTo>
                <a:cubicBezTo>
                  <a:pt x="721850" y="144402"/>
                  <a:pt x="724792" y="145756"/>
                  <a:pt x="729268" y="146189"/>
                </a:cubicBezTo>
                <a:lnTo>
                  <a:pt x="729268" y="150088"/>
                </a:lnTo>
                <a:lnTo>
                  <a:pt x="677073" y="150088"/>
                </a:lnTo>
                <a:lnTo>
                  <a:pt x="677073" y="146189"/>
                </a:lnTo>
                <a:cubicBezTo>
                  <a:pt x="681332" y="145756"/>
                  <a:pt x="684364" y="144384"/>
                  <a:pt x="686169" y="142074"/>
                </a:cubicBezTo>
                <a:cubicBezTo>
                  <a:pt x="687396" y="140486"/>
                  <a:pt x="688010" y="135794"/>
                  <a:pt x="688010" y="127997"/>
                </a:cubicBezTo>
                <a:lnTo>
                  <a:pt x="688010" y="70821"/>
                </a:lnTo>
                <a:cubicBezTo>
                  <a:pt x="688010" y="63076"/>
                  <a:pt x="687306" y="58253"/>
                  <a:pt x="685898" y="56354"/>
                </a:cubicBezTo>
                <a:cubicBezTo>
                  <a:pt x="684491" y="54454"/>
                  <a:pt x="681549" y="53212"/>
                  <a:pt x="677073" y="52628"/>
                </a:cubicBezTo>
                <a:lnTo>
                  <a:pt x="677073" y="48730"/>
                </a:lnTo>
                <a:lnTo>
                  <a:pt x="718331" y="48730"/>
                </a:lnTo>
                <a:close/>
                <a:moveTo>
                  <a:pt x="864627" y="189071"/>
                </a:moveTo>
                <a:lnTo>
                  <a:pt x="864627" y="184307"/>
                </a:lnTo>
                <a:cubicBezTo>
                  <a:pt x="873001" y="180697"/>
                  <a:pt x="879083" y="176023"/>
                  <a:pt x="882873" y="170283"/>
                </a:cubicBezTo>
                <a:cubicBezTo>
                  <a:pt x="886663" y="164544"/>
                  <a:pt x="888558" y="158678"/>
                  <a:pt x="888558" y="152687"/>
                </a:cubicBezTo>
                <a:cubicBezTo>
                  <a:pt x="888558" y="151459"/>
                  <a:pt x="888306" y="150521"/>
                  <a:pt x="887800" y="149871"/>
                </a:cubicBezTo>
                <a:cubicBezTo>
                  <a:pt x="887295" y="149293"/>
                  <a:pt x="886790" y="149005"/>
                  <a:pt x="886284" y="149005"/>
                </a:cubicBezTo>
                <a:cubicBezTo>
                  <a:pt x="885851" y="149005"/>
                  <a:pt x="885202" y="149257"/>
                  <a:pt x="884335" y="149763"/>
                </a:cubicBezTo>
                <a:cubicBezTo>
                  <a:pt x="882242" y="150990"/>
                  <a:pt x="879643" y="151604"/>
                  <a:pt x="876538" y="151604"/>
                </a:cubicBezTo>
                <a:cubicBezTo>
                  <a:pt x="872279" y="151604"/>
                  <a:pt x="868579" y="149943"/>
                  <a:pt x="865439" y="146622"/>
                </a:cubicBezTo>
                <a:cubicBezTo>
                  <a:pt x="862299" y="143302"/>
                  <a:pt x="860728" y="139403"/>
                  <a:pt x="860728" y="134927"/>
                </a:cubicBezTo>
                <a:cubicBezTo>
                  <a:pt x="860728" y="130163"/>
                  <a:pt x="862533" y="125975"/>
                  <a:pt x="866143" y="122366"/>
                </a:cubicBezTo>
                <a:cubicBezTo>
                  <a:pt x="869752" y="118756"/>
                  <a:pt x="874120" y="116951"/>
                  <a:pt x="879246" y="116951"/>
                </a:cubicBezTo>
                <a:cubicBezTo>
                  <a:pt x="885454" y="116951"/>
                  <a:pt x="890760" y="119352"/>
                  <a:pt x="895164" y="124153"/>
                </a:cubicBezTo>
                <a:cubicBezTo>
                  <a:pt x="899568" y="128953"/>
                  <a:pt x="901770" y="135541"/>
                  <a:pt x="901770" y="143915"/>
                </a:cubicBezTo>
                <a:cubicBezTo>
                  <a:pt x="901770" y="154239"/>
                  <a:pt x="898647" y="163407"/>
                  <a:pt x="892403" y="171420"/>
                </a:cubicBezTo>
                <a:cubicBezTo>
                  <a:pt x="886158" y="179434"/>
                  <a:pt x="876899" y="185317"/>
                  <a:pt x="864627" y="189071"/>
                </a:cubicBezTo>
                <a:close/>
                <a:moveTo>
                  <a:pt x="1108337" y="0"/>
                </a:moveTo>
                <a:lnTo>
                  <a:pt x="1108337" y="50896"/>
                </a:lnTo>
                <a:lnTo>
                  <a:pt x="1104114" y="50896"/>
                </a:lnTo>
                <a:cubicBezTo>
                  <a:pt x="1100937" y="37542"/>
                  <a:pt x="1095017" y="27310"/>
                  <a:pt x="1086354" y="20199"/>
                </a:cubicBezTo>
                <a:cubicBezTo>
                  <a:pt x="1077691" y="13086"/>
                  <a:pt x="1067873" y="9529"/>
                  <a:pt x="1056900" y="9529"/>
                </a:cubicBezTo>
                <a:cubicBezTo>
                  <a:pt x="1047732" y="9529"/>
                  <a:pt x="1039321" y="12164"/>
                  <a:pt x="1031669" y="17434"/>
                </a:cubicBezTo>
                <a:cubicBezTo>
                  <a:pt x="1024016" y="22704"/>
                  <a:pt x="1018422" y="29599"/>
                  <a:pt x="1014884" y="38117"/>
                </a:cubicBezTo>
                <a:cubicBezTo>
                  <a:pt x="1010336" y="49019"/>
                  <a:pt x="1008062" y="61147"/>
                  <a:pt x="1008062" y="74502"/>
                </a:cubicBezTo>
                <a:cubicBezTo>
                  <a:pt x="1008062" y="87641"/>
                  <a:pt x="1009722" y="99607"/>
                  <a:pt x="1013043" y="110400"/>
                </a:cubicBezTo>
                <a:cubicBezTo>
                  <a:pt x="1016364" y="121193"/>
                  <a:pt x="1021562" y="129350"/>
                  <a:pt x="1028637" y="134873"/>
                </a:cubicBezTo>
                <a:cubicBezTo>
                  <a:pt x="1035712" y="140396"/>
                  <a:pt x="1044880" y="143157"/>
                  <a:pt x="1056142" y="143157"/>
                </a:cubicBezTo>
                <a:cubicBezTo>
                  <a:pt x="1065383" y="143157"/>
                  <a:pt x="1073847" y="141136"/>
                  <a:pt x="1081536" y="137093"/>
                </a:cubicBezTo>
                <a:cubicBezTo>
                  <a:pt x="1089224" y="133050"/>
                  <a:pt x="1097328" y="126084"/>
                  <a:pt x="1105846" y="116193"/>
                </a:cubicBezTo>
                <a:lnTo>
                  <a:pt x="1105846" y="128863"/>
                </a:lnTo>
                <a:cubicBezTo>
                  <a:pt x="1097616" y="137454"/>
                  <a:pt x="1089044" y="143681"/>
                  <a:pt x="1080128" y="147543"/>
                </a:cubicBezTo>
                <a:cubicBezTo>
                  <a:pt x="1071212" y="151405"/>
                  <a:pt x="1060798" y="153336"/>
                  <a:pt x="1048887" y="153336"/>
                </a:cubicBezTo>
                <a:cubicBezTo>
                  <a:pt x="1033221" y="153336"/>
                  <a:pt x="1019306" y="150200"/>
                  <a:pt x="1007142" y="143929"/>
                </a:cubicBezTo>
                <a:cubicBezTo>
                  <a:pt x="994977" y="137657"/>
                  <a:pt x="985592" y="128647"/>
                  <a:pt x="978987" y="116897"/>
                </a:cubicBezTo>
                <a:cubicBezTo>
                  <a:pt x="972381" y="105146"/>
                  <a:pt x="969078" y="92637"/>
                  <a:pt x="969078" y="79372"/>
                </a:cubicBezTo>
                <a:cubicBezTo>
                  <a:pt x="969078" y="65387"/>
                  <a:pt x="972742" y="52123"/>
                  <a:pt x="980069" y="39579"/>
                </a:cubicBezTo>
                <a:cubicBezTo>
                  <a:pt x="987397" y="27034"/>
                  <a:pt x="997287" y="17301"/>
                  <a:pt x="1009740" y="10382"/>
                </a:cubicBezTo>
                <a:cubicBezTo>
                  <a:pt x="1022194" y="3461"/>
                  <a:pt x="1035423" y="0"/>
                  <a:pt x="1049428" y="0"/>
                </a:cubicBezTo>
                <a:cubicBezTo>
                  <a:pt x="1059752" y="0"/>
                  <a:pt x="1070653" y="2238"/>
                  <a:pt x="1082131" y="6714"/>
                </a:cubicBezTo>
                <a:cubicBezTo>
                  <a:pt x="1088773" y="9313"/>
                  <a:pt x="1092996" y="10612"/>
                  <a:pt x="1094801" y="10612"/>
                </a:cubicBezTo>
                <a:cubicBezTo>
                  <a:pt x="1097111" y="10612"/>
                  <a:pt x="1099114" y="9764"/>
                  <a:pt x="1100811" y="8067"/>
                </a:cubicBezTo>
                <a:cubicBezTo>
                  <a:pt x="1102507" y="6371"/>
                  <a:pt x="1103608" y="3682"/>
                  <a:pt x="1104114" y="0"/>
                </a:cubicBezTo>
                <a:lnTo>
                  <a:pt x="1108337" y="0"/>
                </a:lnTo>
                <a:close/>
                <a:moveTo>
                  <a:pt x="1225684" y="48730"/>
                </a:moveTo>
                <a:lnTo>
                  <a:pt x="1225684" y="127997"/>
                </a:lnTo>
                <a:cubicBezTo>
                  <a:pt x="1225684" y="135769"/>
                  <a:pt x="1226406" y="140617"/>
                  <a:pt x="1227850" y="142541"/>
                </a:cubicBezTo>
                <a:cubicBezTo>
                  <a:pt x="1229294" y="144466"/>
                  <a:pt x="1232218" y="145682"/>
                  <a:pt x="1236621" y="146189"/>
                </a:cubicBezTo>
                <a:lnTo>
                  <a:pt x="1236621" y="150088"/>
                </a:lnTo>
                <a:lnTo>
                  <a:pt x="1195363" y="150088"/>
                </a:lnTo>
                <a:lnTo>
                  <a:pt x="1195363" y="136552"/>
                </a:lnTo>
                <a:cubicBezTo>
                  <a:pt x="1190527" y="142327"/>
                  <a:pt x="1185690" y="146532"/>
                  <a:pt x="1180853" y="149167"/>
                </a:cubicBezTo>
                <a:cubicBezTo>
                  <a:pt x="1176016" y="151802"/>
                  <a:pt x="1170602" y="153120"/>
                  <a:pt x="1164610" y="153120"/>
                </a:cubicBezTo>
                <a:cubicBezTo>
                  <a:pt x="1158906" y="153120"/>
                  <a:pt x="1153835" y="151369"/>
                  <a:pt x="1149395" y="147868"/>
                </a:cubicBezTo>
                <a:cubicBezTo>
                  <a:pt x="1144955" y="144366"/>
                  <a:pt x="1141977" y="140269"/>
                  <a:pt x="1140461" y="135577"/>
                </a:cubicBezTo>
                <a:cubicBezTo>
                  <a:pt x="1138945" y="130884"/>
                  <a:pt x="1138187" y="122691"/>
                  <a:pt x="1138187" y="110996"/>
                </a:cubicBezTo>
                <a:lnTo>
                  <a:pt x="1138187" y="70821"/>
                </a:lnTo>
                <a:cubicBezTo>
                  <a:pt x="1138187" y="63076"/>
                  <a:pt x="1137483" y="58253"/>
                  <a:pt x="1136076" y="56354"/>
                </a:cubicBezTo>
                <a:cubicBezTo>
                  <a:pt x="1134668" y="54454"/>
                  <a:pt x="1131726" y="53212"/>
                  <a:pt x="1127250" y="52628"/>
                </a:cubicBezTo>
                <a:lnTo>
                  <a:pt x="1127250" y="48730"/>
                </a:lnTo>
                <a:lnTo>
                  <a:pt x="1168508" y="48730"/>
                </a:lnTo>
                <a:lnTo>
                  <a:pt x="1168508" y="118011"/>
                </a:lnTo>
                <a:cubicBezTo>
                  <a:pt x="1168508" y="125239"/>
                  <a:pt x="1168851" y="129901"/>
                  <a:pt x="1169537" y="131997"/>
                </a:cubicBezTo>
                <a:cubicBezTo>
                  <a:pt x="1170223" y="134093"/>
                  <a:pt x="1171305" y="135683"/>
                  <a:pt x="1172785" y="136768"/>
                </a:cubicBezTo>
                <a:cubicBezTo>
                  <a:pt x="1174265" y="137851"/>
                  <a:pt x="1175980" y="138392"/>
                  <a:pt x="1177929" y="138392"/>
                </a:cubicBezTo>
                <a:cubicBezTo>
                  <a:pt x="1180528" y="138392"/>
                  <a:pt x="1182874" y="137707"/>
                  <a:pt x="1184968" y="136335"/>
                </a:cubicBezTo>
                <a:cubicBezTo>
                  <a:pt x="1187855" y="134458"/>
                  <a:pt x="1191321" y="130668"/>
                  <a:pt x="1195363" y="124965"/>
                </a:cubicBezTo>
                <a:lnTo>
                  <a:pt x="1195363" y="70821"/>
                </a:lnTo>
                <a:cubicBezTo>
                  <a:pt x="1195363" y="63076"/>
                  <a:pt x="1194660" y="58253"/>
                  <a:pt x="1193252" y="56354"/>
                </a:cubicBezTo>
                <a:cubicBezTo>
                  <a:pt x="1191844" y="54454"/>
                  <a:pt x="1188902" y="53212"/>
                  <a:pt x="1184426" y="52628"/>
                </a:cubicBezTo>
                <a:lnTo>
                  <a:pt x="1184426" y="48730"/>
                </a:lnTo>
                <a:lnTo>
                  <a:pt x="1225684" y="48730"/>
                </a:lnTo>
                <a:close/>
                <a:moveTo>
                  <a:pt x="1293222" y="48730"/>
                </a:moveTo>
                <a:lnTo>
                  <a:pt x="1293222" y="71687"/>
                </a:lnTo>
                <a:cubicBezTo>
                  <a:pt x="1299936" y="61219"/>
                  <a:pt x="1305820" y="54270"/>
                  <a:pt x="1310873" y="50841"/>
                </a:cubicBezTo>
                <a:cubicBezTo>
                  <a:pt x="1315927" y="47412"/>
                  <a:pt x="1320800" y="45698"/>
                  <a:pt x="1325492" y="45698"/>
                </a:cubicBezTo>
                <a:cubicBezTo>
                  <a:pt x="1329535" y="45698"/>
                  <a:pt x="1332766" y="46947"/>
                  <a:pt x="1335184" y="49447"/>
                </a:cubicBezTo>
                <a:cubicBezTo>
                  <a:pt x="1337602" y="51947"/>
                  <a:pt x="1338812" y="55479"/>
                  <a:pt x="1338812" y="60042"/>
                </a:cubicBezTo>
                <a:cubicBezTo>
                  <a:pt x="1338812" y="64897"/>
                  <a:pt x="1337639" y="68666"/>
                  <a:pt x="1335292" y="71348"/>
                </a:cubicBezTo>
                <a:cubicBezTo>
                  <a:pt x="1332946" y="74029"/>
                  <a:pt x="1330113" y="75369"/>
                  <a:pt x="1326792" y="75369"/>
                </a:cubicBezTo>
                <a:cubicBezTo>
                  <a:pt x="1322966" y="75369"/>
                  <a:pt x="1319645" y="74141"/>
                  <a:pt x="1316829" y="71687"/>
                </a:cubicBezTo>
                <a:cubicBezTo>
                  <a:pt x="1314014" y="69232"/>
                  <a:pt x="1312353" y="67861"/>
                  <a:pt x="1311848" y="67572"/>
                </a:cubicBezTo>
                <a:cubicBezTo>
                  <a:pt x="1311126" y="67139"/>
                  <a:pt x="1310296" y="66922"/>
                  <a:pt x="1309357" y="66922"/>
                </a:cubicBezTo>
                <a:cubicBezTo>
                  <a:pt x="1307264" y="66922"/>
                  <a:pt x="1305278" y="67716"/>
                  <a:pt x="1303401" y="69305"/>
                </a:cubicBezTo>
                <a:cubicBezTo>
                  <a:pt x="1300442" y="71759"/>
                  <a:pt x="1298204" y="75260"/>
                  <a:pt x="1296688" y="79808"/>
                </a:cubicBezTo>
                <a:cubicBezTo>
                  <a:pt x="1294377" y="86811"/>
                  <a:pt x="1293222" y="94536"/>
                  <a:pt x="1293222" y="102982"/>
                </a:cubicBezTo>
                <a:lnTo>
                  <a:pt x="1293222" y="126264"/>
                </a:lnTo>
                <a:lnTo>
                  <a:pt x="1293331" y="132328"/>
                </a:lnTo>
                <a:cubicBezTo>
                  <a:pt x="1293331" y="136443"/>
                  <a:pt x="1293583" y="139078"/>
                  <a:pt x="1294089" y="140233"/>
                </a:cubicBezTo>
                <a:cubicBezTo>
                  <a:pt x="1294955" y="142183"/>
                  <a:pt x="1296236" y="143608"/>
                  <a:pt x="1297933" y="144511"/>
                </a:cubicBezTo>
                <a:cubicBezTo>
                  <a:pt x="1299629" y="145413"/>
                  <a:pt x="1302499" y="145973"/>
                  <a:pt x="1306542" y="146189"/>
                </a:cubicBezTo>
                <a:lnTo>
                  <a:pt x="1306542" y="150088"/>
                </a:lnTo>
                <a:lnTo>
                  <a:pt x="1251856" y="150088"/>
                </a:lnTo>
                <a:lnTo>
                  <a:pt x="1251856" y="146189"/>
                </a:lnTo>
                <a:cubicBezTo>
                  <a:pt x="1256260" y="145828"/>
                  <a:pt x="1259238" y="144619"/>
                  <a:pt x="1260790" y="142562"/>
                </a:cubicBezTo>
                <a:cubicBezTo>
                  <a:pt x="1262342" y="140504"/>
                  <a:pt x="1263118" y="135072"/>
                  <a:pt x="1263118" y="126264"/>
                </a:cubicBezTo>
                <a:lnTo>
                  <a:pt x="1263118" y="70171"/>
                </a:lnTo>
                <a:cubicBezTo>
                  <a:pt x="1263118" y="64359"/>
                  <a:pt x="1262829" y="60655"/>
                  <a:pt x="1262252" y="59058"/>
                </a:cubicBezTo>
                <a:cubicBezTo>
                  <a:pt x="1261530" y="57023"/>
                  <a:pt x="1260483" y="55534"/>
                  <a:pt x="1259112" y="54591"/>
                </a:cubicBezTo>
                <a:cubicBezTo>
                  <a:pt x="1257740" y="53646"/>
                  <a:pt x="1255321" y="52991"/>
                  <a:pt x="1251856" y="52628"/>
                </a:cubicBezTo>
                <a:lnTo>
                  <a:pt x="1251856" y="48730"/>
                </a:lnTo>
                <a:lnTo>
                  <a:pt x="1293222" y="48730"/>
                </a:lnTo>
                <a:close/>
                <a:moveTo>
                  <a:pt x="1391690" y="48730"/>
                </a:moveTo>
                <a:lnTo>
                  <a:pt x="1391690" y="71687"/>
                </a:lnTo>
                <a:cubicBezTo>
                  <a:pt x="1398404" y="61219"/>
                  <a:pt x="1404288" y="54270"/>
                  <a:pt x="1409341" y="50841"/>
                </a:cubicBezTo>
                <a:cubicBezTo>
                  <a:pt x="1414395" y="47412"/>
                  <a:pt x="1419268" y="45698"/>
                  <a:pt x="1423960" y="45698"/>
                </a:cubicBezTo>
                <a:cubicBezTo>
                  <a:pt x="1428003" y="45698"/>
                  <a:pt x="1431233" y="46947"/>
                  <a:pt x="1433652" y="49447"/>
                </a:cubicBezTo>
                <a:cubicBezTo>
                  <a:pt x="1436070" y="51947"/>
                  <a:pt x="1437280" y="55479"/>
                  <a:pt x="1437280" y="60042"/>
                </a:cubicBezTo>
                <a:cubicBezTo>
                  <a:pt x="1437280" y="64897"/>
                  <a:pt x="1436106" y="68666"/>
                  <a:pt x="1433760" y="71348"/>
                </a:cubicBezTo>
                <a:cubicBezTo>
                  <a:pt x="1431414" y="74029"/>
                  <a:pt x="1428580" y="75369"/>
                  <a:pt x="1425260" y="75369"/>
                </a:cubicBezTo>
                <a:cubicBezTo>
                  <a:pt x="1421433" y="75369"/>
                  <a:pt x="1418113" y="74141"/>
                  <a:pt x="1415297" y="71687"/>
                </a:cubicBezTo>
                <a:cubicBezTo>
                  <a:pt x="1412482" y="69232"/>
                  <a:pt x="1410821" y="67861"/>
                  <a:pt x="1410316" y="67572"/>
                </a:cubicBezTo>
                <a:cubicBezTo>
                  <a:pt x="1409594" y="67139"/>
                  <a:pt x="1408764" y="66922"/>
                  <a:pt x="1407825" y="66922"/>
                </a:cubicBezTo>
                <a:cubicBezTo>
                  <a:pt x="1405732" y="66922"/>
                  <a:pt x="1403746" y="67716"/>
                  <a:pt x="1401869" y="69305"/>
                </a:cubicBezTo>
                <a:cubicBezTo>
                  <a:pt x="1398909" y="71759"/>
                  <a:pt x="1396671" y="75260"/>
                  <a:pt x="1395155" y="79808"/>
                </a:cubicBezTo>
                <a:cubicBezTo>
                  <a:pt x="1392845" y="86811"/>
                  <a:pt x="1391690" y="94536"/>
                  <a:pt x="1391690" y="102982"/>
                </a:cubicBezTo>
                <a:lnTo>
                  <a:pt x="1391690" y="126264"/>
                </a:lnTo>
                <a:lnTo>
                  <a:pt x="1391798" y="132328"/>
                </a:lnTo>
                <a:cubicBezTo>
                  <a:pt x="1391798" y="136443"/>
                  <a:pt x="1392051" y="139078"/>
                  <a:pt x="1392556" y="140233"/>
                </a:cubicBezTo>
                <a:cubicBezTo>
                  <a:pt x="1393423" y="142183"/>
                  <a:pt x="1394704" y="143608"/>
                  <a:pt x="1396401" y="144511"/>
                </a:cubicBezTo>
                <a:cubicBezTo>
                  <a:pt x="1398097" y="145413"/>
                  <a:pt x="1400967" y="145973"/>
                  <a:pt x="1405010" y="146189"/>
                </a:cubicBezTo>
                <a:lnTo>
                  <a:pt x="1405010" y="150088"/>
                </a:lnTo>
                <a:lnTo>
                  <a:pt x="1350324" y="150088"/>
                </a:lnTo>
                <a:lnTo>
                  <a:pt x="1350324" y="146189"/>
                </a:lnTo>
                <a:cubicBezTo>
                  <a:pt x="1354728" y="145828"/>
                  <a:pt x="1357706" y="144619"/>
                  <a:pt x="1359258" y="142562"/>
                </a:cubicBezTo>
                <a:cubicBezTo>
                  <a:pt x="1360810" y="140504"/>
                  <a:pt x="1361586" y="135072"/>
                  <a:pt x="1361586" y="126264"/>
                </a:cubicBezTo>
                <a:lnTo>
                  <a:pt x="1361586" y="70171"/>
                </a:lnTo>
                <a:cubicBezTo>
                  <a:pt x="1361586" y="64359"/>
                  <a:pt x="1361297" y="60655"/>
                  <a:pt x="1360720" y="59058"/>
                </a:cubicBezTo>
                <a:cubicBezTo>
                  <a:pt x="1359998" y="57023"/>
                  <a:pt x="1358951" y="55534"/>
                  <a:pt x="1357579" y="54591"/>
                </a:cubicBezTo>
                <a:cubicBezTo>
                  <a:pt x="1356208" y="53646"/>
                  <a:pt x="1353789" y="52991"/>
                  <a:pt x="1350324" y="52628"/>
                </a:cubicBezTo>
                <a:lnTo>
                  <a:pt x="1350324" y="48730"/>
                </a:lnTo>
                <a:lnTo>
                  <a:pt x="1391690" y="48730"/>
                </a:lnTo>
                <a:close/>
                <a:moveTo>
                  <a:pt x="1533907" y="95727"/>
                </a:moveTo>
                <a:lnTo>
                  <a:pt x="1478355" y="95727"/>
                </a:lnTo>
                <a:cubicBezTo>
                  <a:pt x="1479004" y="109191"/>
                  <a:pt x="1482578" y="119831"/>
                  <a:pt x="1489075" y="127648"/>
                </a:cubicBezTo>
                <a:cubicBezTo>
                  <a:pt x="1494057" y="133656"/>
                  <a:pt x="1500048" y="136660"/>
                  <a:pt x="1507051" y="136660"/>
                </a:cubicBezTo>
                <a:cubicBezTo>
                  <a:pt x="1511383" y="136660"/>
                  <a:pt x="1515317" y="135451"/>
                  <a:pt x="1518855" y="133032"/>
                </a:cubicBezTo>
                <a:cubicBezTo>
                  <a:pt x="1522392" y="130614"/>
                  <a:pt x="1526182" y="126264"/>
                  <a:pt x="1530225" y="119983"/>
                </a:cubicBezTo>
                <a:lnTo>
                  <a:pt x="1533907" y="122366"/>
                </a:lnTo>
                <a:cubicBezTo>
                  <a:pt x="1528420" y="133556"/>
                  <a:pt x="1522356" y="141479"/>
                  <a:pt x="1515714" y="146135"/>
                </a:cubicBezTo>
                <a:cubicBezTo>
                  <a:pt x="1509073" y="150791"/>
                  <a:pt x="1501384" y="153120"/>
                  <a:pt x="1492649" y="153120"/>
                </a:cubicBezTo>
                <a:cubicBezTo>
                  <a:pt x="1477633" y="153120"/>
                  <a:pt x="1466263" y="147339"/>
                  <a:pt x="1458538" y="135777"/>
                </a:cubicBezTo>
                <a:cubicBezTo>
                  <a:pt x="1452329" y="126455"/>
                  <a:pt x="1449225" y="114893"/>
                  <a:pt x="1449225" y="101091"/>
                </a:cubicBezTo>
                <a:cubicBezTo>
                  <a:pt x="1449225" y="84179"/>
                  <a:pt x="1453791" y="70720"/>
                  <a:pt x="1462924" y="60713"/>
                </a:cubicBezTo>
                <a:cubicBezTo>
                  <a:pt x="1472056" y="50703"/>
                  <a:pt x="1482758" y="45698"/>
                  <a:pt x="1495031" y="45698"/>
                </a:cubicBezTo>
                <a:cubicBezTo>
                  <a:pt x="1505282" y="45698"/>
                  <a:pt x="1514180" y="49903"/>
                  <a:pt x="1521724" y="58313"/>
                </a:cubicBezTo>
                <a:cubicBezTo>
                  <a:pt x="1529268" y="66724"/>
                  <a:pt x="1533329" y="79195"/>
                  <a:pt x="1533907" y="95727"/>
                </a:cubicBezTo>
                <a:moveTo>
                  <a:pt x="1507268" y="88580"/>
                </a:moveTo>
                <a:cubicBezTo>
                  <a:pt x="1507268" y="76957"/>
                  <a:pt x="1506636" y="68980"/>
                  <a:pt x="1505373" y="64648"/>
                </a:cubicBezTo>
                <a:cubicBezTo>
                  <a:pt x="1504109" y="60317"/>
                  <a:pt x="1502142" y="57032"/>
                  <a:pt x="1499471" y="54794"/>
                </a:cubicBezTo>
                <a:cubicBezTo>
                  <a:pt x="1497955" y="53494"/>
                  <a:pt x="1495934" y="52845"/>
                  <a:pt x="1493407" y="52845"/>
                </a:cubicBezTo>
                <a:cubicBezTo>
                  <a:pt x="1489653" y="52845"/>
                  <a:pt x="1486585" y="54686"/>
                  <a:pt x="1484202" y="58367"/>
                </a:cubicBezTo>
                <a:cubicBezTo>
                  <a:pt x="1479943" y="64793"/>
                  <a:pt x="1477813" y="73600"/>
                  <a:pt x="1477813" y="84790"/>
                </a:cubicBezTo>
                <a:lnTo>
                  <a:pt x="1477813" y="88580"/>
                </a:lnTo>
                <a:lnTo>
                  <a:pt x="1507268" y="88580"/>
                </a:lnTo>
                <a:close/>
                <a:moveTo>
                  <a:pt x="1586867" y="48730"/>
                </a:moveTo>
                <a:lnTo>
                  <a:pt x="1586867" y="61941"/>
                </a:lnTo>
                <a:cubicBezTo>
                  <a:pt x="1592065" y="56272"/>
                  <a:pt x="1597046" y="52148"/>
                  <a:pt x="1601811" y="49569"/>
                </a:cubicBezTo>
                <a:cubicBezTo>
                  <a:pt x="1606576" y="46988"/>
                  <a:pt x="1611702" y="45698"/>
                  <a:pt x="1617188" y="45698"/>
                </a:cubicBezTo>
                <a:cubicBezTo>
                  <a:pt x="1623758" y="45698"/>
                  <a:pt x="1629208" y="47523"/>
                  <a:pt x="1633540" y="51173"/>
                </a:cubicBezTo>
                <a:cubicBezTo>
                  <a:pt x="1637871" y="54823"/>
                  <a:pt x="1640759" y="59359"/>
                  <a:pt x="1642203" y="64780"/>
                </a:cubicBezTo>
                <a:cubicBezTo>
                  <a:pt x="1643358" y="68902"/>
                  <a:pt x="1643935" y="76818"/>
                  <a:pt x="1643935" y="88529"/>
                </a:cubicBezTo>
                <a:lnTo>
                  <a:pt x="1643935" y="127997"/>
                </a:lnTo>
                <a:cubicBezTo>
                  <a:pt x="1643935" y="135794"/>
                  <a:pt x="1644639" y="140648"/>
                  <a:pt x="1646047" y="142562"/>
                </a:cubicBezTo>
                <a:cubicBezTo>
                  <a:pt x="1647455" y="144475"/>
                  <a:pt x="1650397" y="145684"/>
                  <a:pt x="1654872" y="146189"/>
                </a:cubicBezTo>
                <a:lnTo>
                  <a:pt x="1654872" y="150088"/>
                </a:lnTo>
                <a:lnTo>
                  <a:pt x="1603652" y="150088"/>
                </a:lnTo>
                <a:lnTo>
                  <a:pt x="1603652" y="146189"/>
                </a:lnTo>
                <a:cubicBezTo>
                  <a:pt x="1607478" y="145684"/>
                  <a:pt x="1610222" y="144096"/>
                  <a:pt x="1611882" y="141425"/>
                </a:cubicBezTo>
                <a:cubicBezTo>
                  <a:pt x="1613037" y="139620"/>
                  <a:pt x="1613615" y="135144"/>
                  <a:pt x="1613615" y="127997"/>
                </a:cubicBezTo>
                <a:lnTo>
                  <a:pt x="1613615" y="82949"/>
                </a:lnTo>
                <a:cubicBezTo>
                  <a:pt x="1613615" y="74647"/>
                  <a:pt x="1613290" y="69413"/>
                  <a:pt x="1612640" y="67247"/>
                </a:cubicBezTo>
                <a:cubicBezTo>
                  <a:pt x="1611990" y="65081"/>
                  <a:pt x="1610889" y="63403"/>
                  <a:pt x="1609337" y="62212"/>
                </a:cubicBezTo>
                <a:cubicBezTo>
                  <a:pt x="1607785" y="61020"/>
                  <a:pt x="1606071" y="60425"/>
                  <a:pt x="1604194" y="60425"/>
                </a:cubicBezTo>
                <a:cubicBezTo>
                  <a:pt x="1597985" y="60425"/>
                  <a:pt x="1592210" y="64901"/>
                  <a:pt x="1586867" y="73853"/>
                </a:cubicBezTo>
                <a:lnTo>
                  <a:pt x="1586867" y="127997"/>
                </a:lnTo>
                <a:cubicBezTo>
                  <a:pt x="1586867" y="135577"/>
                  <a:pt x="1587571" y="140378"/>
                  <a:pt x="1588979" y="142399"/>
                </a:cubicBezTo>
                <a:cubicBezTo>
                  <a:pt x="1590387" y="144421"/>
                  <a:pt x="1593004" y="145684"/>
                  <a:pt x="1596830" y="146189"/>
                </a:cubicBezTo>
                <a:lnTo>
                  <a:pt x="1596830" y="150088"/>
                </a:lnTo>
                <a:lnTo>
                  <a:pt x="1545610" y="150088"/>
                </a:lnTo>
                <a:lnTo>
                  <a:pt x="1545610" y="146189"/>
                </a:lnTo>
                <a:cubicBezTo>
                  <a:pt x="1549869" y="145756"/>
                  <a:pt x="1552901" y="144384"/>
                  <a:pt x="1554706" y="142074"/>
                </a:cubicBezTo>
                <a:cubicBezTo>
                  <a:pt x="1555933" y="140486"/>
                  <a:pt x="1556547" y="135794"/>
                  <a:pt x="1556547" y="127997"/>
                </a:cubicBezTo>
                <a:lnTo>
                  <a:pt x="1556547" y="70821"/>
                </a:lnTo>
                <a:cubicBezTo>
                  <a:pt x="1556547" y="63076"/>
                  <a:pt x="1555843" y="58253"/>
                  <a:pt x="1554435" y="56354"/>
                </a:cubicBezTo>
                <a:cubicBezTo>
                  <a:pt x="1553027" y="54454"/>
                  <a:pt x="1550085" y="53212"/>
                  <a:pt x="1545610" y="52628"/>
                </a:cubicBezTo>
                <a:lnTo>
                  <a:pt x="1545610" y="48730"/>
                </a:lnTo>
                <a:lnTo>
                  <a:pt x="1586867" y="48730"/>
                </a:lnTo>
                <a:close/>
                <a:moveTo>
                  <a:pt x="1708983" y="11479"/>
                </a:moveTo>
                <a:lnTo>
                  <a:pt x="1708983" y="48730"/>
                </a:lnTo>
                <a:lnTo>
                  <a:pt x="1733023" y="48730"/>
                </a:lnTo>
                <a:lnTo>
                  <a:pt x="1733023" y="59342"/>
                </a:lnTo>
                <a:lnTo>
                  <a:pt x="1708983" y="59342"/>
                </a:lnTo>
                <a:lnTo>
                  <a:pt x="1708983" y="121994"/>
                </a:lnTo>
                <a:cubicBezTo>
                  <a:pt x="1708983" y="127857"/>
                  <a:pt x="1709254" y="131639"/>
                  <a:pt x="1709795" y="133340"/>
                </a:cubicBezTo>
                <a:cubicBezTo>
                  <a:pt x="1710336" y="135041"/>
                  <a:pt x="1711293" y="136417"/>
                  <a:pt x="1712665" y="137469"/>
                </a:cubicBezTo>
                <a:cubicBezTo>
                  <a:pt x="1714036" y="138518"/>
                  <a:pt x="1715300" y="139042"/>
                  <a:pt x="1716455" y="139042"/>
                </a:cubicBezTo>
                <a:cubicBezTo>
                  <a:pt x="1721147" y="139042"/>
                  <a:pt x="1725587" y="135433"/>
                  <a:pt x="1729774" y="128213"/>
                </a:cubicBezTo>
                <a:lnTo>
                  <a:pt x="1733023" y="130619"/>
                </a:lnTo>
                <a:cubicBezTo>
                  <a:pt x="1727175" y="144609"/>
                  <a:pt x="1717682" y="151604"/>
                  <a:pt x="1704543" y="151604"/>
                </a:cubicBezTo>
                <a:cubicBezTo>
                  <a:pt x="1698118" y="151604"/>
                  <a:pt x="1692685" y="149811"/>
                  <a:pt x="1688246" y="146226"/>
                </a:cubicBezTo>
                <a:cubicBezTo>
                  <a:pt x="1683806" y="142639"/>
                  <a:pt x="1680972" y="138636"/>
                  <a:pt x="1679745" y="134217"/>
                </a:cubicBezTo>
                <a:cubicBezTo>
                  <a:pt x="1679023" y="131753"/>
                  <a:pt x="1678662" y="125088"/>
                  <a:pt x="1678662" y="114220"/>
                </a:cubicBezTo>
                <a:lnTo>
                  <a:pt x="1678662" y="59342"/>
                </a:lnTo>
                <a:lnTo>
                  <a:pt x="1665451" y="59342"/>
                </a:lnTo>
                <a:lnTo>
                  <a:pt x="1665451" y="55542"/>
                </a:lnTo>
                <a:cubicBezTo>
                  <a:pt x="1674547" y="49103"/>
                  <a:pt x="1682290" y="42338"/>
                  <a:pt x="1688679" y="35248"/>
                </a:cubicBezTo>
                <a:cubicBezTo>
                  <a:pt x="1695068" y="28157"/>
                  <a:pt x="1700645" y="20234"/>
                  <a:pt x="1705409" y="11479"/>
                </a:cubicBezTo>
                <a:lnTo>
                  <a:pt x="1708983" y="11479"/>
                </a:lnTo>
                <a:close/>
                <a:moveTo>
                  <a:pt x="1846372" y="83599"/>
                </a:moveTo>
                <a:lnTo>
                  <a:pt x="1846372" y="124315"/>
                </a:lnTo>
                <a:cubicBezTo>
                  <a:pt x="1846372" y="132297"/>
                  <a:pt x="1846859" y="137322"/>
                  <a:pt x="1847834" y="139391"/>
                </a:cubicBezTo>
                <a:cubicBezTo>
                  <a:pt x="1848808" y="141457"/>
                  <a:pt x="1850541" y="143108"/>
                  <a:pt x="1853031" y="144342"/>
                </a:cubicBezTo>
                <a:cubicBezTo>
                  <a:pt x="1855522" y="145573"/>
                  <a:pt x="1860088" y="146189"/>
                  <a:pt x="1866730" y="146189"/>
                </a:cubicBezTo>
                <a:lnTo>
                  <a:pt x="1866730" y="150088"/>
                </a:lnTo>
                <a:lnTo>
                  <a:pt x="1792119" y="150088"/>
                </a:lnTo>
                <a:lnTo>
                  <a:pt x="1792119" y="146189"/>
                </a:lnTo>
                <a:cubicBezTo>
                  <a:pt x="1798905" y="146189"/>
                  <a:pt x="1803508" y="145554"/>
                  <a:pt x="1805926" y="144284"/>
                </a:cubicBezTo>
                <a:cubicBezTo>
                  <a:pt x="1808344" y="143014"/>
                  <a:pt x="1810041" y="141364"/>
                  <a:pt x="1811016" y="139333"/>
                </a:cubicBezTo>
                <a:cubicBezTo>
                  <a:pt x="1811990" y="137303"/>
                  <a:pt x="1812477" y="132297"/>
                  <a:pt x="1812477" y="124315"/>
                </a:cubicBezTo>
                <a:lnTo>
                  <a:pt x="1812477" y="29021"/>
                </a:lnTo>
                <a:cubicBezTo>
                  <a:pt x="1812477" y="21040"/>
                  <a:pt x="1811990" y="16015"/>
                  <a:pt x="1811016" y="13949"/>
                </a:cubicBezTo>
                <a:cubicBezTo>
                  <a:pt x="1810041" y="11880"/>
                  <a:pt x="1808326" y="10230"/>
                  <a:pt x="1805872" y="8998"/>
                </a:cubicBezTo>
                <a:cubicBezTo>
                  <a:pt x="1803417" y="7764"/>
                  <a:pt x="1798833" y="7147"/>
                  <a:pt x="1792119" y="7147"/>
                </a:cubicBezTo>
                <a:lnTo>
                  <a:pt x="1792119" y="3249"/>
                </a:lnTo>
                <a:lnTo>
                  <a:pt x="1856118" y="3249"/>
                </a:lnTo>
                <a:cubicBezTo>
                  <a:pt x="1877198" y="3249"/>
                  <a:pt x="1892322" y="7003"/>
                  <a:pt x="1901490" y="14511"/>
                </a:cubicBezTo>
                <a:cubicBezTo>
                  <a:pt x="1910659" y="22019"/>
                  <a:pt x="1915243" y="31404"/>
                  <a:pt x="1915243" y="42666"/>
                </a:cubicBezTo>
                <a:cubicBezTo>
                  <a:pt x="1915243" y="52195"/>
                  <a:pt x="1912283" y="60353"/>
                  <a:pt x="1906363" y="67139"/>
                </a:cubicBezTo>
                <a:cubicBezTo>
                  <a:pt x="1900444" y="73925"/>
                  <a:pt x="1892286" y="78545"/>
                  <a:pt x="1881890" y="81000"/>
                </a:cubicBezTo>
                <a:cubicBezTo>
                  <a:pt x="1874888" y="82732"/>
                  <a:pt x="1863048" y="83599"/>
                  <a:pt x="1846372" y="83599"/>
                </a:cubicBezTo>
                <a:moveTo>
                  <a:pt x="1846372" y="11695"/>
                </a:moveTo>
                <a:lnTo>
                  <a:pt x="1846372" y="75152"/>
                </a:lnTo>
                <a:cubicBezTo>
                  <a:pt x="1848754" y="75296"/>
                  <a:pt x="1850559" y="75369"/>
                  <a:pt x="1851786" y="75369"/>
                </a:cubicBezTo>
                <a:cubicBezTo>
                  <a:pt x="1860594" y="75369"/>
                  <a:pt x="1867380" y="72752"/>
                  <a:pt x="1872144" y="67518"/>
                </a:cubicBezTo>
                <a:cubicBezTo>
                  <a:pt x="1876909" y="62284"/>
                  <a:pt x="1879291" y="54180"/>
                  <a:pt x="1879291" y="43207"/>
                </a:cubicBezTo>
                <a:cubicBezTo>
                  <a:pt x="1879291" y="32306"/>
                  <a:pt x="1876909" y="24329"/>
                  <a:pt x="1872144" y="19275"/>
                </a:cubicBezTo>
                <a:cubicBezTo>
                  <a:pt x="1867380" y="14222"/>
                  <a:pt x="1860269" y="11695"/>
                  <a:pt x="1850811" y="11695"/>
                </a:cubicBezTo>
                <a:lnTo>
                  <a:pt x="1846372" y="11695"/>
                </a:lnTo>
                <a:close/>
                <a:moveTo>
                  <a:pt x="1971480" y="48730"/>
                </a:moveTo>
                <a:lnTo>
                  <a:pt x="1971480" y="71687"/>
                </a:lnTo>
                <a:cubicBezTo>
                  <a:pt x="1978194" y="61219"/>
                  <a:pt x="1984078" y="54270"/>
                  <a:pt x="1989131" y="50841"/>
                </a:cubicBezTo>
                <a:cubicBezTo>
                  <a:pt x="1994185" y="47412"/>
                  <a:pt x="1999057" y="45698"/>
                  <a:pt x="2003750" y="45698"/>
                </a:cubicBezTo>
                <a:cubicBezTo>
                  <a:pt x="2007793" y="45698"/>
                  <a:pt x="2011023" y="46947"/>
                  <a:pt x="2013442" y="49447"/>
                </a:cubicBezTo>
                <a:cubicBezTo>
                  <a:pt x="2015860" y="51947"/>
                  <a:pt x="2017069" y="55479"/>
                  <a:pt x="2017069" y="60042"/>
                </a:cubicBezTo>
                <a:cubicBezTo>
                  <a:pt x="2017069" y="64897"/>
                  <a:pt x="2015896" y="68666"/>
                  <a:pt x="2013550" y="71348"/>
                </a:cubicBezTo>
                <a:cubicBezTo>
                  <a:pt x="2011204" y="74029"/>
                  <a:pt x="2008370" y="75369"/>
                  <a:pt x="2005049" y="75369"/>
                </a:cubicBezTo>
                <a:cubicBezTo>
                  <a:pt x="2001223" y="75369"/>
                  <a:pt x="1997902" y="74141"/>
                  <a:pt x="1995087" y="71687"/>
                </a:cubicBezTo>
                <a:cubicBezTo>
                  <a:pt x="1992271" y="69232"/>
                  <a:pt x="1990611" y="67861"/>
                  <a:pt x="1990106" y="67572"/>
                </a:cubicBezTo>
                <a:cubicBezTo>
                  <a:pt x="1989384" y="67139"/>
                  <a:pt x="1988554" y="66922"/>
                  <a:pt x="1987615" y="66922"/>
                </a:cubicBezTo>
                <a:cubicBezTo>
                  <a:pt x="1985521" y="66922"/>
                  <a:pt x="1983536" y="67716"/>
                  <a:pt x="1981659" y="69305"/>
                </a:cubicBezTo>
                <a:cubicBezTo>
                  <a:pt x="1978699" y="71759"/>
                  <a:pt x="1976461" y="75260"/>
                  <a:pt x="1974945" y="79808"/>
                </a:cubicBezTo>
                <a:cubicBezTo>
                  <a:pt x="1972635" y="86811"/>
                  <a:pt x="1971480" y="94536"/>
                  <a:pt x="1971480" y="102982"/>
                </a:cubicBezTo>
                <a:lnTo>
                  <a:pt x="1971480" y="126264"/>
                </a:lnTo>
                <a:lnTo>
                  <a:pt x="1971588" y="132328"/>
                </a:lnTo>
                <a:cubicBezTo>
                  <a:pt x="1971588" y="136443"/>
                  <a:pt x="1971841" y="139078"/>
                  <a:pt x="1972346" y="140233"/>
                </a:cubicBezTo>
                <a:cubicBezTo>
                  <a:pt x="1973213" y="142183"/>
                  <a:pt x="1974494" y="143608"/>
                  <a:pt x="1976191" y="144511"/>
                </a:cubicBezTo>
                <a:cubicBezTo>
                  <a:pt x="1977887" y="145413"/>
                  <a:pt x="1980757" y="145973"/>
                  <a:pt x="1984800" y="146189"/>
                </a:cubicBezTo>
                <a:lnTo>
                  <a:pt x="1984800" y="150088"/>
                </a:lnTo>
                <a:lnTo>
                  <a:pt x="1930114" y="150088"/>
                </a:lnTo>
                <a:lnTo>
                  <a:pt x="1930114" y="146189"/>
                </a:lnTo>
                <a:cubicBezTo>
                  <a:pt x="1934518" y="145828"/>
                  <a:pt x="1937496" y="144619"/>
                  <a:pt x="1939048" y="142562"/>
                </a:cubicBezTo>
                <a:cubicBezTo>
                  <a:pt x="1940600" y="140504"/>
                  <a:pt x="1941376" y="135072"/>
                  <a:pt x="1941376" y="126264"/>
                </a:cubicBezTo>
                <a:lnTo>
                  <a:pt x="1941376" y="70171"/>
                </a:lnTo>
                <a:cubicBezTo>
                  <a:pt x="1941376" y="64359"/>
                  <a:pt x="1941087" y="60655"/>
                  <a:pt x="1940510" y="59058"/>
                </a:cubicBezTo>
                <a:cubicBezTo>
                  <a:pt x="1939788" y="57023"/>
                  <a:pt x="1938741" y="55534"/>
                  <a:pt x="1937369" y="54591"/>
                </a:cubicBezTo>
                <a:cubicBezTo>
                  <a:pt x="1935998" y="53646"/>
                  <a:pt x="1933579" y="52991"/>
                  <a:pt x="1930114" y="52628"/>
                </a:cubicBezTo>
                <a:lnTo>
                  <a:pt x="1930114" y="48730"/>
                </a:lnTo>
                <a:lnTo>
                  <a:pt x="1971480" y="48730"/>
                </a:lnTo>
                <a:close/>
                <a:moveTo>
                  <a:pt x="2075022" y="45698"/>
                </a:moveTo>
                <a:cubicBezTo>
                  <a:pt x="2083830" y="45698"/>
                  <a:pt x="2092024" y="47974"/>
                  <a:pt x="2099604" y="52527"/>
                </a:cubicBezTo>
                <a:cubicBezTo>
                  <a:pt x="2107184" y="57079"/>
                  <a:pt x="2112941" y="63547"/>
                  <a:pt x="2116876" y="71931"/>
                </a:cubicBezTo>
                <a:cubicBezTo>
                  <a:pt x="2120810" y="80314"/>
                  <a:pt x="2122778" y="89491"/>
                  <a:pt x="2122778" y="99463"/>
                </a:cubicBezTo>
                <a:cubicBezTo>
                  <a:pt x="2122778" y="113843"/>
                  <a:pt x="2119132" y="125875"/>
                  <a:pt x="2111840" y="135560"/>
                </a:cubicBezTo>
                <a:cubicBezTo>
                  <a:pt x="2103033" y="147266"/>
                  <a:pt x="2090869" y="153120"/>
                  <a:pt x="2075347" y="153120"/>
                </a:cubicBezTo>
                <a:cubicBezTo>
                  <a:pt x="2060115" y="153120"/>
                  <a:pt x="2048383" y="147772"/>
                  <a:pt x="2040154" y="137076"/>
                </a:cubicBezTo>
                <a:cubicBezTo>
                  <a:pt x="2031924" y="126380"/>
                  <a:pt x="2027809" y="113987"/>
                  <a:pt x="2027809" y="99896"/>
                </a:cubicBezTo>
                <a:cubicBezTo>
                  <a:pt x="2027809" y="85372"/>
                  <a:pt x="2032014" y="72708"/>
                  <a:pt x="2040424" y="61904"/>
                </a:cubicBezTo>
                <a:cubicBezTo>
                  <a:pt x="2048835" y="51100"/>
                  <a:pt x="2060367" y="45698"/>
                  <a:pt x="2075022" y="45698"/>
                </a:cubicBezTo>
                <a:moveTo>
                  <a:pt x="2075456" y="53278"/>
                </a:moveTo>
                <a:cubicBezTo>
                  <a:pt x="2071774" y="53278"/>
                  <a:pt x="2068615" y="54670"/>
                  <a:pt x="2065980" y="57454"/>
                </a:cubicBezTo>
                <a:cubicBezTo>
                  <a:pt x="2063345" y="60235"/>
                  <a:pt x="2061613" y="65728"/>
                  <a:pt x="2060782" y="73930"/>
                </a:cubicBezTo>
                <a:cubicBezTo>
                  <a:pt x="2059952" y="82133"/>
                  <a:pt x="2059537" y="93535"/>
                  <a:pt x="2059537" y="108136"/>
                </a:cubicBezTo>
                <a:cubicBezTo>
                  <a:pt x="2059537" y="115870"/>
                  <a:pt x="2060043" y="123098"/>
                  <a:pt x="2061053" y="129821"/>
                </a:cubicBezTo>
                <a:cubicBezTo>
                  <a:pt x="2061847" y="134951"/>
                  <a:pt x="2063544" y="138854"/>
                  <a:pt x="2066143" y="141529"/>
                </a:cubicBezTo>
                <a:cubicBezTo>
                  <a:pt x="2068742" y="144203"/>
                  <a:pt x="2071702" y="145540"/>
                  <a:pt x="2075022" y="145540"/>
                </a:cubicBezTo>
                <a:cubicBezTo>
                  <a:pt x="2078271" y="145540"/>
                  <a:pt x="2080978" y="144636"/>
                  <a:pt x="2083144" y="142829"/>
                </a:cubicBezTo>
                <a:cubicBezTo>
                  <a:pt x="2085960" y="140372"/>
                  <a:pt x="2087837" y="136938"/>
                  <a:pt x="2088775" y="132528"/>
                </a:cubicBezTo>
                <a:cubicBezTo>
                  <a:pt x="2090219" y="125663"/>
                  <a:pt x="2090941" y="111786"/>
                  <a:pt x="2090941" y="90898"/>
                </a:cubicBezTo>
                <a:cubicBezTo>
                  <a:pt x="2090941" y="78612"/>
                  <a:pt x="2090255" y="70174"/>
                  <a:pt x="2088883" y="65585"/>
                </a:cubicBezTo>
                <a:cubicBezTo>
                  <a:pt x="2087512" y="60995"/>
                  <a:pt x="2085490" y="57651"/>
                  <a:pt x="2082819" y="55555"/>
                </a:cubicBezTo>
                <a:cubicBezTo>
                  <a:pt x="2080942" y="54037"/>
                  <a:pt x="2078488" y="53278"/>
                  <a:pt x="2075456" y="53278"/>
                </a:cubicBezTo>
                <a:close/>
                <a:moveTo>
                  <a:pt x="2185910" y="45698"/>
                </a:moveTo>
                <a:cubicBezTo>
                  <a:pt x="2194717" y="45698"/>
                  <a:pt x="2202911" y="47974"/>
                  <a:pt x="2210491" y="52527"/>
                </a:cubicBezTo>
                <a:cubicBezTo>
                  <a:pt x="2218071" y="57079"/>
                  <a:pt x="2223829" y="63547"/>
                  <a:pt x="2227763" y="71931"/>
                </a:cubicBezTo>
                <a:cubicBezTo>
                  <a:pt x="2231698" y="80314"/>
                  <a:pt x="2233665" y="89491"/>
                  <a:pt x="2233665" y="99463"/>
                </a:cubicBezTo>
                <a:cubicBezTo>
                  <a:pt x="2233665" y="113843"/>
                  <a:pt x="2230019" y="125875"/>
                  <a:pt x="2222728" y="135560"/>
                </a:cubicBezTo>
                <a:cubicBezTo>
                  <a:pt x="2213920" y="147266"/>
                  <a:pt x="2201756" y="153120"/>
                  <a:pt x="2186235" y="153120"/>
                </a:cubicBezTo>
                <a:cubicBezTo>
                  <a:pt x="2171002" y="153120"/>
                  <a:pt x="2159271" y="147772"/>
                  <a:pt x="2151041" y="137076"/>
                </a:cubicBezTo>
                <a:cubicBezTo>
                  <a:pt x="2142811" y="126380"/>
                  <a:pt x="2138696" y="113987"/>
                  <a:pt x="2138696" y="99896"/>
                </a:cubicBezTo>
                <a:cubicBezTo>
                  <a:pt x="2138696" y="85372"/>
                  <a:pt x="2142901" y="72708"/>
                  <a:pt x="2151312" y="61904"/>
                </a:cubicBezTo>
                <a:cubicBezTo>
                  <a:pt x="2159722" y="51100"/>
                  <a:pt x="2171255" y="45698"/>
                  <a:pt x="2185910" y="45698"/>
                </a:cubicBezTo>
                <a:moveTo>
                  <a:pt x="2186343" y="53278"/>
                </a:moveTo>
                <a:cubicBezTo>
                  <a:pt x="2182661" y="53278"/>
                  <a:pt x="2179503" y="54670"/>
                  <a:pt x="2176868" y="57454"/>
                </a:cubicBezTo>
                <a:cubicBezTo>
                  <a:pt x="2174233" y="60235"/>
                  <a:pt x="2172500" y="65728"/>
                  <a:pt x="2171670" y="73930"/>
                </a:cubicBezTo>
                <a:cubicBezTo>
                  <a:pt x="2170840" y="82133"/>
                  <a:pt x="2170424" y="93535"/>
                  <a:pt x="2170424" y="108136"/>
                </a:cubicBezTo>
                <a:cubicBezTo>
                  <a:pt x="2170424" y="115870"/>
                  <a:pt x="2170930" y="123098"/>
                  <a:pt x="2171941" y="129821"/>
                </a:cubicBezTo>
                <a:cubicBezTo>
                  <a:pt x="2172735" y="134951"/>
                  <a:pt x="2174431" y="138854"/>
                  <a:pt x="2177030" y="141529"/>
                </a:cubicBezTo>
                <a:cubicBezTo>
                  <a:pt x="2179629" y="144203"/>
                  <a:pt x="2182589" y="145540"/>
                  <a:pt x="2185910" y="145540"/>
                </a:cubicBezTo>
                <a:cubicBezTo>
                  <a:pt x="2189158" y="145540"/>
                  <a:pt x="2191866" y="144636"/>
                  <a:pt x="2194031" y="142829"/>
                </a:cubicBezTo>
                <a:cubicBezTo>
                  <a:pt x="2196847" y="140372"/>
                  <a:pt x="2198724" y="136938"/>
                  <a:pt x="2199662" y="132528"/>
                </a:cubicBezTo>
                <a:cubicBezTo>
                  <a:pt x="2201106" y="125663"/>
                  <a:pt x="2201828" y="111786"/>
                  <a:pt x="2201828" y="90898"/>
                </a:cubicBezTo>
                <a:cubicBezTo>
                  <a:pt x="2201828" y="78612"/>
                  <a:pt x="2201142" y="70174"/>
                  <a:pt x="2199771" y="65585"/>
                </a:cubicBezTo>
                <a:cubicBezTo>
                  <a:pt x="2198399" y="60995"/>
                  <a:pt x="2196378" y="57651"/>
                  <a:pt x="2193706" y="55555"/>
                </a:cubicBezTo>
                <a:cubicBezTo>
                  <a:pt x="2191829" y="54037"/>
                  <a:pt x="2189375" y="53278"/>
                  <a:pt x="2186343" y="53278"/>
                </a:cubicBezTo>
                <a:close/>
                <a:moveTo>
                  <a:pt x="2294105" y="59342"/>
                </a:moveTo>
                <a:lnTo>
                  <a:pt x="2294105" y="129729"/>
                </a:lnTo>
                <a:cubicBezTo>
                  <a:pt x="2294105" y="136515"/>
                  <a:pt x="2294827" y="140775"/>
                  <a:pt x="2296271" y="142507"/>
                </a:cubicBezTo>
                <a:cubicBezTo>
                  <a:pt x="2298581" y="145179"/>
                  <a:pt x="2302840" y="146406"/>
                  <a:pt x="2309049" y="146189"/>
                </a:cubicBezTo>
                <a:lnTo>
                  <a:pt x="2309049" y="150088"/>
                </a:lnTo>
                <a:lnTo>
                  <a:pt x="2249382" y="150088"/>
                </a:lnTo>
                <a:lnTo>
                  <a:pt x="2249382" y="146189"/>
                </a:lnTo>
                <a:cubicBezTo>
                  <a:pt x="2253930" y="146117"/>
                  <a:pt x="2257161" y="145594"/>
                  <a:pt x="2259074" y="144619"/>
                </a:cubicBezTo>
                <a:cubicBezTo>
                  <a:pt x="2260987" y="143644"/>
                  <a:pt x="2262304" y="142291"/>
                  <a:pt x="2263026" y="140558"/>
                </a:cubicBezTo>
                <a:cubicBezTo>
                  <a:pt x="2263748" y="138826"/>
                  <a:pt x="2264109" y="135216"/>
                  <a:pt x="2264109" y="129729"/>
                </a:cubicBezTo>
                <a:lnTo>
                  <a:pt x="2264109" y="59342"/>
                </a:lnTo>
                <a:lnTo>
                  <a:pt x="2249382" y="59342"/>
                </a:lnTo>
                <a:lnTo>
                  <a:pt x="2249382" y="48730"/>
                </a:lnTo>
                <a:lnTo>
                  <a:pt x="2264109" y="48730"/>
                </a:lnTo>
                <a:lnTo>
                  <a:pt x="2264109" y="41292"/>
                </a:lnTo>
                <a:lnTo>
                  <a:pt x="2264001" y="36222"/>
                </a:lnTo>
                <a:cubicBezTo>
                  <a:pt x="2264001" y="25874"/>
                  <a:pt x="2267809" y="17251"/>
                  <a:pt x="2275425" y="10352"/>
                </a:cubicBezTo>
                <a:cubicBezTo>
                  <a:pt x="2283042" y="3451"/>
                  <a:pt x="2293347" y="0"/>
                  <a:pt x="2306342" y="0"/>
                </a:cubicBezTo>
                <a:cubicBezTo>
                  <a:pt x="2315221" y="0"/>
                  <a:pt x="2321809" y="1667"/>
                  <a:pt x="2326104" y="5002"/>
                </a:cubicBezTo>
                <a:cubicBezTo>
                  <a:pt x="2330400" y="8334"/>
                  <a:pt x="2332547" y="12029"/>
                  <a:pt x="2332547" y="16088"/>
                </a:cubicBezTo>
                <a:cubicBezTo>
                  <a:pt x="2332547" y="19350"/>
                  <a:pt x="2331212" y="22177"/>
                  <a:pt x="2328541" y="24568"/>
                </a:cubicBezTo>
                <a:cubicBezTo>
                  <a:pt x="2325870" y="26959"/>
                  <a:pt x="2322332" y="28155"/>
                  <a:pt x="2317928" y="28155"/>
                </a:cubicBezTo>
                <a:cubicBezTo>
                  <a:pt x="2314174" y="28155"/>
                  <a:pt x="2311196" y="27180"/>
                  <a:pt x="2308995" y="25231"/>
                </a:cubicBezTo>
                <a:cubicBezTo>
                  <a:pt x="2306793" y="23282"/>
                  <a:pt x="2305692" y="21116"/>
                  <a:pt x="2305692" y="18734"/>
                </a:cubicBezTo>
                <a:cubicBezTo>
                  <a:pt x="2305692" y="18084"/>
                  <a:pt x="2305908" y="16749"/>
                  <a:pt x="2306342" y="14727"/>
                </a:cubicBezTo>
                <a:cubicBezTo>
                  <a:pt x="2306630" y="13500"/>
                  <a:pt x="2306775" y="12345"/>
                  <a:pt x="2306775" y="11262"/>
                </a:cubicBezTo>
                <a:cubicBezTo>
                  <a:pt x="2306775" y="9746"/>
                  <a:pt x="2306342" y="8627"/>
                  <a:pt x="2305475" y="7905"/>
                </a:cubicBezTo>
                <a:cubicBezTo>
                  <a:pt x="2304320" y="6822"/>
                  <a:pt x="2302912" y="6281"/>
                  <a:pt x="2301252" y="6281"/>
                </a:cubicBezTo>
                <a:cubicBezTo>
                  <a:pt x="2299158" y="6281"/>
                  <a:pt x="2297408" y="7140"/>
                  <a:pt x="2296000" y="8859"/>
                </a:cubicBezTo>
                <a:cubicBezTo>
                  <a:pt x="2294592" y="10578"/>
                  <a:pt x="2293888" y="13336"/>
                  <a:pt x="2293888" y="17133"/>
                </a:cubicBezTo>
                <a:lnTo>
                  <a:pt x="2294105" y="35942"/>
                </a:lnTo>
                <a:lnTo>
                  <a:pt x="2294105" y="48730"/>
                </a:lnTo>
                <a:lnTo>
                  <a:pt x="2309049" y="48730"/>
                </a:lnTo>
                <a:lnTo>
                  <a:pt x="2309049" y="59342"/>
                </a:lnTo>
                <a:lnTo>
                  <a:pt x="2294105" y="59342"/>
                </a:lnTo>
                <a:close/>
                <a:moveTo>
                  <a:pt x="2464610" y="0"/>
                </a:moveTo>
                <a:lnTo>
                  <a:pt x="2465801" y="48946"/>
                </a:lnTo>
                <a:lnTo>
                  <a:pt x="2461361" y="48946"/>
                </a:lnTo>
                <a:cubicBezTo>
                  <a:pt x="2459268" y="36705"/>
                  <a:pt x="2454124" y="26859"/>
                  <a:pt x="2445930" y="19407"/>
                </a:cubicBezTo>
                <a:cubicBezTo>
                  <a:pt x="2437736" y="11956"/>
                  <a:pt x="2428875" y="8230"/>
                  <a:pt x="2419345" y="8230"/>
                </a:cubicBezTo>
                <a:cubicBezTo>
                  <a:pt x="2411982" y="8230"/>
                  <a:pt x="2406152" y="10192"/>
                  <a:pt x="2401857" y="14115"/>
                </a:cubicBezTo>
                <a:cubicBezTo>
                  <a:pt x="2397561" y="18036"/>
                  <a:pt x="2395414" y="22551"/>
                  <a:pt x="2395414" y="27661"/>
                </a:cubicBezTo>
                <a:cubicBezTo>
                  <a:pt x="2395414" y="30898"/>
                  <a:pt x="2396172" y="33777"/>
                  <a:pt x="2397688" y="36297"/>
                </a:cubicBezTo>
                <a:cubicBezTo>
                  <a:pt x="2399781" y="39679"/>
                  <a:pt x="2403138" y="43024"/>
                  <a:pt x="2407759" y="46334"/>
                </a:cubicBezTo>
                <a:cubicBezTo>
                  <a:pt x="2411152" y="48709"/>
                  <a:pt x="2418984" y="52920"/>
                  <a:pt x="2431257" y="58966"/>
                </a:cubicBezTo>
                <a:cubicBezTo>
                  <a:pt x="2448439" y="67386"/>
                  <a:pt x="2460026" y="75339"/>
                  <a:pt x="2466018" y="82827"/>
                </a:cubicBezTo>
                <a:cubicBezTo>
                  <a:pt x="2471937" y="90312"/>
                  <a:pt x="2474897" y="98879"/>
                  <a:pt x="2474897" y="108525"/>
                </a:cubicBezTo>
                <a:cubicBezTo>
                  <a:pt x="2474897" y="120762"/>
                  <a:pt x="2470115" y="131289"/>
                  <a:pt x="2460549" y="140108"/>
                </a:cubicBezTo>
                <a:cubicBezTo>
                  <a:pt x="2450984" y="148927"/>
                  <a:pt x="2438837" y="153336"/>
                  <a:pt x="2424110" y="153336"/>
                </a:cubicBezTo>
                <a:cubicBezTo>
                  <a:pt x="2419490" y="153336"/>
                  <a:pt x="2415122" y="152867"/>
                  <a:pt x="2411007" y="151929"/>
                </a:cubicBezTo>
                <a:cubicBezTo>
                  <a:pt x="2406892" y="150990"/>
                  <a:pt x="2401730" y="149221"/>
                  <a:pt x="2395522" y="146622"/>
                </a:cubicBezTo>
                <a:cubicBezTo>
                  <a:pt x="2392057" y="145179"/>
                  <a:pt x="2389205" y="144457"/>
                  <a:pt x="2386967" y="144457"/>
                </a:cubicBezTo>
                <a:cubicBezTo>
                  <a:pt x="2385090" y="144457"/>
                  <a:pt x="2383105" y="145188"/>
                  <a:pt x="2381011" y="146649"/>
                </a:cubicBezTo>
                <a:cubicBezTo>
                  <a:pt x="2378918" y="148111"/>
                  <a:pt x="2377221" y="150340"/>
                  <a:pt x="2375922" y="153336"/>
                </a:cubicBezTo>
                <a:lnTo>
                  <a:pt x="2371915" y="153336"/>
                </a:lnTo>
                <a:lnTo>
                  <a:pt x="2371915" y="97893"/>
                </a:lnTo>
                <a:lnTo>
                  <a:pt x="2375922" y="97893"/>
                </a:lnTo>
                <a:cubicBezTo>
                  <a:pt x="2379098" y="113450"/>
                  <a:pt x="2385216" y="125317"/>
                  <a:pt x="2394277" y="133492"/>
                </a:cubicBezTo>
                <a:cubicBezTo>
                  <a:pt x="2403337" y="141668"/>
                  <a:pt x="2413101" y="145756"/>
                  <a:pt x="2423569" y="145756"/>
                </a:cubicBezTo>
                <a:cubicBezTo>
                  <a:pt x="2431654" y="145756"/>
                  <a:pt x="2438097" y="143561"/>
                  <a:pt x="2442898" y="139171"/>
                </a:cubicBezTo>
                <a:cubicBezTo>
                  <a:pt x="2447699" y="134781"/>
                  <a:pt x="2450099" y="129671"/>
                  <a:pt x="2450099" y="123841"/>
                </a:cubicBezTo>
                <a:cubicBezTo>
                  <a:pt x="2450099" y="120387"/>
                  <a:pt x="2449179" y="117042"/>
                  <a:pt x="2447338" y="113804"/>
                </a:cubicBezTo>
                <a:cubicBezTo>
                  <a:pt x="2445497" y="110565"/>
                  <a:pt x="2442700" y="107487"/>
                  <a:pt x="2438946" y="104573"/>
                </a:cubicBezTo>
                <a:cubicBezTo>
                  <a:pt x="2435192" y="101658"/>
                  <a:pt x="2428550" y="97862"/>
                  <a:pt x="2419020" y="93185"/>
                </a:cubicBezTo>
                <a:cubicBezTo>
                  <a:pt x="2405665" y="86636"/>
                  <a:pt x="2396063" y="81055"/>
                  <a:pt x="2390216" y="76441"/>
                </a:cubicBezTo>
                <a:cubicBezTo>
                  <a:pt x="2384368" y="71828"/>
                  <a:pt x="2379874" y="66674"/>
                  <a:pt x="2376734" y="60980"/>
                </a:cubicBezTo>
                <a:cubicBezTo>
                  <a:pt x="2373594" y="55286"/>
                  <a:pt x="2372023" y="49015"/>
                  <a:pt x="2372023" y="42168"/>
                </a:cubicBezTo>
                <a:cubicBezTo>
                  <a:pt x="2372023" y="30491"/>
                  <a:pt x="2376319" y="20544"/>
                  <a:pt x="2384910" y="12328"/>
                </a:cubicBezTo>
                <a:cubicBezTo>
                  <a:pt x="2393501" y="4109"/>
                  <a:pt x="2404329" y="0"/>
                  <a:pt x="2417396" y="0"/>
                </a:cubicBezTo>
                <a:cubicBezTo>
                  <a:pt x="2422161" y="0"/>
                  <a:pt x="2426781" y="584"/>
                  <a:pt x="2431257" y="1753"/>
                </a:cubicBezTo>
                <a:cubicBezTo>
                  <a:pt x="2434650" y="2628"/>
                  <a:pt x="2438783" y="4251"/>
                  <a:pt x="2443656" y="6622"/>
                </a:cubicBezTo>
                <a:cubicBezTo>
                  <a:pt x="2448529" y="8994"/>
                  <a:pt x="2451940" y="10179"/>
                  <a:pt x="2453889" y="10179"/>
                </a:cubicBezTo>
                <a:cubicBezTo>
                  <a:pt x="2455766" y="10179"/>
                  <a:pt x="2457246" y="9596"/>
                  <a:pt x="2458329" y="8430"/>
                </a:cubicBezTo>
                <a:cubicBezTo>
                  <a:pt x="2459412" y="7261"/>
                  <a:pt x="2460423" y="4451"/>
                  <a:pt x="2461361" y="0"/>
                </a:cubicBezTo>
                <a:lnTo>
                  <a:pt x="2464610" y="0"/>
                </a:lnTo>
                <a:close/>
                <a:moveTo>
                  <a:pt x="2529837" y="11479"/>
                </a:moveTo>
                <a:lnTo>
                  <a:pt x="2529837" y="48730"/>
                </a:lnTo>
                <a:lnTo>
                  <a:pt x="2553877" y="48730"/>
                </a:lnTo>
                <a:lnTo>
                  <a:pt x="2553877" y="59342"/>
                </a:lnTo>
                <a:lnTo>
                  <a:pt x="2529837" y="59342"/>
                </a:lnTo>
                <a:lnTo>
                  <a:pt x="2529837" y="121994"/>
                </a:lnTo>
                <a:cubicBezTo>
                  <a:pt x="2529837" y="127857"/>
                  <a:pt x="2530108" y="131639"/>
                  <a:pt x="2530649" y="133340"/>
                </a:cubicBezTo>
                <a:cubicBezTo>
                  <a:pt x="2531191" y="135041"/>
                  <a:pt x="2532147" y="136417"/>
                  <a:pt x="2533519" y="137469"/>
                </a:cubicBezTo>
                <a:cubicBezTo>
                  <a:pt x="2534891" y="138518"/>
                  <a:pt x="2536154" y="139042"/>
                  <a:pt x="2537309" y="139042"/>
                </a:cubicBezTo>
                <a:cubicBezTo>
                  <a:pt x="2542002" y="139042"/>
                  <a:pt x="2546441" y="135433"/>
                  <a:pt x="2550628" y="128213"/>
                </a:cubicBezTo>
                <a:lnTo>
                  <a:pt x="2553877" y="130619"/>
                </a:lnTo>
                <a:cubicBezTo>
                  <a:pt x="2548030" y="144609"/>
                  <a:pt x="2538536" y="151604"/>
                  <a:pt x="2525397" y="151604"/>
                </a:cubicBezTo>
                <a:cubicBezTo>
                  <a:pt x="2518972" y="151604"/>
                  <a:pt x="2513540" y="149811"/>
                  <a:pt x="2509100" y="146226"/>
                </a:cubicBezTo>
                <a:cubicBezTo>
                  <a:pt x="2504660" y="142639"/>
                  <a:pt x="2501827" y="138636"/>
                  <a:pt x="2500599" y="134217"/>
                </a:cubicBezTo>
                <a:cubicBezTo>
                  <a:pt x="2499877" y="131753"/>
                  <a:pt x="2499516" y="125088"/>
                  <a:pt x="2499516" y="114220"/>
                </a:cubicBezTo>
                <a:lnTo>
                  <a:pt x="2499516" y="59342"/>
                </a:lnTo>
                <a:lnTo>
                  <a:pt x="2486305" y="59342"/>
                </a:lnTo>
                <a:lnTo>
                  <a:pt x="2486305" y="55542"/>
                </a:lnTo>
                <a:cubicBezTo>
                  <a:pt x="2495401" y="49103"/>
                  <a:pt x="2503144" y="42338"/>
                  <a:pt x="2509533" y="35248"/>
                </a:cubicBezTo>
                <a:cubicBezTo>
                  <a:pt x="2515922" y="28157"/>
                  <a:pt x="2521499" y="20234"/>
                  <a:pt x="2526264" y="11479"/>
                </a:cubicBezTo>
                <a:lnTo>
                  <a:pt x="2529837" y="11479"/>
                </a:lnTo>
                <a:close/>
                <a:moveTo>
                  <a:pt x="2617838" y="135144"/>
                </a:moveTo>
                <a:cubicBezTo>
                  <a:pt x="2605493" y="146117"/>
                  <a:pt x="2594412" y="151604"/>
                  <a:pt x="2584593" y="151604"/>
                </a:cubicBezTo>
                <a:cubicBezTo>
                  <a:pt x="2578818" y="151604"/>
                  <a:pt x="2574017" y="149703"/>
                  <a:pt x="2570191" y="145902"/>
                </a:cubicBezTo>
                <a:cubicBezTo>
                  <a:pt x="2566365" y="142098"/>
                  <a:pt x="2564452" y="137336"/>
                  <a:pt x="2564452" y="131614"/>
                </a:cubicBezTo>
                <a:cubicBezTo>
                  <a:pt x="2564452" y="123863"/>
                  <a:pt x="2567773" y="116890"/>
                  <a:pt x="2574414" y="110698"/>
                </a:cubicBezTo>
                <a:cubicBezTo>
                  <a:pt x="2581056" y="104505"/>
                  <a:pt x="2595531" y="96266"/>
                  <a:pt x="2617838" y="85981"/>
                </a:cubicBezTo>
                <a:lnTo>
                  <a:pt x="2617838" y="75802"/>
                </a:lnTo>
                <a:cubicBezTo>
                  <a:pt x="2617838" y="68149"/>
                  <a:pt x="2617423" y="63331"/>
                  <a:pt x="2616593" y="61345"/>
                </a:cubicBezTo>
                <a:cubicBezTo>
                  <a:pt x="2615762" y="59360"/>
                  <a:pt x="2614192" y="57627"/>
                  <a:pt x="2611882" y="56147"/>
                </a:cubicBezTo>
                <a:cubicBezTo>
                  <a:pt x="2609572" y="54668"/>
                  <a:pt x="2606973" y="53928"/>
                  <a:pt x="2604085" y="53928"/>
                </a:cubicBezTo>
                <a:cubicBezTo>
                  <a:pt x="2599393" y="53928"/>
                  <a:pt x="2595531" y="54974"/>
                  <a:pt x="2592499" y="57068"/>
                </a:cubicBezTo>
                <a:cubicBezTo>
                  <a:pt x="2590622" y="58367"/>
                  <a:pt x="2589683" y="59883"/>
                  <a:pt x="2589683" y="61616"/>
                </a:cubicBezTo>
                <a:cubicBezTo>
                  <a:pt x="2589683" y="63132"/>
                  <a:pt x="2590694" y="65009"/>
                  <a:pt x="2592715" y="67247"/>
                </a:cubicBezTo>
                <a:cubicBezTo>
                  <a:pt x="2595458" y="70351"/>
                  <a:pt x="2596830" y="73347"/>
                  <a:pt x="2596830" y="76235"/>
                </a:cubicBezTo>
                <a:cubicBezTo>
                  <a:pt x="2596830" y="79772"/>
                  <a:pt x="2595513" y="82786"/>
                  <a:pt x="2592878" y="85277"/>
                </a:cubicBezTo>
                <a:cubicBezTo>
                  <a:pt x="2590243" y="87768"/>
                  <a:pt x="2586795" y="89013"/>
                  <a:pt x="2582536" y="89013"/>
                </a:cubicBezTo>
                <a:cubicBezTo>
                  <a:pt x="2577988" y="89013"/>
                  <a:pt x="2574180" y="87641"/>
                  <a:pt x="2571112" y="84898"/>
                </a:cubicBezTo>
                <a:cubicBezTo>
                  <a:pt x="2568043" y="82155"/>
                  <a:pt x="2566509" y="78942"/>
                  <a:pt x="2566509" y="75260"/>
                </a:cubicBezTo>
                <a:cubicBezTo>
                  <a:pt x="2566509" y="70063"/>
                  <a:pt x="2568567" y="65099"/>
                  <a:pt x="2572682" y="60371"/>
                </a:cubicBezTo>
                <a:cubicBezTo>
                  <a:pt x="2576797" y="55642"/>
                  <a:pt x="2582536" y="52014"/>
                  <a:pt x="2589900" y="49488"/>
                </a:cubicBezTo>
                <a:cubicBezTo>
                  <a:pt x="2597263" y="46961"/>
                  <a:pt x="2604916" y="45698"/>
                  <a:pt x="2612857" y="45698"/>
                </a:cubicBezTo>
                <a:cubicBezTo>
                  <a:pt x="2622458" y="45698"/>
                  <a:pt x="2630057" y="47743"/>
                  <a:pt x="2635651" y="51833"/>
                </a:cubicBezTo>
                <a:cubicBezTo>
                  <a:pt x="2641246" y="55921"/>
                  <a:pt x="2644874" y="60353"/>
                  <a:pt x="2646534" y="65129"/>
                </a:cubicBezTo>
                <a:cubicBezTo>
                  <a:pt x="2647545" y="68167"/>
                  <a:pt x="2648050" y="75150"/>
                  <a:pt x="2648050" y="86076"/>
                </a:cubicBezTo>
                <a:lnTo>
                  <a:pt x="2648050" y="125476"/>
                </a:lnTo>
                <a:cubicBezTo>
                  <a:pt x="2648050" y="130107"/>
                  <a:pt x="2648231" y="133021"/>
                  <a:pt x="2648592" y="134217"/>
                </a:cubicBezTo>
                <a:cubicBezTo>
                  <a:pt x="2648953" y="135410"/>
                  <a:pt x="2649494" y="136297"/>
                  <a:pt x="2650216" y="136876"/>
                </a:cubicBezTo>
                <a:cubicBezTo>
                  <a:pt x="2650938" y="137454"/>
                  <a:pt x="2651768" y="137743"/>
                  <a:pt x="2652707" y="137743"/>
                </a:cubicBezTo>
                <a:cubicBezTo>
                  <a:pt x="2654584" y="137743"/>
                  <a:pt x="2656497" y="136407"/>
                  <a:pt x="2658446" y="133736"/>
                </a:cubicBezTo>
                <a:lnTo>
                  <a:pt x="2661695" y="136335"/>
                </a:lnTo>
                <a:cubicBezTo>
                  <a:pt x="2658085" y="141677"/>
                  <a:pt x="2654349" y="145558"/>
                  <a:pt x="2650487" y="147976"/>
                </a:cubicBezTo>
                <a:cubicBezTo>
                  <a:pt x="2646625" y="150394"/>
                  <a:pt x="2642239" y="151604"/>
                  <a:pt x="2637330" y="151604"/>
                </a:cubicBezTo>
                <a:cubicBezTo>
                  <a:pt x="2631555" y="151604"/>
                  <a:pt x="2627043" y="150241"/>
                  <a:pt x="2623794" y="147516"/>
                </a:cubicBezTo>
                <a:cubicBezTo>
                  <a:pt x="2620545" y="144791"/>
                  <a:pt x="2618560" y="140667"/>
                  <a:pt x="2617838" y="135144"/>
                </a:cubicBezTo>
                <a:moveTo>
                  <a:pt x="2617838" y="127130"/>
                </a:moveTo>
                <a:lnTo>
                  <a:pt x="2617838" y="93257"/>
                </a:lnTo>
                <a:cubicBezTo>
                  <a:pt x="2609103" y="98407"/>
                  <a:pt x="2602605" y="103921"/>
                  <a:pt x="2598346" y="109798"/>
                </a:cubicBezTo>
                <a:cubicBezTo>
                  <a:pt x="2595531" y="113714"/>
                  <a:pt x="2594123" y="117668"/>
                  <a:pt x="2594123" y="121659"/>
                </a:cubicBezTo>
                <a:cubicBezTo>
                  <a:pt x="2594123" y="124995"/>
                  <a:pt x="2595314" y="127934"/>
                  <a:pt x="2597696" y="130474"/>
                </a:cubicBezTo>
                <a:cubicBezTo>
                  <a:pt x="2599501" y="132432"/>
                  <a:pt x="2602028" y="133411"/>
                  <a:pt x="2605277" y="133411"/>
                </a:cubicBezTo>
                <a:cubicBezTo>
                  <a:pt x="2608886" y="133411"/>
                  <a:pt x="2613073" y="131318"/>
                  <a:pt x="2617838" y="127130"/>
                </a:cubicBezTo>
                <a:close/>
                <a:moveTo>
                  <a:pt x="2711693" y="11479"/>
                </a:moveTo>
                <a:lnTo>
                  <a:pt x="2711693" y="48730"/>
                </a:lnTo>
                <a:lnTo>
                  <a:pt x="2735733" y="48730"/>
                </a:lnTo>
                <a:lnTo>
                  <a:pt x="2735733" y="59342"/>
                </a:lnTo>
                <a:lnTo>
                  <a:pt x="2711693" y="59342"/>
                </a:lnTo>
                <a:lnTo>
                  <a:pt x="2711693" y="121994"/>
                </a:lnTo>
                <a:cubicBezTo>
                  <a:pt x="2711693" y="127857"/>
                  <a:pt x="2711963" y="131639"/>
                  <a:pt x="2712505" y="133340"/>
                </a:cubicBezTo>
                <a:cubicBezTo>
                  <a:pt x="2713046" y="135041"/>
                  <a:pt x="2714003" y="136417"/>
                  <a:pt x="2715375" y="137469"/>
                </a:cubicBezTo>
                <a:cubicBezTo>
                  <a:pt x="2716746" y="138518"/>
                  <a:pt x="2718010" y="139042"/>
                  <a:pt x="2719165" y="139042"/>
                </a:cubicBezTo>
                <a:cubicBezTo>
                  <a:pt x="2723857" y="139042"/>
                  <a:pt x="2728297" y="135433"/>
                  <a:pt x="2732484" y="128213"/>
                </a:cubicBezTo>
                <a:lnTo>
                  <a:pt x="2735733" y="130619"/>
                </a:lnTo>
                <a:cubicBezTo>
                  <a:pt x="2729885" y="144609"/>
                  <a:pt x="2720392" y="151604"/>
                  <a:pt x="2707253" y="151604"/>
                </a:cubicBezTo>
                <a:cubicBezTo>
                  <a:pt x="2700828" y="151604"/>
                  <a:pt x="2695395" y="149811"/>
                  <a:pt x="2690956" y="146226"/>
                </a:cubicBezTo>
                <a:cubicBezTo>
                  <a:pt x="2686516" y="142639"/>
                  <a:pt x="2683682" y="138636"/>
                  <a:pt x="2682455" y="134217"/>
                </a:cubicBezTo>
                <a:cubicBezTo>
                  <a:pt x="2681733" y="131753"/>
                  <a:pt x="2681372" y="125088"/>
                  <a:pt x="2681372" y="114220"/>
                </a:cubicBezTo>
                <a:lnTo>
                  <a:pt x="2681372" y="59342"/>
                </a:lnTo>
                <a:lnTo>
                  <a:pt x="2668161" y="59342"/>
                </a:lnTo>
                <a:lnTo>
                  <a:pt x="2668161" y="55542"/>
                </a:lnTo>
                <a:cubicBezTo>
                  <a:pt x="2677257" y="49103"/>
                  <a:pt x="2685000" y="42338"/>
                  <a:pt x="2691389" y="35248"/>
                </a:cubicBezTo>
                <a:cubicBezTo>
                  <a:pt x="2697778" y="28157"/>
                  <a:pt x="2703355" y="20234"/>
                  <a:pt x="2708119" y="11479"/>
                </a:cubicBezTo>
                <a:lnTo>
                  <a:pt x="2711693" y="11479"/>
                </a:lnTo>
                <a:close/>
                <a:moveTo>
                  <a:pt x="2829580" y="95727"/>
                </a:moveTo>
                <a:lnTo>
                  <a:pt x="2774028" y="95727"/>
                </a:lnTo>
                <a:cubicBezTo>
                  <a:pt x="2774678" y="109191"/>
                  <a:pt x="2778251" y="119831"/>
                  <a:pt x="2784748" y="127648"/>
                </a:cubicBezTo>
                <a:cubicBezTo>
                  <a:pt x="2789730" y="133656"/>
                  <a:pt x="2795722" y="136660"/>
                  <a:pt x="2802724" y="136660"/>
                </a:cubicBezTo>
                <a:cubicBezTo>
                  <a:pt x="2807056" y="136660"/>
                  <a:pt x="2810990" y="135451"/>
                  <a:pt x="2814528" y="133032"/>
                </a:cubicBezTo>
                <a:cubicBezTo>
                  <a:pt x="2818065" y="130614"/>
                  <a:pt x="2821855" y="126264"/>
                  <a:pt x="2825898" y="119983"/>
                </a:cubicBezTo>
                <a:lnTo>
                  <a:pt x="2829580" y="122366"/>
                </a:lnTo>
                <a:cubicBezTo>
                  <a:pt x="2824093" y="133556"/>
                  <a:pt x="2818029" y="141479"/>
                  <a:pt x="2811387" y="146135"/>
                </a:cubicBezTo>
                <a:cubicBezTo>
                  <a:pt x="2804746" y="150791"/>
                  <a:pt x="2797057" y="153120"/>
                  <a:pt x="2788322" y="153120"/>
                </a:cubicBezTo>
                <a:cubicBezTo>
                  <a:pt x="2773306" y="153120"/>
                  <a:pt x="2761936" y="147339"/>
                  <a:pt x="2754211" y="135777"/>
                </a:cubicBezTo>
                <a:cubicBezTo>
                  <a:pt x="2748003" y="126455"/>
                  <a:pt x="2744898" y="114893"/>
                  <a:pt x="2744898" y="101091"/>
                </a:cubicBezTo>
                <a:cubicBezTo>
                  <a:pt x="2744898" y="84179"/>
                  <a:pt x="2749464" y="70720"/>
                  <a:pt x="2758597" y="60713"/>
                </a:cubicBezTo>
                <a:cubicBezTo>
                  <a:pt x="2767729" y="50703"/>
                  <a:pt x="2778432" y="45698"/>
                  <a:pt x="2790704" y="45698"/>
                </a:cubicBezTo>
                <a:cubicBezTo>
                  <a:pt x="2800956" y="45698"/>
                  <a:pt x="2809853" y="49903"/>
                  <a:pt x="2817397" y="58313"/>
                </a:cubicBezTo>
                <a:cubicBezTo>
                  <a:pt x="2824941" y="66724"/>
                  <a:pt x="2829002" y="79195"/>
                  <a:pt x="2829580" y="95727"/>
                </a:cubicBezTo>
                <a:moveTo>
                  <a:pt x="2802941" y="88580"/>
                </a:moveTo>
                <a:cubicBezTo>
                  <a:pt x="2802941" y="76957"/>
                  <a:pt x="2802309" y="68980"/>
                  <a:pt x="2801046" y="64648"/>
                </a:cubicBezTo>
                <a:cubicBezTo>
                  <a:pt x="2799782" y="60317"/>
                  <a:pt x="2797815" y="57032"/>
                  <a:pt x="2795144" y="54794"/>
                </a:cubicBezTo>
                <a:cubicBezTo>
                  <a:pt x="2793628" y="53494"/>
                  <a:pt x="2791607" y="52845"/>
                  <a:pt x="2789080" y="52845"/>
                </a:cubicBezTo>
                <a:cubicBezTo>
                  <a:pt x="2785326" y="52845"/>
                  <a:pt x="2782258" y="54686"/>
                  <a:pt x="2779875" y="58367"/>
                </a:cubicBezTo>
                <a:cubicBezTo>
                  <a:pt x="2775616" y="64793"/>
                  <a:pt x="2773486" y="73600"/>
                  <a:pt x="2773486" y="84790"/>
                </a:cubicBezTo>
                <a:lnTo>
                  <a:pt x="2773486" y="88580"/>
                </a:lnTo>
                <a:lnTo>
                  <a:pt x="2802941" y="88580"/>
                </a:lnTo>
                <a:close/>
                <a:moveTo>
                  <a:pt x="2843418" y="189071"/>
                </a:moveTo>
                <a:lnTo>
                  <a:pt x="2843418" y="184307"/>
                </a:lnTo>
                <a:cubicBezTo>
                  <a:pt x="2851793" y="180697"/>
                  <a:pt x="2857875" y="176023"/>
                  <a:pt x="2861665" y="170283"/>
                </a:cubicBezTo>
                <a:cubicBezTo>
                  <a:pt x="2865455" y="164544"/>
                  <a:pt x="2867350" y="158678"/>
                  <a:pt x="2867350" y="152687"/>
                </a:cubicBezTo>
                <a:cubicBezTo>
                  <a:pt x="2867350" y="151459"/>
                  <a:pt x="2867097" y="150521"/>
                  <a:pt x="2866592" y="149871"/>
                </a:cubicBezTo>
                <a:cubicBezTo>
                  <a:pt x="2866087" y="149293"/>
                  <a:pt x="2865581" y="149005"/>
                  <a:pt x="2865076" y="149005"/>
                </a:cubicBezTo>
                <a:cubicBezTo>
                  <a:pt x="2864643" y="149005"/>
                  <a:pt x="2863993" y="149257"/>
                  <a:pt x="2863127" y="149763"/>
                </a:cubicBezTo>
                <a:cubicBezTo>
                  <a:pt x="2861033" y="150990"/>
                  <a:pt x="2858434" y="151604"/>
                  <a:pt x="2855330" y="151604"/>
                </a:cubicBezTo>
                <a:cubicBezTo>
                  <a:pt x="2851071" y="151604"/>
                  <a:pt x="2847371" y="149943"/>
                  <a:pt x="2844230" y="146622"/>
                </a:cubicBezTo>
                <a:cubicBezTo>
                  <a:pt x="2841090" y="143302"/>
                  <a:pt x="2839520" y="139403"/>
                  <a:pt x="2839520" y="134927"/>
                </a:cubicBezTo>
                <a:cubicBezTo>
                  <a:pt x="2839520" y="130163"/>
                  <a:pt x="2841325" y="125975"/>
                  <a:pt x="2844934" y="122366"/>
                </a:cubicBezTo>
                <a:cubicBezTo>
                  <a:pt x="2848544" y="118756"/>
                  <a:pt x="2852912" y="116951"/>
                  <a:pt x="2858037" y="116951"/>
                </a:cubicBezTo>
                <a:cubicBezTo>
                  <a:pt x="2864246" y="116951"/>
                  <a:pt x="2869552" y="119352"/>
                  <a:pt x="2873956" y="124153"/>
                </a:cubicBezTo>
                <a:cubicBezTo>
                  <a:pt x="2878359" y="128953"/>
                  <a:pt x="2880561" y="135541"/>
                  <a:pt x="2880561" y="143915"/>
                </a:cubicBezTo>
                <a:cubicBezTo>
                  <a:pt x="2880561" y="154239"/>
                  <a:pt x="2877439" y="163407"/>
                  <a:pt x="2871194" y="171420"/>
                </a:cubicBezTo>
                <a:cubicBezTo>
                  <a:pt x="2864950" y="179434"/>
                  <a:pt x="2855691" y="185317"/>
                  <a:pt x="2843418" y="1890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andProofScriptsof">
            <a:extLst xmlns:a="http://schemas.openxmlformats.org/drawingml/2006/main">
              <a:ext uri="{FF2B5EF4-FFF2-40B4-BE49-F238E27FC236}">
                <a16:creationId xmlns:a16="http://schemas.microsoft.com/office/drawing/2014/main" id="{77508306-01B9-4BBE-85B9-B218C2D9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41" y="3557278"/>
            <a:ext cx="1944132" cy="197800"/>
          </a:xfrm>
          <a:custGeom xmlns:a="http://schemas.openxmlformats.org/drawingml/2006/main">
            <a:pathLst>
              <a:path w="1944132" h="197800">
                <a:moveTo>
                  <a:pt x="53463" y="135337"/>
                </a:moveTo>
                <a:cubicBezTo>
                  <a:pt x="41100" y="146326"/>
                  <a:pt x="30003" y="151821"/>
                  <a:pt x="20170" y="151821"/>
                </a:cubicBezTo>
                <a:cubicBezTo>
                  <a:pt x="14387" y="151821"/>
                  <a:pt x="9579" y="149917"/>
                  <a:pt x="5747" y="146110"/>
                </a:cubicBezTo>
                <a:cubicBezTo>
                  <a:pt x="1916" y="142301"/>
                  <a:pt x="0" y="137532"/>
                  <a:pt x="0" y="131803"/>
                </a:cubicBezTo>
                <a:cubicBezTo>
                  <a:pt x="0" y="124040"/>
                  <a:pt x="3326" y="117058"/>
                  <a:pt x="9977" y="110856"/>
                </a:cubicBezTo>
                <a:cubicBezTo>
                  <a:pt x="16628" y="104655"/>
                  <a:pt x="31123" y="96404"/>
                  <a:pt x="53463" y="86104"/>
                </a:cubicBezTo>
                <a:lnTo>
                  <a:pt x="53463" y="75910"/>
                </a:lnTo>
                <a:cubicBezTo>
                  <a:pt x="53463" y="68247"/>
                  <a:pt x="53047" y="63421"/>
                  <a:pt x="52215" y="61433"/>
                </a:cubicBezTo>
                <a:cubicBezTo>
                  <a:pt x="51384" y="59445"/>
                  <a:pt x="49812" y="57710"/>
                  <a:pt x="47498" y="56228"/>
                </a:cubicBezTo>
                <a:cubicBezTo>
                  <a:pt x="45185" y="54746"/>
                  <a:pt x="42582" y="54005"/>
                  <a:pt x="39690" y="54005"/>
                </a:cubicBezTo>
                <a:cubicBezTo>
                  <a:pt x="34991" y="54005"/>
                  <a:pt x="31123" y="55053"/>
                  <a:pt x="28087" y="57150"/>
                </a:cubicBezTo>
                <a:cubicBezTo>
                  <a:pt x="26207" y="58451"/>
                  <a:pt x="25267" y="59969"/>
                  <a:pt x="25267" y="61704"/>
                </a:cubicBezTo>
                <a:cubicBezTo>
                  <a:pt x="25267" y="63222"/>
                  <a:pt x="26279" y="65102"/>
                  <a:pt x="28304" y="67343"/>
                </a:cubicBezTo>
                <a:cubicBezTo>
                  <a:pt x="31051" y="70452"/>
                  <a:pt x="32425" y="73452"/>
                  <a:pt x="32425" y="76344"/>
                </a:cubicBezTo>
                <a:cubicBezTo>
                  <a:pt x="32425" y="79887"/>
                  <a:pt x="31105" y="82905"/>
                  <a:pt x="28466" y="85399"/>
                </a:cubicBezTo>
                <a:cubicBezTo>
                  <a:pt x="25828" y="87893"/>
                  <a:pt x="22375" y="89140"/>
                  <a:pt x="18110" y="89140"/>
                </a:cubicBezTo>
                <a:cubicBezTo>
                  <a:pt x="13555" y="89140"/>
                  <a:pt x="9742" y="87767"/>
                  <a:pt x="6669" y="85020"/>
                </a:cubicBezTo>
                <a:cubicBezTo>
                  <a:pt x="3597" y="82272"/>
                  <a:pt x="2060" y="79055"/>
                  <a:pt x="2060" y="75368"/>
                </a:cubicBezTo>
                <a:cubicBezTo>
                  <a:pt x="2060" y="70163"/>
                  <a:pt x="4121" y="65192"/>
                  <a:pt x="8242" y="60457"/>
                </a:cubicBezTo>
                <a:cubicBezTo>
                  <a:pt x="12363" y="55722"/>
                  <a:pt x="18110" y="52089"/>
                  <a:pt x="25484" y="49559"/>
                </a:cubicBezTo>
                <a:cubicBezTo>
                  <a:pt x="32858" y="47028"/>
                  <a:pt x="40522" y="45763"/>
                  <a:pt x="48474" y="45763"/>
                </a:cubicBezTo>
                <a:cubicBezTo>
                  <a:pt x="58089" y="45763"/>
                  <a:pt x="65699" y="47811"/>
                  <a:pt x="71301" y="51907"/>
                </a:cubicBezTo>
                <a:cubicBezTo>
                  <a:pt x="76904" y="56001"/>
                  <a:pt x="80537" y="60439"/>
                  <a:pt x="82200" y="65222"/>
                </a:cubicBezTo>
                <a:cubicBezTo>
                  <a:pt x="83212" y="68265"/>
                  <a:pt x="83718" y="75257"/>
                  <a:pt x="83718" y="86199"/>
                </a:cubicBezTo>
                <a:lnTo>
                  <a:pt x="83718" y="125655"/>
                </a:lnTo>
                <a:cubicBezTo>
                  <a:pt x="83718" y="130293"/>
                  <a:pt x="83899" y="133211"/>
                  <a:pt x="84260" y="134409"/>
                </a:cubicBezTo>
                <a:cubicBezTo>
                  <a:pt x="84622" y="135604"/>
                  <a:pt x="85164" y="136492"/>
                  <a:pt x="85887" y="137072"/>
                </a:cubicBezTo>
                <a:cubicBezTo>
                  <a:pt x="86610" y="137651"/>
                  <a:pt x="87441" y="137940"/>
                  <a:pt x="88381" y="137940"/>
                </a:cubicBezTo>
                <a:cubicBezTo>
                  <a:pt x="90261" y="137940"/>
                  <a:pt x="92177" y="136602"/>
                  <a:pt x="94129" y="133927"/>
                </a:cubicBezTo>
                <a:lnTo>
                  <a:pt x="97382" y="136530"/>
                </a:lnTo>
                <a:cubicBezTo>
                  <a:pt x="93767" y="141880"/>
                  <a:pt x="90026" y="145766"/>
                  <a:pt x="86158" y="148188"/>
                </a:cubicBezTo>
                <a:cubicBezTo>
                  <a:pt x="82290" y="150610"/>
                  <a:pt x="77898" y="151821"/>
                  <a:pt x="72982" y="151821"/>
                </a:cubicBezTo>
                <a:cubicBezTo>
                  <a:pt x="67199" y="151821"/>
                  <a:pt x="62680" y="150456"/>
                  <a:pt x="59427" y="147727"/>
                </a:cubicBezTo>
                <a:cubicBezTo>
                  <a:pt x="56174" y="144998"/>
                  <a:pt x="54185" y="140868"/>
                  <a:pt x="53463" y="135337"/>
                </a:cubicBezTo>
                <a:moveTo>
                  <a:pt x="53463" y="127312"/>
                </a:moveTo>
                <a:lnTo>
                  <a:pt x="53463" y="93390"/>
                </a:lnTo>
                <a:cubicBezTo>
                  <a:pt x="44715" y="98548"/>
                  <a:pt x="38208" y="104069"/>
                  <a:pt x="33943" y="109955"/>
                </a:cubicBezTo>
                <a:cubicBezTo>
                  <a:pt x="31123" y="113877"/>
                  <a:pt x="29713" y="117836"/>
                  <a:pt x="29713" y="121833"/>
                </a:cubicBezTo>
                <a:cubicBezTo>
                  <a:pt x="29713" y="125174"/>
                  <a:pt x="30906" y="128117"/>
                  <a:pt x="33292" y="130661"/>
                </a:cubicBezTo>
                <a:cubicBezTo>
                  <a:pt x="35099" y="132622"/>
                  <a:pt x="37630" y="133602"/>
                  <a:pt x="40883" y="133602"/>
                </a:cubicBezTo>
                <a:cubicBezTo>
                  <a:pt x="44498" y="133602"/>
                  <a:pt x="48691" y="131505"/>
                  <a:pt x="53463" y="127312"/>
                </a:cubicBezTo>
                <a:close/>
                <a:moveTo>
                  <a:pt x="150294" y="48799"/>
                </a:moveTo>
                <a:lnTo>
                  <a:pt x="150294" y="62030"/>
                </a:lnTo>
                <a:cubicBezTo>
                  <a:pt x="155500" y="56352"/>
                  <a:pt x="160488" y="52222"/>
                  <a:pt x="165259" y="49640"/>
                </a:cubicBezTo>
                <a:cubicBezTo>
                  <a:pt x="170031" y="47055"/>
                  <a:pt x="175164" y="45763"/>
                  <a:pt x="180658" y="45763"/>
                </a:cubicBezTo>
                <a:cubicBezTo>
                  <a:pt x="187237" y="45763"/>
                  <a:pt x="192696" y="47591"/>
                  <a:pt x="197033" y="51246"/>
                </a:cubicBezTo>
                <a:cubicBezTo>
                  <a:pt x="201371" y="54902"/>
                  <a:pt x="204263" y="59444"/>
                  <a:pt x="205709" y="64873"/>
                </a:cubicBezTo>
                <a:cubicBezTo>
                  <a:pt x="206865" y="69000"/>
                  <a:pt x="207444" y="76928"/>
                  <a:pt x="207444" y="88656"/>
                </a:cubicBezTo>
                <a:lnTo>
                  <a:pt x="207444" y="128180"/>
                </a:lnTo>
                <a:cubicBezTo>
                  <a:pt x="207444" y="135988"/>
                  <a:pt x="208149" y="140850"/>
                  <a:pt x="209558" y="142766"/>
                </a:cubicBezTo>
                <a:cubicBezTo>
                  <a:pt x="210968" y="144681"/>
                  <a:pt x="213914" y="145892"/>
                  <a:pt x="218397" y="146398"/>
                </a:cubicBezTo>
                <a:lnTo>
                  <a:pt x="218397" y="150302"/>
                </a:lnTo>
                <a:lnTo>
                  <a:pt x="167103" y="150302"/>
                </a:lnTo>
                <a:lnTo>
                  <a:pt x="167103" y="146398"/>
                </a:lnTo>
                <a:cubicBezTo>
                  <a:pt x="170935" y="145892"/>
                  <a:pt x="173682" y="144302"/>
                  <a:pt x="175345" y="141627"/>
                </a:cubicBezTo>
                <a:cubicBezTo>
                  <a:pt x="176501" y="139819"/>
                  <a:pt x="177080" y="135337"/>
                  <a:pt x="177080" y="128180"/>
                </a:cubicBezTo>
                <a:lnTo>
                  <a:pt x="177080" y="83068"/>
                </a:lnTo>
                <a:cubicBezTo>
                  <a:pt x="177080" y="74754"/>
                  <a:pt x="176754" y="69512"/>
                  <a:pt x="176104" y="67343"/>
                </a:cubicBezTo>
                <a:cubicBezTo>
                  <a:pt x="175453" y="65174"/>
                  <a:pt x="174351" y="63494"/>
                  <a:pt x="172796" y="62301"/>
                </a:cubicBezTo>
                <a:cubicBezTo>
                  <a:pt x="171242" y="61108"/>
                  <a:pt x="169525" y="60511"/>
                  <a:pt x="167645" y="60511"/>
                </a:cubicBezTo>
                <a:cubicBezTo>
                  <a:pt x="161428" y="60511"/>
                  <a:pt x="155644" y="64994"/>
                  <a:pt x="150294" y="73958"/>
                </a:cubicBezTo>
                <a:lnTo>
                  <a:pt x="150294" y="128180"/>
                </a:lnTo>
                <a:cubicBezTo>
                  <a:pt x="150294" y="135771"/>
                  <a:pt x="150999" y="140579"/>
                  <a:pt x="152409" y="142603"/>
                </a:cubicBezTo>
                <a:cubicBezTo>
                  <a:pt x="153819" y="144627"/>
                  <a:pt x="156439" y="145892"/>
                  <a:pt x="160271" y="146398"/>
                </a:cubicBezTo>
                <a:lnTo>
                  <a:pt x="160271" y="150302"/>
                </a:lnTo>
                <a:lnTo>
                  <a:pt x="108977" y="150302"/>
                </a:lnTo>
                <a:lnTo>
                  <a:pt x="108977" y="146398"/>
                </a:lnTo>
                <a:cubicBezTo>
                  <a:pt x="113243" y="145965"/>
                  <a:pt x="116279" y="144591"/>
                  <a:pt x="118087" y="142278"/>
                </a:cubicBezTo>
                <a:cubicBezTo>
                  <a:pt x="119316" y="140687"/>
                  <a:pt x="119930" y="135988"/>
                  <a:pt x="119930" y="128180"/>
                </a:cubicBezTo>
                <a:lnTo>
                  <a:pt x="119930" y="70922"/>
                </a:lnTo>
                <a:cubicBezTo>
                  <a:pt x="119930" y="63166"/>
                  <a:pt x="119225" y="58337"/>
                  <a:pt x="117815" y="56435"/>
                </a:cubicBezTo>
                <a:cubicBezTo>
                  <a:pt x="116406" y="54532"/>
                  <a:pt x="113460" y="53289"/>
                  <a:pt x="108977" y="52703"/>
                </a:cubicBezTo>
                <a:lnTo>
                  <a:pt x="108977" y="48799"/>
                </a:lnTo>
                <a:lnTo>
                  <a:pt x="150294" y="48799"/>
                </a:lnTo>
                <a:close/>
                <a:moveTo>
                  <a:pt x="331244" y="3253"/>
                </a:moveTo>
                <a:lnTo>
                  <a:pt x="331244" y="119938"/>
                </a:lnTo>
                <a:cubicBezTo>
                  <a:pt x="331244" y="127739"/>
                  <a:pt x="331461" y="132355"/>
                  <a:pt x="331895" y="133785"/>
                </a:cubicBezTo>
                <a:cubicBezTo>
                  <a:pt x="332473" y="136148"/>
                  <a:pt x="333576" y="137903"/>
                  <a:pt x="335202" y="139048"/>
                </a:cubicBezTo>
                <a:cubicBezTo>
                  <a:pt x="336829" y="140191"/>
                  <a:pt x="339667" y="140906"/>
                  <a:pt x="343715" y="141193"/>
                </a:cubicBezTo>
                <a:lnTo>
                  <a:pt x="343715" y="145097"/>
                </a:lnTo>
                <a:lnTo>
                  <a:pt x="300880" y="153339"/>
                </a:lnTo>
                <a:lnTo>
                  <a:pt x="300880" y="137289"/>
                </a:lnTo>
                <a:cubicBezTo>
                  <a:pt x="295747" y="143507"/>
                  <a:pt x="291174" y="147736"/>
                  <a:pt x="287162" y="149977"/>
                </a:cubicBezTo>
                <a:cubicBezTo>
                  <a:pt x="283150" y="152218"/>
                  <a:pt x="278613" y="153339"/>
                  <a:pt x="273552" y="153339"/>
                </a:cubicBezTo>
                <a:cubicBezTo>
                  <a:pt x="260611" y="153339"/>
                  <a:pt x="250382" y="147549"/>
                  <a:pt x="242863" y="135971"/>
                </a:cubicBezTo>
                <a:cubicBezTo>
                  <a:pt x="236790" y="126563"/>
                  <a:pt x="233754" y="115021"/>
                  <a:pt x="233754" y="101344"/>
                </a:cubicBezTo>
                <a:cubicBezTo>
                  <a:pt x="233754" y="90416"/>
                  <a:pt x="235633" y="80628"/>
                  <a:pt x="239393" y="71979"/>
                </a:cubicBezTo>
                <a:cubicBezTo>
                  <a:pt x="243152" y="63331"/>
                  <a:pt x="248303" y="56799"/>
                  <a:pt x="254846" y="52385"/>
                </a:cubicBezTo>
                <a:cubicBezTo>
                  <a:pt x="261389" y="47970"/>
                  <a:pt x="268419" y="45763"/>
                  <a:pt x="275938" y="45763"/>
                </a:cubicBezTo>
                <a:cubicBezTo>
                  <a:pt x="280782" y="45763"/>
                  <a:pt x="285083" y="46711"/>
                  <a:pt x="288843" y="48606"/>
                </a:cubicBezTo>
                <a:cubicBezTo>
                  <a:pt x="292602" y="50502"/>
                  <a:pt x="296615" y="53819"/>
                  <a:pt x="300880" y="58559"/>
                </a:cubicBezTo>
                <a:lnTo>
                  <a:pt x="300880" y="27978"/>
                </a:lnTo>
                <a:cubicBezTo>
                  <a:pt x="300880" y="20243"/>
                  <a:pt x="300555" y="15580"/>
                  <a:pt x="299904" y="13989"/>
                </a:cubicBezTo>
                <a:cubicBezTo>
                  <a:pt x="299037" y="11893"/>
                  <a:pt x="297735" y="10338"/>
                  <a:pt x="296000" y="9326"/>
                </a:cubicBezTo>
                <a:cubicBezTo>
                  <a:pt x="294265" y="8314"/>
                  <a:pt x="291012" y="7808"/>
                  <a:pt x="286240" y="7808"/>
                </a:cubicBezTo>
                <a:lnTo>
                  <a:pt x="286240" y="3253"/>
                </a:lnTo>
                <a:lnTo>
                  <a:pt x="331244" y="3253"/>
                </a:lnTo>
                <a:moveTo>
                  <a:pt x="300880" y="71789"/>
                </a:moveTo>
                <a:cubicBezTo>
                  <a:pt x="295530" y="61668"/>
                  <a:pt x="288987" y="56607"/>
                  <a:pt x="281252" y="56607"/>
                </a:cubicBezTo>
                <a:cubicBezTo>
                  <a:pt x="278577" y="56607"/>
                  <a:pt x="276372" y="57330"/>
                  <a:pt x="274637" y="58776"/>
                </a:cubicBezTo>
                <a:cubicBezTo>
                  <a:pt x="271962" y="61017"/>
                  <a:pt x="269775" y="64957"/>
                  <a:pt x="268076" y="70597"/>
                </a:cubicBezTo>
                <a:cubicBezTo>
                  <a:pt x="266377" y="76236"/>
                  <a:pt x="265528" y="84875"/>
                  <a:pt x="265528" y="96514"/>
                </a:cubicBezTo>
                <a:cubicBezTo>
                  <a:pt x="265528" y="109311"/>
                  <a:pt x="266467" y="118781"/>
                  <a:pt x="268347" y="124927"/>
                </a:cubicBezTo>
                <a:cubicBezTo>
                  <a:pt x="270227" y="131072"/>
                  <a:pt x="272793" y="135518"/>
                  <a:pt x="276047" y="138265"/>
                </a:cubicBezTo>
                <a:cubicBezTo>
                  <a:pt x="277709" y="139639"/>
                  <a:pt x="279987" y="140326"/>
                  <a:pt x="282878" y="140326"/>
                </a:cubicBezTo>
                <a:cubicBezTo>
                  <a:pt x="289240" y="140326"/>
                  <a:pt x="295241" y="135321"/>
                  <a:pt x="300880" y="125313"/>
                </a:cubicBezTo>
                <a:lnTo>
                  <a:pt x="300880" y="71789"/>
                </a:lnTo>
                <a:close/>
                <a:moveTo>
                  <a:pt x="457372" y="83718"/>
                </a:moveTo>
                <a:lnTo>
                  <a:pt x="457372" y="124493"/>
                </a:lnTo>
                <a:cubicBezTo>
                  <a:pt x="457372" y="132486"/>
                  <a:pt x="457860" y="137518"/>
                  <a:pt x="458836" y="139590"/>
                </a:cubicBezTo>
                <a:cubicBezTo>
                  <a:pt x="459812" y="141660"/>
                  <a:pt x="461547" y="143312"/>
                  <a:pt x="464041" y="144548"/>
                </a:cubicBezTo>
                <a:cubicBezTo>
                  <a:pt x="466536" y="145782"/>
                  <a:pt x="471108" y="146398"/>
                  <a:pt x="477759" y="146398"/>
                </a:cubicBezTo>
                <a:lnTo>
                  <a:pt x="477759" y="150302"/>
                </a:lnTo>
                <a:lnTo>
                  <a:pt x="403042" y="150302"/>
                </a:lnTo>
                <a:lnTo>
                  <a:pt x="403042" y="146398"/>
                </a:lnTo>
                <a:cubicBezTo>
                  <a:pt x="409838" y="146398"/>
                  <a:pt x="414447" y="145762"/>
                  <a:pt x="416869" y="144490"/>
                </a:cubicBezTo>
                <a:cubicBezTo>
                  <a:pt x="419290" y="143218"/>
                  <a:pt x="420989" y="141566"/>
                  <a:pt x="421965" y="139533"/>
                </a:cubicBezTo>
                <a:cubicBezTo>
                  <a:pt x="422941" y="137499"/>
                  <a:pt x="423429" y="132486"/>
                  <a:pt x="423429" y="124493"/>
                </a:cubicBezTo>
                <a:lnTo>
                  <a:pt x="423429" y="29063"/>
                </a:lnTo>
                <a:cubicBezTo>
                  <a:pt x="423429" y="21070"/>
                  <a:pt x="422941" y="16038"/>
                  <a:pt x="421965" y="13969"/>
                </a:cubicBezTo>
                <a:cubicBezTo>
                  <a:pt x="420989" y="11897"/>
                  <a:pt x="419272" y="10244"/>
                  <a:pt x="416814" y="9011"/>
                </a:cubicBezTo>
                <a:cubicBezTo>
                  <a:pt x="414356" y="7775"/>
                  <a:pt x="409765" y="7157"/>
                  <a:pt x="403042" y="7157"/>
                </a:cubicBezTo>
                <a:lnTo>
                  <a:pt x="403042" y="3253"/>
                </a:lnTo>
                <a:lnTo>
                  <a:pt x="467132" y="3253"/>
                </a:lnTo>
                <a:cubicBezTo>
                  <a:pt x="488242" y="3253"/>
                  <a:pt x="503388" y="7013"/>
                  <a:pt x="512570" y="14531"/>
                </a:cubicBezTo>
                <a:cubicBezTo>
                  <a:pt x="521751" y="22050"/>
                  <a:pt x="526342" y="31449"/>
                  <a:pt x="526342" y="42727"/>
                </a:cubicBezTo>
                <a:cubicBezTo>
                  <a:pt x="526342" y="52270"/>
                  <a:pt x="523378" y="60439"/>
                  <a:pt x="517450" y="67235"/>
                </a:cubicBezTo>
                <a:cubicBezTo>
                  <a:pt x="511521" y="74031"/>
                  <a:pt x="503352" y="78657"/>
                  <a:pt x="492941" y="81116"/>
                </a:cubicBezTo>
                <a:cubicBezTo>
                  <a:pt x="485929" y="82851"/>
                  <a:pt x="474072" y="83718"/>
                  <a:pt x="457372" y="83718"/>
                </a:cubicBezTo>
                <a:moveTo>
                  <a:pt x="457372" y="11712"/>
                </a:moveTo>
                <a:lnTo>
                  <a:pt x="457372" y="75260"/>
                </a:lnTo>
                <a:cubicBezTo>
                  <a:pt x="459758" y="75404"/>
                  <a:pt x="461565" y="75476"/>
                  <a:pt x="462794" y="75476"/>
                </a:cubicBezTo>
                <a:cubicBezTo>
                  <a:pt x="471614" y="75476"/>
                  <a:pt x="478410" y="72856"/>
                  <a:pt x="483182" y="67614"/>
                </a:cubicBezTo>
                <a:cubicBezTo>
                  <a:pt x="487953" y="62373"/>
                  <a:pt x="490339" y="54258"/>
                  <a:pt x="490339" y="43269"/>
                </a:cubicBezTo>
                <a:cubicBezTo>
                  <a:pt x="490339" y="32352"/>
                  <a:pt x="487953" y="24364"/>
                  <a:pt x="483182" y="19303"/>
                </a:cubicBezTo>
                <a:cubicBezTo>
                  <a:pt x="478410" y="14242"/>
                  <a:pt x="471289" y="11712"/>
                  <a:pt x="461818" y="11712"/>
                </a:cubicBezTo>
                <a:lnTo>
                  <a:pt x="457372" y="11712"/>
                </a:lnTo>
                <a:close/>
                <a:moveTo>
                  <a:pt x="582660" y="48799"/>
                </a:moveTo>
                <a:lnTo>
                  <a:pt x="582660" y="71789"/>
                </a:lnTo>
                <a:cubicBezTo>
                  <a:pt x="589383" y="61307"/>
                  <a:pt x="595275" y="54348"/>
                  <a:pt x="600336" y="50914"/>
                </a:cubicBezTo>
                <a:cubicBezTo>
                  <a:pt x="605397" y="47480"/>
                  <a:pt x="610276" y="45763"/>
                  <a:pt x="614976" y="45763"/>
                </a:cubicBezTo>
                <a:cubicBezTo>
                  <a:pt x="619024" y="45763"/>
                  <a:pt x="622259" y="47015"/>
                  <a:pt x="624681" y="49518"/>
                </a:cubicBezTo>
                <a:cubicBezTo>
                  <a:pt x="627103" y="52021"/>
                  <a:pt x="628314" y="55558"/>
                  <a:pt x="628314" y="60128"/>
                </a:cubicBezTo>
                <a:cubicBezTo>
                  <a:pt x="628314" y="64990"/>
                  <a:pt x="627139" y="68764"/>
                  <a:pt x="624790" y="71451"/>
                </a:cubicBezTo>
                <a:cubicBezTo>
                  <a:pt x="622440" y="74135"/>
                  <a:pt x="619603" y="75476"/>
                  <a:pt x="616277" y="75476"/>
                </a:cubicBezTo>
                <a:cubicBezTo>
                  <a:pt x="612445" y="75476"/>
                  <a:pt x="609120" y="74247"/>
                  <a:pt x="606300" y="71789"/>
                </a:cubicBezTo>
                <a:cubicBezTo>
                  <a:pt x="603481" y="69331"/>
                  <a:pt x="601818" y="67958"/>
                  <a:pt x="601312" y="67669"/>
                </a:cubicBezTo>
                <a:cubicBezTo>
                  <a:pt x="600589" y="67235"/>
                  <a:pt x="599757" y="67018"/>
                  <a:pt x="598818" y="67018"/>
                </a:cubicBezTo>
                <a:cubicBezTo>
                  <a:pt x="596721" y="67018"/>
                  <a:pt x="594733" y="67813"/>
                  <a:pt x="592853" y="69404"/>
                </a:cubicBezTo>
                <a:cubicBezTo>
                  <a:pt x="589889" y="71862"/>
                  <a:pt x="587648" y="75368"/>
                  <a:pt x="586130" y="79923"/>
                </a:cubicBezTo>
                <a:cubicBezTo>
                  <a:pt x="583816" y="86935"/>
                  <a:pt x="582660" y="94671"/>
                  <a:pt x="582660" y="103130"/>
                </a:cubicBezTo>
                <a:lnTo>
                  <a:pt x="582660" y="126445"/>
                </a:lnTo>
                <a:lnTo>
                  <a:pt x="582768" y="132518"/>
                </a:lnTo>
                <a:cubicBezTo>
                  <a:pt x="582768" y="136638"/>
                  <a:pt x="583021" y="139277"/>
                  <a:pt x="583527" y="140434"/>
                </a:cubicBezTo>
                <a:cubicBezTo>
                  <a:pt x="584395" y="142386"/>
                  <a:pt x="585678" y="143814"/>
                  <a:pt x="587377" y="144718"/>
                </a:cubicBezTo>
                <a:cubicBezTo>
                  <a:pt x="589076" y="145621"/>
                  <a:pt x="591950" y="146181"/>
                  <a:pt x="595998" y="146398"/>
                </a:cubicBezTo>
                <a:lnTo>
                  <a:pt x="595998" y="150302"/>
                </a:lnTo>
                <a:lnTo>
                  <a:pt x="541234" y="150302"/>
                </a:lnTo>
                <a:lnTo>
                  <a:pt x="541234" y="146398"/>
                </a:lnTo>
                <a:cubicBezTo>
                  <a:pt x="545644" y="146037"/>
                  <a:pt x="548626" y="144826"/>
                  <a:pt x="550181" y="142766"/>
                </a:cubicBezTo>
                <a:cubicBezTo>
                  <a:pt x="551735" y="140705"/>
                  <a:pt x="552512" y="135265"/>
                  <a:pt x="552512" y="126445"/>
                </a:cubicBezTo>
                <a:lnTo>
                  <a:pt x="552512" y="70271"/>
                </a:lnTo>
                <a:cubicBezTo>
                  <a:pt x="552512" y="64451"/>
                  <a:pt x="552223" y="60742"/>
                  <a:pt x="551645" y="59142"/>
                </a:cubicBezTo>
                <a:cubicBezTo>
                  <a:pt x="550922" y="57104"/>
                  <a:pt x="549874" y="55613"/>
                  <a:pt x="548500" y="54669"/>
                </a:cubicBezTo>
                <a:cubicBezTo>
                  <a:pt x="547126" y="53722"/>
                  <a:pt x="544704" y="53067"/>
                  <a:pt x="541234" y="52703"/>
                </a:cubicBezTo>
                <a:lnTo>
                  <a:pt x="541234" y="48799"/>
                </a:lnTo>
                <a:lnTo>
                  <a:pt x="582660" y="48799"/>
                </a:lnTo>
                <a:close/>
                <a:moveTo>
                  <a:pt x="685905" y="45763"/>
                </a:moveTo>
                <a:cubicBezTo>
                  <a:pt x="694725" y="45763"/>
                  <a:pt x="702931" y="48043"/>
                  <a:pt x="710522" y="52602"/>
                </a:cubicBezTo>
                <a:cubicBezTo>
                  <a:pt x="718113" y="57161"/>
                  <a:pt x="723878" y="63638"/>
                  <a:pt x="727819" y="72033"/>
                </a:cubicBezTo>
                <a:cubicBezTo>
                  <a:pt x="731759" y="80429"/>
                  <a:pt x="733729" y="89619"/>
                  <a:pt x="733729" y="99605"/>
                </a:cubicBezTo>
                <a:cubicBezTo>
                  <a:pt x="733729" y="114005"/>
                  <a:pt x="730078" y="126055"/>
                  <a:pt x="722776" y="135754"/>
                </a:cubicBezTo>
                <a:cubicBezTo>
                  <a:pt x="713956" y="147477"/>
                  <a:pt x="701774" y="153339"/>
                  <a:pt x="686231" y="153339"/>
                </a:cubicBezTo>
                <a:cubicBezTo>
                  <a:pt x="670976" y="153339"/>
                  <a:pt x="659228" y="147983"/>
                  <a:pt x="650987" y="137272"/>
                </a:cubicBezTo>
                <a:cubicBezTo>
                  <a:pt x="642745" y="126561"/>
                  <a:pt x="638624" y="114150"/>
                  <a:pt x="638624" y="100039"/>
                </a:cubicBezTo>
                <a:cubicBezTo>
                  <a:pt x="638624" y="85494"/>
                  <a:pt x="642835" y="72812"/>
                  <a:pt x="651258" y="61992"/>
                </a:cubicBezTo>
                <a:cubicBezTo>
                  <a:pt x="659680" y="51173"/>
                  <a:pt x="671229" y="45763"/>
                  <a:pt x="685905" y="45763"/>
                </a:cubicBezTo>
                <a:moveTo>
                  <a:pt x="686339" y="53354"/>
                </a:moveTo>
                <a:cubicBezTo>
                  <a:pt x="682652" y="53354"/>
                  <a:pt x="679489" y="54748"/>
                  <a:pt x="676850" y="57536"/>
                </a:cubicBezTo>
                <a:cubicBezTo>
                  <a:pt x="674211" y="60322"/>
                  <a:pt x="672476" y="65822"/>
                  <a:pt x="671645" y="74036"/>
                </a:cubicBezTo>
                <a:cubicBezTo>
                  <a:pt x="670814" y="82251"/>
                  <a:pt x="670398" y="93669"/>
                  <a:pt x="670398" y="108291"/>
                </a:cubicBezTo>
                <a:cubicBezTo>
                  <a:pt x="670398" y="116035"/>
                  <a:pt x="670904" y="123274"/>
                  <a:pt x="671916" y="130006"/>
                </a:cubicBezTo>
                <a:cubicBezTo>
                  <a:pt x="672711" y="135144"/>
                  <a:pt x="674410" y="139052"/>
                  <a:pt x="677013" y="141732"/>
                </a:cubicBezTo>
                <a:cubicBezTo>
                  <a:pt x="679616" y="144409"/>
                  <a:pt x="682580" y="145748"/>
                  <a:pt x="685905" y="145748"/>
                </a:cubicBezTo>
                <a:cubicBezTo>
                  <a:pt x="689159" y="145748"/>
                  <a:pt x="691870" y="144843"/>
                  <a:pt x="694039" y="143033"/>
                </a:cubicBezTo>
                <a:cubicBezTo>
                  <a:pt x="696858" y="140573"/>
                  <a:pt x="698738" y="137134"/>
                  <a:pt x="699678" y="132718"/>
                </a:cubicBezTo>
                <a:cubicBezTo>
                  <a:pt x="701123" y="125843"/>
                  <a:pt x="701846" y="111946"/>
                  <a:pt x="701846" y="91028"/>
                </a:cubicBezTo>
                <a:cubicBezTo>
                  <a:pt x="701846" y="78724"/>
                  <a:pt x="701160" y="70275"/>
                  <a:pt x="699786" y="65679"/>
                </a:cubicBezTo>
                <a:cubicBezTo>
                  <a:pt x="698412" y="61082"/>
                  <a:pt x="696388" y="57734"/>
                  <a:pt x="693713" y="55635"/>
                </a:cubicBezTo>
                <a:cubicBezTo>
                  <a:pt x="691834" y="54114"/>
                  <a:pt x="689375" y="53354"/>
                  <a:pt x="686339" y="53354"/>
                </a:cubicBezTo>
                <a:close/>
                <a:moveTo>
                  <a:pt x="796951" y="45763"/>
                </a:moveTo>
                <a:cubicBezTo>
                  <a:pt x="805771" y="45763"/>
                  <a:pt x="813977" y="48043"/>
                  <a:pt x="821568" y="52602"/>
                </a:cubicBezTo>
                <a:cubicBezTo>
                  <a:pt x="829159" y="57161"/>
                  <a:pt x="834924" y="63638"/>
                  <a:pt x="838864" y="72033"/>
                </a:cubicBezTo>
                <a:cubicBezTo>
                  <a:pt x="842805" y="80429"/>
                  <a:pt x="844775" y="89619"/>
                  <a:pt x="844775" y="99605"/>
                </a:cubicBezTo>
                <a:cubicBezTo>
                  <a:pt x="844775" y="114005"/>
                  <a:pt x="841124" y="126055"/>
                  <a:pt x="833822" y="135754"/>
                </a:cubicBezTo>
                <a:cubicBezTo>
                  <a:pt x="825002" y="147477"/>
                  <a:pt x="812820" y="153339"/>
                  <a:pt x="797276" y="153339"/>
                </a:cubicBezTo>
                <a:cubicBezTo>
                  <a:pt x="782022" y="153339"/>
                  <a:pt x="770274" y="147983"/>
                  <a:pt x="762032" y="137272"/>
                </a:cubicBezTo>
                <a:cubicBezTo>
                  <a:pt x="753791" y="126561"/>
                  <a:pt x="749670" y="114150"/>
                  <a:pt x="749670" y="100039"/>
                </a:cubicBezTo>
                <a:cubicBezTo>
                  <a:pt x="749670" y="85494"/>
                  <a:pt x="753881" y="72812"/>
                  <a:pt x="762304" y="61992"/>
                </a:cubicBezTo>
                <a:cubicBezTo>
                  <a:pt x="770726" y="51173"/>
                  <a:pt x="782275" y="45763"/>
                  <a:pt x="796951" y="45763"/>
                </a:cubicBezTo>
                <a:moveTo>
                  <a:pt x="797385" y="53354"/>
                </a:moveTo>
                <a:cubicBezTo>
                  <a:pt x="793698" y="53354"/>
                  <a:pt x="790535" y="54748"/>
                  <a:pt x="787896" y="57536"/>
                </a:cubicBezTo>
                <a:cubicBezTo>
                  <a:pt x="785257" y="60322"/>
                  <a:pt x="783522" y="65822"/>
                  <a:pt x="782691" y="74036"/>
                </a:cubicBezTo>
                <a:cubicBezTo>
                  <a:pt x="781859" y="82251"/>
                  <a:pt x="781444" y="93669"/>
                  <a:pt x="781444" y="108291"/>
                </a:cubicBezTo>
                <a:cubicBezTo>
                  <a:pt x="781444" y="116035"/>
                  <a:pt x="781950" y="123274"/>
                  <a:pt x="782962" y="130006"/>
                </a:cubicBezTo>
                <a:cubicBezTo>
                  <a:pt x="783757" y="135144"/>
                  <a:pt x="785456" y="139052"/>
                  <a:pt x="788059" y="141732"/>
                </a:cubicBezTo>
                <a:cubicBezTo>
                  <a:pt x="790661" y="144409"/>
                  <a:pt x="793626" y="145748"/>
                  <a:pt x="796951" y="145748"/>
                </a:cubicBezTo>
                <a:cubicBezTo>
                  <a:pt x="800204" y="145748"/>
                  <a:pt x="802916" y="144843"/>
                  <a:pt x="805084" y="143033"/>
                </a:cubicBezTo>
                <a:cubicBezTo>
                  <a:pt x="807904" y="140573"/>
                  <a:pt x="809784" y="137134"/>
                  <a:pt x="810723" y="132718"/>
                </a:cubicBezTo>
                <a:cubicBezTo>
                  <a:pt x="812169" y="125843"/>
                  <a:pt x="812892" y="111946"/>
                  <a:pt x="812892" y="91028"/>
                </a:cubicBezTo>
                <a:cubicBezTo>
                  <a:pt x="812892" y="78724"/>
                  <a:pt x="812206" y="70275"/>
                  <a:pt x="810832" y="65679"/>
                </a:cubicBezTo>
                <a:cubicBezTo>
                  <a:pt x="809458" y="61082"/>
                  <a:pt x="807434" y="57734"/>
                  <a:pt x="804759" y="55635"/>
                </a:cubicBezTo>
                <a:cubicBezTo>
                  <a:pt x="802879" y="54114"/>
                  <a:pt x="800421" y="53354"/>
                  <a:pt x="797385" y="53354"/>
                </a:cubicBezTo>
                <a:close/>
                <a:moveTo>
                  <a:pt x="904635" y="59427"/>
                </a:moveTo>
                <a:lnTo>
                  <a:pt x="904635" y="129915"/>
                </a:lnTo>
                <a:cubicBezTo>
                  <a:pt x="904635" y="136711"/>
                  <a:pt x="905358" y="140976"/>
                  <a:pt x="906804" y="142711"/>
                </a:cubicBezTo>
                <a:cubicBezTo>
                  <a:pt x="909118" y="145386"/>
                  <a:pt x="913383" y="146615"/>
                  <a:pt x="919600" y="146398"/>
                </a:cubicBezTo>
                <a:lnTo>
                  <a:pt x="919600" y="150302"/>
                </a:lnTo>
                <a:lnTo>
                  <a:pt x="859848" y="150302"/>
                </a:lnTo>
                <a:lnTo>
                  <a:pt x="859848" y="146398"/>
                </a:lnTo>
                <a:cubicBezTo>
                  <a:pt x="864403" y="146326"/>
                  <a:pt x="867638" y="145802"/>
                  <a:pt x="869554" y="144826"/>
                </a:cubicBezTo>
                <a:cubicBezTo>
                  <a:pt x="871470" y="143850"/>
                  <a:pt x="872789" y="142494"/>
                  <a:pt x="873512" y="140759"/>
                </a:cubicBezTo>
                <a:cubicBezTo>
                  <a:pt x="874235" y="139024"/>
                  <a:pt x="874597" y="135409"/>
                  <a:pt x="874597" y="129915"/>
                </a:cubicBezTo>
                <a:lnTo>
                  <a:pt x="874597" y="59427"/>
                </a:lnTo>
                <a:lnTo>
                  <a:pt x="859848" y="59427"/>
                </a:lnTo>
                <a:lnTo>
                  <a:pt x="859848" y="48799"/>
                </a:lnTo>
                <a:lnTo>
                  <a:pt x="874597" y="48799"/>
                </a:lnTo>
                <a:lnTo>
                  <a:pt x="874597" y="41351"/>
                </a:lnTo>
                <a:lnTo>
                  <a:pt x="874488" y="36274"/>
                </a:lnTo>
                <a:cubicBezTo>
                  <a:pt x="874488" y="25911"/>
                  <a:pt x="878302" y="17275"/>
                  <a:pt x="885929" y="10366"/>
                </a:cubicBezTo>
                <a:cubicBezTo>
                  <a:pt x="893556" y="3456"/>
                  <a:pt x="903876" y="0"/>
                  <a:pt x="916889" y="0"/>
                </a:cubicBezTo>
                <a:cubicBezTo>
                  <a:pt x="925782" y="0"/>
                  <a:pt x="932379" y="1670"/>
                  <a:pt x="936680" y="5009"/>
                </a:cubicBezTo>
                <a:cubicBezTo>
                  <a:pt x="940982" y="8346"/>
                  <a:pt x="943133" y="12046"/>
                  <a:pt x="943133" y="16111"/>
                </a:cubicBezTo>
                <a:cubicBezTo>
                  <a:pt x="943133" y="19377"/>
                  <a:pt x="941795" y="22208"/>
                  <a:pt x="939120" y="24603"/>
                </a:cubicBezTo>
                <a:cubicBezTo>
                  <a:pt x="936445" y="26998"/>
                  <a:pt x="932903" y="28195"/>
                  <a:pt x="928493" y="28195"/>
                </a:cubicBezTo>
                <a:cubicBezTo>
                  <a:pt x="924733" y="28195"/>
                  <a:pt x="921751" y="27219"/>
                  <a:pt x="919546" y="25267"/>
                </a:cubicBezTo>
                <a:cubicBezTo>
                  <a:pt x="917341" y="23315"/>
                  <a:pt x="916239" y="21146"/>
                  <a:pt x="916239" y="18761"/>
                </a:cubicBezTo>
                <a:cubicBezTo>
                  <a:pt x="916239" y="18110"/>
                  <a:pt x="916456" y="16773"/>
                  <a:pt x="916889" y="14748"/>
                </a:cubicBezTo>
                <a:cubicBezTo>
                  <a:pt x="917179" y="13519"/>
                  <a:pt x="917323" y="12363"/>
                  <a:pt x="917323" y="11278"/>
                </a:cubicBezTo>
                <a:cubicBezTo>
                  <a:pt x="917323" y="9760"/>
                  <a:pt x="916889" y="8639"/>
                  <a:pt x="916022" y="7916"/>
                </a:cubicBezTo>
                <a:cubicBezTo>
                  <a:pt x="914865" y="6832"/>
                  <a:pt x="913455" y="6290"/>
                  <a:pt x="911793" y="6290"/>
                </a:cubicBezTo>
                <a:cubicBezTo>
                  <a:pt x="909696" y="6290"/>
                  <a:pt x="907943" y="7150"/>
                  <a:pt x="906533" y="8872"/>
                </a:cubicBezTo>
                <a:cubicBezTo>
                  <a:pt x="905123" y="10594"/>
                  <a:pt x="904418" y="13355"/>
                  <a:pt x="904418" y="17158"/>
                </a:cubicBezTo>
                <a:lnTo>
                  <a:pt x="904635" y="35993"/>
                </a:lnTo>
                <a:lnTo>
                  <a:pt x="904635" y="48799"/>
                </a:lnTo>
                <a:lnTo>
                  <a:pt x="919600" y="48799"/>
                </a:lnTo>
                <a:lnTo>
                  <a:pt x="919600" y="59427"/>
                </a:lnTo>
                <a:lnTo>
                  <a:pt x="904635" y="59427"/>
                </a:lnTo>
                <a:close/>
                <a:moveTo>
                  <a:pt x="1079481" y="0"/>
                </a:moveTo>
                <a:lnTo>
                  <a:pt x="1080674" y="49016"/>
                </a:lnTo>
                <a:lnTo>
                  <a:pt x="1076228" y="49016"/>
                </a:lnTo>
                <a:cubicBezTo>
                  <a:pt x="1074131" y="36758"/>
                  <a:pt x="1068980" y="26897"/>
                  <a:pt x="1060775" y="19435"/>
                </a:cubicBezTo>
                <a:cubicBezTo>
                  <a:pt x="1052569" y="11973"/>
                  <a:pt x="1043695" y="8242"/>
                  <a:pt x="1034152" y="8242"/>
                </a:cubicBezTo>
                <a:cubicBezTo>
                  <a:pt x="1026778" y="8242"/>
                  <a:pt x="1020940" y="10206"/>
                  <a:pt x="1016638" y="14135"/>
                </a:cubicBezTo>
                <a:cubicBezTo>
                  <a:pt x="1012337" y="18061"/>
                  <a:pt x="1010186" y="22583"/>
                  <a:pt x="1010186" y="27700"/>
                </a:cubicBezTo>
                <a:cubicBezTo>
                  <a:pt x="1010186" y="30942"/>
                  <a:pt x="1010945" y="33825"/>
                  <a:pt x="1012463" y="36349"/>
                </a:cubicBezTo>
                <a:cubicBezTo>
                  <a:pt x="1014560" y="39735"/>
                  <a:pt x="1017922" y="43086"/>
                  <a:pt x="1022548" y="46400"/>
                </a:cubicBezTo>
                <a:cubicBezTo>
                  <a:pt x="1025946" y="48779"/>
                  <a:pt x="1033790" y="52996"/>
                  <a:pt x="1046081" y="59051"/>
                </a:cubicBezTo>
                <a:cubicBezTo>
                  <a:pt x="1063287" y="67482"/>
                  <a:pt x="1074890" y="75447"/>
                  <a:pt x="1080891" y="82946"/>
                </a:cubicBezTo>
                <a:cubicBezTo>
                  <a:pt x="1086819" y="90442"/>
                  <a:pt x="1089783" y="99020"/>
                  <a:pt x="1089783" y="108680"/>
                </a:cubicBezTo>
                <a:cubicBezTo>
                  <a:pt x="1089783" y="120935"/>
                  <a:pt x="1084994" y="131477"/>
                  <a:pt x="1075415" y="140309"/>
                </a:cubicBezTo>
                <a:cubicBezTo>
                  <a:pt x="1065835" y="149140"/>
                  <a:pt x="1053672" y="153556"/>
                  <a:pt x="1038923" y="153556"/>
                </a:cubicBezTo>
                <a:cubicBezTo>
                  <a:pt x="1034297" y="153556"/>
                  <a:pt x="1029923" y="153086"/>
                  <a:pt x="1025802" y="152146"/>
                </a:cubicBezTo>
                <a:cubicBezTo>
                  <a:pt x="1021681" y="151206"/>
                  <a:pt x="1016512" y="149435"/>
                  <a:pt x="1010294" y="146832"/>
                </a:cubicBezTo>
                <a:cubicBezTo>
                  <a:pt x="1006824" y="145386"/>
                  <a:pt x="1003969" y="144663"/>
                  <a:pt x="1001727" y="144663"/>
                </a:cubicBezTo>
                <a:cubicBezTo>
                  <a:pt x="999848" y="144663"/>
                  <a:pt x="997860" y="145395"/>
                  <a:pt x="995763" y="146859"/>
                </a:cubicBezTo>
                <a:cubicBezTo>
                  <a:pt x="993666" y="148323"/>
                  <a:pt x="991968" y="150555"/>
                  <a:pt x="990666" y="153556"/>
                </a:cubicBezTo>
                <a:lnTo>
                  <a:pt x="986654" y="153556"/>
                </a:lnTo>
                <a:lnTo>
                  <a:pt x="986654" y="98033"/>
                </a:lnTo>
                <a:lnTo>
                  <a:pt x="990666" y="98033"/>
                </a:lnTo>
                <a:cubicBezTo>
                  <a:pt x="993847" y="113612"/>
                  <a:pt x="999974" y="125496"/>
                  <a:pt x="1009047" y="133683"/>
                </a:cubicBezTo>
                <a:cubicBezTo>
                  <a:pt x="1018120" y="141871"/>
                  <a:pt x="1027898" y="145965"/>
                  <a:pt x="1038381" y="145965"/>
                </a:cubicBezTo>
                <a:cubicBezTo>
                  <a:pt x="1046478" y="145965"/>
                  <a:pt x="1052931" y="143766"/>
                  <a:pt x="1057738" y="139370"/>
                </a:cubicBezTo>
                <a:cubicBezTo>
                  <a:pt x="1062546" y="134973"/>
                  <a:pt x="1064950" y="129856"/>
                  <a:pt x="1064950" y="124018"/>
                </a:cubicBezTo>
                <a:cubicBezTo>
                  <a:pt x="1064950" y="120560"/>
                  <a:pt x="1064028" y="117209"/>
                  <a:pt x="1062185" y="113967"/>
                </a:cubicBezTo>
                <a:cubicBezTo>
                  <a:pt x="1060341" y="110723"/>
                  <a:pt x="1057540" y="107641"/>
                  <a:pt x="1053780" y="104722"/>
                </a:cubicBezTo>
                <a:cubicBezTo>
                  <a:pt x="1050021" y="101803"/>
                  <a:pt x="1043370" y="98002"/>
                  <a:pt x="1033827" y="93319"/>
                </a:cubicBezTo>
                <a:cubicBezTo>
                  <a:pt x="1020452" y="86760"/>
                  <a:pt x="1010837" y="81171"/>
                  <a:pt x="1004981" y="76551"/>
                </a:cubicBezTo>
                <a:cubicBezTo>
                  <a:pt x="999125" y="71931"/>
                  <a:pt x="994624" y="66769"/>
                  <a:pt x="991480" y="61067"/>
                </a:cubicBezTo>
                <a:cubicBezTo>
                  <a:pt x="988335" y="55365"/>
                  <a:pt x="986762" y="49085"/>
                  <a:pt x="986762" y="42228"/>
                </a:cubicBezTo>
                <a:cubicBezTo>
                  <a:pt x="986762" y="30535"/>
                  <a:pt x="991064" y="20574"/>
                  <a:pt x="999667" y="12346"/>
                </a:cubicBezTo>
                <a:cubicBezTo>
                  <a:pt x="1008270" y="4115"/>
                  <a:pt x="1019114" y="0"/>
                  <a:pt x="1032200" y="0"/>
                </a:cubicBezTo>
                <a:cubicBezTo>
                  <a:pt x="1036971" y="0"/>
                  <a:pt x="1041598" y="585"/>
                  <a:pt x="1046081" y="1755"/>
                </a:cubicBezTo>
                <a:cubicBezTo>
                  <a:pt x="1049479" y="2632"/>
                  <a:pt x="1053617" y="4258"/>
                  <a:pt x="1058497" y="6632"/>
                </a:cubicBezTo>
                <a:cubicBezTo>
                  <a:pt x="1063377" y="9006"/>
                  <a:pt x="1066793" y="10194"/>
                  <a:pt x="1068745" y="10194"/>
                </a:cubicBezTo>
                <a:cubicBezTo>
                  <a:pt x="1070625" y="10194"/>
                  <a:pt x="1072107" y="9610"/>
                  <a:pt x="1073191" y="8442"/>
                </a:cubicBezTo>
                <a:cubicBezTo>
                  <a:pt x="1074276" y="7271"/>
                  <a:pt x="1075288" y="4457"/>
                  <a:pt x="1076228" y="0"/>
                </a:cubicBezTo>
                <a:lnTo>
                  <a:pt x="1079481" y="0"/>
                </a:lnTo>
                <a:close/>
                <a:moveTo>
                  <a:pt x="1188867" y="124083"/>
                </a:moveTo>
                <a:lnTo>
                  <a:pt x="1192228" y="126682"/>
                </a:lnTo>
                <a:cubicBezTo>
                  <a:pt x="1187457" y="135676"/>
                  <a:pt x="1181511" y="142368"/>
                  <a:pt x="1174390" y="146758"/>
                </a:cubicBezTo>
                <a:cubicBezTo>
                  <a:pt x="1167268" y="151145"/>
                  <a:pt x="1159695" y="153339"/>
                  <a:pt x="1151671" y="153339"/>
                </a:cubicBezTo>
                <a:cubicBezTo>
                  <a:pt x="1138151" y="153339"/>
                  <a:pt x="1127343" y="148237"/>
                  <a:pt x="1119246" y="138035"/>
                </a:cubicBezTo>
                <a:cubicBezTo>
                  <a:pt x="1111149" y="127830"/>
                  <a:pt x="1107100" y="115563"/>
                  <a:pt x="1107100" y="101235"/>
                </a:cubicBezTo>
                <a:cubicBezTo>
                  <a:pt x="1107100" y="87411"/>
                  <a:pt x="1110788" y="75253"/>
                  <a:pt x="1118162" y="64761"/>
                </a:cubicBezTo>
                <a:cubicBezTo>
                  <a:pt x="1127054" y="52096"/>
                  <a:pt x="1139308" y="45763"/>
                  <a:pt x="1154924" y="45763"/>
                </a:cubicBezTo>
                <a:cubicBezTo>
                  <a:pt x="1165407" y="45763"/>
                  <a:pt x="1173739" y="48410"/>
                  <a:pt x="1179920" y="53703"/>
                </a:cubicBezTo>
                <a:cubicBezTo>
                  <a:pt x="1186101" y="58994"/>
                  <a:pt x="1189192" y="64902"/>
                  <a:pt x="1189192" y="71427"/>
                </a:cubicBezTo>
                <a:cubicBezTo>
                  <a:pt x="1189192" y="75559"/>
                  <a:pt x="1187945" y="78857"/>
                  <a:pt x="1185451" y="81322"/>
                </a:cubicBezTo>
                <a:cubicBezTo>
                  <a:pt x="1182957" y="83787"/>
                  <a:pt x="1179685" y="85020"/>
                  <a:pt x="1175637" y="85020"/>
                </a:cubicBezTo>
                <a:cubicBezTo>
                  <a:pt x="1171371" y="85020"/>
                  <a:pt x="1167847" y="83605"/>
                  <a:pt x="1165063" y="80777"/>
                </a:cubicBezTo>
                <a:cubicBezTo>
                  <a:pt x="1162280" y="77946"/>
                  <a:pt x="1160563" y="72903"/>
                  <a:pt x="1159912" y="65649"/>
                </a:cubicBezTo>
                <a:cubicBezTo>
                  <a:pt x="1159479" y="61078"/>
                  <a:pt x="1158430" y="57886"/>
                  <a:pt x="1156768" y="56072"/>
                </a:cubicBezTo>
                <a:cubicBezTo>
                  <a:pt x="1155105" y="54260"/>
                  <a:pt x="1153153" y="53354"/>
                  <a:pt x="1150912" y="53354"/>
                </a:cubicBezTo>
                <a:cubicBezTo>
                  <a:pt x="1147441" y="53354"/>
                  <a:pt x="1144477" y="55198"/>
                  <a:pt x="1142019" y="58885"/>
                </a:cubicBezTo>
                <a:cubicBezTo>
                  <a:pt x="1138260" y="64451"/>
                  <a:pt x="1136380" y="72982"/>
                  <a:pt x="1136380" y="84477"/>
                </a:cubicBezTo>
                <a:cubicBezTo>
                  <a:pt x="1136380" y="94020"/>
                  <a:pt x="1137898" y="103148"/>
                  <a:pt x="1140935" y="111859"/>
                </a:cubicBezTo>
                <a:cubicBezTo>
                  <a:pt x="1143971" y="120571"/>
                  <a:pt x="1148128" y="127059"/>
                  <a:pt x="1153406" y="131325"/>
                </a:cubicBezTo>
                <a:cubicBezTo>
                  <a:pt x="1157382" y="134433"/>
                  <a:pt x="1162081" y="135988"/>
                  <a:pt x="1167503" y="135988"/>
                </a:cubicBezTo>
                <a:cubicBezTo>
                  <a:pt x="1171046" y="135988"/>
                  <a:pt x="1174408" y="135159"/>
                  <a:pt x="1177589" y="133500"/>
                </a:cubicBezTo>
                <a:cubicBezTo>
                  <a:pt x="1180770" y="131840"/>
                  <a:pt x="1184529" y="128701"/>
                  <a:pt x="1188867" y="124083"/>
                </a:cubicBezTo>
                <a:close/>
                <a:moveTo>
                  <a:pt x="1246809" y="48799"/>
                </a:moveTo>
                <a:lnTo>
                  <a:pt x="1246809" y="71789"/>
                </a:lnTo>
                <a:cubicBezTo>
                  <a:pt x="1253533" y="61307"/>
                  <a:pt x="1259425" y="54348"/>
                  <a:pt x="1264485" y="50914"/>
                </a:cubicBezTo>
                <a:cubicBezTo>
                  <a:pt x="1269546" y="47480"/>
                  <a:pt x="1274426" y="45763"/>
                  <a:pt x="1279125" y="45763"/>
                </a:cubicBezTo>
                <a:cubicBezTo>
                  <a:pt x="1283174" y="45763"/>
                  <a:pt x="1286409" y="47015"/>
                  <a:pt x="1288831" y="49518"/>
                </a:cubicBezTo>
                <a:cubicBezTo>
                  <a:pt x="1291253" y="52021"/>
                  <a:pt x="1292464" y="55558"/>
                  <a:pt x="1292464" y="60128"/>
                </a:cubicBezTo>
                <a:cubicBezTo>
                  <a:pt x="1292464" y="64990"/>
                  <a:pt x="1291289" y="68764"/>
                  <a:pt x="1288939" y="71451"/>
                </a:cubicBezTo>
                <a:cubicBezTo>
                  <a:pt x="1286590" y="74135"/>
                  <a:pt x="1283752" y="75476"/>
                  <a:pt x="1280427" y="75476"/>
                </a:cubicBezTo>
                <a:cubicBezTo>
                  <a:pt x="1276595" y="75476"/>
                  <a:pt x="1273269" y="74247"/>
                  <a:pt x="1270450" y="71789"/>
                </a:cubicBezTo>
                <a:cubicBezTo>
                  <a:pt x="1267630" y="69331"/>
                  <a:pt x="1265967" y="67958"/>
                  <a:pt x="1265461" y="67669"/>
                </a:cubicBezTo>
                <a:cubicBezTo>
                  <a:pt x="1264738" y="67235"/>
                  <a:pt x="1263907" y="67018"/>
                  <a:pt x="1262967" y="67018"/>
                </a:cubicBezTo>
                <a:cubicBezTo>
                  <a:pt x="1260871" y="67018"/>
                  <a:pt x="1258883" y="67813"/>
                  <a:pt x="1257003" y="69404"/>
                </a:cubicBezTo>
                <a:cubicBezTo>
                  <a:pt x="1254039" y="71862"/>
                  <a:pt x="1251798" y="75368"/>
                  <a:pt x="1250279" y="79923"/>
                </a:cubicBezTo>
                <a:cubicBezTo>
                  <a:pt x="1247966" y="86935"/>
                  <a:pt x="1246809" y="94671"/>
                  <a:pt x="1246809" y="103130"/>
                </a:cubicBezTo>
                <a:lnTo>
                  <a:pt x="1246809" y="126445"/>
                </a:lnTo>
                <a:lnTo>
                  <a:pt x="1246918" y="132518"/>
                </a:lnTo>
                <a:cubicBezTo>
                  <a:pt x="1246918" y="136638"/>
                  <a:pt x="1247171" y="139277"/>
                  <a:pt x="1247677" y="140434"/>
                </a:cubicBezTo>
                <a:cubicBezTo>
                  <a:pt x="1248544" y="142386"/>
                  <a:pt x="1249828" y="143814"/>
                  <a:pt x="1251526" y="144718"/>
                </a:cubicBezTo>
                <a:cubicBezTo>
                  <a:pt x="1253225" y="145621"/>
                  <a:pt x="1256099" y="146181"/>
                  <a:pt x="1260148" y="146398"/>
                </a:cubicBezTo>
                <a:lnTo>
                  <a:pt x="1260148" y="150302"/>
                </a:lnTo>
                <a:lnTo>
                  <a:pt x="1205384" y="150302"/>
                </a:lnTo>
                <a:lnTo>
                  <a:pt x="1205384" y="146398"/>
                </a:lnTo>
                <a:cubicBezTo>
                  <a:pt x="1209794" y="146037"/>
                  <a:pt x="1212776" y="144826"/>
                  <a:pt x="1214330" y="142766"/>
                </a:cubicBezTo>
                <a:cubicBezTo>
                  <a:pt x="1215885" y="140705"/>
                  <a:pt x="1216662" y="135265"/>
                  <a:pt x="1216662" y="126445"/>
                </a:cubicBezTo>
                <a:lnTo>
                  <a:pt x="1216662" y="70271"/>
                </a:lnTo>
                <a:cubicBezTo>
                  <a:pt x="1216662" y="64451"/>
                  <a:pt x="1216373" y="60742"/>
                  <a:pt x="1215794" y="59142"/>
                </a:cubicBezTo>
                <a:cubicBezTo>
                  <a:pt x="1215071" y="57104"/>
                  <a:pt x="1214023" y="55613"/>
                  <a:pt x="1212650" y="54669"/>
                </a:cubicBezTo>
                <a:cubicBezTo>
                  <a:pt x="1211276" y="53722"/>
                  <a:pt x="1208854" y="53067"/>
                  <a:pt x="1205384" y="52703"/>
                </a:cubicBezTo>
                <a:lnTo>
                  <a:pt x="1205384" y="48799"/>
                </a:lnTo>
                <a:lnTo>
                  <a:pt x="1246809" y="48799"/>
                </a:lnTo>
                <a:close/>
                <a:moveTo>
                  <a:pt x="1326853" y="0"/>
                </a:moveTo>
                <a:cubicBezTo>
                  <a:pt x="1331553" y="0"/>
                  <a:pt x="1335529" y="1650"/>
                  <a:pt x="1338782" y="4951"/>
                </a:cubicBezTo>
                <a:cubicBezTo>
                  <a:pt x="1342035" y="8250"/>
                  <a:pt x="1343662" y="12220"/>
                  <a:pt x="1343662" y="16863"/>
                </a:cubicBezTo>
                <a:cubicBezTo>
                  <a:pt x="1343662" y="21506"/>
                  <a:pt x="1342017" y="25459"/>
                  <a:pt x="1338728" y="28724"/>
                </a:cubicBezTo>
                <a:cubicBezTo>
                  <a:pt x="1335439" y="31986"/>
                  <a:pt x="1331480" y="33617"/>
                  <a:pt x="1326853" y="33617"/>
                </a:cubicBezTo>
                <a:cubicBezTo>
                  <a:pt x="1322227" y="33617"/>
                  <a:pt x="1318286" y="31986"/>
                  <a:pt x="1315033" y="28724"/>
                </a:cubicBezTo>
                <a:cubicBezTo>
                  <a:pt x="1311780" y="25459"/>
                  <a:pt x="1310153" y="21506"/>
                  <a:pt x="1310153" y="16863"/>
                </a:cubicBezTo>
                <a:cubicBezTo>
                  <a:pt x="1310153" y="12220"/>
                  <a:pt x="1311780" y="8250"/>
                  <a:pt x="1315033" y="4951"/>
                </a:cubicBezTo>
                <a:cubicBezTo>
                  <a:pt x="1318286" y="1650"/>
                  <a:pt x="1322227" y="0"/>
                  <a:pt x="1326853" y="0"/>
                </a:cubicBezTo>
                <a:moveTo>
                  <a:pt x="1342035" y="48799"/>
                </a:moveTo>
                <a:lnTo>
                  <a:pt x="1342035" y="129264"/>
                </a:lnTo>
                <a:cubicBezTo>
                  <a:pt x="1342035" y="136422"/>
                  <a:pt x="1342867" y="140994"/>
                  <a:pt x="1344530" y="142982"/>
                </a:cubicBezTo>
                <a:cubicBezTo>
                  <a:pt x="1346192" y="144971"/>
                  <a:pt x="1349446" y="146109"/>
                  <a:pt x="1354290" y="146398"/>
                </a:cubicBezTo>
                <a:lnTo>
                  <a:pt x="1354290" y="150302"/>
                </a:lnTo>
                <a:lnTo>
                  <a:pt x="1299526" y="150302"/>
                </a:lnTo>
                <a:lnTo>
                  <a:pt x="1299526" y="146398"/>
                </a:lnTo>
                <a:cubicBezTo>
                  <a:pt x="1304008" y="146254"/>
                  <a:pt x="1307334" y="144952"/>
                  <a:pt x="1309503" y="142494"/>
                </a:cubicBezTo>
                <a:cubicBezTo>
                  <a:pt x="1310948" y="140832"/>
                  <a:pt x="1311671" y="136422"/>
                  <a:pt x="1311671" y="129264"/>
                </a:cubicBezTo>
                <a:lnTo>
                  <a:pt x="1311671" y="70054"/>
                </a:lnTo>
                <a:cubicBezTo>
                  <a:pt x="1311671" y="62807"/>
                  <a:pt x="1310840" y="58176"/>
                  <a:pt x="1309177" y="56163"/>
                </a:cubicBezTo>
                <a:cubicBezTo>
                  <a:pt x="1307514" y="54150"/>
                  <a:pt x="1304297" y="52997"/>
                  <a:pt x="1299526" y="52703"/>
                </a:cubicBezTo>
                <a:lnTo>
                  <a:pt x="1299526" y="48799"/>
                </a:lnTo>
                <a:lnTo>
                  <a:pt x="1342035" y="48799"/>
                </a:lnTo>
                <a:close/>
                <a:moveTo>
                  <a:pt x="1403452" y="140000"/>
                </a:moveTo>
                <a:lnTo>
                  <a:pt x="1403452" y="177630"/>
                </a:lnTo>
                <a:cubicBezTo>
                  <a:pt x="1403452" y="182905"/>
                  <a:pt x="1403867" y="186495"/>
                  <a:pt x="1404699" y="188400"/>
                </a:cubicBezTo>
                <a:cubicBezTo>
                  <a:pt x="1405530" y="190307"/>
                  <a:pt x="1406813" y="191699"/>
                  <a:pt x="1408548" y="192578"/>
                </a:cubicBezTo>
                <a:cubicBezTo>
                  <a:pt x="1410284" y="193457"/>
                  <a:pt x="1413681" y="193897"/>
                  <a:pt x="1418742" y="193897"/>
                </a:cubicBezTo>
                <a:lnTo>
                  <a:pt x="1418742" y="197800"/>
                </a:lnTo>
                <a:lnTo>
                  <a:pt x="1360942" y="197800"/>
                </a:lnTo>
                <a:lnTo>
                  <a:pt x="1360942" y="193897"/>
                </a:lnTo>
                <a:cubicBezTo>
                  <a:pt x="1365424" y="193750"/>
                  <a:pt x="1368750" y="192468"/>
                  <a:pt x="1370919" y="190050"/>
                </a:cubicBezTo>
                <a:cubicBezTo>
                  <a:pt x="1372365" y="188367"/>
                  <a:pt x="1373087" y="184010"/>
                  <a:pt x="1373087" y="176979"/>
                </a:cubicBezTo>
                <a:lnTo>
                  <a:pt x="1373087" y="70054"/>
                </a:lnTo>
                <a:cubicBezTo>
                  <a:pt x="1373087" y="62807"/>
                  <a:pt x="1372256" y="58176"/>
                  <a:pt x="1370593" y="56163"/>
                </a:cubicBezTo>
                <a:cubicBezTo>
                  <a:pt x="1368930" y="54150"/>
                  <a:pt x="1365713" y="52997"/>
                  <a:pt x="1360942" y="52703"/>
                </a:cubicBezTo>
                <a:lnTo>
                  <a:pt x="1360942" y="48799"/>
                </a:lnTo>
                <a:lnTo>
                  <a:pt x="1403452" y="48799"/>
                </a:lnTo>
                <a:lnTo>
                  <a:pt x="1403452" y="62138"/>
                </a:lnTo>
                <a:cubicBezTo>
                  <a:pt x="1406994" y="56933"/>
                  <a:pt x="1410609" y="53173"/>
                  <a:pt x="1414296" y="50860"/>
                </a:cubicBezTo>
                <a:cubicBezTo>
                  <a:pt x="1419573" y="47462"/>
                  <a:pt x="1425321" y="45763"/>
                  <a:pt x="1431538" y="45763"/>
                </a:cubicBezTo>
                <a:cubicBezTo>
                  <a:pt x="1438985" y="45763"/>
                  <a:pt x="1445763" y="48115"/>
                  <a:pt x="1451871" y="52819"/>
                </a:cubicBezTo>
                <a:cubicBezTo>
                  <a:pt x="1457980" y="57522"/>
                  <a:pt x="1462625" y="64018"/>
                  <a:pt x="1465806" y="72305"/>
                </a:cubicBezTo>
                <a:cubicBezTo>
                  <a:pt x="1468987" y="80591"/>
                  <a:pt x="1470578" y="89511"/>
                  <a:pt x="1470578" y="99063"/>
                </a:cubicBezTo>
                <a:cubicBezTo>
                  <a:pt x="1470578" y="109338"/>
                  <a:pt x="1468933" y="118727"/>
                  <a:pt x="1465644" y="127231"/>
                </a:cubicBezTo>
                <a:cubicBezTo>
                  <a:pt x="1462354" y="135735"/>
                  <a:pt x="1457583" y="142212"/>
                  <a:pt x="1451329" y="146663"/>
                </a:cubicBezTo>
                <a:cubicBezTo>
                  <a:pt x="1445076" y="151113"/>
                  <a:pt x="1438117" y="153339"/>
                  <a:pt x="1430454" y="153339"/>
                </a:cubicBezTo>
                <a:cubicBezTo>
                  <a:pt x="1424887" y="153339"/>
                  <a:pt x="1419682" y="152110"/>
                  <a:pt x="1414838" y="149652"/>
                </a:cubicBezTo>
                <a:cubicBezTo>
                  <a:pt x="1411223" y="147772"/>
                  <a:pt x="1407428" y="144555"/>
                  <a:pt x="1403452" y="140000"/>
                </a:cubicBezTo>
                <a:moveTo>
                  <a:pt x="1403452" y="129031"/>
                </a:moveTo>
                <a:cubicBezTo>
                  <a:pt x="1409669" y="137862"/>
                  <a:pt x="1416320" y="142278"/>
                  <a:pt x="1423405" y="142278"/>
                </a:cubicBezTo>
                <a:cubicBezTo>
                  <a:pt x="1427309" y="142278"/>
                  <a:pt x="1430526" y="140215"/>
                  <a:pt x="1433057" y="136089"/>
                </a:cubicBezTo>
                <a:cubicBezTo>
                  <a:pt x="1436816" y="130008"/>
                  <a:pt x="1438696" y="118425"/>
                  <a:pt x="1438696" y="101340"/>
                </a:cubicBezTo>
                <a:cubicBezTo>
                  <a:pt x="1438696" y="83822"/>
                  <a:pt x="1436635" y="71841"/>
                  <a:pt x="1432514" y="65398"/>
                </a:cubicBezTo>
                <a:cubicBezTo>
                  <a:pt x="1429767" y="61128"/>
                  <a:pt x="1426080" y="58993"/>
                  <a:pt x="1421453" y="58993"/>
                </a:cubicBezTo>
                <a:cubicBezTo>
                  <a:pt x="1414151" y="58993"/>
                  <a:pt x="1408151" y="64277"/>
                  <a:pt x="1403452" y="74846"/>
                </a:cubicBezTo>
                <a:lnTo>
                  <a:pt x="1403452" y="129031"/>
                </a:lnTo>
                <a:close/>
                <a:moveTo>
                  <a:pt x="1527910" y="11495"/>
                </a:moveTo>
                <a:lnTo>
                  <a:pt x="1527910" y="48799"/>
                </a:lnTo>
                <a:lnTo>
                  <a:pt x="1551985" y="48799"/>
                </a:lnTo>
                <a:lnTo>
                  <a:pt x="1551985" y="59427"/>
                </a:lnTo>
                <a:lnTo>
                  <a:pt x="1527910" y="59427"/>
                </a:lnTo>
                <a:lnTo>
                  <a:pt x="1527910" y="122168"/>
                </a:lnTo>
                <a:cubicBezTo>
                  <a:pt x="1527910" y="128040"/>
                  <a:pt x="1528182" y="131827"/>
                  <a:pt x="1528724" y="133531"/>
                </a:cubicBezTo>
                <a:cubicBezTo>
                  <a:pt x="1529266" y="135234"/>
                  <a:pt x="1530224" y="136612"/>
                  <a:pt x="1531598" y="137665"/>
                </a:cubicBezTo>
                <a:cubicBezTo>
                  <a:pt x="1532971" y="138716"/>
                  <a:pt x="1534236" y="139241"/>
                  <a:pt x="1535393" y="139241"/>
                </a:cubicBezTo>
                <a:cubicBezTo>
                  <a:pt x="1540092" y="139241"/>
                  <a:pt x="1544538" y="135626"/>
                  <a:pt x="1548732" y="128397"/>
                </a:cubicBezTo>
                <a:lnTo>
                  <a:pt x="1551985" y="130806"/>
                </a:lnTo>
                <a:cubicBezTo>
                  <a:pt x="1546129" y="144816"/>
                  <a:pt x="1536622" y="151821"/>
                  <a:pt x="1523464" y="151821"/>
                </a:cubicBezTo>
                <a:cubicBezTo>
                  <a:pt x="1517030" y="151821"/>
                  <a:pt x="1511590" y="150026"/>
                  <a:pt x="1507144" y="146436"/>
                </a:cubicBezTo>
                <a:cubicBezTo>
                  <a:pt x="1502697" y="142843"/>
                  <a:pt x="1499860" y="138834"/>
                  <a:pt x="1498631" y="134409"/>
                </a:cubicBezTo>
                <a:cubicBezTo>
                  <a:pt x="1497908" y="131942"/>
                  <a:pt x="1497546" y="125267"/>
                  <a:pt x="1497546" y="114384"/>
                </a:cubicBezTo>
                <a:lnTo>
                  <a:pt x="1497546" y="59427"/>
                </a:lnTo>
                <a:lnTo>
                  <a:pt x="1484316" y="59427"/>
                </a:lnTo>
                <a:lnTo>
                  <a:pt x="1484316" y="55621"/>
                </a:lnTo>
                <a:cubicBezTo>
                  <a:pt x="1493425" y="49173"/>
                  <a:pt x="1501179" y="42399"/>
                  <a:pt x="1507577" y="35298"/>
                </a:cubicBezTo>
                <a:cubicBezTo>
                  <a:pt x="1513975" y="28198"/>
                  <a:pt x="1519560" y="20263"/>
                  <a:pt x="1524332" y="11495"/>
                </a:cubicBezTo>
                <a:lnTo>
                  <a:pt x="1527910" y="11495"/>
                </a:lnTo>
                <a:close/>
                <a:moveTo>
                  <a:pt x="1674934" y="46197"/>
                </a:moveTo>
                <a:lnTo>
                  <a:pt x="1676560" y="80899"/>
                </a:lnTo>
                <a:lnTo>
                  <a:pt x="1672873" y="80899"/>
                </a:lnTo>
                <a:cubicBezTo>
                  <a:pt x="1668463" y="70549"/>
                  <a:pt x="1663890" y="63480"/>
                  <a:pt x="1659155" y="59691"/>
                </a:cubicBezTo>
                <a:cubicBezTo>
                  <a:pt x="1654420" y="55900"/>
                  <a:pt x="1649703" y="54005"/>
                  <a:pt x="1645003" y="54005"/>
                </a:cubicBezTo>
                <a:cubicBezTo>
                  <a:pt x="1642039" y="54005"/>
                  <a:pt x="1639509" y="54999"/>
                  <a:pt x="1637412" y="56987"/>
                </a:cubicBezTo>
                <a:cubicBezTo>
                  <a:pt x="1635316" y="58975"/>
                  <a:pt x="1634267" y="61270"/>
                  <a:pt x="1634267" y="63873"/>
                </a:cubicBezTo>
                <a:cubicBezTo>
                  <a:pt x="1634267" y="65825"/>
                  <a:pt x="1634990" y="67705"/>
                  <a:pt x="1636436" y="69512"/>
                </a:cubicBezTo>
                <a:cubicBezTo>
                  <a:pt x="1638750" y="72476"/>
                  <a:pt x="1645220" y="77555"/>
                  <a:pt x="1655848" y="84748"/>
                </a:cubicBezTo>
                <a:cubicBezTo>
                  <a:pt x="1666475" y="91942"/>
                  <a:pt x="1673470" y="98051"/>
                  <a:pt x="1676831" y="103075"/>
                </a:cubicBezTo>
                <a:cubicBezTo>
                  <a:pt x="1680193" y="108100"/>
                  <a:pt x="1681874" y="113721"/>
                  <a:pt x="1681874" y="119938"/>
                </a:cubicBezTo>
                <a:cubicBezTo>
                  <a:pt x="1681874" y="125577"/>
                  <a:pt x="1680464" y="131108"/>
                  <a:pt x="1677645" y="136530"/>
                </a:cubicBezTo>
                <a:cubicBezTo>
                  <a:pt x="1674825" y="141952"/>
                  <a:pt x="1670849" y="146109"/>
                  <a:pt x="1665716" y="149001"/>
                </a:cubicBezTo>
                <a:cubicBezTo>
                  <a:pt x="1660583" y="151893"/>
                  <a:pt x="1654908" y="153339"/>
                  <a:pt x="1648690" y="153339"/>
                </a:cubicBezTo>
                <a:cubicBezTo>
                  <a:pt x="1643847" y="153339"/>
                  <a:pt x="1637376" y="151792"/>
                  <a:pt x="1629279" y="148699"/>
                </a:cubicBezTo>
                <a:cubicBezTo>
                  <a:pt x="1627110" y="147888"/>
                  <a:pt x="1625628" y="147483"/>
                  <a:pt x="1624833" y="147483"/>
                </a:cubicBezTo>
                <a:cubicBezTo>
                  <a:pt x="1622447" y="147483"/>
                  <a:pt x="1620459" y="149290"/>
                  <a:pt x="1618868" y="152905"/>
                </a:cubicBezTo>
                <a:lnTo>
                  <a:pt x="1615290" y="152905"/>
                </a:lnTo>
                <a:lnTo>
                  <a:pt x="1613555" y="116468"/>
                </a:lnTo>
                <a:lnTo>
                  <a:pt x="1617242" y="116468"/>
                </a:lnTo>
                <a:cubicBezTo>
                  <a:pt x="1620495" y="126011"/>
                  <a:pt x="1624959" y="133168"/>
                  <a:pt x="1630635" y="137940"/>
                </a:cubicBezTo>
                <a:cubicBezTo>
                  <a:pt x="1636310" y="142711"/>
                  <a:pt x="1641678" y="145097"/>
                  <a:pt x="1646738" y="145097"/>
                </a:cubicBezTo>
                <a:cubicBezTo>
                  <a:pt x="1650209" y="145097"/>
                  <a:pt x="1653046" y="144031"/>
                  <a:pt x="1655251" y="141898"/>
                </a:cubicBezTo>
                <a:cubicBezTo>
                  <a:pt x="1657456" y="139765"/>
                  <a:pt x="1658559" y="137181"/>
                  <a:pt x="1658559" y="134144"/>
                </a:cubicBezTo>
                <a:cubicBezTo>
                  <a:pt x="1658559" y="130674"/>
                  <a:pt x="1657474" y="127674"/>
                  <a:pt x="1655305" y="125143"/>
                </a:cubicBezTo>
                <a:cubicBezTo>
                  <a:pt x="1653137" y="122613"/>
                  <a:pt x="1648293" y="118781"/>
                  <a:pt x="1640774" y="113649"/>
                </a:cubicBezTo>
                <a:cubicBezTo>
                  <a:pt x="1629713" y="105985"/>
                  <a:pt x="1622556" y="100129"/>
                  <a:pt x="1619302" y="96081"/>
                </a:cubicBezTo>
                <a:cubicBezTo>
                  <a:pt x="1614531" y="90152"/>
                  <a:pt x="1612145" y="83610"/>
                  <a:pt x="1612145" y="76452"/>
                </a:cubicBezTo>
                <a:cubicBezTo>
                  <a:pt x="1612145" y="68645"/>
                  <a:pt x="1614838" y="61578"/>
                  <a:pt x="1620224" y="55252"/>
                </a:cubicBezTo>
                <a:cubicBezTo>
                  <a:pt x="1625610" y="48926"/>
                  <a:pt x="1633400" y="45763"/>
                  <a:pt x="1643594" y="45763"/>
                </a:cubicBezTo>
                <a:cubicBezTo>
                  <a:pt x="1649088" y="45763"/>
                  <a:pt x="1654402" y="47152"/>
                  <a:pt x="1659535" y="49931"/>
                </a:cubicBezTo>
                <a:cubicBezTo>
                  <a:pt x="1661487" y="51056"/>
                  <a:pt x="1663077" y="51619"/>
                  <a:pt x="1664306" y="51619"/>
                </a:cubicBezTo>
                <a:cubicBezTo>
                  <a:pt x="1665608" y="51619"/>
                  <a:pt x="1666656" y="51348"/>
                  <a:pt x="1667451" y="50806"/>
                </a:cubicBezTo>
                <a:cubicBezTo>
                  <a:pt x="1668246" y="50263"/>
                  <a:pt x="1669511" y="48727"/>
                  <a:pt x="1671247" y="46197"/>
                </a:cubicBezTo>
                <a:lnTo>
                  <a:pt x="1674934" y="46197"/>
                </a:lnTo>
                <a:close/>
                <a:moveTo>
                  <a:pt x="1745283" y="45763"/>
                </a:moveTo>
                <a:cubicBezTo>
                  <a:pt x="1754103" y="45763"/>
                  <a:pt x="1762308" y="48043"/>
                  <a:pt x="1769899" y="52602"/>
                </a:cubicBezTo>
                <a:cubicBezTo>
                  <a:pt x="1777490" y="57161"/>
                  <a:pt x="1783256" y="63638"/>
                  <a:pt x="1787196" y="72033"/>
                </a:cubicBezTo>
                <a:cubicBezTo>
                  <a:pt x="1791136" y="80429"/>
                  <a:pt x="1793106" y="89619"/>
                  <a:pt x="1793106" y="99605"/>
                </a:cubicBezTo>
                <a:cubicBezTo>
                  <a:pt x="1793106" y="114005"/>
                  <a:pt x="1789455" y="126055"/>
                  <a:pt x="1782154" y="135754"/>
                </a:cubicBezTo>
                <a:cubicBezTo>
                  <a:pt x="1773333" y="147477"/>
                  <a:pt x="1761152" y="153339"/>
                  <a:pt x="1745608" y="153339"/>
                </a:cubicBezTo>
                <a:cubicBezTo>
                  <a:pt x="1730354" y="153339"/>
                  <a:pt x="1718606" y="147983"/>
                  <a:pt x="1710364" y="137272"/>
                </a:cubicBezTo>
                <a:cubicBezTo>
                  <a:pt x="1702122" y="126561"/>
                  <a:pt x="1698002" y="114150"/>
                  <a:pt x="1698002" y="100039"/>
                </a:cubicBezTo>
                <a:cubicBezTo>
                  <a:pt x="1698002" y="85494"/>
                  <a:pt x="1702213" y="72812"/>
                  <a:pt x="1710635" y="61992"/>
                </a:cubicBezTo>
                <a:cubicBezTo>
                  <a:pt x="1719058" y="51173"/>
                  <a:pt x="1730607" y="45763"/>
                  <a:pt x="1745283" y="45763"/>
                </a:cubicBezTo>
                <a:moveTo>
                  <a:pt x="1745717" y="53354"/>
                </a:moveTo>
                <a:cubicBezTo>
                  <a:pt x="1742030" y="53354"/>
                  <a:pt x="1738867" y="54748"/>
                  <a:pt x="1736228" y="57536"/>
                </a:cubicBezTo>
                <a:cubicBezTo>
                  <a:pt x="1733589" y="60322"/>
                  <a:pt x="1731854" y="65822"/>
                  <a:pt x="1731023" y="74036"/>
                </a:cubicBezTo>
                <a:cubicBezTo>
                  <a:pt x="1730191" y="82251"/>
                  <a:pt x="1729775" y="93669"/>
                  <a:pt x="1729775" y="108291"/>
                </a:cubicBezTo>
                <a:cubicBezTo>
                  <a:pt x="1729775" y="116035"/>
                  <a:pt x="1730282" y="123274"/>
                  <a:pt x="1731294" y="130006"/>
                </a:cubicBezTo>
                <a:cubicBezTo>
                  <a:pt x="1732089" y="135144"/>
                  <a:pt x="1733788" y="139052"/>
                  <a:pt x="1736390" y="141732"/>
                </a:cubicBezTo>
                <a:cubicBezTo>
                  <a:pt x="1738993" y="144409"/>
                  <a:pt x="1741957" y="145748"/>
                  <a:pt x="1745283" y="145748"/>
                </a:cubicBezTo>
                <a:cubicBezTo>
                  <a:pt x="1748536" y="145748"/>
                  <a:pt x="1751247" y="144843"/>
                  <a:pt x="1753416" y="143033"/>
                </a:cubicBezTo>
                <a:cubicBezTo>
                  <a:pt x="1756236" y="140573"/>
                  <a:pt x="1758115" y="137134"/>
                  <a:pt x="1759055" y="132718"/>
                </a:cubicBezTo>
                <a:cubicBezTo>
                  <a:pt x="1760501" y="125843"/>
                  <a:pt x="1761224" y="111946"/>
                  <a:pt x="1761224" y="91028"/>
                </a:cubicBezTo>
                <a:cubicBezTo>
                  <a:pt x="1761224" y="78724"/>
                  <a:pt x="1760537" y="70275"/>
                  <a:pt x="1759164" y="65679"/>
                </a:cubicBezTo>
                <a:cubicBezTo>
                  <a:pt x="1757790" y="61082"/>
                  <a:pt x="1755766" y="57734"/>
                  <a:pt x="1753091" y="55635"/>
                </a:cubicBezTo>
                <a:cubicBezTo>
                  <a:pt x="1751211" y="54114"/>
                  <a:pt x="1748753" y="53354"/>
                  <a:pt x="1745717" y="53354"/>
                </a:cubicBezTo>
                <a:close/>
                <a:moveTo>
                  <a:pt x="1905634" y="59427"/>
                </a:moveTo>
                <a:lnTo>
                  <a:pt x="1905634" y="129915"/>
                </a:lnTo>
                <a:cubicBezTo>
                  <a:pt x="1905634" y="136711"/>
                  <a:pt x="1906357" y="140976"/>
                  <a:pt x="1907803" y="142711"/>
                </a:cubicBezTo>
                <a:cubicBezTo>
                  <a:pt x="1910117" y="145386"/>
                  <a:pt x="1914382" y="146615"/>
                  <a:pt x="1920600" y="146398"/>
                </a:cubicBezTo>
                <a:lnTo>
                  <a:pt x="1920600" y="150302"/>
                </a:lnTo>
                <a:lnTo>
                  <a:pt x="1860847" y="150302"/>
                </a:lnTo>
                <a:lnTo>
                  <a:pt x="1860847" y="146398"/>
                </a:lnTo>
                <a:cubicBezTo>
                  <a:pt x="1865402" y="146326"/>
                  <a:pt x="1868637" y="145802"/>
                  <a:pt x="1870553" y="144826"/>
                </a:cubicBezTo>
                <a:cubicBezTo>
                  <a:pt x="1872469" y="143850"/>
                  <a:pt x="1873788" y="142494"/>
                  <a:pt x="1874511" y="140759"/>
                </a:cubicBezTo>
                <a:cubicBezTo>
                  <a:pt x="1875234" y="139024"/>
                  <a:pt x="1875596" y="135409"/>
                  <a:pt x="1875596" y="129915"/>
                </a:cubicBezTo>
                <a:lnTo>
                  <a:pt x="1875596" y="59427"/>
                </a:lnTo>
                <a:lnTo>
                  <a:pt x="1860847" y="59427"/>
                </a:lnTo>
                <a:lnTo>
                  <a:pt x="1860847" y="48799"/>
                </a:lnTo>
                <a:lnTo>
                  <a:pt x="1875596" y="48799"/>
                </a:lnTo>
                <a:lnTo>
                  <a:pt x="1875596" y="41351"/>
                </a:lnTo>
                <a:lnTo>
                  <a:pt x="1875487" y="36274"/>
                </a:lnTo>
                <a:cubicBezTo>
                  <a:pt x="1875487" y="25911"/>
                  <a:pt x="1879301" y="17275"/>
                  <a:pt x="1886928" y="10366"/>
                </a:cubicBezTo>
                <a:cubicBezTo>
                  <a:pt x="1894555" y="3456"/>
                  <a:pt x="1904875" y="0"/>
                  <a:pt x="1917888" y="0"/>
                </a:cubicBezTo>
                <a:cubicBezTo>
                  <a:pt x="1926781" y="0"/>
                  <a:pt x="1933378" y="1670"/>
                  <a:pt x="1937679" y="5009"/>
                </a:cubicBezTo>
                <a:cubicBezTo>
                  <a:pt x="1941981" y="8346"/>
                  <a:pt x="1944132" y="12046"/>
                  <a:pt x="1944132" y="16111"/>
                </a:cubicBezTo>
                <a:cubicBezTo>
                  <a:pt x="1944132" y="19377"/>
                  <a:pt x="1942794" y="22208"/>
                  <a:pt x="1940119" y="24603"/>
                </a:cubicBezTo>
                <a:cubicBezTo>
                  <a:pt x="1937444" y="26998"/>
                  <a:pt x="1933902" y="28195"/>
                  <a:pt x="1929492" y="28195"/>
                </a:cubicBezTo>
                <a:cubicBezTo>
                  <a:pt x="1925733" y="28195"/>
                  <a:pt x="1922750" y="27219"/>
                  <a:pt x="1920545" y="25267"/>
                </a:cubicBezTo>
                <a:cubicBezTo>
                  <a:pt x="1918340" y="23315"/>
                  <a:pt x="1917238" y="21146"/>
                  <a:pt x="1917238" y="18761"/>
                </a:cubicBezTo>
                <a:cubicBezTo>
                  <a:pt x="1917238" y="18110"/>
                  <a:pt x="1917455" y="16773"/>
                  <a:pt x="1917888" y="14748"/>
                </a:cubicBezTo>
                <a:cubicBezTo>
                  <a:pt x="1918178" y="13519"/>
                  <a:pt x="1918322" y="12363"/>
                  <a:pt x="1918322" y="11278"/>
                </a:cubicBezTo>
                <a:cubicBezTo>
                  <a:pt x="1918322" y="9760"/>
                  <a:pt x="1917888" y="8639"/>
                  <a:pt x="1917021" y="7916"/>
                </a:cubicBezTo>
                <a:cubicBezTo>
                  <a:pt x="1915864" y="6832"/>
                  <a:pt x="1914454" y="6290"/>
                  <a:pt x="1912792" y="6290"/>
                </a:cubicBezTo>
                <a:cubicBezTo>
                  <a:pt x="1910695" y="6290"/>
                  <a:pt x="1908942" y="7150"/>
                  <a:pt x="1907532" y="8872"/>
                </a:cubicBezTo>
                <a:cubicBezTo>
                  <a:pt x="1906122" y="10594"/>
                  <a:pt x="1905418" y="13355"/>
                  <a:pt x="1905418" y="17158"/>
                </a:cubicBezTo>
                <a:lnTo>
                  <a:pt x="1905634" y="35993"/>
                </a:lnTo>
                <a:lnTo>
                  <a:pt x="1905634" y="48799"/>
                </a:lnTo>
                <a:lnTo>
                  <a:pt x="1920600" y="48799"/>
                </a:lnTo>
                <a:lnTo>
                  <a:pt x="1920600" y="59427"/>
                </a:lnTo>
                <a:lnTo>
                  <a:pt x="1905634" y="594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ar">
            <a:extLst xmlns:a="http://schemas.openxmlformats.org/drawingml/2006/main">
              <a:ext uri="{FF2B5EF4-FFF2-40B4-BE49-F238E27FC236}">
                <a16:creationId xmlns:a16="http://schemas.microsoft.com/office/drawing/2014/main" id="{AD86DF90-6415-406F-AAAE-133DF63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942" y="3603041"/>
            <a:ext cx="192761" cy="106057"/>
          </a:xfrm>
          <a:custGeom xmlns:a="http://schemas.openxmlformats.org/drawingml/2006/main">
            <a:pathLst>
              <a:path w="192761" h="106057">
                <a:moveTo>
                  <a:pt x="53463" y="89574"/>
                </a:moveTo>
                <a:cubicBezTo>
                  <a:pt x="41100" y="100563"/>
                  <a:pt x="30003" y="106057"/>
                  <a:pt x="20170" y="106057"/>
                </a:cubicBezTo>
                <a:cubicBezTo>
                  <a:pt x="14387" y="106057"/>
                  <a:pt x="9579" y="104154"/>
                  <a:pt x="5747" y="100347"/>
                </a:cubicBezTo>
                <a:cubicBezTo>
                  <a:pt x="1916" y="96538"/>
                  <a:pt x="0" y="91769"/>
                  <a:pt x="0" y="86040"/>
                </a:cubicBezTo>
                <a:cubicBezTo>
                  <a:pt x="0" y="78277"/>
                  <a:pt x="3326" y="71295"/>
                  <a:pt x="9977" y="65093"/>
                </a:cubicBezTo>
                <a:cubicBezTo>
                  <a:pt x="16628" y="58891"/>
                  <a:pt x="31123" y="50641"/>
                  <a:pt x="53463" y="40341"/>
                </a:cubicBezTo>
                <a:lnTo>
                  <a:pt x="53463" y="30147"/>
                </a:lnTo>
                <a:cubicBezTo>
                  <a:pt x="53463" y="22484"/>
                  <a:pt x="53047" y="17658"/>
                  <a:pt x="52215" y="15670"/>
                </a:cubicBezTo>
                <a:cubicBezTo>
                  <a:pt x="51384" y="13682"/>
                  <a:pt x="49812" y="11947"/>
                  <a:pt x="47498" y="10465"/>
                </a:cubicBezTo>
                <a:cubicBezTo>
                  <a:pt x="45185" y="8983"/>
                  <a:pt x="42582" y="8242"/>
                  <a:pt x="39690" y="8242"/>
                </a:cubicBezTo>
                <a:cubicBezTo>
                  <a:pt x="34991" y="8242"/>
                  <a:pt x="31123" y="9290"/>
                  <a:pt x="28087" y="11387"/>
                </a:cubicBezTo>
                <a:cubicBezTo>
                  <a:pt x="26207" y="12688"/>
                  <a:pt x="25267" y="14206"/>
                  <a:pt x="25267" y="15941"/>
                </a:cubicBezTo>
                <a:cubicBezTo>
                  <a:pt x="25267" y="17459"/>
                  <a:pt x="26279" y="19339"/>
                  <a:pt x="28304" y="21580"/>
                </a:cubicBezTo>
                <a:cubicBezTo>
                  <a:pt x="31051" y="24689"/>
                  <a:pt x="32425" y="27689"/>
                  <a:pt x="32425" y="30581"/>
                </a:cubicBezTo>
                <a:cubicBezTo>
                  <a:pt x="32425" y="34123"/>
                  <a:pt x="31105" y="37142"/>
                  <a:pt x="28466" y="39636"/>
                </a:cubicBezTo>
                <a:cubicBezTo>
                  <a:pt x="25828" y="42130"/>
                  <a:pt x="22375" y="43377"/>
                  <a:pt x="18110" y="43377"/>
                </a:cubicBezTo>
                <a:cubicBezTo>
                  <a:pt x="13555" y="43377"/>
                  <a:pt x="9742" y="42004"/>
                  <a:pt x="6669" y="39256"/>
                </a:cubicBezTo>
                <a:cubicBezTo>
                  <a:pt x="3597" y="36509"/>
                  <a:pt x="2060" y="33292"/>
                  <a:pt x="2060" y="29605"/>
                </a:cubicBezTo>
                <a:cubicBezTo>
                  <a:pt x="2060" y="24400"/>
                  <a:pt x="4121" y="19429"/>
                  <a:pt x="8242" y="14694"/>
                </a:cubicBezTo>
                <a:cubicBezTo>
                  <a:pt x="12363" y="9959"/>
                  <a:pt x="18110" y="6326"/>
                  <a:pt x="25484" y="3796"/>
                </a:cubicBezTo>
                <a:cubicBezTo>
                  <a:pt x="32858" y="1265"/>
                  <a:pt x="40522" y="0"/>
                  <a:pt x="48474" y="0"/>
                </a:cubicBezTo>
                <a:cubicBezTo>
                  <a:pt x="58089" y="0"/>
                  <a:pt x="65699" y="2048"/>
                  <a:pt x="71301" y="6144"/>
                </a:cubicBezTo>
                <a:cubicBezTo>
                  <a:pt x="76904" y="10238"/>
                  <a:pt x="80537" y="14676"/>
                  <a:pt x="82200" y="19459"/>
                </a:cubicBezTo>
                <a:cubicBezTo>
                  <a:pt x="83212" y="22502"/>
                  <a:pt x="83718" y="29494"/>
                  <a:pt x="83718" y="40436"/>
                </a:cubicBezTo>
                <a:lnTo>
                  <a:pt x="83718" y="79892"/>
                </a:lnTo>
                <a:cubicBezTo>
                  <a:pt x="83718" y="84530"/>
                  <a:pt x="83899" y="87448"/>
                  <a:pt x="84260" y="88646"/>
                </a:cubicBezTo>
                <a:cubicBezTo>
                  <a:pt x="84622" y="89841"/>
                  <a:pt x="85164" y="90729"/>
                  <a:pt x="85887" y="91309"/>
                </a:cubicBezTo>
                <a:cubicBezTo>
                  <a:pt x="86610" y="91888"/>
                  <a:pt x="87441" y="92177"/>
                  <a:pt x="88381" y="92177"/>
                </a:cubicBezTo>
                <a:cubicBezTo>
                  <a:pt x="90261" y="92177"/>
                  <a:pt x="92177" y="90839"/>
                  <a:pt x="94129" y="88164"/>
                </a:cubicBezTo>
                <a:lnTo>
                  <a:pt x="97382" y="90767"/>
                </a:lnTo>
                <a:cubicBezTo>
                  <a:pt x="93767" y="96117"/>
                  <a:pt x="90026" y="100003"/>
                  <a:pt x="86158" y="102425"/>
                </a:cubicBezTo>
                <a:cubicBezTo>
                  <a:pt x="82290" y="104847"/>
                  <a:pt x="77898" y="106057"/>
                  <a:pt x="72982" y="106057"/>
                </a:cubicBezTo>
                <a:cubicBezTo>
                  <a:pt x="67199" y="106057"/>
                  <a:pt x="62680" y="104693"/>
                  <a:pt x="59427" y="101964"/>
                </a:cubicBezTo>
                <a:cubicBezTo>
                  <a:pt x="56174" y="99235"/>
                  <a:pt x="54185" y="95105"/>
                  <a:pt x="53463" y="89574"/>
                </a:cubicBezTo>
                <a:moveTo>
                  <a:pt x="53463" y="81549"/>
                </a:moveTo>
                <a:lnTo>
                  <a:pt x="53463" y="47627"/>
                </a:lnTo>
                <a:cubicBezTo>
                  <a:pt x="44715" y="52785"/>
                  <a:pt x="38208" y="58306"/>
                  <a:pt x="33943" y="64192"/>
                </a:cubicBezTo>
                <a:cubicBezTo>
                  <a:pt x="31123" y="68114"/>
                  <a:pt x="29713" y="72073"/>
                  <a:pt x="29713" y="76070"/>
                </a:cubicBezTo>
                <a:cubicBezTo>
                  <a:pt x="29713" y="79411"/>
                  <a:pt x="30906" y="82354"/>
                  <a:pt x="33292" y="84898"/>
                </a:cubicBezTo>
                <a:cubicBezTo>
                  <a:pt x="35099" y="86859"/>
                  <a:pt x="37630" y="87839"/>
                  <a:pt x="40883" y="87839"/>
                </a:cubicBezTo>
                <a:cubicBezTo>
                  <a:pt x="44498" y="87839"/>
                  <a:pt x="48691" y="85742"/>
                  <a:pt x="53463" y="81549"/>
                </a:cubicBezTo>
                <a:close/>
                <a:moveTo>
                  <a:pt x="147106" y="3036"/>
                </a:moveTo>
                <a:lnTo>
                  <a:pt x="147106" y="26026"/>
                </a:lnTo>
                <a:cubicBezTo>
                  <a:pt x="153830" y="15544"/>
                  <a:pt x="159722" y="8585"/>
                  <a:pt x="164782" y="5151"/>
                </a:cubicBezTo>
                <a:cubicBezTo>
                  <a:pt x="169843" y="1717"/>
                  <a:pt x="174723" y="0"/>
                  <a:pt x="179422" y="0"/>
                </a:cubicBezTo>
                <a:cubicBezTo>
                  <a:pt x="183471" y="0"/>
                  <a:pt x="186706" y="1252"/>
                  <a:pt x="189128" y="3755"/>
                </a:cubicBezTo>
                <a:cubicBezTo>
                  <a:pt x="191550" y="6258"/>
                  <a:pt x="192761" y="9795"/>
                  <a:pt x="192761" y="14365"/>
                </a:cubicBezTo>
                <a:cubicBezTo>
                  <a:pt x="192761" y="19227"/>
                  <a:pt x="191586" y="23001"/>
                  <a:pt x="189236" y="25687"/>
                </a:cubicBezTo>
                <a:cubicBezTo>
                  <a:pt x="186887" y="28371"/>
                  <a:pt x="184049" y="29713"/>
                  <a:pt x="180723" y="29713"/>
                </a:cubicBezTo>
                <a:cubicBezTo>
                  <a:pt x="176892" y="29713"/>
                  <a:pt x="173566" y="28484"/>
                  <a:pt x="170747" y="26026"/>
                </a:cubicBezTo>
                <a:cubicBezTo>
                  <a:pt x="167927" y="23568"/>
                  <a:pt x="166264" y="22195"/>
                  <a:pt x="165758" y="21906"/>
                </a:cubicBezTo>
                <a:cubicBezTo>
                  <a:pt x="165035" y="21472"/>
                  <a:pt x="164204" y="21255"/>
                  <a:pt x="163264" y="21255"/>
                </a:cubicBezTo>
                <a:cubicBezTo>
                  <a:pt x="161168" y="21255"/>
                  <a:pt x="159179" y="22050"/>
                  <a:pt x="157300" y="23641"/>
                </a:cubicBezTo>
                <a:cubicBezTo>
                  <a:pt x="154336" y="26099"/>
                  <a:pt x="152094" y="29605"/>
                  <a:pt x="150576" y="34160"/>
                </a:cubicBezTo>
                <a:cubicBezTo>
                  <a:pt x="148263" y="41172"/>
                  <a:pt x="147106" y="48908"/>
                  <a:pt x="147106" y="57366"/>
                </a:cubicBezTo>
                <a:lnTo>
                  <a:pt x="147106" y="80682"/>
                </a:lnTo>
                <a:lnTo>
                  <a:pt x="147214" y="86755"/>
                </a:lnTo>
                <a:cubicBezTo>
                  <a:pt x="147214" y="90875"/>
                  <a:pt x="147468" y="93514"/>
                  <a:pt x="147974" y="94671"/>
                </a:cubicBezTo>
                <a:cubicBezTo>
                  <a:pt x="148841" y="96623"/>
                  <a:pt x="150124" y="98051"/>
                  <a:pt x="151823" y="98954"/>
                </a:cubicBezTo>
                <a:cubicBezTo>
                  <a:pt x="153522" y="99858"/>
                  <a:pt x="156396" y="100418"/>
                  <a:pt x="160445" y="100635"/>
                </a:cubicBezTo>
                <a:lnTo>
                  <a:pt x="160445" y="104539"/>
                </a:lnTo>
                <a:lnTo>
                  <a:pt x="105681" y="104539"/>
                </a:lnTo>
                <a:lnTo>
                  <a:pt x="105681" y="100635"/>
                </a:lnTo>
                <a:cubicBezTo>
                  <a:pt x="110091" y="100274"/>
                  <a:pt x="113073" y="99063"/>
                  <a:pt x="114627" y="97002"/>
                </a:cubicBezTo>
                <a:cubicBezTo>
                  <a:pt x="116182" y="94942"/>
                  <a:pt x="116959" y="89502"/>
                  <a:pt x="116959" y="80682"/>
                </a:cubicBezTo>
                <a:lnTo>
                  <a:pt x="116959" y="24508"/>
                </a:lnTo>
                <a:cubicBezTo>
                  <a:pt x="116959" y="18688"/>
                  <a:pt x="116670" y="14979"/>
                  <a:pt x="116091" y="13379"/>
                </a:cubicBezTo>
                <a:cubicBezTo>
                  <a:pt x="115368" y="11341"/>
                  <a:pt x="114320" y="9850"/>
                  <a:pt x="112946" y="8906"/>
                </a:cubicBezTo>
                <a:cubicBezTo>
                  <a:pt x="111573" y="7959"/>
                  <a:pt x="109151" y="7304"/>
                  <a:pt x="105681" y="6940"/>
                </a:cubicBezTo>
                <a:lnTo>
                  <a:pt x="105681" y="3036"/>
                </a:lnTo>
                <a:lnTo>
                  <a:pt x="147106" y="30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6F8BEE-E9DF-487E-8E85-C9045E14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41" y="379060"/>
            <a:ext cx="1772768" cy="910259"/>
          </a:xfrm>
          <a:custGeom xmlns:a="http://schemas.openxmlformats.org/drawingml/2006/main">
            <a:pathLst>
              <a:path w="1772768" h="910259">
                <a:moveTo>
                  <a:pt x="886384" y="0"/>
                </a:moveTo>
                <a:lnTo>
                  <a:pt x="982962" y="952"/>
                </a:lnTo>
                <a:lnTo>
                  <a:pt x="1076542" y="3490"/>
                </a:lnTo>
                <a:lnTo>
                  <a:pt x="1166553" y="7773"/>
                </a:lnTo>
                <a:lnTo>
                  <a:pt x="1252471" y="13484"/>
                </a:lnTo>
                <a:lnTo>
                  <a:pt x="1333756" y="20781"/>
                </a:lnTo>
                <a:lnTo>
                  <a:pt x="1409870" y="29348"/>
                </a:lnTo>
                <a:lnTo>
                  <a:pt x="1480242" y="39025"/>
                </a:lnTo>
                <a:lnTo>
                  <a:pt x="1544331" y="50129"/>
                </a:lnTo>
                <a:lnTo>
                  <a:pt x="1601757" y="62186"/>
                </a:lnTo>
                <a:lnTo>
                  <a:pt x="1651728" y="75194"/>
                </a:lnTo>
                <a:lnTo>
                  <a:pt x="1727557" y="103749"/>
                </a:lnTo>
                <a:lnTo>
                  <a:pt x="1772768" y="151657"/>
                </a:lnTo>
                <a:lnTo>
                  <a:pt x="1772768" y="758602"/>
                </a:lnTo>
                <a:lnTo>
                  <a:pt x="1767533" y="775100"/>
                </a:lnTo>
                <a:lnTo>
                  <a:pt x="1727557" y="806510"/>
                </a:lnTo>
                <a:lnTo>
                  <a:pt x="1651728" y="835065"/>
                </a:lnTo>
                <a:lnTo>
                  <a:pt x="1601757" y="848073"/>
                </a:lnTo>
                <a:lnTo>
                  <a:pt x="1544331" y="860130"/>
                </a:lnTo>
                <a:lnTo>
                  <a:pt x="1480242" y="871234"/>
                </a:lnTo>
                <a:lnTo>
                  <a:pt x="1409870" y="880911"/>
                </a:lnTo>
                <a:lnTo>
                  <a:pt x="1333756" y="889477"/>
                </a:lnTo>
                <a:lnTo>
                  <a:pt x="1252471" y="896775"/>
                </a:lnTo>
                <a:lnTo>
                  <a:pt x="1166553" y="902486"/>
                </a:lnTo>
                <a:lnTo>
                  <a:pt x="1076542" y="906769"/>
                </a:lnTo>
                <a:lnTo>
                  <a:pt x="982962" y="909307"/>
                </a:lnTo>
                <a:lnTo>
                  <a:pt x="886384" y="910259"/>
                </a:lnTo>
                <a:lnTo>
                  <a:pt x="789806" y="909307"/>
                </a:lnTo>
                <a:lnTo>
                  <a:pt x="696226" y="906769"/>
                </a:lnTo>
                <a:lnTo>
                  <a:pt x="606215" y="902486"/>
                </a:lnTo>
                <a:lnTo>
                  <a:pt x="520298" y="896775"/>
                </a:lnTo>
                <a:lnTo>
                  <a:pt x="439012" y="889477"/>
                </a:lnTo>
                <a:lnTo>
                  <a:pt x="362898" y="880911"/>
                </a:lnTo>
                <a:lnTo>
                  <a:pt x="292495" y="871234"/>
                </a:lnTo>
                <a:lnTo>
                  <a:pt x="228358" y="860130"/>
                </a:lnTo>
                <a:lnTo>
                  <a:pt x="171011" y="848073"/>
                </a:lnTo>
                <a:lnTo>
                  <a:pt x="121008" y="835065"/>
                </a:lnTo>
                <a:lnTo>
                  <a:pt x="45180" y="806510"/>
                </a:lnTo>
                <a:lnTo>
                  <a:pt x="0" y="758602"/>
                </a:lnTo>
                <a:lnTo>
                  <a:pt x="0" y="151657"/>
                </a:lnTo>
                <a:lnTo>
                  <a:pt x="5203" y="135159"/>
                </a:lnTo>
                <a:lnTo>
                  <a:pt x="45180" y="103749"/>
                </a:lnTo>
                <a:lnTo>
                  <a:pt x="121008" y="75194"/>
                </a:lnTo>
                <a:lnTo>
                  <a:pt x="171011" y="62186"/>
                </a:lnTo>
                <a:lnTo>
                  <a:pt x="228358" y="50129"/>
                </a:lnTo>
                <a:lnTo>
                  <a:pt x="292495" y="39025"/>
                </a:lnTo>
                <a:lnTo>
                  <a:pt x="362898" y="29348"/>
                </a:lnTo>
                <a:lnTo>
                  <a:pt x="439012" y="20781"/>
                </a:lnTo>
                <a:lnTo>
                  <a:pt x="520298" y="13484"/>
                </a:lnTo>
                <a:lnTo>
                  <a:pt x="606215" y="7773"/>
                </a:lnTo>
                <a:lnTo>
                  <a:pt x="696226" y="3490"/>
                </a:lnTo>
                <a:lnTo>
                  <a:pt x="789806" y="952"/>
                </a:lnTo>
                <a:lnTo>
                  <a:pt x="886384" y="0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DBD094-3D1E-42E8-A2B4-EA7039EA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17" y="379535"/>
            <a:ext cx="1772768" cy="910259"/>
          </a:xfrm>
          <a:custGeom xmlns:a="http://schemas.openxmlformats.org/drawingml/2006/main">
            <a:pathLst>
              <a:path w="1772768" h="910259" fill="none">
                <a:moveTo>
                  <a:pt x="1772768" y="151657"/>
                </a:moveTo>
                <a:lnTo>
                  <a:pt x="1727557" y="199724"/>
                </a:lnTo>
                <a:lnTo>
                  <a:pt x="1651728" y="228279"/>
                </a:lnTo>
                <a:lnTo>
                  <a:pt x="1601757" y="241287"/>
                </a:lnTo>
                <a:lnTo>
                  <a:pt x="1544331" y="253343"/>
                </a:lnTo>
                <a:lnTo>
                  <a:pt x="1480242" y="264289"/>
                </a:lnTo>
                <a:lnTo>
                  <a:pt x="1409870" y="274125"/>
                </a:lnTo>
                <a:lnTo>
                  <a:pt x="1333756" y="282691"/>
                </a:lnTo>
                <a:lnTo>
                  <a:pt x="1252471" y="289988"/>
                </a:lnTo>
                <a:lnTo>
                  <a:pt x="1166553" y="295699"/>
                </a:lnTo>
                <a:lnTo>
                  <a:pt x="1076542" y="299983"/>
                </a:lnTo>
                <a:lnTo>
                  <a:pt x="982962" y="302521"/>
                </a:lnTo>
                <a:lnTo>
                  <a:pt x="886384" y="303473"/>
                </a:lnTo>
                <a:lnTo>
                  <a:pt x="789806" y="302521"/>
                </a:lnTo>
                <a:lnTo>
                  <a:pt x="696226" y="299983"/>
                </a:lnTo>
                <a:lnTo>
                  <a:pt x="606215" y="295699"/>
                </a:lnTo>
                <a:lnTo>
                  <a:pt x="520298" y="289988"/>
                </a:lnTo>
                <a:lnTo>
                  <a:pt x="439012" y="282691"/>
                </a:lnTo>
                <a:lnTo>
                  <a:pt x="362898" y="274125"/>
                </a:lnTo>
                <a:lnTo>
                  <a:pt x="292495" y="264289"/>
                </a:lnTo>
                <a:lnTo>
                  <a:pt x="228358" y="253343"/>
                </a:lnTo>
                <a:lnTo>
                  <a:pt x="171011" y="241287"/>
                </a:lnTo>
                <a:lnTo>
                  <a:pt x="121008" y="228279"/>
                </a:lnTo>
                <a:lnTo>
                  <a:pt x="45180" y="199724"/>
                </a:lnTo>
                <a:lnTo>
                  <a:pt x="5203" y="168314"/>
                </a:lnTo>
                <a:lnTo>
                  <a:pt x="0" y="151657"/>
                </a:lnTo>
                <a:moveTo>
                  <a:pt x="0" y="151657"/>
                </a:moveTo>
                <a:lnTo>
                  <a:pt x="45180" y="103749"/>
                </a:lnTo>
                <a:lnTo>
                  <a:pt x="121008" y="75194"/>
                </a:lnTo>
                <a:lnTo>
                  <a:pt x="171011" y="62186"/>
                </a:lnTo>
                <a:lnTo>
                  <a:pt x="228358" y="50129"/>
                </a:lnTo>
                <a:lnTo>
                  <a:pt x="292495" y="39025"/>
                </a:lnTo>
                <a:lnTo>
                  <a:pt x="362898" y="29348"/>
                </a:lnTo>
                <a:lnTo>
                  <a:pt x="439012" y="20781"/>
                </a:lnTo>
                <a:lnTo>
                  <a:pt x="520298" y="13484"/>
                </a:lnTo>
                <a:lnTo>
                  <a:pt x="606215" y="7773"/>
                </a:lnTo>
                <a:lnTo>
                  <a:pt x="696226" y="3490"/>
                </a:lnTo>
                <a:lnTo>
                  <a:pt x="789806" y="952"/>
                </a:lnTo>
                <a:lnTo>
                  <a:pt x="886384" y="0"/>
                </a:lnTo>
                <a:lnTo>
                  <a:pt x="982962" y="952"/>
                </a:lnTo>
                <a:lnTo>
                  <a:pt x="1076542" y="3490"/>
                </a:lnTo>
                <a:lnTo>
                  <a:pt x="1166553" y="7773"/>
                </a:lnTo>
                <a:lnTo>
                  <a:pt x="1252471" y="13484"/>
                </a:lnTo>
                <a:lnTo>
                  <a:pt x="1333756" y="20781"/>
                </a:lnTo>
                <a:lnTo>
                  <a:pt x="1409870" y="29348"/>
                </a:lnTo>
                <a:lnTo>
                  <a:pt x="1480242" y="39025"/>
                </a:lnTo>
                <a:lnTo>
                  <a:pt x="1544331" y="50129"/>
                </a:lnTo>
                <a:lnTo>
                  <a:pt x="1601757" y="62186"/>
                </a:lnTo>
                <a:lnTo>
                  <a:pt x="1651728" y="75194"/>
                </a:lnTo>
                <a:lnTo>
                  <a:pt x="1727557" y="103749"/>
                </a:lnTo>
                <a:lnTo>
                  <a:pt x="1767533" y="135159"/>
                </a:lnTo>
                <a:lnTo>
                  <a:pt x="1772768" y="151657"/>
                </a:lnTo>
                <a:lnTo>
                  <a:pt x="1772768" y="758602"/>
                </a:lnTo>
                <a:lnTo>
                  <a:pt x="1727557" y="806510"/>
                </a:lnTo>
                <a:lnTo>
                  <a:pt x="1651728" y="835065"/>
                </a:lnTo>
                <a:lnTo>
                  <a:pt x="1601757" y="848073"/>
                </a:lnTo>
                <a:lnTo>
                  <a:pt x="1544331" y="860130"/>
                </a:lnTo>
                <a:lnTo>
                  <a:pt x="1480242" y="871234"/>
                </a:lnTo>
                <a:lnTo>
                  <a:pt x="1409870" y="880911"/>
                </a:lnTo>
                <a:lnTo>
                  <a:pt x="1333756" y="889477"/>
                </a:lnTo>
                <a:lnTo>
                  <a:pt x="1252471" y="896775"/>
                </a:lnTo>
                <a:lnTo>
                  <a:pt x="1166553" y="902486"/>
                </a:lnTo>
                <a:lnTo>
                  <a:pt x="1076542" y="906769"/>
                </a:lnTo>
                <a:lnTo>
                  <a:pt x="982962" y="909307"/>
                </a:lnTo>
                <a:lnTo>
                  <a:pt x="886384" y="910259"/>
                </a:lnTo>
                <a:lnTo>
                  <a:pt x="789806" y="909307"/>
                </a:lnTo>
                <a:lnTo>
                  <a:pt x="696226" y="906769"/>
                </a:lnTo>
                <a:lnTo>
                  <a:pt x="606215" y="902486"/>
                </a:lnTo>
                <a:lnTo>
                  <a:pt x="520298" y="896775"/>
                </a:lnTo>
                <a:lnTo>
                  <a:pt x="439012" y="889477"/>
                </a:lnTo>
                <a:lnTo>
                  <a:pt x="362898" y="880911"/>
                </a:lnTo>
                <a:lnTo>
                  <a:pt x="292495" y="871234"/>
                </a:lnTo>
                <a:lnTo>
                  <a:pt x="228358" y="860130"/>
                </a:lnTo>
                <a:lnTo>
                  <a:pt x="171011" y="848073"/>
                </a:lnTo>
                <a:lnTo>
                  <a:pt x="121008" y="835065"/>
                </a:lnTo>
                <a:lnTo>
                  <a:pt x="45180" y="806510"/>
                </a:lnTo>
                <a:lnTo>
                  <a:pt x="5203" y="775100"/>
                </a:lnTo>
                <a:lnTo>
                  <a:pt x="0" y="758602"/>
                </a:lnTo>
                <a:lnTo>
                  <a:pt x="0" y="1516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39" name="Text PreviousProof">
            <a:extLst xmlns:a="http://schemas.openxmlformats.org/drawingml/2006/main">
              <a:ext uri="{FF2B5EF4-FFF2-40B4-BE49-F238E27FC236}">
                <a16:creationId xmlns:a16="http://schemas.microsoft.com/office/drawing/2014/main" id="{2709B9C2-2E87-490D-9D15-F82D191A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80" y="739466"/>
            <a:ext cx="1411345" cy="153120"/>
          </a:xfrm>
          <a:custGeom xmlns:a="http://schemas.openxmlformats.org/drawingml/2006/main">
            <a:pathLst>
              <a:path w="1411345" h="153120">
                <a:moveTo>
                  <a:pt x="54252" y="83599"/>
                </a:moveTo>
                <a:lnTo>
                  <a:pt x="54252" y="124315"/>
                </a:lnTo>
                <a:cubicBezTo>
                  <a:pt x="54252" y="132297"/>
                  <a:pt x="54740" y="137322"/>
                  <a:pt x="55714" y="139391"/>
                </a:cubicBezTo>
                <a:cubicBezTo>
                  <a:pt x="56689" y="141457"/>
                  <a:pt x="58422" y="143108"/>
                  <a:pt x="60912" y="144342"/>
                </a:cubicBezTo>
                <a:cubicBezTo>
                  <a:pt x="63403" y="145573"/>
                  <a:pt x="67969" y="146189"/>
                  <a:pt x="74611" y="146189"/>
                </a:cubicBezTo>
                <a:lnTo>
                  <a:pt x="74611" y="150088"/>
                </a:lnTo>
                <a:lnTo>
                  <a:pt x="0" y="150088"/>
                </a:lnTo>
                <a:lnTo>
                  <a:pt x="0" y="146189"/>
                </a:lnTo>
                <a:cubicBezTo>
                  <a:pt x="6786" y="146189"/>
                  <a:pt x="11388" y="145554"/>
                  <a:pt x="13807" y="144284"/>
                </a:cubicBezTo>
                <a:cubicBezTo>
                  <a:pt x="16225" y="143014"/>
                  <a:pt x="17922" y="141364"/>
                  <a:pt x="18896" y="139333"/>
                </a:cubicBezTo>
                <a:cubicBezTo>
                  <a:pt x="19871" y="137303"/>
                  <a:pt x="20358" y="132297"/>
                  <a:pt x="20358" y="124315"/>
                </a:cubicBezTo>
                <a:lnTo>
                  <a:pt x="20358" y="29021"/>
                </a:lnTo>
                <a:cubicBezTo>
                  <a:pt x="20358" y="21040"/>
                  <a:pt x="19871" y="16015"/>
                  <a:pt x="18896" y="13949"/>
                </a:cubicBezTo>
                <a:cubicBezTo>
                  <a:pt x="17922" y="11880"/>
                  <a:pt x="16207" y="10230"/>
                  <a:pt x="13753" y="8998"/>
                </a:cubicBezTo>
                <a:cubicBezTo>
                  <a:pt x="11298" y="7764"/>
                  <a:pt x="6714" y="7147"/>
                  <a:pt x="0" y="7147"/>
                </a:cubicBezTo>
                <a:lnTo>
                  <a:pt x="0" y="3249"/>
                </a:lnTo>
                <a:lnTo>
                  <a:pt x="63998" y="3249"/>
                </a:lnTo>
                <a:cubicBezTo>
                  <a:pt x="85079" y="3249"/>
                  <a:pt x="100203" y="7003"/>
                  <a:pt x="109371" y="14511"/>
                </a:cubicBezTo>
                <a:cubicBezTo>
                  <a:pt x="118540" y="22019"/>
                  <a:pt x="123124" y="31404"/>
                  <a:pt x="123124" y="42666"/>
                </a:cubicBezTo>
                <a:cubicBezTo>
                  <a:pt x="123124" y="52195"/>
                  <a:pt x="120164" y="60353"/>
                  <a:pt x="114244" y="67139"/>
                </a:cubicBezTo>
                <a:cubicBezTo>
                  <a:pt x="108324" y="73925"/>
                  <a:pt x="100167" y="78545"/>
                  <a:pt x="89771" y="81000"/>
                </a:cubicBezTo>
                <a:cubicBezTo>
                  <a:pt x="82768" y="82732"/>
                  <a:pt x="70929" y="83599"/>
                  <a:pt x="54252" y="83599"/>
                </a:cubicBezTo>
                <a:moveTo>
                  <a:pt x="54252" y="11695"/>
                </a:moveTo>
                <a:lnTo>
                  <a:pt x="54252" y="75152"/>
                </a:lnTo>
                <a:cubicBezTo>
                  <a:pt x="56635" y="75296"/>
                  <a:pt x="58440" y="75369"/>
                  <a:pt x="59667" y="75369"/>
                </a:cubicBezTo>
                <a:cubicBezTo>
                  <a:pt x="68474" y="75369"/>
                  <a:pt x="75260" y="72752"/>
                  <a:pt x="80025" y="67518"/>
                </a:cubicBezTo>
                <a:cubicBezTo>
                  <a:pt x="84790" y="62284"/>
                  <a:pt x="87172" y="54180"/>
                  <a:pt x="87172" y="43207"/>
                </a:cubicBezTo>
                <a:cubicBezTo>
                  <a:pt x="87172" y="32306"/>
                  <a:pt x="84790" y="24329"/>
                  <a:pt x="80025" y="19275"/>
                </a:cubicBezTo>
                <a:cubicBezTo>
                  <a:pt x="75260" y="14222"/>
                  <a:pt x="68149" y="11695"/>
                  <a:pt x="58692" y="11695"/>
                </a:cubicBezTo>
                <a:lnTo>
                  <a:pt x="54252" y="11695"/>
                </a:lnTo>
                <a:close/>
                <a:moveTo>
                  <a:pt x="179361" y="48730"/>
                </a:moveTo>
                <a:lnTo>
                  <a:pt x="179361" y="71687"/>
                </a:lnTo>
                <a:cubicBezTo>
                  <a:pt x="186075" y="61219"/>
                  <a:pt x="191959" y="54270"/>
                  <a:pt x="197012" y="50841"/>
                </a:cubicBezTo>
                <a:cubicBezTo>
                  <a:pt x="202065" y="47412"/>
                  <a:pt x="206938" y="45698"/>
                  <a:pt x="211631" y="45698"/>
                </a:cubicBezTo>
                <a:cubicBezTo>
                  <a:pt x="215674" y="45698"/>
                  <a:pt x="218904" y="46947"/>
                  <a:pt x="221323" y="49447"/>
                </a:cubicBezTo>
                <a:cubicBezTo>
                  <a:pt x="223741" y="51947"/>
                  <a:pt x="224950" y="55479"/>
                  <a:pt x="224950" y="60042"/>
                </a:cubicBezTo>
                <a:cubicBezTo>
                  <a:pt x="224950" y="64897"/>
                  <a:pt x="223777" y="68666"/>
                  <a:pt x="221431" y="71348"/>
                </a:cubicBezTo>
                <a:cubicBezTo>
                  <a:pt x="219085" y="74029"/>
                  <a:pt x="216251" y="75369"/>
                  <a:pt x="212930" y="75369"/>
                </a:cubicBezTo>
                <a:cubicBezTo>
                  <a:pt x="209104" y="75369"/>
                  <a:pt x="205783" y="74141"/>
                  <a:pt x="202968" y="71687"/>
                </a:cubicBezTo>
                <a:cubicBezTo>
                  <a:pt x="200152" y="69232"/>
                  <a:pt x="198492" y="67861"/>
                  <a:pt x="197987" y="67572"/>
                </a:cubicBezTo>
                <a:cubicBezTo>
                  <a:pt x="197265" y="67139"/>
                  <a:pt x="196434" y="66922"/>
                  <a:pt x="195496" y="66922"/>
                </a:cubicBezTo>
                <a:cubicBezTo>
                  <a:pt x="193402" y="66922"/>
                  <a:pt x="191417" y="67716"/>
                  <a:pt x="189540" y="69305"/>
                </a:cubicBezTo>
                <a:cubicBezTo>
                  <a:pt x="186580" y="71759"/>
                  <a:pt x="184342" y="75260"/>
                  <a:pt x="182826" y="79808"/>
                </a:cubicBezTo>
                <a:cubicBezTo>
                  <a:pt x="180516" y="86811"/>
                  <a:pt x="179361" y="94536"/>
                  <a:pt x="179361" y="102982"/>
                </a:cubicBezTo>
                <a:lnTo>
                  <a:pt x="179361" y="126264"/>
                </a:lnTo>
                <a:lnTo>
                  <a:pt x="179469" y="132328"/>
                </a:lnTo>
                <a:cubicBezTo>
                  <a:pt x="179469" y="136443"/>
                  <a:pt x="179722" y="139078"/>
                  <a:pt x="180227" y="140233"/>
                </a:cubicBezTo>
                <a:cubicBezTo>
                  <a:pt x="181094" y="142183"/>
                  <a:pt x="182375" y="143608"/>
                  <a:pt x="184072" y="144511"/>
                </a:cubicBezTo>
                <a:cubicBezTo>
                  <a:pt x="185768" y="145413"/>
                  <a:pt x="188638" y="145973"/>
                  <a:pt x="192680" y="146189"/>
                </a:cubicBezTo>
                <a:lnTo>
                  <a:pt x="192680" y="150088"/>
                </a:lnTo>
                <a:lnTo>
                  <a:pt x="137995" y="150088"/>
                </a:lnTo>
                <a:lnTo>
                  <a:pt x="137995" y="146189"/>
                </a:lnTo>
                <a:cubicBezTo>
                  <a:pt x="142399" y="145828"/>
                  <a:pt x="145376" y="144619"/>
                  <a:pt x="146929" y="142562"/>
                </a:cubicBezTo>
                <a:cubicBezTo>
                  <a:pt x="148481" y="140504"/>
                  <a:pt x="149257" y="135072"/>
                  <a:pt x="149257" y="126264"/>
                </a:cubicBezTo>
                <a:lnTo>
                  <a:pt x="149257" y="70171"/>
                </a:lnTo>
                <a:cubicBezTo>
                  <a:pt x="149257" y="64359"/>
                  <a:pt x="148968" y="60655"/>
                  <a:pt x="148391" y="59058"/>
                </a:cubicBezTo>
                <a:cubicBezTo>
                  <a:pt x="147669" y="57023"/>
                  <a:pt x="146622" y="55534"/>
                  <a:pt x="145250" y="54591"/>
                </a:cubicBezTo>
                <a:cubicBezTo>
                  <a:pt x="143879" y="53646"/>
                  <a:pt x="141460" y="52991"/>
                  <a:pt x="137995" y="52628"/>
                </a:cubicBezTo>
                <a:lnTo>
                  <a:pt x="137995" y="48730"/>
                </a:lnTo>
                <a:lnTo>
                  <a:pt x="179361" y="48730"/>
                </a:lnTo>
                <a:close/>
                <a:moveTo>
                  <a:pt x="320913" y="95727"/>
                </a:moveTo>
                <a:lnTo>
                  <a:pt x="265361" y="95727"/>
                </a:lnTo>
                <a:cubicBezTo>
                  <a:pt x="266010" y="109191"/>
                  <a:pt x="269584" y="119831"/>
                  <a:pt x="276081" y="127648"/>
                </a:cubicBezTo>
                <a:cubicBezTo>
                  <a:pt x="281063" y="133656"/>
                  <a:pt x="287055" y="136660"/>
                  <a:pt x="294057" y="136660"/>
                </a:cubicBezTo>
                <a:cubicBezTo>
                  <a:pt x="298389" y="136660"/>
                  <a:pt x="302323" y="135451"/>
                  <a:pt x="305861" y="133032"/>
                </a:cubicBezTo>
                <a:cubicBezTo>
                  <a:pt x="309398" y="130614"/>
                  <a:pt x="313188" y="126264"/>
                  <a:pt x="317231" y="119983"/>
                </a:cubicBezTo>
                <a:lnTo>
                  <a:pt x="320913" y="122366"/>
                </a:lnTo>
                <a:cubicBezTo>
                  <a:pt x="315426" y="133556"/>
                  <a:pt x="309362" y="141479"/>
                  <a:pt x="302720" y="146135"/>
                </a:cubicBezTo>
                <a:cubicBezTo>
                  <a:pt x="296079" y="150791"/>
                  <a:pt x="288390" y="153120"/>
                  <a:pt x="279655" y="153120"/>
                </a:cubicBezTo>
                <a:cubicBezTo>
                  <a:pt x="264639" y="153120"/>
                  <a:pt x="253269" y="147339"/>
                  <a:pt x="245544" y="135777"/>
                </a:cubicBezTo>
                <a:cubicBezTo>
                  <a:pt x="239335" y="126455"/>
                  <a:pt x="236231" y="114893"/>
                  <a:pt x="236231" y="101091"/>
                </a:cubicBezTo>
                <a:cubicBezTo>
                  <a:pt x="236231" y="84179"/>
                  <a:pt x="240797" y="70720"/>
                  <a:pt x="249930" y="60713"/>
                </a:cubicBezTo>
                <a:cubicBezTo>
                  <a:pt x="259062" y="50703"/>
                  <a:pt x="269764" y="45698"/>
                  <a:pt x="282037" y="45698"/>
                </a:cubicBezTo>
                <a:cubicBezTo>
                  <a:pt x="292288" y="45698"/>
                  <a:pt x="301186" y="49903"/>
                  <a:pt x="308730" y="58313"/>
                </a:cubicBezTo>
                <a:cubicBezTo>
                  <a:pt x="316274" y="66724"/>
                  <a:pt x="320335" y="79195"/>
                  <a:pt x="320913" y="95727"/>
                </a:cubicBezTo>
                <a:moveTo>
                  <a:pt x="294274" y="88580"/>
                </a:moveTo>
                <a:cubicBezTo>
                  <a:pt x="294274" y="76957"/>
                  <a:pt x="293642" y="68980"/>
                  <a:pt x="292379" y="64648"/>
                </a:cubicBezTo>
                <a:cubicBezTo>
                  <a:pt x="291115" y="60317"/>
                  <a:pt x="289148" y="57032"/>
                  <a:pt x="286477" y="54794"/>
                </a:cubicBezTo>
                <a:cubicBezTo>
                  <a:pt x="284961" y="53494"/>
                  <a:pt x="282940" y="52845"/>
                  <a:pt x="280413" y="52845"/>
                </a:cubicBezTo>
                <a:cubicBezTo>
                  <a:pt x="276659" y="52845"/>
                  <a:pt x="273591" y="54686"/>
                  <a:pt x="271208" y="58367"/>
                </a:cubicBezTo>
                <a:cubicBezTo>
                  <a:pt x="266949" y="64793"/>
                  <a:pt x="264819" y="73600"/>
                  <a:pt x="264819" y="84790"/>
                </a:cubicBezTo>
                <a:lnTo>
                  <a:pt x="264819" y="88580"/>
                </a:lnTo>
                <a:lnTo>
                  <a:pt x="294274" y="88580"/>
                </a:lnTo>
                <a:close/>
                <a:moveTo>
                  <a:pt x="379314" y="153120"/>
                </a:moveTo>
                <a:lnTo>
                  <a:pt x="345203" y="74563"/>
                </a:lnTo>
                <a:cubicBezTo>
                  <a:pt x="341088" y="65032"/>
                  <a:pt x="337876" y="58993"/>
                  <a:pt x="335565" y="56449"/>
                </a:cubicBezTo>
                <a:cubicBezTo>
                  <a:pt x="333905" y="54556"/>
                  <a:pt x="331450" y="53282"/>
                  <a:pt x="328202" y="52628"/>
                </a:cubicBezTo>
                <a:lnTo>
                  <a:pt x="328202" y="48730"/>
                </a:lnTo>
                <a:lnTo>
                  <a:pt x="382021" y="48730"/>
                </a:lnTo>
                <a:lnTo>
                  <a:pt x="382021" y="52628"/>
                </a:lnTo>
                <a:cubicBezTo>
                  <a:pt x="378628" y="52628"/>
                  <a:pt x="376318" y="53245"/>
                  <a:pt x="375091" y="54479"/>
                </a:cubicBezTo>
                <a:cubicBezTo>
                  <a:pt x="373358" y="56079"/>
                  <a:pt x="372492" y="57967"/>
                  <a:pt x="372492" y="60144"/>
                </a:cubicBezTo>
                <a:cubicBezTo>
                  <a:pt x="372492" y="62831"/>
                  <a:pt x="374080" y="67879"/>
                  <a:pt x="377256" y="75287"/>
                </a:cubicBezTo>
                <a:lnTo>
                  <a:pt x="393933" y="113337"/>
                </a:lnTo>
                <a:lnTo>
                  <a:pt x="407252" y="80492"/>
                </a:lnTo>
                <a:cubicBezTo>
                  <a:pt x="411078" y="71060"/>
                  <a:pt x="412992" y="64384"/>
                  <a:pt x="412992" y="60465"/>
                </a:cubicBezTo>
                <a:cubicBezTo>
                  <a:pt x="412992" y="58216"/>
                  <a:pt x="412179" y="56384"/>
                  <a:pt x="410555" y="54970"/>
                </a:cubicBezTo>
                <a:cubicBezTo>
                  <a:pt x="408931" y="53553"/>
                  <a:pt x="406061" y="52773"/>
                  <a:pt x="401946" y="52628"/>
                </a:cubicBezTo>
                <a:lnTo>
                  <a:pt x="401946" y="48730"/>
                </a:lnTo>
                <a:lnTo>
                  <a:pt x="435082" y="48730"/>
                </a:lnTo>
                <a:lnTo>
                  <a:pt x="435082" y="52628"/>
                </a:lnTo>
                <a:cubicBezTo>
                  <a:pt x="431906" y="53064"/>
                  <a:pt x="429307" y="54260"/>
                  <a:pt x="427286" y="56219"/>
                </a:cubicBezTo>
                <a:cubicBezTo>
                  <a:pt x="425264" y="58177"/>
                  <a:pt x="422232" y="63942"/>
                  <a:pt x="418189" y="73514"/>
                </a:cubicBezTo>
                <a:lnTo>
                  <a:pt x="384403" y="153120"/>
                </a:lnTo>
                <a:lnTo>
                  <a:pt x="379314" y="153120"/>
                </a:lnTo>
                <a:close/>
                <a:moveTo>
                  <a:pt x="468868" y="0"/>
                </a:moveTo>
                <a:cubicBezTo>
                  <a:pt x="473561" y="0"/>
                  <a:pt x="477531" y="1648"/>
                  <a:pt x="480780" y="4944"/>
                </a:cubicBezTo>
                <a:cubicBezTo>
                  <a:pt x="484029" y="8238"/>
                  <a:pt x="485653" y="12203"/>
                  <a:pt x="485653" y="16839"/>
                </a:cubicBezTo>
                <a:cubicBezTo>
                  <a:pt x="485653" y="21475"/>
                  <a:pt x="484011" y="25423"/>
                  <a:pt x="480726" y="28683"/>
                </a:cubicBezTo>
                <a:cubicBezTo>
                  <a:pt x="477441" y="31941"/>
                  <a:pt x="473489" y="33569"/>
                  <a:pt x="468868" y="33569"/>
                </a:cubicBezTo>
                <a:cubicBezTo>
                  <a:pt x="464248" y="33569"/>
                  <a:pt x="460314" y="31941"/>
                  <a:pt x="457065" y="28683"/>
                </a:cubicBezTo>
                <a:cubicBezTo>
                  <a:pt x="453816" y="25423"/>
                  <a:pt x="452192" y="21475"/>
                  <a:pt x="452192" y="16839"/>
                </a:cubicBezTo>
                <a:cubicBezTo>
                  <a:pt x="452192" y="12203"/>
                  <a:pt x="453816" y="8238"/>
                  <a:pt x="457065" y="4944"/>
                </a:cubicBezTo>
                <a:cubicBezTo>
                  <a:pt x="460314" y="1648"/>
                  <a:pt x="464248" y="0"/>
                  <a:pt x="468868" y="0"/>
                </a:cubicBezTo>
                <a:moveTo>
                  <a:pt x="484029" y="48730"/>
                </a:moveTo>
                <a:lnTo>
                  <a:pt x="484029" y="129080"/>
                </a:lnTo>
                <a:cubicBezTo>
                  <a:pt x="484029" y="136227"/>
                  <a:pt x="484859" y="140793"/>
                  <a:pt x="486519" y="142778"/>
                </a:cubicBezTo>
                <a:cubicBezTo>
                  <a:pt x="488180" y="144763"/>
                  <a:pt x="491428" y="145900"/>
                  <a:pt x="496265" y="146189"/>
                </a:cubicBezTo>
                <a:lnTo>
                  <a:pt x="496265" y="150088"/>
                </a:lnTo>
                <a:lnTo>
                  <a:pt x="441580" y="150088"/>
                </a:lnTo>
                <a:lnTo>
                  <a:pt x="441580" y="146189"/>
                </a:lnTo>
                <a:cubicBezTo>
                  <a:pt x="446056" y="146045"/>
                  <a:pt x="449376" y="144745"/>
                  <a:pt x="451542" y="142291"/>
                </a:cubicBezTo>
                <a:cubicBezTo>
                  <a:pt x="452986" y="140630"/>
                  <a:pt x="453708" y="136227"/>
                  <a:pt x="453708" y="129080"/>
                </a:cubicBezTo>
                <a:lnTo>
                  <a:pt x="453708" y="69954"/>
                </a:lnTo>
                <a:cubicBezTo>
                  <a:pt x="453708" y="62717"/>
                  <a:pt x="452878" y="58093"/>
                  <a:pt x="451217" y="56083"/>
                </a:cubicBezTo>
                <a:cubicBezTo>
                  <a:pt x="449557" y="54073"/>
                  <a:pt x="446344" y="52921"/>
                  <a:pt x="441580" y="52628"/>
                </a:cubicBezTo>
                <a:lnTo>
                  <a:pt x="441580" y="48730"/>
                </a:lnTo>
                <a:lnTo>
                  <a:pt x="484029" y="48730"/>
                </a:lnTo>
                <a:close/>
                <a:moveTo>
                  <a:pt x="553912" y="45698"/>
                </a:moveTo>
                <a:cubicBezTo>
                  <a:pt x="562719" y="45698"/>
                  <a:pt x="570913" y="47974"/>
                  <a:pt x="578493" y="52527"/>
                </a:cubicBezTo>
                <a:cubicBezTo>
                  <a:pt x="586073" y="57079"/>
                  <a:pt x="591831" y="63547"/>
                  <a:pt x="595765" y="71931"/>
                </a:cubicBezTo>
                <a:cubicBezTo>
                  <a:pt x="599700" y="80314"/>
                  <a:pt x="601667" y="89491"/>
                  <a:pt x="601667" y="99463"/>
                </a:cubicBezTo>
                <a:cubicBezTo>
                  <a:pt x="601667" y="113843"/>
                  <a:pt x="598021" y="125875"/>
                  <a:pt x="590730" y="135560"/>
                </a:cubicBezTo>
                <a:cubicBezTo>
                  <a:pt x="581922" y="147266"/>
                  <a:pt x="569758" y="153120"/>
                  <a:pt x="554237" y="153120"/>
                </a:cubicBezTo>
                <a:cubicBezTo>
                  <a:pt x="539004" y="153120"/>
                  <a:pt x="527273" y="147772"/>
                  <a:pt x="519043" y="137076"/>
                </a:cubicBezTo>
                <a:cubicBezTo>
                  <a:pt x="510813" y="126380"/>
                  <a:pt x="506698" y="113987"/>
                  <a:pt x="506698" y="99896"/>
                </a:cubicBezTo>
                <a:cubicBezTo>
                  <a:pt x="506698" y="85372"/>
                  <a:pt x="510903" y="72708"/>
                  <a:pt x="519314" y="61904"/>
                </a:cubicBezTo>
                <a:cubicBezTo>
                  <a:pt x="527724" y="51100"/>
                  <a:pt x="539257" y="45698"/>
                  <a:pt x="553912" y="45698"/>
                </a:cubicBezTo>
                <a:moveTo>
                  <a:pt x="554345" y="53278"/>
                </a:moveTo>
                <a:cubicBezTo>
                  <a:pt x="550663" y="53278"/>
                  <a:pt x="547505" y="54670"/>
                  <a:pt x="544870" y="57454"/>
                </a:cubicBezTo>
                <a:cubicBezTo>
                  <a:pt x="542235" y="60235"/>
                  <a:pt x="540502" y="65728"/>
                  <a:pt x="539672" y="73930"/>
                </a:cubicBezTo>
                <a:cubicBezTo>
                  <a:pt x="538842" y="82133"/>
                  <a:pt x="538427" y="93535"/>
                  <a:pt x="538427" y="108136"/>
                </a:cubicBezTo>
                <a:cubicBezTo>
                  <a:pt x="538427" y="115870"/>
                  <a:pt x="538932" y="123098"/>
                  <a:pt x="539943" y="129821"/>
                </a:cubicBezTo>
                <a:cubicBezTo>
                  <a:pt x="540737" y="134951"/>
                  <a:pt x="542433" y="138854"/>
                  <a:pt x="545032" y="141529"/>
                </a:cubicBezTo>
                <a:cubicBezTo>
                  <a:pt x="547631" y="144203"/>
                  <a:pt x="550591" y="145540"/>
                  <a:pt x="553912" y="145540"/>
                </a:cubicBezTo>
                <a:cubicBezTo>
                  <a:pt x="557160" y="145540"/>
                  <a:pt x="559868" y="144636"/>
                  <a:pt x="562033" y="142829"/>
                </a:cubicBezTo>
                <a:cubicBezTo>
                  <a:pt x="564849" y="140372"/>
                  <a:pt x="566726" y="136938"/>
                  <a:pt x="567664" y="132528"/>
                </a:cubicBezTo>
                <a:cubicBezTo>
                  <a:pt x="569108" y="125663"/>
                  <a:pt x="569830" y="111786"/>
                  <a:pt x="569830" y="90898"/>
                </a:cubicBezTo>
                <a:cubicBezTo>
                  <a:pt x="569830" y="78612"/>
                  <a:pt x="569144" y="70174"/>
                  <a:pt x="567773" y="65585"/>
                </a:cubicBezTo>
                <a:cubicBezTo>
                  <a:pt x="566401" y="60995"/>
                  <a:pt x="564380" y="57651"/>
                  <a:pt x="561709" y="55555"/>
                </a:cubicBezTo>
                <a:cubicBezTo>
                  <a:pt x="559832" y="54037"/>
                  <a:pt x="557377" y="53278"/>
                  <a:pt x="554345" y="53278"/>
                </a:cubicBezTo>
                <a:close/>
                <a:moveTo>
                  <a:pt x="715271" y="48730"/>
                </a:moveTo>
                <a:lnTo>
                  <a:pt x="715271" y="127997"/>
                </a:lnTo>
                <a:cubicBezTo>
                  <a:pt x="715271" y="135769"/>
                  <a:pt x="715993" y="140617"/>
                  <a:pt x="717437" y="142541"/>
                </a:cubicBezTo>
                <a:cubicBezTo>
                  <a:pt x="718881" y="144466"/>
                  <a:pt x="721804" y="145682"/>
                  <a:pt x="726208" y="146189"/>
                </a:cubicBezTo>
                <a:lnTo>
                  <a:pt x="726208" y="150088"/>
                </a:lnTo>
                <a:lnTo>
                  <a:pt x="684950" y="150088"/>
                </a:lnTo>
                <a:lnTo>
                  <a:pt x="684950" y="136552"/>
                </a:lnTo>
                <a:cubicBezTo>
                  <a:pt x="680113" y="142327"/>
                  <a:pt x="675277" y="146532"/>
                  <a:pt x="670440" y="149167"/>
                </a:cubicBezTo>
                <a:cubicBezTo>
                  <a:pt x="665603" y="151802"/>
                  <a:pt x="660188" y="153120"/>
                  <a:pt x="654196" y="153120"/>
                </a:cubicBezTo>
                <a:cubicBezTo>
                  <a:pt x="648493" y="153120"/>
                  <a:pt x="643422" y="151369"/>
                  <a:pt x="638982" y="147868"/>
                </a:cubicBezTo>
                <a:cubicBezTo>
                  <a:pt x="634542" y="144366"/>
                  <a:pt x="631564" y="140269"/>
                  <a:pt x="630048" y="135577"/>
                </a:cubicBezTo>
                <a:cubicBezTo>
                  <a:pt x="628532" y="130884"/>
                  <a:pt x="627774" y="122691"/>
                  <a:pt x="627774" y="110996"/>
                </a:cubicBezTo>
                <a:lnTo>
                  <a:pt x="627774" y="70821"/>
                </a:lnTo>
                <a:cubicBezTo>
                  <a:pt x="627774" y="63076"/>
                  <a:pt x="627070" y="58253"/>
                  <a:pt x="625662" y="56354"/>
                </a:cubicBezTo>
                <a:cubicBezTo>
                  <a:pt x="624255" y="54454"/>
                  <a:pt x="621313" y="53212"/>
                  <a:pt x="616837" y="52628"/>
                </a:cubicBezTo>
                <a:lnTo>
                  <a:pt x="616837" y="48730"/>
                </a:lnTo>
                <a:lnTo>
                  <a:pt x="658095" y="48730"/>
                </a:lnTo>
                <a:lnTo>
                  <a:pt x="658095" y="118011"/>
                </a:lnTo>
                <a:cubicBezTo>
                  <a:pt x="658095" y="125239"/>
                  <a:pt x="658438" y="129901"/>
                  <a:pt x="659123" y="131997"/>
                </a:cubicBezTo>
                <a:cubicBezTo>
                  <a:pt x="659809" y="134093"/>
                  <a:pt x="660892" y="135683"/>
                  <a:pt x="662372" y="136768"/>
                </a:cubicBezTo>
                <a:cubicBezTo>
                  <a:pt x="663852" y="137851"/>
                  <a:pt x="665567" y="138392"/>
                  <a:pt x="667516" y="138392"/>
                </a:cubicBezTo>
                <a:cubicBezTo>
                  <a:pt x="670115" y="138392"/>
                  <a:pt x="672461" y="137707"/>
                  <a:pt x="674555" y="136335"/>
                </a:cubicBezTo>
                <a:cubicBezTo>
                  <a:pt x="677442" y="134458"/>
                  <a:pt x="680907" y="130668"/>
                  <a:pt x="684950" y="124965"/>
                </a:cubicBezTo>
                <a:lnTo>
                  <a:pt x="684950" y="70821"/>
                </a:lnTo>
                <a:cubicBezTo>
                  <a:pt x="684950" y="63076"/>
                  <a:pt x="684246" y="58253"/>
                  <a:pt x="682839" y="56354"/>
                </a:cubicBezTo>
                <a:cubicBezTo>
                  <a:pt x="681431" y="54454"/>
                  <a:pt x="678489" y="53212"/>
                  <a:pt x="674013" y="52628"/>
                </a:cubicBezTo>
                <a:lnTo>
                  <a:pt x="674013" y="48730"/>
                </a:lnTo>
                <a:lnTo>
                  <a:pt x="715271" y="48730"/>
                </a:lnTo>
                <a:close/>
                <a:moveTo>
                  <a:pt x="804792" y="46131"/>
                </a:moveTo>
                <a:lnTo>
                  <a:pt x="806416" y="80783"/>
                </a:lnTo>
                <a:lnTo>
                  <a:pt x="802734" y="80783"/>
                </a:lnTo>
                <a:cubicBezTo>
                  <a:pt x="798330" y="70448"/>
                  <a:pt x="793764" y="63389"/>
                  <a:pt x="789036" y="59606"/>
                </a:cubicBezTo>
                <a:cubicBezTo>
                  <a:pt x="784307" y="55820"/>
                  <a:pt x="779597" y="53928"/>
                  <a:pt x="774904" y="53928"/>
                </a:cubicBezTo>
                <a:cubicBezTo>
                  <a:pt x="771944" y="53928"/>
                  <a:pt x="769417" y="54920"/>
                  <a:pt x="767324" y="56906"/>
                </a:cubicBezTo>
                <a:cubicBezTo>
                  <a:pt x="765230" y="58891"/>
                  <a:pt x="764184" y="61183"/>
                  <a:pt x="764184" y="63782"/>
                </a:cubicBezTo>
                <a:cubicBezTo>
                  <a:pt x="764184" y="65731"/>
                  <a:pt x="764905" y="67608"/>
                  <a:pt x="766349" y="69413"/>
                </a:cubicBezTo>
                <a:cubicBezTo>
                  <a:pt x="768659" y="72373"/>
                  <a:pt x="775121" y="77444"/>
                  <a:pt x="785733" y="84627"/>
                </a:cubicBezTo>
                <a:cubicBezTo>
                  <a:pt x="796345" y="91810"/>
                  <a:pt x="803330" y="97911"/>
                  <a:pt x="806687" y="102928"/>
                </a:cubicBezTo>
                <a:cubicBezTo>
                  <a:pt x="810044" y="107945"/>
                  <a:pt x="811722" y="113558"/>
                  <a:pt x="811722" y="119767"/>
                </a:cubicBezTo>
                <a:cubicBezTo>
                  <a:pt x="811722" y="125398"/>
                  <a:pt x="810314" y="130921"/>
                  <a:pt x="807499" y="136335"/>
                </a:cubicBezTo>
                <a:cubicBezTo>
                  <a:pt x="804683" y="141749"/>
                  <a:pt x="800713" y="145900"/>
                  <a:pt x="795587" y="148788"/>
                </a:cubicBezTo>
                <a:cubicBezTo>
                  <a:pt x="790461" y="151676"/>
                  <a:pt x="784794" y="153120"/>
                  <a:pt x="778586" y="153120"/>
                </a:cubicBezTo>
                <a:cubicBezTo>
                  <a:pt x="773749" y="153120"/>
                  <a:pt x="767288" y="151575"/>
                  <a:pt x="759202" y="148487"/>
                </a:cubicBezTo>
                <a:cubicBezTo>
                  <a:pt x="757036" y="147677"/>
                  <a:pt x="755557" y="147272"/>
                  <a:pt x="754762" y="147272"/>
                </a:cubicBezTo>
                <a:cubicBezTo>
                  <a:pt x="752380" y="147272"/>
                  <a:pt x="750395" y="149077"/>
                  <a:pt x="748807" y="152687"/>
                </a:cubicBezTo>
                <a:lnTo>
                  <a:pt x="745233" y="152687"/>
                </a:lnTo>
                <a:lnTo>
                  <a:pt x="743500" y="116302"/>
                </a:lnTo>
                <a:lnTo>
                  <a:pt x="747182" y="116302"/>
                </a:lnTo>
                <a:cubicBezTo>
                  <a:pt x="750431" y="125831"/>
                  <a:pt x="754889" y="132978"/>
                  <a:pt x="760556" y="137743"/>
                </a:cubicBezTo>
                <a:cubicBezTo>
                  <a:pt x="766223" y="142507"/>
                  <a:pt x="771583" y="144890"/>
                  <a:pt x="776637" y="144890"/>
                </a:cubicBezTo>
                <a:cubicBezTo>
                  <a:pt x="780102" y="144890"/>
                  <a:pt x="782935" y="143825"/>
                  <a:pt x="785137" y="141695"/>
                </a:cubicBezTo>
                <a:cubicBezTo>
                  <a:pt x="787339" y="139566"/>
                  <a:pt x="788440" y="136985"/>
                  <a:pt x="788440" y="133953"/>
                </a:cubicBezTo>
                <a:cubicBezTo>
                  <a:pt x="788440" y="130487"/>
                  <a:pt x="787357" y="127491"/>
                  <a:pt x="785191" y="124965"/>
                </a:cubicBezTo>
                <a:cubicBezTo>
                  <a:pt x="783026" y="122438"/>
                  <a:pt x="778189" y="118612"/>
                  <a:pt x="770681" y="113486"/>
                </a:cubicBezTo>
                <a:cubicBezTo>
                  <a:pt x="759635" y="105834"/>
                  <a:pt x="752488" y="99986"/>
                  <a:pt x="749240" y="95943"/>
                </a:cubicBezTo>
                <a:cubicBezTo>
                  <a:pt x="744475" y="90024"/>
                  <a:pt x="742093" y="83490"/>
                  <a:pt x="742093" y="76343"/>
                </a:cubicBezTo>
                <a:cubicBezTo>
                  <a:pt x="742093" y="68547"/>
                  <a:pt x="744782" y="61490"/>
                  <a:pt x="750160" y="55173"/>
                </a:cubicBezTo>
                <a:cubicBezTo>
                  <a:pt x="755539" y="48856"/>
                  <a:pt x="763317" y="45698"/>
                  <a:pt x="773496" y="45698"/>
                </a:cubicBezTo>
                <a:cubicBezTo>
                  <a:pt x="778983" y="45698"/>
                  <a:pt x="784289" y="47085"/>
                  <a:pt x="789415" y="49860"/>
                </a:cubicBezTo>
                <a:cubicBezTo>
                  <a:pt x="791364" y="50983"/>
                  <a:pt x="792952" y="51545"/>
                  <a:pt x="794179" y="51545"/>
                </a:cubicBezTo>
                <a:cubicBezTo>
                  <a:pt x="795479" y="51545"/>
                  <a:pt x="796526" y="51275"/>
                  <a:pt x="797320" y="50733"/>
                </a:cubicBezTo>
                <a:cubicBezTo>
                  <a:pt x="798114" y="50192"/>
                  <a:pt x="799377" y="48658"/>
                  <a:pt x="801110" y="46131"/>
                </a:cubicBezTo>
                <a:lnTo>
                  <a:pt x="804792" y="46131"/>
                </a:lnTo>
                <a:close/>
                <a:moveTo>
                  <a:pt x="925169" y="83599"/>
                </a:moveTo>
                <a:lnTo>
                  <a:pt x="925169" y="124315"/>
                </a:lnTo>
                <a:cubicBezTo>
                  <a:pt x="925169" y="132297"/>
                  <a:pt x="925657" y="137322"/>
                  <a:pt x="926631" y="139391"/>
                </a:cubicBezTo>
                <a:cubicBezTo>
                  <a:pt x="927606" y="141457"/>
                  <a:pt x="929338" y="143108"/>
                  <a:pt x="931829" y="144342"/>
                </a:cubicBezTo>
                <a:cubicBezTo>
                  <a:pt x="934320" y="145573"/>
                  <a:pt x="938886" y="146189"/>
                  <a:pt x="945528" y="146189"/>
                </a:cubicBezTo>
                <a:lnTo>
                  <a:pt x="945528" y="150088"/>
                </a:lnTo>
                <a:lnTo>
                  <a:pt x="870917" y="150088"/>
                </a:lnTo>
                <a:lnTo>
                  <a:pt x="870917" y="146189"/>
                </a:lnTo>
                <a:cubicBezTo>
                  <a:pt x="877703" y="146189"/>
                  <a:pt x="882305" y="145554"/>
                  <a:pt x="884724" y="144284"/>
                </a:cubicBezTo>
                <a:cubicBezTo>
                  <a:pt x="887142" y="143014"/>
                  <a:pt x="888839" y="141364"/>
                  <a:pt x="889813" y="139333"/>
                </a:cubicBezTo>
                <a:cubicBezTo>
                  <a:pt x="890788" y="137303"/>
                  <a:pt x="891275" y="132297"/>
                  <a:pt x="891275" y="124315"/>
                </a:cubicBezTo>
                <a:lnTo>
                  <a:pt x="891275" y="29021"/>
                </a:lnTo>
                <a:cubicBezTo>
                  <a:pt x="891275" y="21040"/>
                  <a:pt x="890788" y="16015"/>
                  <a:pt x="889813" y="13949"/>
                </a:cubicBezTo>
                <a:cubicBezTo>
                  <a:pt x="888839" y="11880"/>
                  <a:pt x="887124" y="10230"/>
                  <a:pt x="884670" y="8998"/>
                </a:cubicBezTo>
                <a:cubicBezTo>
                  <a:pt x="882215" y="7764"/>
                  <a:pt x="877631" y="7147"/>
                  <a:pt x="870917" y="7147"/>
                </a:cubicBezTo>
                <a:lnTo>
                  <a:pt x="870917" y="3249"/>
                </a:lnTo>
                <a:lnTo>
                  <a:pt x="934915" y="3249"/>
                </a:lnTo>
                <a:cubicBezTo>
                  <a:pt x="955995" y="3249"/>
                  <a:pt x="971120" y="7003"/>
                  <a:pt x="980288" y="14511"/>
                </a:cubicBezTo>
                <a:cubicBezTo>
                  <a:pt x="989457" y="22019"/>
                  <a:pt x="994041" y="31404"/>
                  <a:pt x="994041" y="42666"/>
                </a:cubicBezTo>
                <a:cubicBezTo>
                  <a:pt x="994041" y="52195"/>
                  <a:pt x="991081" y="60353"/>
                  <a:pt x="985161" y="67139"/>
                </a:cubicBezTo>
                <a:cubicBezTo>
                  <a:pt x="979241" y="73925"/>
                  <a:pt x="971084" y="78545"/>
                  <a:pt x="960688" y="81000"/>
                </a:cubicBezTo>
                <a:cubicBezTo>
                  <a:pt x="953685" y="82732"/>
                  <a:pt x="941846" y="83599"/>
                  <a:pt x="925169" y="83599"/>
                </a:cubicBezTo>
                <a:moveTo>
                  <a:pt x="925169" y="11695"/>
                </a:moveTo>
                <a:lnTo>
                  <a:pt x="925169" y="75152"/>
                </a:lnTo>
                <a:cubicBezTo>
                  <a:pt x="927552" y="75296"/>
                  <a:pt x="929357" y="75369"/>
                  <a:pt x="930584" y="75369"/>
                </a:cubicBezTo>
                <a:cubicBezTo>
                  <a:pt x="939391" y="75369"/>
                  <a:pt x="946177" y="72752"/>
                  <a:pt x="950942" y="67518"/>
                </a:cubicBezTo>
                <a:cubicBezTo>
                  <a:pt x="955707" y="62284"/>
                  <a:pt x="958089" y="54180"/>
                  <a:pt x="958089" y="43207"/>
                </a:cubicBezTo>
                <a:cubicBezTo>
                  <a:pt x="958089" y="32306"/>
                  <a:pt x="955707" y="24329"/>
                  <a:pt x="950942" y="19275"/>
                </a:cubicBezTo>
                <a:cubicBezTo>
                  <a:pt x="946177" y="14222"/>
                  <a:pt x="939066" y="11695"/>
                  <a:pt x="929609" y="11695"/>
                </a:cubicBezTo>
                <a:lnTo>
                  <a:pt x="925169" y="11695"/>
                </a:lnTo>
                <a:close/>
                <a:moveTo>
                  <a:pt x="1050278" y="48730"/>
                </a:moveTo>
                <a:lnTo>
                  <a:pt x="1050278" y="71687"/>
                </a:lnTo>
                <a:cubicBezTo>
                  <a:pt x="1056992" y="61219"/>
                  <a:pt x="1062875" y="54270"/>
                  <a:pt x="1067929" y="50841"/>
                </a:cubicBezTo>
                <a:cubicBezTo>
                  <a:pt x="1072982" y="47412"/>
                  <a:pt x="1077855" y="45698"/>
                  <a:pt x="1082548" y="45698"/>
                </a:cubicBezTo>
                <a:cubicBezTo>
                  <a:pt x="1086591" y="45698"/>
                  <a:pt x="1089821" y="46947"/>
                  <a:pt x="1092240" y="49447"/>
                </a:cubicBezTo>
                <a:cubicBezTo>
                  <a:pt x="1094658" y="51947"/>
                  <a:pt x="1095867" y="55479"/>
                  <a:pt x="1095867" y="60042"/>
                </a:cubicBezTo>
                <a:cubicBezTo>
                  <a:pt x="1095867" y="64897"/>
                  <a:pt x="1094694" y="68666"/>
                  <a:pt x="1092348" y="71348"/>
                </a:cubicBezTo>
                <a:cubicBezTo>
                  <a:pt x="1090002" y="74029"/>
                  <a:pt x="1087168" y="75369"/>
                  <a:pt x="1083847" y="75369"/>
                </a:cubicBezTo>
                <a:cubicBezTo>
                  <a:pt x="1080021" y="75369"/>
                  <a:pt x="1076700" y="74141"/>
                  <a:pt x="1073885" y="71687"/>
                </a:cubicBezTo>
                <a:cubicBezTo>
                  <a:pt x="1071069" y="69232"/>
                  <a:pt x="1069409" y="67861"/>
                  <a:pt x="1068903" y="67572"/>
                </a:cubicBezTo>
                <a:cubicBezTo>
                  <a:pt x="1068182" y="67139"/>
                  <a:pt x="1067351" y="66922"/>
                  <a:pt x="1066413" y="66922"/>
                </a:cubicBezTo>
                <a:cubicBezTo>
                  <a:pt x="1064319" y="66922"/>
                  <a:pt x="1062334" y="67716"/>
                  <a:pt x="1060457" y="69305"/>
                </a:cubicBezTo>
                <a:cubicBezTo>
                  <a:pt x="1057497" y="71759"/>
                  <a:pt x="1055259" y="75260"/>
                  <a:pt x="1053743" y="79808"/>
                </a:cubicBezTo>
                <a:cubicBezTo>
                  <a:pt x="1051433" y="86811"/>
                  <a:pt x="1050278" y="94536"/>
                  <a:pt x="1050278" y="102982"/>
                </a:cubicBezTo>
                <a:lnTo>
                  <a:pt x="1050278" y="126264"/>
                </a:lnTo>
                <a:lnTo>
                  <a:pt x="1050386" y="132328"/>
                </a:lnTo>
                <a:cubicBezTo>
                  <a:pt x="1050386" y="136443"/>
                  <a:pt x="1050639" y="139078"/>
                  <a:pt x="1051144" y="140233"/>
                </a:cubicBezTo>
                <a:cubicBezTo>
                  <a:pt x="1052010" y="142183"/>
                  <a:pt x="1053292" y="143608"/>
                  <a:pt x="1054988" y="144511"/>
                </a:cubicBezTo>
                <a:cubicBezTo>
                  <a:pt x="1056685" y="145413"/>
                  <a:pt x="1059555" y="145973"/>
                  <a:pt x="1063597" y="146189"/>
                </a:cubicBezTo>
                <a:lnTo>
                  <a:pt x="1063597" y="150088"/>
                </a:lnTo>
                <a:lnTo>
                  <a:pt x="1008912" y="150088"/>
                </a:lnTo>
                <a:lnTo>
                  <a:pt x="1008912" y="146189"/>
                </a:lnTo>
                <a:cubicBezTo>
                  <a:pt x="1013315" y="145828"/>
                  <a:pt x="1016293" y="144619"/>
                  <a:pt x="1017846" y="142562"/>
                </a:cubicBezTo>
                <a:cubicBezTo>
                  <a:pt x="1019398" y="140504"/>
                  <a:pt x="1020174" y="135072"/>
                  <a:pt x="1020174" y="126264"/>
                </a:cubicBezTo>
                <a:lnTo>
                  <a:pt x="1020174" y="70171"/>
                </a:lnTo>
                <a:cubicBezTo>
                  <a:pt x="1020174" y="64359"/>
                  <a:pt x="1019885" y="60655"/>
                  <a:pt x="1019307" y="59058"/>
                </a:cubicBezTo>
                <a:cubicBezTo>
                  <a:pt x="1018585" y="57023"/>
                  <a:pt x="1017539" y="55534"/>
                  <a:pt x="1016167" y="54591"/>
                </a:cubicBezTo>
                <a:cubicBezTo>
                  <a:pt x="1014795" y="53646"/>
                  <a:pt x="1012377" y="52991"/>
                  <a:pt x="1008912" y="52628"/>
                </a:cubicBezTo>
                <a:lnTo>
                  <a:pt x="1008912" y="48730"/>
                </a:lnTo>
                <a:lnTo>
                  <a:pt x="1050278" y="48730"/>
                </a:lnTo>
                <a:close/>
                <a:moveTo>
                  <a:pt x="1153820" y="45698"/>
                </a:moveTo>
                <a:cubicBezTo>
                  <a:pt x="1162628" y="45698"/>
                  <a:pt x="1170822" y="47974"/>
                  <a:pt x="1178402" y="52527"/>
                </a:cubicBezTo>
                <a:cubicBezTo>
                  <a:pt x="1185982" y="57079"/>
                  <a:pt x="1191739" y="63547"/>
                  <a:pt x="1195674" y="71931"/>
                </a:cubicBezTo>
                <a:cubicBezTo>
                  <a:pt x="1199608" y="80314"/>
                  <a:pt x="1201576" y="89491"/>
                  <a:pt x="1201576" y="99463"/>
                </a:cubicBezTo>
                <a:cubicBezTo>
                  <a:pt x="1201576" y="113843"/>
                  <a:pt x="1197930" y="125875"/>
                  <a:pt x="1190639" y="135560"/>
                </a:cubicBezTo>
                <a:cubicBezTo>
                  <a:pt x="1181831" y="147266"/>
                  <a:pt x="1169667" y="153120"/>
                  <a:pt x="1154145" y="153120"/>
                </a:cubicBezTo>
                <a:cubicBezTo>
                  <a:pt x="1138913" y="153120"/>
                  <a:pt x="1127182" y="147772"/>
                  <a:pt x="1118952" y="137076"/>
                </a:cubicBezTo>
                <a:cubicBezTo>
                  <a:pt x="1110722" y="126380"/>
                  <a:pt x="1106607" y="113987"/>
                  <a:pt x="1106607" y="99896"/>
                </a:cubicBezTo>
                <a:cubicBezTo>
                  <a:pt x="1106607" y="85372"/>
                  <a:pt x="1110812" y="72708"/>
                  <a:pt x="1119222" y="61904"/>
                </a:cubicBezTo>
                <a:cubicBezTo>
                  <a:pt x="1127633" y="51100"/>
                  <a:pt x="1139165" y="45698"/>
                  <a:pt x="1153820" y="45698"/>
                </a:cubicBezTo>
                <a:moveTo>
                  <a:pt x="1154254" y="53278"/>
                </a:moveTo>
                <a:cubicBezTo>
                  <a:pt x="1150572" y="53278"/>
                  <a:pt x="1147413" y="54670"/>
                  <a:pt x="1144778" y="57454"/>
                </a:cubicBezTo>
                <a:cubicBezTo>
                  <a:pt x="1142143" y="60235"/>
                  <a:pt x="1140411" y="65728"/>
                  <a:pt x="1139581" y="73930"/>
                </a:cubicBezTo>
                <a:cubicBezTo>
                  <a:pt x="1138750" y="82133"/>
                  <a:pt x="1138335" y="93535"/>
                  <a:pt x="1138335" y="108136"/>
                </a:cubicBezTo>
                <a:cubicBezTo>
                  <a:pt x="1138335" y="115870"/>
                  <a:pt x="1138841" y="123098"/>
                  <a:pt x="1139851" y="129821"/>
                </a:cubicBezTo>
                <a:cubicBezTo>
                  <a:pt x="1140645" y="134951"/>
                  <a:pt x="1142342" y="138854"/>
                  <a:pt x="1144941" y="141529"/>
                </a:cubicBezTo>
                <a:cubicBezTo>
                  <a:pt x="1147540" y="144203"/>
                  <a:pt x="1150500" y="145540"/>
                  <a:pt x="1153820" y="145540"/>
                </a:cubicBezTo>
                <a:cubicBezTo>
                  <a:pt x="1157069" y="145540"/>
                  <a:pt x="1159776" y="144636"/>
                  <a:pt x="1161942" y="142829"/>
                </a:cubicBezTo>
                <a:cubicBezTo>
                  <a:pt x="1164758" y="140372"/>
                  <a:pt x="1166635" y="136938"/>
                  <a:pt x="1167573" y="132528"/>
                </a:cubicBezTo>
                <a:cubicBezTo>
                  <a:pt x="1169017" y="125663"/>
                  <a:pt x="1169739" y="111786"/>
                  <a:pt x="1169739" y="90898"/>
                </a:cubicBezTo>
                <a:cubicBezTo>
                  <a:pt x="1169739" y="78612"/>
                  <a:pt x="1169053" y="70174"/>
                  <a:pt x="1167681" y="65585"/>
                </a:cubicBezTo>
                <a:cubicBezTo>
                  <a:pt x="1166310" y="60995"/>
                  <a:pt x="1164288" y="57651"/>
                  <a:pt x="1161617" y="55555"/>
                </a:cubicBezTo>
                <a:cubicBezTo>
                  <a:pt x="1159740" y="54037"/>
                  <a:pt x="1157286" y="53278"/>
                  <a:pt x="1154254" y="53278"/>
                </a:cubicBezTo>
                <a:close/>
                <a:moveTo>
                  <a:pt x="1264708" y="45698"/>
                </a:moveTo>
                <a:cubicBezTo>
                  <a:pt x="1273515" y="45698"/>
                  <a:pt x="1281709" y="47974"/>
                  <a:pt x="1289289" y="52527"/>
                </a:cubicBezTo>
                <a:cubicBezTo>
                  <a:pt x="1296869" y="57079"/>
                  <a:pt x="1302627" y="63547"/>
                  <a:pt x="1306561" y="71931"/>
                </a:cubicBezTo>
                <a:cubicBezTo>
                  <a:pt x="1310496" y="80314"/>
                  <a:pt x="1312463" y="89491"/>
                  <a:pt x="1312463" y="99463"/>
                </a:cubicBezTo>
                <a:cubicBezTo>
                  <a:pt x="1312463" y="113843"/>
                  <a:pt x="1308817" y="125875"/>
                  <a:pt x="1301526" y="135560"/>
                </a:cubicBezTo>
                <a:cubicBezTo>
                  <a:pt x="1292718" y="147266"/>
                  <a:pt x="1280554" y="153120"/>
                  <a:pt x="1265032" y="153120"/>
                </a:cubicBezTo>
                <a:cubicBezTo>
                  <a:pt x="1249800" y="153120"/>
                  <a:pt x="1238069" y="147772"/>
                  <a:pt x="1229839" y="137076"/>
                </a:cubicBezTo>
                <a:cubicBezTo>
                  <a:pt x="1221609" y="126380"/>
                  <a:pt x="1217494" y="113987"/>
                  <a:pt x="1217494" y="99896"/>
                </a:cubicBezTo>
                <a:cubicBezTo>
                  <a:pt x="1217494" y="85372"/>
                  <a:pt x="1221699" y="72708"/>
                  <a:pt x="1230109" y="61904"/>
                </a:cubicBezTo>
                <a:cubicBezTo>
                  <a:pt x="1238520" y="51100"/>
                  <a:pt x="1250053" y="45698"/>
                  <a:pt x="1264708" y="45698"/>
                </a:cubicBezTo>
                <a:moveTo>
                  <a:pt x="1265141" y="53278"/>
                </a:moveTo>
                <a:cubicBezTo>
                  <a:pt x="1261459" y="53278"/>
                  <a:pt x="1258301" y="54670"/>
                  <a:pt x="1255666" y="57454"/>
                </a:cubicBezTo>
                <a:cubicBezTo>
                  <a:pt x="1253031" y="60235"/>
                  <a:pt x="1251298" y="65728"/>
                  <a:pt x="1250468" y="73930"/>
                </a:cubicBezTo>
                <a:cubicBezTo>
                  <a:pt x="1249637" y="82133"/>
                  <a:pt x="1249222" y="93535"/>
                  <a:pt x="1249222" y="108136"/>
                </a:cubicBezTo>
                <a:cubicBezTo>
                  <a:pt x="1249222" y="115870"/>
                  <a:pt x="1249728" y="123098"/>
                  <a:pt x="1250738" y="129821"/>
                </a:cubicBezTo>
                <a:cubicBezTo>
                  <a:pt x="1251533" y="134951"/>
                  <a:pt x="1253229" y="138854"/>
                  <a:pt x="1255828" y="141529"/>
                </a:cubicBezTo>
                <a:cubicBezTo>
                  <a:pt x="1258427" y="144203"/>
                  <a:pt x="1261387" y="145540"/>
                  <a:pt x="1264708" y="145540"/>
                </a:cubicBezTo>
                <a:cubicBezTo>
                  <a:pt x="1267956" y="145540"/>
                  <a:pt x="1270663" y="144636"/>
                  <a:pt x="1272829" y="142829"/>
                </a:cubicBezTo>
                <a:cubicBezTo>
                  <a:pt x="1275645" y="140372"/>
                  <a:pt x="1277522" y="136938"/>
                  <a:pt x="1278460" y="132528"/>
                </a:cubicBezTo>
                <a:cubicBezTo>
                  <a:pt x="1279904" y="125663"/>
                  <a:pt x="1280626" y="111786"/>
                  <a:pt x="1280626" y="90898"/>
                </a:cubicBezTo>
                <a:cubicBezTo>
                  <a:pt x="1280626" y="78612"/>
                  <a:pt x="1279940" y="70174"/>
                  <a:pt x="1278569" y="65585"/>
                </a:cubicBezTo>
                <a:cubicBezTo>
                  <a:pt x="1277197" y="60995"/>
                  <a:pt x="1275175" y="57651"/>
                  <a:pt x="1272504" y="55555"/>
                </a:cubicBezTo>
                <a:cubicBezTo>
                  <a:pt x="1270627" y="54037"/>
                  <a:pt x="1268173" y="53278"/>
                  <a:pt x="1265141" y="53278"/>
                </a:cubicBezTo>
                <a:close/>
                <a:moveTo>
                  <a:pt x="1372903" y="59342"/>
                </a:moveTo>
                <a:lnTo>
                  <a:pt x="1372903" y="129729"/>
                </a:lnTo>
                <a:cubicBezTo>
                  <a:pt x="1372903" y="136515"/>
                  <a:pt x="1373624" y="140775"/>
                  <a:pt x="1375068" y="142507"/>
                </a:cubicBezTo>
                <a:cubicBezTo>
                  <a:pt x="1377378" y="145179"/>
                  <a:pt x="1381638" y="146406"/>
                  <a:pt x="1387846" y="146189"/>
                </a:cubicBezTo>
                <a:lnTo>
                  <a:pt x="1387846" y="150088"/>
                </a:lnTo>
                <a:lnTo>
                  <a:pt x="1328179" y="150088"/>
                </a:lnTo>
                <a:lnTo>
                  <a:pt x="1328179" y="146189"/>
                </a:lnTo>
                <a:cubicBezTo>
                  <a:pt x="1332728" y="146117"/>
                  <a:pt x="1335958" y="145594"/>
                  <a:pt x="1337871" y="144619"/>
                </a:cubicBezTo>
                <a:cubicBezTo>
                  <a:pt x="1339784" y="143644"/>
                  <a:pt x="1341102" y="142291"/>
                  <a:pt x="1341824" y="140558"/>
                </a:cubicBezTo>
                <a:cubicBezTo>
                  <a:pt x="1342546" y="138826"/>
                  <a:pt x="1342907" y="135216"/>
                  <a:pt x="1342907" y="129729"/>
                </a:cubicBezTo>
                <a:lnTo>
                  <a:pt x="1342907" y="59342"/>
                </a:lnTo>
                <a:lnTo>
                  <a:pt x="1328179" y="59342"/>
                </a:lnTo>
                <a:lnTo>
                  <a:pt x="1328179" y="48730"/>
                </a:lnTo>
                <a:lnTo>
                  <a:pt x="1342907" y="48730"/>
                </a:lnTo>
                <a:lnTo>
                  <a:pt x="1342907" y="41292"/>
                </a:lnTo>
                <a:lnTo>
                  <a:pt x="1342798" y="36222"/>
                </a:lnTo>
                <a:cubicBezTo>
                  <a:pt x="1342798" y="25874"/>
                  <a:pt x="1346606" y="17251"/>
                  <a:pt x="1354223" y="10352"/>
                </a:cubicBezTo>
                <a:cubicBezTo>
                  <a:pt x="1361839" y="3451"/>
                  <a:pt x="1372144" y="0"/>
                  <a:pt x="1385139" y="0"/>
                </a:cubicBezTo>
                <a:cubicBezTo>
                  <a:pt x="1394019" y="0"/>
                  <a:pt x="1400606" y="1667"/>
                  <a:pt x="1404902" y="5002"/>
                </a:cubicBezTo>
                <a:cubicBezTo>
                  <a:pt x="1409197" y="8334"/>
                  <a:pt x="1411345" y="12029"/>
                  <a:pt x="1411345" y="16088"/>
                </a:cubicBezTo>
                <a:cubicBezTo>
                  <a:pt x="1411345" y="19350"/>
                  <a:pt x="1410009" y="22177"/>
                  <a:pt x="1407338" y="24568"/>
                </a:cubicBezTo>
                <a:cubicBezTo>
                  <a:pt x="1404667" y="26959"/>
                  <a:pt x="1401130" y="28155"/>
                  <a:pt x="1396726" y="28155"/>
                </a:cubicBezTo>
                <a:cubicBezTo>
                  <a:pt x="1392972" y="28155"/>
                  <a:pt x="1389994" y="27180"/>
                  <a:pt x="1387792" y="25231"/>
                </a:cubicBezTo>
                <a:cubicBezTo>
                  <a:pt x="1385590" y="23282"/>
                  <a:pt x="1384489" y="21116"/>
                  <a:pt x="1384489" y="18734"/>
                </a:cubicBezTo>
                <a:cubicBezTo>
                  <a:pt x="1384489" y="18084"/>
                  <a:pt x="1384706" y="16749"/>
                  <a:pt x="1385139" y="14727"/>
                </a:cubicBezTo>
                <a:cubicBezTo>
                  <a:pt x="1385428" y="13500"/>
                  <a:pt x="1385572" y="12345"/>
                  <a:pt x="1385572" y="11262"/>
                </a:cubicBezTo>
                <a:cubicBezTo>
                  <a:pt x="1385572" y="9746"/>
                  <a:pt x="1385139" y="8627"/>
                  <a:pt x="1384273" y="7905"/>
                </a:cubicBezTo>
                <a:cubicBezTo>
                  <a:pt x="1383118" y="6822"/>
                  <a:pt x="1381710" y="6281"/>
                  <a:pt x="1380050" y="6281"/>
                </a:cubicBezTo>
                <a:cubicBezTo>
                  <a:pt x="1377956" y="6281"/>
                  <a:pt x="1376205" y="7140"/>
                  <a:pt x="1374798" y="8859"/>
                </a:cubicBezTo>
                <a:cubicBezTo>
                  <a:pt x="1373390" y="10578"/>
                  <a:pt x="1372686" y="13336"/>
                  <a:pt x="1372686" y="17133"/>
                </a:cubicBezTo>
                <a:lnTo>
                  <a:pt x="1372903" y="35942"/>
                </a:lnTo>
                <a:lnTo>
                  <a:pt x="1372903" y="48730"/>
                </a:lnTo>
                <a:lnTo>
                  <a:pt x="1387846" y="48730"/>
                </a:lnTo>
                <a:lnTo>
                  <a:pt x="1387846" y="59342"/>
                </a:lnTo>
                <a:lnTo>
                  <a:pt x="1372903" y="593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sin">
            <a:extLst xmlns:a="http://schemas.openxmlformats.org/drawingml/2006/main">
              <a:ext uri="{FF2B5EF4-FFF2-40B4-BE49-F238E27FC236}">
                <a16:creationId xmlns:a16="http://schemas.microsoft.com/office/drawing/2014/main" id="{A3AED3A3-25A7-4F74-B991-F5CE086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835" y="739466"/>
            <a:ext cx="298095" cy="153120"/>
          </a:xfrm>
          <a:custGeom xmlns:a="http://schemas.openxmlformats.org/drawingml/2006/main">
            <a:pathLst>
              <a:path w="298095" h="153120">
                <a:moveTo>
                  <a:pt x="62699" y="46131"/>
                </a:moveTo>
                <a:lnTo>
                  <a:pt x="64323" y="80783"/>
                </a:lnTo>
                <a:lnTo>
                  <a:pt x="60641" y="80783"/>
                </a:lnTo>
                <a:cubicBezTo>
                  <a:pt x="56238" y="70448"/>
                  <a:pt x="51672" y="63389"/>
                  <a:pt x="46943" y="59606"/>
                </a:cubicBezTo>
                <a:cubicBezTo>
                  <a:pt x="42214" y="55820"/>
                  <a:pt x="37504" y="53928"/>
                  <a:pt x="32811" y="53928"/>
                </a:cubicBezTo>
                <a:cubicBezTo>
                  <a:pt x="29851" y="53928"/>
                  <a:pt x="27325" y="54920"/>
                  <a:pt x="25231" y="56906"/>
                </a:cubicBezTo>
                <a:cubicBezTo>
                  <a:pt x="23138" y="58891"/>
                  <a:pt x="22091" y="61183"/>
                  <a:pt x="22091" y="63782"/>
                </a:cubicBezTo>
                <a:cubicBezTo>
                  <a:pt x="22091" y="65731"/>
                  <a:pt x="22813" y="67608"/>
                  <a:pt x="24257" y="69413"/>
                </a:cubicBezTo>
                <a:cubicBezTo>
                  <a:pt x="26567" y="72373"/>
                  <a:pt x="33028" y="77444"/>
                  <a:pt x="43640" y="84627"/>
                </a:cubicBezTo>
                <a:cubicBezTo>
                  <a:pt x="54252" y="91810"/>
                  <a:pt x="61237" y="97911"/>
                  <a:pt x="64594" y="102928"/>
                </a:cubicBezTo>
                <a:cubicBezTo>
                  <a:pt x="67951" y="107945"/>
                  <a:pt x="69629" y="113558"/>
                  <a:pt x="69629" y="119767"/>
                </a:cubicBezTo>
                <a:cubicBezTo>
                  <a:pt x="69629" y="125398"/>
                  <a:pt x="68222" y="130921"/>
                  <a:pt x="65406" y="136335"/>
                </a:cubicBezTo>
                <a:cubicBezTo>
                  <a:pt x="62591" y="141749"/>
                  <a:pt x="58620" y="145900"/>
                  <a:pt x="53494" y="148788"/>
                </a:cubicBezTo>
                <a:cubicBezTo>
                  <a:pt x="48369" y="151676"/>
                  <a:pt x="42702" y="153120"/>
                  <a:pt x="36493" y="153120"/>
                </a:cubicBezTo>
                <a:cubicBezTo>
                  <a:pt x="31656" y="153120"/>
                  <a:pt x="25195" y="151575"/>
                  <a:pt x="17110" y="148487"/>
                </a:cubicBezTo>
                <a:cubicBezTo>
                  <a:pt x="14944" y="147677"/>
                  <a:pt x="13464" y="147272"/>
                  <a:pt x="12670" y="147272"/>
                </a:cubicBezTo>
                <a:cubicBezTo>
                  <a:pt x="10287" y="147272"/>
                  <a:pt x="8302" y="149077"/>
                  <a:pt x="6714" y="152687"/>
                </a:cubicBezTo>
                <a:lnTo>
                  <a:pt x="3140" y="152687"/>
                </a:lnTo>
                <a:lnTo>
                  <a:pt x="1408" y="116302"/>
                </a:lnTo>
                <a:lnTo>
                  <a:pt x="5090" y="116302"/>
                </a:lnTo>
                <a:cubicBezTo>
                  <a:pt x="8338" y="125831"/>
                  <a:pt x="12796" y="132978"/>
                  <a:pt x="18463" y="137743"/>
                </a:cubicBezTo>
                <a:cubicBezTo>
                  <a:pt x="24130" y="142507"/>
                  <a:pt x="29491" y="144890"/>
                  <a:pt x="34544" y="144890"/>
                </a:cubicBezTo>
                <a:cubicBezTo>
                  <a:pt x="38009" y="144890"/>
                  <a:pt x="40843" y="143825"/>
                  <a:pt x="43045" y="141695"/>
                </a:cubicBezTo>
                <a:cubicBezTo>
                  <a:pt x="45246" y="139566"/>
                  <a:pt x="46347" y="136985"/>
                  <a:pt x="46347" y="133953"/>
                </a:cubicBezTo>
                <a:cubicBezTo>
                  <a:pt x="46347" y="130487"/>
                  <a:pt x="45265" y="127491"/>
                  <a:pt x="43099" y="124965"/>
                </a:cubicBezTo>
                <a:cubicBezTo>
                  <a:pt x="40933" y="122438"/>
                  <a:pt x="36096" y="118612"/>
                  <a:pt x="28588" y="113486"/>
                </a:cubicBezTo>
                <a:cubicBezTo>
                  <a:pt x="17543" y="105834"/>
                  <a:pt x="10396" y="99986"/>
                  <a:pt x="7147" y="95943"/>
                </a:cubicBezTo>
                <a:cubicBezTo>
                  <a:pt x="2382" y="90024"/>
                  <a:pt x="0" y="83490"/>
                  <a:pt x="0" y="76343"/>
                </a:cubicBezTo>
                <a:cubicBezTo>
                  <a:pt x="0" y="68547"/>
                  <a:pt x="2689" y="61490"/>
                  <a:pt x="8067" y="55173"/>
                </a:cubicBezTo>
                <a:cubicBezTo>
                  <a:pt x="13446" y="48856"/>
                  <a:pt x="21225" y="45698"/>
                  <a:pt x="31404" y="45698"/>
                </a:cubicBezTo>
                <a:cubicBezTo>
                  <a:pt x="36890" y="45698"/>
                  <a:pt x="42196" y="47085"/>
                  <a:pt x="47322" y="49860"/>
                </a:cubicBezTo>
                <a:cubicBezTo>
                  <a:pt x="49271" y="50983"/>
                  <a:pt x="50859" y="51545"/>
                  <a:pt x="52087" y="51545"/>
                </a:cubicBezTo>
                <a:cubicBezTo>
                  <a:pt x="53386" y="51545"/>
                  <a:pt x="54433" y="51275"/>
                  <a:pt x="55227" y="50733"/>
                </a:cubicBezTo>
                <a:cubicBezTo>
                  <a:pt x="56021" y="50192"/>
                  <a:pt x="57285" y="48658"/>
                  <a:pt x="59017" y="46131"/>
                </a:cubicBezTo>
                <a:lnTo>
                  <a:pt x="62699" y="46131"/>
                </a:lnTo>
                <a:close/>
                <a:moveTo>
                  <a:pt x="154984" y="0"/>
                </a:moveTo>
                <a:cubicBezTo>
                  <a:pt x="159677" y="0"/>
                  <a:pt x="163647" y="1648"/>
                  <a:pt x="166896" y="4944"/>
                </a:cubicBezTo>
                <a:cubicBezTo>
                  <a:pt x="170144" y="8238"/>
                  <a:pt x="171769" y="12203"/>
                  <a:pt x="171769" y="16839"/>
                </a:cubicBezTo>
                <a:cubicBezTo>
                  <a:pt x="171769" y="21475"/>
                  <a:pt x="170126" y="25423"/>
                  <a:pt x="166842" y="28683"/>
                </a:cubicBezTo>
                <a:cubicBezTo>
                  <a:pt x="163557" y="31941"/>
                  <a:pt x="159604" y="33569"/>
                  <a:pt x="154984" y="33569"/>
                </a:cubicBezTo>
                <a:cubicBezTo>
                  <a:pt x="150364" y="33569"/>
                  <a:pt x="146429" y="31941"/>
                  <a:pt x="143181" y="28683"/>
                </a:cubicBezTo>
                <a:cubicBezTo>
                  <a:pt x="139932" y="25423"/>
                  <a:pt x="138308" y="21475"/>
                  <a:pt x="138308" y="16839"/>
                </a:cubicBezTo>
                <a:cubicBezTo>
                  <a:pt x="138308" y="12203"/>
                  <a:pt x="139932" y="8238"/>
                  <a:pt x="143181" y="4944"/>
                </a:cubicBezTo>
                <a:cubicBezTo>
                  <a:pt x="146429" y="1648"/>
                  <a:pt x="150364" y="0"/>
                  <a:pt x="154984" y="0"/>
                </a:cubicBezTo>
                <a:moveTo>
                  <a:pt x="170144" y="48730"/>
                </a:moveTo>
                <a:lnTo>
                  <a:pt x="170144" y="129080"/>
                </a:lnTo>
                <a:cubicBezTo>
                  <a:pt x="170144" y="136227"/>
                  <a:pt x="170975" y="140793"/>
                  <a:pt x="172635" y="142778"/>
                </a:cubicBezTo>
                <a:cubicBezTo>
                  <a:pt x="174296" y="144763"/>
                  <a:pt x="177544" y="145900"/>
                  <a:pt x="182381" y="146189"/>
                </a:cubicBezTo>
                <a:lnTo>
                  <a:pt x="182381" y="150088"/>
                </a:lnTo>
                <a:lnTo>
                  <a:pt x="127695" y="150088"/>
                </a:lnTo>
                <a:lnTo>
                  <a:pt x="127695" y="146189"/>
                </a:lnTo>
                <a:cubicBezTo>
                  <a:pt x="132171" y="146045"/>
                  <a:pt x="135492" y="144745"/>
                  <a:pt x="137658" y="142291"/>
                </a:cubicBezTo>
                <a:cubicBezTo>
                  <a:pt x="139102" y="140630"/>
                  <a:pt x="139824" y="136227"/>
                  <a:pt x="139824" y="129080"/>
                </a:cubicBezTo>
                <a:lnTo>
                  <a:pt x="139824" y="69954"/>
                </a:lnTo>
                <a:cubicBezTo>
                  <a:pt x="139824" y="62717"/>
                  <a:pt x="138994" y="58093"/>
                  <a:pt x="137333" y="56083"/>
                </a:cubicBezTo>
                <a:cubicBezTo>
                  <a:pt x="135673" y="54073"/>
                  <a:pt x="132460" y="52921"/>
                  <a:pt x="127695" y="52628"/>
                </a:cubicBezTo>
                <a:lnTo>
                  <a:pt x="127695" y="48730"/>
                </a:lnTo>
                <a:lnTo>
                  <a:pt x="170144" y="48730"/>
                </a:lnTo>
                <a:close/>
                <a:moveTo>
                  <a:pt x="230090" y="48730"/>
                </a:moveTo>
                <a:lnTo>
                  <a:pt x="230090" y="61941"/>
                </a:lnTo>
                <a:cubicBezTo>
                  <a:pt x="235288" y="56272"/>
                  <a:pt x="240269" y="52148"/>
                  <a:pt x="245034" y="49569"/>
                </a:cubicBezTo>
                <a:cubicBezTo>
                  <a:pt x="249799" y="46988"/>
                  <a:pt x="254924" y="45698"/>
                  <a:pt x="260411" y="45698"/>
                </a:cubicBezTo>
                <a:cubicBezTo>
                  <a:pt x="266980" y="45698"/>
                  <a:pt x="272431" y="47523"/>
                  <a:pt x="276762" y="51173"/>
                </a:cubicBezTo>
                <a:cubicBezTo>
                  <a:pt x="281094" y="54823"/>
                  <a:pt x="283982" y="59359"/>
                  <a:pt x="285425" y="64780"/>
                </a:cubicBezTo>
                <a:cubicBezTo>
                  <a:pt x="286580" y="68902"/>
                  <a:pt x="287158" y="76818"/>
                  <a:pt x="287158" y="88529"/>
                </a:cubicBezTo>
                <a:lnTo>
                  <a:pt x="287158" y="127997"/>
                </a:lnTo>
                <a:cubicBezTo>
                  <a:pt x="287158" y="135794"/>
                  <a:pt x="287862" y="140648"/>
                  <a:pt x="289270" y="142562"/>
                </a:cubicBezTo>
                <a:cubicBezTo>
                  <a:pt x="290677" y="144475"/>
                  <a:pt x="293619" y="145684"/>
                  <a:pt x="298095" y="146189"/>
                </a:cubicBezTo>
                <a:lnTo>
                  <a:pt x="298095" y="150088"/>
                </a:lnTo>
                <a:lnTo>
                  <a:pt x="246875" y="150088"/>
                </a:lnTo>
                <a:lnTo>
                  <a:pt x="246875" y="146189"/>
                </a:lnTo>
                <a:cubicBezTo>
                  <a:pt x="250701" y="145684"/>
                  <a:pt x="253444" y="144096"/>
                  <a:pt x="255105" y="141425"/>
                </a:cubicBezTo>
                <a:cubicBezTo>
                  <a:pt x="256260" y="139620"/>
                  <a:pt x="256837" y="135144"/>
                  <a:pt x="256837" y="127997"/>
                </a:cubicBezTo>
                <a:lnTo>
                  <a:pt x="256837" y="82949"/>
                </a:lnTo>
                <a:cubicBezTo>
                  <a:pt x="256837" y="74647"/>
                  <a:pt x="256512" y="69413"/>
                  <a:pt x="255863" y="67247"/>
                </a:cubicBezTo>
                <a:cubicBezTo>
                  <a:pt x="255213" y="65081"/>
                  <a:pt x="254112" y="63403"/>
                  <a:pt x="252560" y="62212"/>
                </a:cubicBezTo>
                <a:cubicBezTo>
                  <a:pt x="251008" y="61020"/>
                  <a:pt x="249293" y="60425"/>
                  <a:pt x="247416" y="60425"/>
                </a:cubicBezTo>
                <a:cubicBezTo>
                  <a:pt x="241208" y="60425"/>
                  <a:pt x="235432" y="64901"/>
                  <a:pt x="230090" y="73853"/>
                </a:cubicBezTo>
                <a:lnTo>
                  <a:pt x="230090" y="127997"/>
                </a:lnTo>
                <a:cubicBezTo>
                  <a:pt x="230090" y="135577"/>
                  <a:pt x="230794" y="140378"/>
                  <a:pt x="232202" y="142399"/>
                </a:cubicBezTo>
                <a:cubicBezTo>
                  <a:pt x="233609" y="144421"/>
                  <a:pt x="236226" y="145684"/>
                  <a:pt x="240053" y="146189"/>
                </a:cubicBezTo>
                <a:lnTo>
                  <a:pt x="240053" y="150088"/>
                </a:lnTo>
                <a:lnTo>
                  <a:pt x="188832" y="150088"/>
                </a:lnTo>
                <a:lnTo>
                  <a:pt x="188832" y="146189"/>
                </a:lnTo>
                <a:cubicBezTo>
                  <a:pt x="193092" y="145756"/>
                  <a:pt x="196124" y="144384"/>
                  <a:pt x="197928" y="142074"/>
                </a:cubicBezTo>
                <a:cubicBezTo>
                  <a:pt x="199156" y="140486"/>
                  <a:pt x="199769" y="135794"/>
                  <a:pt x="199769" y="127997"/>
                </a:cubicBezTo>
                <a:lnTo>
                  <a:pt x="199769" y="70821"/>
                </a:lnTo>
                <a:cubicBezTo>
                  <a:pt x="199769" y="63076"/>
                  <a:pt x="199065" y="58253"/>
                  <a:pt x="197658" y="56354"/>
                </a:cubicBezTo>
                <a:cubicBezTo>
                  <a:pt x="196250" y="54454"/>
                  <a:pt x="193308" y="53212"/>
                  <a:pt x="188832" y="52628"/>
                </a:cubicBezTo>
                <a:lnTo>
                  <a:pt x="188832" y="48730"/>
                </a:lnTo>
                <a:lnTo>
                  <a:pt x="230090" y="48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CurrentProject">
            <a:extLst xmlns:a="http://schemas.openxmlformats.org/drawingml/2006/main">
              <a:ext uri="{FF2B5EF4-FFF2-40B4-BE49-F238E27FC236}">
                <a16:creationId xmlns:a16="http://schemas.microsoft.com/office/drawing/2014/main" id="{2C7E9A13-C110-4F2D-989E-CBDE9A59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28" y="1005976"/>
            <a:ext cx="1491372" cy="197951"/>
          </a:xfrm>
          <a:custGeom xmlns:a="http://schemas.openxmlformats.org/drawingml/2006/main">
            <a:pathLst>
              <a:path w="1491372" h="197951">
                <a:moveTo>
                  <a:pt x="139259" y="0"/>
                </a:moveTo>
                <a:lnTo>
                  <a:pt x="139259" y="50896"/>
                </a:lnTo>
                <a:lnTo>
                  <a:pt x="135036" y="50896"/>
                </a:lnTo>
                <a:cubicBezTo>
                  <a:pt x="131859" y="37542"/>
                  <a:pt x="125939" y="27310"/>
                  <a:pt x="117276" y="20199"/>
                </a:cubicBezTo>
                <a:cubicBezTo>
                  <a:pt x="108613" y="13086"/>
                  <a:pt x="98795" y="9529"/>
                  <a:pt x="87822" y="9529"/>
                </a:cubicBezTo>
                <a:cubicBezTo>
                  <a:pt x="78653" y="9529"/>
                  <a:pt x="70243" y="12164"/>
                  <a:pt x="62591" y="17434"/>
                </a:cubicBezTo>
                <a:cubicBezTo>
                  <a:pt x="54938" y="22704"/>
                  <a:pt x="49343" y="29599"/>
                  <a:pt x="45806" y="38117"/>
                </a:cubicBezTo>
                <a:cubicBezTo>
                  <a:pt x="41258" y="49019"/>
                  <a:pt x="38984" y="61147"/>
                  <a:pt x="38984" y="74502"/>
                </a:cubicBezTo>
                <a:cubicBezTo>
                  <a:pt x="38984" y="87641"/>
                  <a:pt x="40644" y="99607"/>
                  <a:pt x="43965" y="110400"/>
                </a:cubicBezTo>
                <a:cubicBezTo>
                  <a:pt x="47286" y="121193"/>
                  <a:pt x="52484" y="129350"/>
                  <a:pt x="59559" y="134873"/>
                </a:cubicBezTo>
                <a:cubicBezTo>
                  <a:pt x="66633" y="140396"/>
                  <a:pt x="75802" y="143157"/>
                  <a:pt x="87064" y="143157"/>
                </a:cubicBezTo>
                <a:cubicBezTo>
                  <a:pt x="96304" y="143157"/>
                  <a:pt x="104769" y="141136"/>
                  <a:pt x="112457" y="137093"/>
                </a:cubicBezTo>
                <a:cubicBezTo>
                  <a:pt x="120146" y="133050"/>
                  <a:pt x="128249" y="126084"/>
                  <a:pt x="136768" y="116193"/>
                </a:cubicBezTo>
                <a:lnTo>
                  <a:pt x="136768" y="128863"/>
                </a:lnTo>
                <a:cubicBezTo>
                  <a:pt x="128538" y="137454"/>
                  <a:pt x="119965" y="143681"/>
                  <a:pt x="111050" y="147543"/>
                </a:cubicBezTo>
                <a:cubicBezTo>
                  <a:pt x="102134" y="151405"/>
                  <a:pt x="91720" y="153336"/>
                  <a:pt x="79808" y="153336"/>
                </a:cubicBezTo>
                <a:cubicBezTo>
                  <a:pt x="64143" y="153336"/>
                  <a:pt x="50228" y="150200"/>
                  <a:pt x="38063" y="143929"/>
                </a:cubicBezTo>
                <a:cubicBezTo>
                  <a:pt x="25899" y="137657"/>
                  <a:pt x="16514" y="128647"/>
                  <a:pt x="9908" y="116897"/>
                </a:cubicBezTo>
                <a:cubicBezTo>
                  <a:pt x="3303" y="105146"/>
                  <a:pt x="0" y="92637"/>
                  <a:pt x="0" y="79372"/>
                </a:cubicBezTo>
                <a:cubicBezTo>
                  <a:pt x="0" y="65387"/>
                  <a:pt x="3664" y="52123"/>
                  <a:pt x="10991" y="39579"/>
                </a:cubicBezTo>
                <a:cubicBezTo>
                  <a:pt x="18319" y="27034"/>
                  <a:pt x="28209" y="17301"/>
                  <a:pt x="40662" y="10382"/>
                </a:cubicBezTo>
                <a:cubicBezTo>
                  <a:pt x="53115" y="3461"/>
                  <a:pt x="66345" y="0"/>
                  <a:pt x="80350" y="0"/>
                </a:cubicBezTo>
                <a:cubicBezTo>
                  <a:pt x="90673" y="0"/>
                  <a:pt x="101574" y="2238"/>
                  <a:pt x="113053" y="6714"/>
                </a:cubicBezTo>
                <a:cubicBezTo>
                  <a:pt x="119695" y="9313"/>
                  <a:pt x="123918" y="10612"/>
                  <a:pt x="125723" y="10612"/>
                </a:cubicBezTo>
                <a:cubicBezTo>
                  <a:pt x="128033" y="10612"/>
                  <a:pt x="130036" y="9764"/>
                  <a:pt x="131733" y="8067"/>
                </a:cubicBezTo>
                <a:cubicBezTo>
                  <a:pt x="133429" y="6371"/>
                  <a:pt x="134530" y="3682"/>
                  <a:pt x="135036" y="0"/>
                </a:cubicBezTo>
                <a:lnTo>
                  <a:pt x="139259" y="0"/>
                </a:lnTo>
                <a:close/>
                <a:moveTo>
                  <a:pt x="256606" y="48730"/>
                </a:moveTo>
                <a:lnTo>
                  <a:pt x="256606" y="127997"/>
                </a:lnTo>
                <a:cubicBezTo>
                  <a:pt x="256606" y="135769"/>
                  <a:pt x="257328" y="140617"/>
                  <a:pt x="258772" y="142541"/>
                </a:cubicBezTo>
                <a:cubicBezTo>
                  <a:pt x="260216" y="144466"/>
                  <a:pt x="263139" y="145682"/>
                  <a:pt x="267543" y="146189"/>
                </a:cubicBezTo>
                <a:lnTo>
                  <a:pt x="267543" y="150088"/>
                </a:lnTo>
                <a:lnTo>
                  <a:pt x="226285" y="150088"/>
                </a:lnTo>
                <a:lnTo>
                  <a:pt x="226285" y="136552"/>
                </a:lnTo>
                <a:cubicBezTo>
                  <a:pt x="221448" y="142327"/>
                  <a:pt x="216612" y="146532"/>
                  <a:pt x="211775" y="149167"/>
                </a:cubicBezTo>
                <a:cubicBezTo>
                  <a:pt x="206938" y="151802"/>
                  <a:pt x="201523" y="153120"/>
                  <a:pt x="195531" y="153120"/>
                </a:cubicBezTo>
                <a:cubicBezTo>
                  <a:pt x="189828" y="153120"/>
                  <a:pt x="184757" y="151369"/>
                  <a:pt x="180317" y="147868"/>
                </a:cubicBezTo>
                <a:cubicBezTo>
                  <a:pt x="175877" y="144366"/>
                  <a:pt x="172899" y="140269"/>
                  <a:pt x="171383" y="135577"/>
                </a:cubicBezTo>
                <a:cubicBezTo>
                  <a:pt x="169867" y="130884"/>
                  <a:pt x="169109" y="122691"/>
                  <a:pt x="169109" y="110996"/>
                </a:cubicBezTo>
                <a:lnTo>
                  <a:pt x="169109" y="70821"/>
                </a:lnTo>
                <a:cubicBezTo>
                  <a:pt x="169109" y="63076"/>
                  <a:pt x="168405" y="58253"/>
                  <a:pt x="166997" y="56354"/>
                </a:cubicBezTo>
                <a:cubicBezTo>
                  <a:pt x="165590" y="54454"/>
                  <a:pt x="162648" y="53212"/>
                  <a:pt x="158172" y="52628"/>
                </a:cubicBezTo>
                <a:lnTo>
                  <a:pt x="158172" y="48730"/>
                </a:lnTo>
                <a:lnTo>
                  <a:pt x="199430" y="48730"/>
                </a:lnTo>
                <a:lnTo>
                  <a:pt x="199430" y="118011"/>
                </a:lnTo>
                <a:cubicBezTo>
                  <a:pt x="199430" y="125239"/>
                  <a:pt x="199773" y="129901"/>
                  <a:pt x="200459" y="131997"/>
                </a:cubicBezTo>
                <a:cubicBezTo>
                  <a:pt x="201144" y="134093"/>
                  <a:pt x="202227" y="135683"/>
                  <a:pt x="203707" y="136768"/>
                </a:cubicBezTo>
                <a:cubicBezTo>
                  <a:pt x="205187" y="137851"/>
                  <a:pt x="206902" y="138392"/>
                  <a:pt x="208851" y="138392"/>
                </a:cubicBezTo>
                <a:cubicBezTo>
                  <a:pt x="211450" y="138392"/>
                  <a:pt x="213796" y="137707"/>
                  <a:pt x="215890" y="136335"/>
                </a:cubicBezTo>
                <a:cubicBezTo>
                  <a:pt x="218777" y="134458"/>
                  <a:pt x="222243" y="130668"/>
                  <a:pt x="226285" y="124965"/>
                </a:cubicBezTo>
                <a:lnTo>
                  <a:pt x="226285" y="70821"/>
                </a:lnTo>
                <a:cubicBezTo>
                  <a:pt x="226285" y="63076"/>
                  <a:pt x="225581" y="58253"/>
                  <a:pt x="224174" y="56354"/>
                </a:cubicBezTo>
                <a:cubicBezTo>
                  <a:pt x="222766" y="54454"/>
                  <a:pt x="219824" y="53212"/>
                  <a:pt x="215348" y="52628"/>
                </a:cubicBezTo>
                <a:lnTo>
                  <a:pt x="215348" y="48730"/>
                </a:lnTo>
                <a:lnTo>
                  <a:pt x="256606" y="48730"/>
                </a:lnTo>
                <a:close/>
                <a:moveTo>
                  <a:pt x="324144" y="48730"/>
                </a:moveTo>
                <a:lnTo>
                  <a:pt x="324144" y="71687"/>
                </a:lnTo>
                <a:cubicBezTo>
                  <a:pt x="330858" y="61219"/>
                  <a:pt x="336742" y="54270"/>
                  <a:pt x="341795" y="50841"/>
                </a:cubicBezTo>
                <a:cubicBezTo>
                  <a:pt x="346849" y="47412"/>
                  <a:pt x="351722" y="45698"/>
                  <a:pt x="356414" y="45698"/>
                </a:cubicBezTo>
                <a:cubicBezTo>
                  <a:pt x="360457" y="45698"/>
                  <a:pt x="363687" y="46947"/>
                  <a:pt x="366106" y="49447"/>
                </a:cubicBezTo>
                <a:cubicBezTo>
                  <a:pt x="368524" y="51947"/>
                  <a:pt x="369734" y="55479"/>
                  <a:pt x="369734" y="60042"/>
                </a:cubicBezTo>
                <a:cubicBezTo>
                  <a:pt x="369734" y="64897"/>
                  <a:pt x="368560" y="68666"/>
                  <a:pt x="366214" y="71348"/>
                </a:cubicBezTo>
                <a:cubicBezTo>
                  <a:pt x="363868" y="74029"/>
                  <a:pt x="361034" y="75369"/>
                  <a:pt x="357714" y="75369"/>
                </a:cubicBezTo>
                <a:cubicBezTo>
                  <a:pt x="353887" y="75369"/>
                  <a:pt x="350567" y="74141"/>
                  <a:pt x="347751" y="71687"/>
                </a:cubicBezTo>
                <a:cubicBezTo>
                  <a:pt x="344936" y="69232"/>
                  <a:pt x="343275" y="67861"/>
                  <a:pt x="342770" y="67572"/>
                </a:cubicBezTo>
                <a:cubicBezTo>
                  <a:pt x="342048" y="67139"/>
                  <a:pt x="341218" y="66922"/>
                  <a:pt x="340279" y="66922"/>
                </a:cubicBezTo>
                <a:cubicBezTo>
                  <a:pt x="338186" y="66922"/>
                  <a:pt x="336200" y="67716"/>
                  <a:pt x="334323" y="69305"/>
                </a:cubicBezTo>
                <a:cubicBezTo>
                  <a:pt x="331363" y="71759"/>
                  <a:pt x="329125" y="75260"/>
                  <a:pt x="327609" y="79808"/>
                </a:cubicBezTo>
                <a:cubicBezTo>
                  <a:pt x="325299" y="86811"/>
                  <a:pt x="324144" y="94536"/>
                  <a:pt x="324144" y="102982"/>
                </a:cubicBezTo>
                <a:lnTo>
                  <a:pt x="324144" y="126264"/>
                </a:lnTo>
                <a:lnTo>
                  <a:pt x="324252" y="132328"/>
                </a:lnTo>
                <a:cubicBezTo>
                  <a:pt x="324252" y="136443"/>
                  <a:pt x="324505" y="139078"/>
                  <a:pt x="325011" y="140233"/>
                </a:cubicBezTo>
                <a:cubicBezTo>
                  <a:pt x="325877" y="142183"/>
                  <a:pt x="327158" y="143608"/>
                  <a:pt x="328855" y="144511"/>
                </a:cubicBezTo>
                <a:cubicBezTo>
                  <a:pt x="330551" y="145413"/>
                  <a:pt x="333421" y="145973"/>
                  <a:pt x="337464" y="146189"/>
                </a:cubicBezTo>
                <a:lnTo>
                  <a:pt x="337464" y="150088"/>
                </a:lnTo>
                <a:lnTo>
                  <a:pt x="282778" y="150088"/>
                </a:lnTo>
                <a:lnTo>
                  <a:pt x="282778" y="146189"/>
                </a:lnTo>
                <a:cubicBezTo>
                  <a:pt x="287182" y="145828"/>
                  <a:pt x="290160" y="144619"/>
                  <a:pt x="291712" y="142562"/>
                </a:cubicBezTo>
                <a:cubicBezTo>
                  <a:pt x="293264" y="140504"/>
                  <a:pt x="294040" y="135072"/>
                  <a:pt x="294040" y="126264"/>
                </a:cubicBezTo>
                <a:lnTo>
                  <a:pt x="294040" y="70171"/>
                </a:lnTo>
                <a:cubicBezTo>
                  <a:pt x="294040" y="64359"/>
                  <a:pt x="293751" y="60655"/>
                  <a:pt x="293174" y="59058"/>
                </a:cubicBezTo>
                <a:cubicBezTo>
                  <a:pt x="292452" y="57023"/>
                  <a:pt x="291405" y="55534"/>
                  <a:pt x="290033" y="54591"/>
                </a:cubicBezTo>
                <a:cubicBezTo>
                  <a:pt x="288662" y="53646"/>
                  <a:pt x="286243" y="52991"/>
                  <a:pt x="282778" y="52628"/>
                </a:cubicBezTo>
                <a:lnTo>
                  <a:pt x="282778" y="48730"/>
                </a:lnTo>
                <a:lnTo>
                  <a:pt x="324144" y="48730"/>
                </a:lnTo>
                <a:close/>
                <a:moveTo>
                  <a:pt x="422612" y="48730"/>
                </a:moveTo>
                <a:lnTo>
                  <a:pt x="422612" y="71687"/>
                </a:lnTo>
                <a:cubicBezTo>
                  <a:pt x="429326" y="61219"/>
                  <a:pt x="435210" y="54270"/>
                  <a:pt x="440263" y="50841"/>
                </a:cubicBezTo>
                <a:cubicBezTo>
                  <a:pt x="445316" y="47412"/>
                  <a:pt x="450189" y="45698"/>
                  <a:pt x="454882" y="45698"/>
                </a:cubicBezTo>
                <a:cubicBezTo>
                  <a:pt x="458925" y="45698"/>
                  <a:pt x="462155" y="46947"/>
                  <a:pt x="464574" y="49447"/>
                </a:cubicBezTo>
                <a:cubicBezTo>
                  <a:pt x="466992" y="51947"/>
                  <a:pt x="468201" y="55479"/>
                  <a:pt x="468201" y="60042"/>
                </a:cubicBezTo>
                <a:cubicBezTo>
                  <a:pt x="468201" y="64897"/>
                  <a:pt x="467028" y="68666"/>
                  <a:pt x="464682" y="71348"/>
                </a:cubicBezTo>
                <a:cubicBezTo>
                  <a:pt x="462336" y="74029"/>
                  <a:pt x="459502" y="75369"/>
                  <a:pt x="456181" y="75369"/>
                </a:cubicBezTo>
                <a:cubicBezTo>
                  <a:pt x="452355" y="75369"/>
                  <a:pt x="449034" y="74141"/>
                  <a:pt x="446219" y="71687"/>
                </a:cubicBezTo>
                <a:cubicBezTo>
                  <a:pt x="443403" y="69232"/>
                  <a:pt x="441743" y="67861"/>
                  <a:pt x="441238" y="67572"/>
                </a:cubicBezTo>
                <a:cubicBezTo>
                  <a:pt x="440516" y="67139"/>
                  <a:pt x="439685" y="66922"/>
                  <a:pt x="438747" y="66922"/>
                </a:cubicBezTo>
                <a:cubicBezTo>
                  <a:pt x="436653" y="66922"/>
                  <a:pt x="434668" y="67716"/>
                  <a:pt x="432791" y="69305"/>
                </a:cubicBezTo>
                <a:cubicBezTo>
                  <a:pt x="429831" y="71759"/>
                  <a:pt x="427593" y="75260"/>
                  <a:pt x="426077" y="79808"/>
                </a:cubicBezTo>
                <a:cubicBezTo>
                  <a:pt x="423767" y="86811"/>
                  <a:pt x="422612" y="94536"/>
                  <a:pt x="422612" y="102982"/>
                </a:cubicBezTo>
                <a:lnTo>
                  <a:pt x="422612" y="126264"/>
                </a:lnTo>
                <a:lnTo>
                  <a:pt x="422720" y="132328"/>
                </a:lnTo>
                <a:cubicBezTo>
                  <a:pt x="422720" y="136443"/>
                  <a:pt x="422973" y="139078"/>
                  <a:pt x="423478" y="140233"/>
                </a:cubicBezTo>
                <a:cubicBezTo>
                  <a:pt x="424345" y="142183"/>
                  <a:pt x="425626" y="143608"/>
                  <a:pt x="427323" y="144511"/>
                </a:cubicBezTo>
                <a:cubicBezTo>
                  <a:pt x="429019" y="145413"/>
                  <a:pt x="431889" y="145973"/>
                  <a:pt x="435931" y="146189"/>
                </a:cubicBezTo>
                <a:lnTo>
                  <a:pt x="435931" y="150088"/>
                </a:lnTo>
                <a:lnTo>
                  <a:pt x="381246" y="150088"/>
                </a:lnTo>
                <a:lnTo>
                  <a:pt x="381246" y="146189"/>
                </a:lnTo>
                <a:cubicBezTo>
                  <a:pt x="385650" y="145828"/>
                  <a:pt x="388628" y="144619"/>
                  <a:pt x="390180" y="142562"/>
                </a:cubicBezTo>
                <a:cubicBezTo>
                  <a:pt x="391732" y="140504"/>
                  <a:pt x="392508" y="135072"/>
                  <a:pt x="392508" y="126264"/>
                </a:cubicBezTo>
                <a:lnTo>
                  <a:pt x="392508" y="70171"/>
                </a:lnTo>
                <a:cubicBezTo>
                  <a:pt x="392508" y="64359"/>
                  <a:pt x="392219" y="60655"/>
                  <a:pt x="391642" y="59058"/>
                </a:cubicBezTo>
                <a:cubicBezTo>
                  <a:pt x="390920" y="57023"/>
                  <a:pt x="389873" y="55534"/>
                  <a:pt x="388501" y="54591"/>
                </a:cubicBezTo>
                <a:cubicBezTo>
                  <a:pt x="387130" y="53646"/>
                  <a:pt x="384711" y="52991"/>
                  <a:pt x="381246" y="52628"/>
                </a:cubicBezTo>
                <a:lnTo>
                  <a:pt x="381246" y="48730"/>
                </a:lnTo>
                <a:lnTo>
                  <a:pt x="422612" y="48730"/>
                </a:lnTo>
                <a:close/>
                <a:moveTo>
                  <a:pt x="564828" y="95727"/>
                </a:moveTo>
                <a:lnTo>
                  <a:pt x="509276" y="95727"/>
                </a:lnTo>
                <a:cubicBezTo>
                  <a:pt x="509926" y="109191"/>
                  <a:pt x="513500" y="119831"/>
                  <a:pt x="519997" y="127648"/>
                </a:cubicBezTo>
                <a:cubicBezTo>
                  <a:pt x="524978" y="133656"/>
                  <a:pt x="530970" y="136660"/>
                  <a:pt x="537973" y="136660"/>
                </a:cubicBezTo>
                <a:cubicBezTo>
                  <a:pt x="542304" y="136660"/>
                  <a:pt x="546239" y="135451"/>
                  <a:pt x="549776" y="133032"/>
                </a:cubicBezTo>
                <a:cubicBezTo>
                  <a:pt x="553314" y="130614"/>
                  <a:pt x="557104" y="126264"/>
                  <a:pt x="561147" y="119983"/>
                </a:cubicBezTo>
                <a:lnTo>
                  <a:pt x="564828" y="122366"/>
                </a:lnTo>
                <a:cubicBezTo>
                  <a:pt x="559342" y="133556"/>
                  <a:pt x="553278" y="141479"/>
                  <a:pt x="546636" y="146135"/>
                </a:cubicBezTo>
                <a:cubicBezTo>
                  <a:pt x="539994" y="150791"/>
                  <a:pt x="532306" y="153120"/>
                  <a:pt x="523571" y="153120"/>
                </a:cubicBezTo>
                <a:cubicBezTo>
                  <a:pt x="508555" y="153120"/>
                  <a:pt x="497184" y="147339"/>
                  <a:pt x="489460" y="135777"/>
                </a:cubicBezTo>
                <a:cubicBezTo>
                  <a:pt x="483251" y="126455"/>
                  <a:pt x="480147" y="114893"/>
                  <a:pt x="480147" y="101091"/>
                </a:cubicBezTo>
                <a:cubicBezTo>
                  <a:pt x="480147" y="84179"/>
                  <a:pt x="484713" y="70720"/>
                  <a:pt x="493845" y="60713"/>
                </a:cubicBezTo>
                <a:cubicBezTo>
                  <a:pt x="502978" y="50703"/>
                  <a:pt x="513680" y="45698"/>
                  <a:pt x="525953" y="45698"/>
                </a:cubicBezTo>
                <a:cubicBezTo>
                  <a:pt x="536204" y="45698"/>
                  <a:pt x="545102" y="49903"/>
                  <a:pt x="552646" y="58313"/>
                </a:cubicBezTo>
                <a:cubicBezTo>
                  <a:pt x="560190" y="66724"/>
                  <a:pt x="564251" y="79195"/>
                  <a:pt x="564828" y="95727"/>
                </a:cubicBezTo>
                <a:moveTo>
                  <a:pt x="538189" y="88580"/>
                </a:moveTo>
                <a:cubicBezTo>
                  <a:pt x="538189" y="76957"/>
                  <a:pt x="537558" y="68980"/>
                  <a:pt x="536294" y="64648"/>
                </a:cubicBezTo>
                <a:cubicBezTo>
                  <a:pt x="535031" y="60317"/>
                  <a:pt x="533064" y="57032"/>
                  <a:pt x="530393" y="54794"/>
                </a:cubicBezTo>
                <a:cubicBezTo>
                  <a:pt x="528877" y="53494"/>
                  <a:pt x="526855" y="52845"/>
                  <a:pt x="524329" y="52845"/>
                </a:cubicBezTo>
                <a:cubicBezTo>
                  <a:pt x="520575" y="52845"/>
                  <a:pt x="517506" y="54686"/>
                  <a:pt x="515124" y="58367"/>
                </a:cubicBezTo>
                <a:cubicBezTo>
                  <a:pt x="510865" y="64793"/>
                  <a:pt x="508735" y="73600"/>
                  <a:pt x="508735" y="84790"/>
                </a:cubicBezTo>
                <a:lnTo>
                  <a:pt x="508735" y="88580"/>
                </a:lnTo>
                <a:lnTo>
                  <a:pt x="538189" y="88580"/>
                </a:lnTo>
                <a:close/>
                <a:moveTo>
                  <a:pt x="617789" y="48730"/>
                </a:moveTo>
                <a:lnTo>
                  <a:pt x="617789" y="61941"/>
                </a:lnTo>
                <a:cubicBezTo>
                  <a:pt x="622987" y="56272"/>
                  <a:pt x="627968" y="52148"/>
                  <a:pt x="632733" y="49569"/>
                </a:cubicBezTo>
                <a:cubicBezTo>
                  <a:pt x="637498" y="46988"/>
                  <a:pt x="642623" y="45698"/>
                  <a:pt x="648110" y="45698"/>
                </a:cubicBezTo>
                <a:cubicBezTo>
                  <a:pt x="654679" y="45698"/>
                  <a:pt x="660130" y="47523"/>
                  <a:pt x="664461" y="51173"/>
                </a:cubicBezTo>
                <a:cubicBezTo>
                  <a:pt x="668793" y="54823"/>
                  <a:pt x="671681" y="59359"/>
                  <a:pt x="673124" y="64780"/>
                </a:cubicBezTo>
                <a:cubicBezTo>
                  <a:pt x="674280" y="68902"/>
                  <a:pt x="674857" y="76818"/>
                  <a:pt x="674857" y="88529"/>
                </a:cubicBezTo>
                <a:lnTo>
                  <a:pt x="674857" y="127997"/>
                </a:lnTo>
                <a:cubicBezTo>
                  <a:pt x="674857" y="135794"/>
                  <a:pt x="675561" y="140648"/>
                  <a:pt x="676969" y="142562"/>
                </a:cubicBezTo>
                <a:cubicBezTo>
                  <a:pt x="678376" y="144475"/>
                  <a:pt x="681318" y="145684"/>
                  <a:pt x="685794" y="146189"/>
                </a:cubicBezTo>
                <a:lnTo>
                  <a:pt x="685794" y="150088"/>
                </a:lnTo>
                <a:lnTo>
                  <a:pt x="634574" y="150088"/>
                </a:lnTo>
                <a:lnTo>
                  <a:pt x="634574" y="146189"/>
                </a:lnTo>
                <a:cubicBezTo>
                  <a:pt x="638400" y="145684"/>
                  <a:pt x="641143" y="144096"/>
                  <a:pt x="642804" y="141425"/>
                </a:cubicBezTo>
                <a:cubicBezTo>
                  <a:pt x="643959" y="139620"/>
                  <a:pt x="644536" y="135144"/>
                  <a:pt x="644536" y="127997"/>
                </a:cubicBezTo>
                <a:lnTo>
                  <a:pt x="644536" y="82949"/>
                </a:lnTo>
                <a:cubicBezTo>
                  <a:pt x="644536" y="74647"/>
                  <a:pt x="644211" y="69413"/>
                  <a:pt x="643562" y="67247"/>
                </a:cubicBezTo>
                <a:cubicBezTo>
                  <a:pt x="642912" y="65081"/>
                  <a:pt x="641811" y="63403"/>
                  <a:pt x="640259" y="62212"/>
                </a:cubicBezTo>
                <a:cubicBezTo>
                  <a:pt x="638707" y="61020"/>
                  <a:pt x="636992" y="60425"/>
                  <a:pt x="635115" y="60425"/>
                </a:cubicBezTo>
                <a:cubicBezTo>
                  <a:pt x="628907" y="60425"/>
                  <a:pt x="623131" y="64901"/>
                  <a:pt x="617789" y="73853"/>
                </a:cubicBezTo>
                <a:lnTo>
                  <a:pt x="617789" y="127997"/>
                </a:lnTo>
                <a:cubicBezTo>
                  <a:pt x="617789" y="135577"/>
                  <a:pt x="618493" y="140378"/>
                  <a:pt x="619901" y="142399"/>
                </a:cubicBezTo>
                <a:cubicBezTo>
                  <a:pt x="621309" y="144421"/>
                  <a:pt x="623925" y="145684"/>
                  <a:pt x="627752" y="146189"/>
                </a:cubicBezTo>
                <a:lnTo>
                  <a:pt x="627752" y="150088"/>
                </a:lnTo>
                <a:lnTo>
                  <a:pt x="576531" y="150088"/>
                </a:lnTo>
                <a:lnTo>
                  <a:pt x="576531" y="146189"/>
                </a:lnTo>
                <a:cubicBezTo>
                  <a:pt x="580791" y="145756"/>
                  <a:pt x="583823" y="144384"/>
                  <a:pt x="585628" y="142074"/>
                </a:cubicBezTo>
                <a:cubicBezTo>
                  <a:pt x="586855" y="140486"/>
                  <a:pt x="587468" y="135794"/>
                  <a:pt x="587468" y="127997"/>
                </a:cubicBezTo>
                <a:lnTo>
                  <a:pt x="587468" y="70821"/>
                </a:lnTo>
                <a:cubicBezTo>
                  <a:pt x="587468" y="63076"/>
                  <a:pt x="586765" y="58253"/>
                  <a:pt x="585357" y="56354"/>
                </a:cubicBezTo>
                <a:cubicBezTo>
                  <a:pt x="583949" y="54454"/>
                  <a:pt x="581007" y="53212"/>
                  <a:pt x="576531" y="52628"/>
                </a:cubicBezTo>
                <a:lnTo>
                  <a:pt x="576531" y="48730"/>
                </a:lnTo>
                <a:lnTo>
                  <a:pt x="617789" y="48730"/>
                </a:lnTo>
                <a:close/>
                <a:moveTo>
                  <a:pt x="739905" y="11479"/>
                </a:moveTo>
                <a:lnTo>
                  <a:pt x="739905" y="48730"/>
                </a:lnTo>
                <a:lnTo>
                  <a:pt x="763945" y="48730"/>
                </a:lnTo>
                <a:lnTo>
                  <a:pt x="763945" y="59342"/>
                </a:lnTo>
                <a:lnTo>
                  <a:pt x="739905" y="59342"/>
                </a:lnTo>
                <a:lnTo>
                  <a:pt x="739905" y="121994"/>
                </a:lnTo>
                <a:cubicBezTo>
                  <a:pt x="739905" y="127857"/>
                  <a:pt x="740175" y="131639"/>
                  <a:pt x="740717" y="133340"/>
                </a:cubicBezTo>
                <a:cubicBezTo>
                  <a:pt x="741258" y="135041"/>
                  <a:pt x="742215" y="136417"/>
                  <a:pt x="743586" y="137469"/>
                </a:cubicBezTo>
                <a:cubicBezTo>
                  <a:pt x="744958" y="138518"/>
                  <a:pt x="746221" y="139042"/>
                  <a:pt x="747376" y="139042"/>
                </a:cubicBezTo>
                <a:cubicBezTo>
                  <a:pt x="752069" y="139042"/>
                  <a:pt x="756509" y="135433"/>
                  <a:pt x="760696" y="128213"/>
                </a:cubicBezTo>
                <a:lnTo>
                  <a:pt x="763945" y="130619"/>
                </a:lnTo>
                <a:cubicBezTo>
                  <a:pt x="758097" y="144609"/>
                  <a:pt x="748604" y="151604"/>
                  <a:pt x="735465" y="151604"/>
                </a:cubicBezTo>
                <a:cubicBezTo>
                  <a:pt x="729040" y="151604"/>
                  <a:pt x="723607" y="149811"/>
                  <a:pt x="719167" y="146226"/>
                </a:cubicBezTo>
                <a:cubicBezTo>
                  <a:pt x="714728" y="142639"/>
                  <a:pt x="711894" y="138636"/>
                  <a:pt x="710667" y="134217"/>
                </a:cubicBezTo>
                <a:cubicBezTo>
                  <a:pt x="709945" y="131753"/>
                  <a:pt x="709584" y="125088"/>
                  <a:pt x="709584" y="114220"/>
                </a:cubicBezTo>
                <a:lnTo>
                  <a:pt x="709584" y="59342"/>
                </a:lnTo>
                <a:lnTo>
                  <a:pt x="696373" y="59342"/>
                </a:lnTo>
                <a:lnTo>
                  <a:pt x="696373" y="55542"/>
                </a:lnTo>
                <a:cubicBezTo>
                  <a:pt x="705469" y="49103"/>
                  <a:pt x="713212" y="42338"/>
                  <a:pt x="719601" y="35248"/>
                </a:cubicBezTo>
                <a:cubicBezTo>
                  <a:pt x="725990" y="28157"/>
                  <a:pt x="731566" y="20234"/>
                  <a:pt x="736331" y="11479"/>
                </a:cubicBezTo>
                <a:lnTo>
                  <a:pt x="739905" y="11479"/>
                </a:lnTo>
                <a:close/>
                <a:moveTo>
                  <a:pt x="876342" y="83599"/>
                </a:moveTo>
                <a:lnTo>
                  <a:pt x="876342" y="124315"/>
                </a:lnTo>
                <a:cubicBezTo>
                  <a:pt x="876342" y="132297"/>
                  <a:pt x="876829" y="137322"/>
                  <a:pt x="877804" y="139391"/>
                </a:cubicBezTo>
                <a:cubicBezTo>
                  <a:pt x="878778" y="141457"/>
                  <a:pt x="880511" y="143108"/>
                  <a:pt x="883001" y="144342"/>
                </a:cubicBezTo>
                <a:cubicBezTo>
                  <a:pt x="885492" y="145573"/>
                  <a:pt x="890058" y="146189"/>
                  <a:pt x="896700" y="146189"/>
                </a:cubicBezTo>
                <a:lnTo>
                  <a:pt x="896700" y="150088"/>
                </a:lnTo>
                <a:lnTo>
                  <a:pt x="822089" y="150088"/>
                </a:lnTo>
                <a:lnTo>
                  <a:pt x="822089" y="146189"/>
                </a:lnTo>
                <a:cubicBezTo>
                  <a:pt x="828875" y="146189"/>
                  <a:pt x="833478" y="145554"/>
                  <a:pt x="835896" y="144284"/>
                </a:cubicBezTo>
                <a:cubicBezTo>
                  <a:pt x="838314" y="143014"/>
                  <a:pt x="840011" y="141364"/>
                  <a:pt x="840986" y="139333"/>
                </a:cubicBezTo>
                <a:cubicBezTo>
                  <a:pt x="841960" y="137303"/>
                  <a:pt x="842447" y="132297"/>
                  <a:pt x="842447" y="124315"/>
                </a:cubicBezTo>
                <a:lnTo>
                  <a:pt x="842447" y="29021"/>
                </a:lnTo>
                <a:cubicBezTo>
                  <a:pt x="842447" y="21040"/>
                  <a:pt x="841960" y="16015"/>
                  <a:pt x="840986" y="13949"/>
                </a:cubicBezTo>
                <a:cubicBezTo>
                  <a:pt x="840011" y="11880"/>
                  <a:pt x="838296" y="10230"/>
                  <a:pt x="835842" y="8998"/>
                </a:cubicBezTo>
                <a:cubicBezTo>
                  <a:pt x="833387" y="7764"/>
                  <a:pt x="828803" y="7147"/>
                  <a:pt x="822089" y="7147"/>
                </a:cubicBezTo>
                <a:lnTo>
                  <a:pt x="822089" y="3249"/>
                </a:lnTo>
                <a:lnTo>
                  <a:pt x="886088" y="3249"/>
                </a:lnTo>
                <a:cubicBezTo>
                  <a:pt x="907168" y="3249"/>
                  <a:pt x="922292" y="7003"/>
                  <a:pt x="931460" y="14511"/>
                </a:cubicBezTo>
                <a:cubicBezTo>
                  <a:pt x="940629" y="22019"/>
                  <a:pt x="945213" y="31404"/>
                  <a:pt x="945213" y="42666"/>
                </a:cubicBezTo>
                <a:cubicBezTo>
                  <a:pt x="945213" y="52195"/>
                  <a:pt x="942253" y="60353"/>
                  <a:pt x="936333" y="67139"/>
                </a:cubicBezTo>
                <a:cubicBezTo>
                  <a:pt x="930414" y="73925"/>
                  <a:pt x="922256" y="78545"/>
                  <a:pt x="911860" y="81000"/>
                </a:cubicBezTo>
                <a:cubicBezTo>
                  <a:pt x="904858" y="82732"/>
                  <a:pt x="893018" y="83599"/>
                  <a:pt x="876342" y="83599"/>
                </a:cubicBezTo>
                <a:moveTo>
                  <a:pt x="876342" y="11695"/>
                </a:moveTo>
                <a:lnTo>
                  <a:pt x="876342" y="75152"/>
                </a:lnTo>
                <a:cubicBezTo>
                  <a:pt x="878724" y="75296"/>
                  <a:pt x="880529" y="75369"/>
                  <a:pt x="881756" y="75369"/>
                </a:cubicBezTo>
                <a:cubicBezTo>
                  <a:pt x="890564" y="75369"/>
                  <a:pt x="897350" y="72752"/>
                  <a:pt x="902114" y="67518"/>
                </a:cubicBezTo>
                <a:cubicBezTo>
                  <a:pt x="906879" y="62284"/>
                  <a:pt x="909261" y="54180"/>
                  <a:pt x="909261" y="43207"/>
                </a:cubicBezTo>
                <a:cubicBezTo>
                  <a:pt x="909261" y="32306"/>
                  <a:pt x="906879" y="24329"/>
                  <a:pt x="902114" y="19275"/>
                </a:cubicBezTo>
                <a:cubicBezTo>
                  <a:pt x="897350" y="14222"/>
                  <a:pt x="890239" y="11695"/>
                  <a:pt x="880781" y="11695"/>
                </a:cubicBezTo>
                <a:lnTo>
                  <a:pt x="876342" y="11695"/>
                </a:lnTo>
                <a:close/>
                <a:moveTo>
                  <a:pt x="999232" y="48730"/>
                </a:moveTo>
                <a:lnTo>
                  <a:pt x="999232" y="71687"/>
                </a:lnTo>
                <a:cubicBezTo>
                  <a:pt x="1005946" y="61219"/>
                  <a:pt x="1011830" y="54270"/>
                  <a:pt x="1016883" y="50841"/>
                </a:cubicBezTo>
                <a:cubicBezTo>
                  <a:pt x="1021937" y="47412"/>
                  <a:pt x="1026810" y="45698"/>
                  <a:pt x="1031502" y="45698"/>
                </a:cubicBezTo>
                <a:cubicBezTo>
                  <a:pt x="1035545" y="45698"/>
                  <a:pt x="1038776" y="46947"/>
                  <a:pt x="1041194" y="49447"/>
                </a:cubicBezTo>
                <a:cubicBezTo>
                  <a:pt x="1043613" y="51947"/>
                  <a:pt x="1044822" y="55479"/>
                  <a:pt x="1044822" y="60042"/>
                </a:cubicBezTo>
                <a:cubicBezTo>
                  <a:pt x="1044822" y="64897"/>
                  <a:pt x="1043649" y="68666"/>
                  <a:pt x="1041302" y="71348"/>
                </a:cubicBezTo>
                <a:cubicBezTo>
                  <a:pt x="1038956" y="74029"/>
                  <a:pt x="1036123" y="75369"/>
                  <a:pt x="1032802" y="75369"/>
                </a:cubicBezTo>
                <a:cubicBezTo>
                  <a:pt x="1028976" y="75369"/>
                  <a:pt x="1025655" y="74141"/>
                  <a:pt x="1022839" y="71687"/>
                </a:cubicBezTo>
                <a:cubicBezTo>
                  <a:pt x="1020024" y="69232"/>
                  <a:pt x="1018363" y="67861"/>
                  <a:pt x="1017858" y="67572"/>
                </a:cubicBezTo>
                <a:cubicBezTo>
                  <a:pt x="1017136" y="67139"/>
                  <a:pt x="1016306" y="66922"/>
                  <a:pt x="1015367" y="66922"/>
                </a:cubicBezTo>
                <a:cubicBezTo>
                  <a:pt x="1013274" y="66922"/>
                  <a:pt x="1011288" y="67716"/>
                  <a:pt x="1009411" y="69305"/>
                </a:cubicBezTo>
                <a:cubicBezTo>
                  <a:pt x="1006452" y="71759"/>
                  <a:pt x="1004214" y="75260"/>
                  <a:pt x="1002698" y="79808"/>
                </a:cubicBezTo>
                <a:cubicBezTo>
                  <a:pt x="1000387" y="86811"/>
                  <a:pt x="999232" y="94536"/>
                  <a:pt x="999232" y="102982"/>
                </a:cubicBezTo>
                <a:lnTo>
                  <a:pt x="999232" y="126264"/>
                </a:lnTo>
                <a:lnTo>
                  <a:pt x="999341" y="132328"/>
                </a:lnTo>
                <a:cubicBezTo>
                  <a:pt x="999341" y="136443"/>
                  <a:pt x="999593" y="139078"/>
                  <a:pt x="1000099" y="140233"/>
                </a:cubicBezTo>
                <a:cubicBezTo>
                  <a:pt x="1000965" y="142183"/>
                  <a:pt x="1002246" y="143608"/>
                  <a:pt x="1003943" y="144511"/>
                </a:cubicBezTo>
                <a:cubicBezTo>
                  <a:pt x="1005639" y="145413"/>
                  <a:pt x="1008509" y="145973"/>
                  <a:pt x="1012552" y="146189"/>
                </a:cubicBezTo>
                <a:lnTo>
                  <a:pt x="1012552" y="150088"/>
                </a:lnTo>
                <a:lnTo>
                  <a:pt x="957866" y="150088"/>
                </a:lnTo>
                <a:lnTo>
                  <a:pt x="957866" y="146189"/>
                </a:lnTo>
                <a:cubicBezTo>
                  <a:pt x="962270" y="145828"/>
                  <a:pt x="965248" y="144619"/>
                  <a:pt x="966800" y="142562"/>
                </a:cubicBezTo>
                <a:cubicBezTo>
                  <a:pt x="968352" y="140504"/>
                  <a:pt x="969128" y="135072"/>
                  <a:pt x="969128" y="126264"/>
                </a:cubicBezTo>
                <a:lnTo>
                  <a:pt x="969128" y="70171"/>
                </a:lnTo>
                <a:cubicBezTo>
                  <a:pt x="969128" y="64359"/>
                  <a:pt x="968839" y="60655"/>
                  <a:pt x="968262" y="59058"/>
                </a:cubicBezTo>
                <a:cubicBezTo>
                  <a:pt x="967540" y="57023"/>
                  <a:pt x="966493" y="55534"/>
                  <a:pt x="965122" y="54591"/>
                </a:cubicBezTo>
                <a:cubicBezTo>
                  <a:pt x="963750" y="53646"/>
                  <a:pt x="961331" y="52991"/>
                  <a:pt x="957866" y="52628"/>
                </a:cubicBezTo>
                <a:lnTo>
                  <a:pt x="957866" y="48730"/>
                </a:lnTo>
                <a:lnTo>
                  <a:pt x="999232" y="48730"/>
                </a:lnTo>
                <a:close/>
                <a:moveTo>
                  <a:pt x="1101000" y="45698"/>
                </a:moveTo>
                <a:cubicBezTo>
                  <a:pt x="1109807" y="45698"/>
                  <a:pt x="1118001" y="47974"/>
                  <a:pt x="1125581" y="52527"/>
                </a:cubicBezTo>
                <a:cubicBezTo>
                  <a:pt x="1133161" y="57079"/>
                  <a:pt x="1138919" y="63547"/>
                  <a:pt x="1142853" y="71931"/>
                </a:cubicBezTo>
                <a:cubicBezTo>
                  <a:pt x="1146788" y="80314"/>
                  <a:pt x="1148755" y="89491"/>
                  <a:pt x="1148755" y="99463"/>
                </a:cubicBezTo>
                <a:cubicBezTo>
                  <a:pt x="1148755" y="113843"/>
                  <a:pt x="1145109" y="125875"/>
                  <a:pt x="1137818" y="135560"/>
                </a:cubicBezTo>
                <a:cubicBezTo>
                  <a:pt x="1129010" y="147266"/>
                  <a:pt x="1116846" y="153120"/>
                  <a:pt x="1101325" y="153120"/>
                </a:cubicBezTo>
                <a:cubicBezTo>
                  <a:pt x="1086092" y="153120"/>
                  <a:pt x="1074361" y="147772"/>
                  <a:pt x="1066131" y="137076"/>
                </a:cubicBezTo>
                <a:cubicBezTo>
                  <a:pt x="1057901" y="126380"/>
                  <a:pt x="1053786" y="113987"/>
                  <a:pt x="1053786" y="99896"/>
                </a:cubicBezTo>
                <a:cubicBezTo>
                  <a:pt x="1053786" y="85372"/>
                  <a:pt x="1057991" y="72708"/>
                  <a:pt x="1066402" y="61904"/>
                </a:cubicBezTo>
                <a:cubicBezTo>
                  <a:pt x="1074812" y="51100"/>
                  <a:pt x="1086345" y="45698"/>
                  <a:pt x="1101000" y="45698"/>
                </a:cubicBezTo>
                <a:moveTo>
                  <a:pt x="1101433" y="53278"/>
                </a:moveTo>
                <a:cubicBezTo>
                  <a:pt x="1097751" y="53278"/>
                  <a:pt x="1094593" y="54670"/>
                  <a:pt x="1091958" y="57454"/>
                </a:cubicBezTo>
                <a:cubicBezTo>
                  <a:pt x="1089323" y="60235"/>
                  <a:pt x="1087590" y="65728"/>
                  <a:pt x="1086760" y="73930"/>
                </a:cubicBezTo>
                <a:cubicBezTo>
                  <a:pt x="1085930" y="82133"/>
                  <a:pt x="1085515" y="93535"/>
                  <a:pt x="1085515" y="108136"/>
                </a:cubicBezTo>
                <a:cubicBezTo>
                  <a:pt x="1085515" y="115870"/>
                  <a:pt x="1086020" y="123098"/>
                  <a:pt x="1087031" y="129821"/>
                </a:cubicBezTo>
                <a:cubicBezTo>
                  <a:pt x="1087825" y="134951"/>
                  <a:pt x="1089521" y="138854"/>
                  <a:pt x="1092120" y="141529"/>
                </a:cubicBezTo>
                <a:cubicBezTo>
                  <a:pt x="1094719" y="144203"/>
                  <a:pt x="1097679" y="145540"/>
                  <a:pt x="1101000" y="145540"/>
                </a:cubicBezTo>
                <a:cubicBezTo>
                  <a:pt x="1104248" y="145540"/>
                  <a:pt x="1106956" y="144636"/>
                  <a:pt x="1109121" y="142829"/>
                </a:cubicBezTo>
                <a:cubicBezTo>
                  <a:pt x="1111937" y="140372"/>
                  <a:pt x="1113814" y="136938"/>
                  <a:pt x="1114752" y="132528"/>
                </a:cubicBezTo>
                <a:cubicBezTo>
                  <a:pt x="1116196" y="125663"/>
                  <a:pt x="1116918" y="111786"/>
                  <a:pt x="1116918" y="90898"/>
                </a:cubicBezTo>
                <a:cubicBezTo>
                  <a:pt x="1116918" y="78612"/>
                  <a:pt x="1116232" y="70174"/>
                  <a:pt x="1114861" y="65585"/>
                </a:cubicBezTo>
                <a:cubicBezTo>
                  <a:pt x="1113489" y="60995"/>
                  <a:pt x="1111468" y="57651"/>
                  <a:pt x="1108797" y="55555"/>
                </a:cubicBezTo>
                <a:cubicBezTo>
                  <a:pt x="1106920" y="54037"/>
                  <a:pt x="1104465" y="53278"/>
                  <a:pt x="1101433" y="53278"/>
                </a:cubicBezTo>
                <a:close/>
                <a:moveTo>
                  <a:pt x="1193880" y="0"/>
                </a:moveTo>
                <a:cubicBezTo>
                  <a:pt x="1198500" y="0"/>
                  <a:pt x="1202417" y="1606"/>
                  <a:pt x="1205629" y="4819"/>
                </a:cubicBezTo>
                <a:cubicBezTo>
                  <a:pt x="1208842" y="8031"/>
                  <a:pt x="1210448" y="11912"/>
                  <a:pt x="1210448" y="16460"/>
                </a:cubicBezTo>
                <a:cubicBezTo>
                  <a:pt x="1210448" y="21080"/>
                  <a:pt x="1208824" y="25015"/>
                  <a:pt x="1205575" y="28263"/>
                </a:cubicBezTo>
                <a:cubicBezTo>
                  <a:pt x="1202326" y="31512"/>
                  <a:pt x="1198428" y="33136"/>
                  <a:pt x="1193880" y="33136"/>
                </a:cubicBezTo>
                <a:cubicBezTo>
                  <a:pt x="1189332" y="33136"/>
                  <a:pt x="1185433" y="31512"/>
                  <a:pt x="1182185" y="28263"/>
                </a:cubicBezTo>
                <a:cubicBezTo>
                  <a:pt x="1178936" y="25015"/>
                  <a:pt x="1177312" y="21080"/>
                  <a:pt x="1177312" y="16460"/>
                </a:cubicBezTo>
                <a:cubicBezTo>
                  <a:pt x="1177312" y="11912"/>
                  <a:pt x="1178918" y="8031"/>
                  <a:pt x="1182131" y="4819"/>
                </a:cubicBezTo>
                <a:cubicBezTo>
                  <a:pt x="1185343" y="1606"/>
                  <a:pt x="1189260" y="0"/>
                  <a:pt x="1193880" y="0"/>
                </a:cubicBezTo>
                <a:moveTo>
                  <a:pt x="1209040" y="48730"/>
                </a:moveTo>
                <a:lnTo>
                  <a:pt x="1209040" y="153627"/>
                </a:lnTo>
                <a:cubicBezTo>
                  <a:pt x="1209040" y="163454"/>
                  <a:pt x="1208427" y="170715"/>
                  <a:pt x="1207199" y="175410"/>
                </a:cubicBezTo>
                <a:cubicBezTo>
                  <a:pt x="1205394" y="182201"/>
                  <a:pt x="1201803" y="187655"/>
                  <a:pt x="1196425" y="191772"/>
                </a:cubicBezTo>
                <a:cubicBezTo>
                  <a:pt x="1191046" y="195891"/>
                  <a:pt x="1183953" y="197951"/>
                  <a:pt x="1175146" y="197951"/>
                </a:cubicBezTo>
                <a:cubicBezTo>
                  <a:pt x="1166266" y="197951"/>
                  <a:pt x="1159715" y="196146"/>
                  <a:pt x="1155492" y="192537"/>
                </a:cubicBezTo>
                <a:cubicBezTo>
                  <a:pt x="1151268" y="188927"/>
                  <a:pt x="1149157" y="184559"/>
                  <a:pt x="1149157" y="179434"/>
                </a:cubicBezTo>
                <a:cubicBezTo>
                  <a:pt x="1149157" y="176257"/>
                  <a:pt x="1150258" y="173496"/>
                  <a:pt x="1152460" y="171150"/>
                </a:cubicBezTo>
                <a:cubicBezTo>
                  <a:pt x="1154661" y="168803"/>
                  <a:pt x="1157242" y="167630"/>
                  <a:pt x="1160202" y="167630"/>
                </a:cubicBezTo>
                <a:cubicBezTo>
                  <a:pt x="1162945" y="167630"/>
                  <a:pt x="1165111" y="168442"/>
                  <a:pt x="1166699" y="170067"/>
                </a:cubicBezTo>
                <a:cubicBezTo>
                  <a:pt x="1168288" y="171691"/>
                  <a:pt x="1169082" y="174128"/>
                  <a:pt x="1169082" y="177376"/>
                </a:cubicBezTo>
                <a:cubicBezTo>
                  <a:pt x="1169082" y="178243"/>
                  <a:pt x="1169046" y="179253"/>
                  <a:pt x="1168974" y="180408"/>
                </a:cubicBezTo>
                <a:cubicBezTo>
                  <a:pt x="1168829" y="181924"/>
                  <a:pt x="1168757" y="182971"/>
                  <a:pt x="1168757" y="183549"/>
                </a:cubicBezTo>
                <a:cubicBezTo>
                  <a:pt x="1168757" y="186075"/>
                  <a:pt x="1169334" y="187952"/>
                  <a:pt x="1170490" y="189180"/>
                </a:cubicBezTo>
                <a:cubicBezTo>
                  <a:pt x="1171645" y="190407"/>
                  <a:pt x="1173125" y="191021"/>
                  <a:pt x="1174929" y="191021"/>
                </a:cubicBezTo>
                <a:cubicBezTo>
                  <a:pt x="1176590" y="191021"/>
                  <a:pt x="1178016" y="190298"/>
                  <a:pt x="1179207" y="188851"/>
                </a:cubicBezTo>
                <a:cubicBezTo>
                  <a:pt x="1180398" y="187408"/>
                  <a:pt x="1180994" y="185349"/>
                  <a:pt x="1180994" y="182676"/>
                </a:cubicBezTo>
                <a:cubicBezTo>
                  <a:pt x="1180994" y="181230"/>
                  <a:pt x="1180777" y="178302"/>
                  <a:pt x="1180344" y="173894"/>
                </a:cubicBezTo>
                <a:cubicBezTo>
                  <a:pt x="1179622" y="165874"/>
                  <a:pt x="1179225" y="161034"/>
                  <a:pt x="1179153" y="159373"/>
                </a:cubicBezTo>
                <a:lnTo>
                  <a:pt x="1178828" y="133685"/>
                </a:lnTo>
                <a:lnTo>
                  <a:pt x="1178828" y="71037"/>
                </a:lnTo>
                <a:lnTo>
                  <a:pt x="1178936" y="65372"/>
                </a:lnTo>
                <a:cubicBezTo>
                  <a:pt x="1178936" y="60797"/>
                  <a:pt x="1178160" y="57657"/>
                  <a:pt x="1176608" y="55951"/>
                </a:cubicBezTo>
                <a:cubicBezTo>
                  <a:pt x="1175056" y="54243"/>
                  <a:pt x="1171789" y="53136"/>
                  <a:pt x="1166808" y="52628"/>
                </a:cubicBezTo>
                <a:lnTo>
                  <a:pt x="1166808" y="48730"/>
                </a:lnTo>
                <a:lnTo>
                  <a:pt x="1209040" y="48730"/>
                </a:lnTo>
                <a:close/>
                <a:moveTo>
                  <a:pt x="1320865" y="95727"/>
                </a:moveTo>
                <a:lnTo>
                  <a:pt x="1265313" y="95727"/>
                </a:lnTo>
                <a:cubicBezTo>
                  <a:pt x="1265963" y="109191"/>
                  <a:pt x="1269536" y="119831"/>
                  <a:pt x="1276033" y="127648"/>
                </a:cubicBezTo>
                <a:cubicBezTo>
                  <a:pt x="1281015" y="133656"/>
                  <a:pt x="1287007" y="136660"/>
                  <a:pt x="1294009" y="136660"/>
                </a:cubicBezTo>
                <a:cubicBezTo>
                  <a:pt x="1298341" y="136660"/>
                  <a:pt x="1302275" y="135451"/>
                  <a:pt x="1305813" y="133032"/>
                </a:cubicBezTo>
                <a:cubicBezTo>
                  <a:pt x="1309350" y="130614"/>
                  <a:pt x="1313140" y="126264"/>
                  <a:pt x="1317183" y="119983"/>
                </a:cubicBezTo>
                <a:lnTo>
                  <a:pt x="1320865" y="122366"/>
                </a:lnTo>
                <a:cubicBezTo>
                  <a:pt x="1315378" y="133556"/>
                  <a:pt x="1309314" y="141479"/>
                  <a:pt x="1302672" y="146135"/>
                </a:cubicBezTo>
                <a:cubicBezTo>
                  <a:pt x="1296031" y="150791"/>
                  <a:pt x="1288342" y="153120"/>
                  <a:pt x="1279607" y="153120"/>
                </a:cubicBezTo>
                <a:cubicBezTo>
                  <a:pt x="1264591" y="153120"/>
                  <a:pt x="1253221" y="147339"/>
                  <a:pt x="1245496" y="135777"/>
                </a:cubicBezTo>
                <a:cubicBezTo>
                  <a:pt x="1239288" y="126455"/>
                  <a:pt x="1236183" y="114893"/>
                  <a:pt x="1236183" y="101091"/>
                </a:cubicBezTo>
                <a:cubicBezTo>
                  <a:pt x="1236183" y="84179"/>
                  <a:pt x="1240750" y="70720"/>
                  <a:pt x="1249882" y="60713"/>
                </a:cubicBezTo>
                <a:cubicBezTo>
                  <a:pt x="1259014" y="50703"/>
                  <a:pt x="1269717" y="45698"/>
                  <a:pt x="1281989" y="45698"/>
                </a:cubicBezTo>
                <a:cubicBezTo>
                  <a:pt x="1292241" y="45698"/>
                  <a:pt x="1301138" y="49903"/>
                  <a:pt x="1308682" y="58313"/>
                </a:cubicBezTo>
                <a:cubicBezTo>
                  <a:pt x="1316226" y="66724"/>
                  <a:pt x="1320287" y="79195"/>
                  <a:pt x="1320865" y="95727"/>
                </a:cubicBezTo>
                <a:moveTo>
                  <a:pt x="1294226" y="88580"/>
                </a:moveTo>
                <a:cubicBezTo>
                  <a:pt x="1294226" y="76957"/>
                  <a:pt x="1293594" y="68980"/>
                  <a:pt x="1292331" y="64648"/>
                </a:cubicBezTo>
                <a:cubicBezTo>
                  <a:pt x="1291067" y="60317"/>
                  <a:pt x="1289100" y="57032"/>
                  <a:pt x="1286429" y="54794"/>
                </a:cubicBezTo>
                <a:cubicBezTo>
                  <a:pt x="1284913" y="53494"/>
                  <a:pt x="1282892" y="52845"/>
                  <a:pt x="1280365" y="52845"/>
                </a:cubicBezTo>
                <a:cubicBezTo>
                  <a:pt x="1276611" y="52845"/>
                  <a:pt x="1273543" y="54686"/>
                  <a:pt x="1271160" y="58367"/>
                </a:cubicBezTo>
                <a:cubicBezTo>
                  <a:pt x="1266901" y="64793"/>
                  <a:pt x="1264771" y="73600"/>
                  <a:pt x="1264771" y="84790"/>
                </a:cubicBezTo>
                <a:lnTo>
                  <a:pt x="1264771" y="88580"/>
                </a:lnTo>
                <a:lnTo>
                  <a:pt x="1294226" y="88580"/>
                </a:lnTo>
                <a:close/>
                <a:moveTo>
                  <a:pt x="1413753" y="123906"/>
                </a:moveTo>
                <a:lnTo>
                  <a:pt x="1417109" y="126501"/>
                </a:lnTo>
                <a:cubicBezTo>
                  <a:pt x="1412345" y="135482"/>
                  <a:pt x="1406407" y="142165"/>
                  <a:pt x="1399296" y="146548"/>
                </a:cubicBezTo>
                <a:cubicBezTo>
                  <a:pt x="1392185" y="150929"/>
                  <a:pt x="1384623" y="153120"/>
                  <a:pt x="1376610" y="153120"/>
                </a:cubicBezTo>
                <a:cubicBezTo>
                  <a:pt x="1363110" y="153120"/>
                  <a:pt x="1352317" y="148026"/>
                  <a:pt x="1344231" y="137837"/>
                </a:cubicBezTo>
                <a:cubicBezTo>
                  <a:pt x="1336146" y="127647"/>
                  <a:pt x="1332103" y="115398"/>
                  <a:pt x="1332103" y="101091"/>
                </a:cubicBezTo>
                <a:cubicBezTo>
                  <a:pt x="1332103" y="87286"/>
                  <a:pt x="1335785" y="75145"/>
                  <a:pt x="1343149" y="64668"/>
                </a:cubicBezTo>
                <a:cubicBezTo>
                  <a:pt x="1352028" y="52021"/>
                  <a:pt x="1364265" y="45698"/>
                  <a:pt x="1379858" y="45698"/>
                </a:cubicBezTo>
                <a:cubicBezTo>
                  <a:pt x="1390326" y="45698"/>
                  <a:pt x="1398646" y="48341"/>
                  <a:pt x="1404819" y="53626"/>
                </a:cubicBezTo>
                <a:cubicBezTo>
                  <a:pt x="1410991" y="58910"/>
                  <a:pt x="1414077" y="64809"/>
                  <a:pt x="1414077" y="71325"/>
                </a:cubicBezTo>
                <a:cubicBezTo>
                  <a:pt x="1414077" y="75451"/>
                  <a:pt x="1412832" y="78745"/>
                  <a:pt x="1410341" y="81206"/>
                </a:cubicBezTo>
                <a:cubicBezTo>
                  <a:pt x="1407851" y="83667"/>
                  <a:pt x="1404584" y="84898"/>
                  <a:pt x="1400541" y="84898"/>
                </a:cubicBezTo>
                <a:cubicBezTo>
                  <a:pt x="1396282" y="84898"/>
                  <a:pt x="1392763" y="83486"/>
                  <a:pt x="1389983" y="80661"/>
                </a:cubicBezTo>
                <a:cubicBezTo>
                  <a:pt x="1387204" y="77834"/>
                  <a:pt x="1385489" y="72799"/>
                  <a:pt x="1384840" y="65555"/>
                </a:cubicBezTo>
                <a:cubicBezTo>
                  <a:pt x="1384406" y="60991"/>
                  <a:pt x="1383360" y="57803"/>
                  <a:pt x="1381699" y="55992"/>
                </a:cubicBezTo>
                <a:cubicBezTo>
                  <a:pt x="1380039" y="54183"/>
                  <a:pt x="1378090" y="53278"/>
                  <a:pt x="1375852" y="53278"/>
                </a:cubicBezTo>
                <a:cubicBezTo>
                  <a:pt x="1372386" y="53278"/>
                  <a:pt x="1369427" y="55119"/>
                  <a:pt x="1366972" y="58801"/>
                </a:cubicBezTo>
                <a:cubicBezTo>
                  <a:pt x="1363218" y="64359"/>
                  <a:pt x="1361341" y="72878"/>
                  <a:pt x="1361341" y="84357"/>
                </a:cubicBezTo>
                <a:cubicBezTo>
                  <a:pt x="1361341" y="93886"/>
                  <a:pt x="1362857" y="103000"/>
                  <a:pt x="1365889" y="111699"/>
                </a:cubicBezTo>
                <a:cubicBezTo>
                  <a:pt x="1368921" y="120399"/>
                  <a:pt x="1373072" y="126878"/>
                  <a:pt x="1378342" y="131137"/>
                </a:cubicBezTo>
                <a:cubicBezTo>
                  <a:pt x="1382313" y="134241"/>
                  <a:pt x="1387005" y="135794"/>
                  <a:pt x="1392420" y="135794"/>
                </a:cubicBezTo>
                <a:cubicBezTo>
                  <a:pt x="1395957" y="135794"/>
                  <a:pt x="1399314" y="134966"/>
                  <a:pt x="1402491" y="133310"/>
                </a:cubicBezTo>
                <a:cubicBezTo>
                  <a:pt x="1405667" y="131652"/>
                  <a:pt x="1409421" y="128517"/>
                  <a:pt x="1413753" y="123906"/>
                </a:cubicBezTo>
                <a:close/>
                <a:moveTo>
                  <a:pt x="1467332" y="11479"/>
                </a:moveTo>
                <a:lnTo>
                  <a:pt x="1467332" y="48730"/>
                </a:lnTo>
                <a:lnTo>
                  <a:pt x="1491372" y="48730"/>
                </a:lnTo>
                <a:lnTo>
                  <a:pt x="1491372" y="59342"/>
                </a:lnTo>
                <a:lnTo>
                  <a:pt x="1467332" y="59342"/>
                </a:lnTo>
                <a:lnTo>
                  <a:pt x="1467332" y="121994"/>
                </a:lnTo>
                <a:cubicBezTo>
                  <a:pt x="1467332" y="127857"/>
                  <a:pt x="1467603" y="131639"/>
                  <a:pt x="1468144" y="133340"/>
                </a:cubicBezTo>
                <a:cubicBezTo>
                  <a:pt x="1468685" y="135041"/>
                  <a:pt x="1469642" y="136417"/>
                  <a:pt x="1471014" y="137469"/>
                </a:cubicBezTo>
                <a:cubicBezTo>
                  <a:pt x="1472385" y="138518"/>
                  <a:pt x="1473649" y="139042"/>
                  <a:pt x="1474804" y="139042"/>
                </a:cubicBezTo>
                <a:cubicBezTo>
                  <a:pt x="1479496" y="139042"/>
                  <a:pt x="1483936" y="135433"/>
                  <a:pt x="1488123" y="128213"/>
                </a:cubicBezTo>
                <a:lnTo>
                  <a:pt x="1491372" y="130619"/>
                </a:lnTo>
                <a:cubicBezTo>
                  <a:pt x="1485524" y="144609"/>
                  <a:pt x="1476031" y="151604"/>
                  <a:pt x="1462892" y="151604"/>
                </a:cubicBezTo>
                <a:cubicBezTo>
                  <a:pt x="1456467" y="151604"/>
                  <a:pt x="1451034" y="149811"/>
                  <a:pt x="1446595" y="146226"/>
                </a:cubicBezTo>
                <a:cubicBezTo>
                  <a:pt x="1442155" y="142639"/>
                  <a:pt x="1439321" y="138636"/>
                  <a:pt x="1438094" y="134217"/>
                </a:cubicBezTo>
                <a:cubicBezTo>
                  <a:pt x="1437372" y="131753"/>
                  <a:pt x="1437011" y="125088"/>
                  <a:pt x="1437011" y="114220"/>
                </a:cubicBezTo>
                <a:lnTo>
                  <a:pt x="1437011" y="59342"/>
                </a:lnTo>
                <a:lnTo>
                  <a:pt x="1423800" y="59342"/>
                </a:lnTo>
                <a:lnTo>
                  <a:pt x="1423800" y="55542"/>
                </a:lnTo>
                <a:cubicBezTo>
                  <a:pt x="1432896" y="49103"/>
                  <a:pt x="1440639" y="42338"/>
                  <a:pt x="1447028" y="35248"/>
                </a:cubicBezTo>
                <a:cubicBezTo>
                  <a:pt x="1453417" y="28157"/>
                  <a:pt x="1458994" y="20234"/>
                  <a:pt x="1463758" y="11479"/>
                </a:cubicBezTo>
                <a:lnTo>
                  <a:pt x="1467332" y="114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B4465A-AD93-4E65-B10F-22E76023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127" y="1747779"/>
            <a:ext cx="1772768" cy="907879"/>
          </a:xfrm>
          <a:custGeom xmlns:a="http://schemas.openxmlformats.org/drawingml/2006/main">
            <a:pathLst>
              <a:path w="1772768" h="907879">
                <a:moveTo>
                  <a:pt x="886384" y="0"/>
                </a:moveTo>
                <a:lnTo>
                  <a:pt x="982962" y="952"/>
                </a:lnTo>
                <a:lnTo>
                  <a:pt x="1076542" y="3490"/>
                </a:lnTo>
                <a:lnTo>
                  <a:pt x="1166553" y="7773"/>
                </a:lnTo>
                <a:lnTo>
                  <a:pt x="1252471" y="13484"/>
                </a:lnTo>
                <a:lnTo>
                  <a:pt x="1333756" y="20623"/>
                </a:lnTo>
                <a:lnTo>
                  <a:pt x="1409870" y="29189"/>
                </a:lnTo>
                <a:lnTo>
                  <a:pt x="1480242" y="39025"/>
                </a:lnTo>
                <a:lnTo>
                  <a:pt x="1544331" y="49971"/>
                </a:lnTo>
                <a:lnTo>
                  <a:pt x="1601757" y="61868"/>
                </a:lnTo>
                <a:lnTo>
                  <a:pt x="1651728" y="74877"/>
                </a:lnTo>
                <a:lnTo>
                  <a:pt x="1727557" y="103431"/>
                </a:lnTo>
                <a:lnTo>
                  <a:pt x="1772768" y="151340"/>
                </a:lnTo>
                <a:lnTo>
                  <a:pt x="1772768" y="756571"/>
                </a:lnTo>
                <a:lnTo>
                  <a:pt x="1767533" y="773054"/>
                </a:lnTo>
                <a:lnTo>
                  <a:pt x="1727557" y="804400"/>
                </a:lnTo>
                <a:lnTo>
                  <a:pt x="1651728" y="832939"/>
                </a:lnTo>
                <a:lnTo>
                  <a:pt x="1601757" y="845932"/>
                </a:lnTo>
                <a:lnTo>
                  <a:pt x="1544331" y="857956"/>
                </a:lnTo>
                <a:lnTo>
                  <a:pt x="1480242" y="868902"/>
                </a:lnTo>
                <a:lnTo>
                  <a:pt x="1409870" y="878690"/>
                </a:lnTo>
                <a:lnTo>
                  <a:pt x="1333756" y="887225"/>
                </a:lnTo>
                <a:lnTo>
                  <a:pt x="1252471" y="894411"/>
                </a:lnTo>
                <a:lnTo>
                  <a:pt x="1166553" y="900170"/>
                </a:lnTo>
                <a:lnTo>
                  <a:pt x="1076542" y="904389"/>
                </a:lnTo>
                <a:lnTo>
                  <a:pt x="982962" y="906991"/>
                </a:lnTo>
                <a:lnTo>
                  <a:pt x="886384" y="907879"/>
                </a:lnTo>
                <a:lnTo>
                  <a:pt x="789806" y="906991"/>
                </a:lnTo>
                <a:lnTo>
                  <a:pt x="696226" y="904389"/>
                </a:lnTo>
                <a:lnTo>
                  <a:pt x="606215" y="900170"/>
                </a:lnTo>
                <a:lnTo>
                  <a:pt x="520298" y="894411"/>
                </a:lnTo>
                <a:lnTo>
                  <a:pt x="439012" y="887225"/>
                </a:lnTo>
                <a:lnTo>
                  <a:pt x="362898" y="878690"/>
                </a:lnTo>
                <a:lnTo>
                  <a:pt x="292495" y="868902"/>
                </a:lnTo>
                <a:lnTo>
                  <a:pt x="228358" y="857956"/>
                </a:lnTo>
                <a:lnTo>
                  <a:pt x="171011" y="845932"/>
                </a:lnTo>
                <a:lnTo>
                  <a:pt x="121008" y="832939"/>
                </a:lnTo>
                <a:lnTo>
                  <a:pt x="45180" y="804400"/>
                </a:lnTo>
                <a:lnTo>
                  <a:pt x="0" y="756571"/>
                </a:lnTo>
                <a:lnTo>
                  <a:pt x="0" y="151340"/>
                </a:lnTo>
                <a:lnTo>
                  <a:pt x="5203" y="134841"/>
                </a:lnTo>
                <a:lnTo>
                  <a:pt x="45180" y="103431"/>
                </a:lnTo>
                <a:lnTo>
                  <a:pt x="121008" y="74877"/>
                </a:lnTo>
                <a:lnTo>
                  <a:pt x="171011" y="61868"/>
                </a:lnTo>
                <a:lnTo>
                  <a:pt x="228358" y="49971"/>
                </a:lnTo>
                <a:lnTo>
                  <a:pt x="292495" y="39025"/>
                </a:lnTo>
                <a:lnTo>
                  <a:pt x="362898" y="29189"/>
                </a:lnTo>
                <a:lnTo>
                  <a:pt x="439012" y="20623"/>
                </a:lnTo>
                <a:lnTo>
                  <a:pt x="520298" y="13484"/>
                </a:lnTo>
                <a:lnTo>
                  <a:pt x="606215" y="7773"/>
                </a:lnTo>
                <a:lnTo>
                  <a:pt x="696226" y="3490"/>
                </a:lnTo>
                <a:lnTo>
                  <a:pt x="789806" y="952"/>
                </a:lnTo>
                <a:lnTo>
                  <a:pt x="886384" y="0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9E8D6-49CC-4D6E-B64F-CA944D74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603" y="1748255"/>
            <a:ext cx="1772768" cy="907879"/>
          </a:xfrm>
          <a:custGeom xmlns:a="http://schemas.openxmlformats.org/drawingml/2006/main">
            <a:pathLst>
              <a:path w="1772768" h="907879" fill="none">
                <a:moveTo>
                  <a:pt x="1772768" y="151340"/>
                </a:moveTo>
                <a:lnTo>
                  <a:pt x="1727557" y="199089"/>
                </a:lnTo>
                <a:lnTo>
                  <a:pt x="1651728" y="227644"/>
                </a:lnTo>
                <a:lnTo>
                  <a:pt x="1601757" y="240652"/>
                </a:lnTo>
                <a:lnTo>
                  <a:pt x="1544331" y="252709"/>
                </a:lnTo>
                <a:lnTo>
                  <a:pt x="1480242" y="263655"/>
                </a:lnTo>
                <a:lnTo>
                  <a:pt x="1409870" y="273490"/>
                </a:lnTo>
                <a:lnTo>
                  <a:pt x="1333756" y="281898"/>
                </a:lnTo>
                <a:lnTo>
                  <a:pt x="1252471" y="289195"/>
                </a:lnTo>
                <a:lnTo>
                  <a:pt x="1166553" y="294906"/>
                </a:lnTo>
                <a:lnTo>
                  <a:pt x="1076542" y="299189"/>
                </a:lnTo>
                <a:lnTo>
                  <a:pt x="982962" y="301728"/>
                </a:lnTo>
                <a:lnTo>
                  <a:pt x="886384" y="302679"/>
                </a:lnTo>
                <a:lnTo>
                  <a:pt x="789806" y="301728"/>
                </a:lnTo>
                <a:lnTo>
                  <a:pt x="696226" y="299189"/>
                </a:lnTo>
                <a:lnTo>
                  <a:pt x="606215" y="294906"/>
                </a:lnTo>
                <a:lnTo>
                  <a:pt x="520298" y="289195"/>
                </a:lnTo>
                <a:lnTo>
                  <a:pt x="439012" y="281898"/>
                </a:lnTo>
                <a:lnTo>
                  <a:pt x="362898" y="273490"/>
                </a:lnTo>
                <a:lnTo>
                  <a:pt x="292495" y="263655"/>
                </a:lnTo>
                <a:lnTo>
                  <a:pt x="228358" y="252709"/>
                </a:lnTo>
                <a:lnTo>
                  <a:pt x="171011" y="240652"/>
                </a:lnTo>
                <a:lnTo>
                  <a:pt x="121008" y="227644"/>
                </a:lnTo>
                <a:lnTo>
                  <a:pt x="45180" y="199089"/>
                </a:lnTo>
                <a:lnTo>
                  <a:pt x="5203" y="167838"/>
                </a:lnTo>
                <a:lnTo>
                  <a:pt x="0" y="151340"/>
                </a:lnTo>
                <a:moveTo>
                  <a:pt x="0" y="151340"/>
                </a:moveTo>
                <a:lnTo>
                  <a:pt x="45180" y="103431"/>
                </a:lnTo>
                <a:lnTo>
                  <a:pt x="121008" y="74877"/>
                </a:lnTo>
                <a:lnTo>
                  <a:pt x="171011" y="61868"/>
                </a:lnTo>
                <a:lnTo>
                  <a:pt x="228358" y="49971"/>
                </a:lnTo>
                <a:lnTo>
                  <a:pt x="292495" y="39025"/>
                </a:lnTo>
                <a:lnTo>
                  <a:pt x="362898" y="29189"/>
                </a:lnTo>
                <a:lnTo>
                  <a:pt x="439012" y="20623"/>
                </a:lnTo>
                <a:lnTo>
                  <a:pt x="520298" y="13484"/>
                </a:lnTo>
                <a:lnTo>
                  <a:pt x="606215" y="7773"/>
                </a:lnTo>
                <a:lnTo>
                  <a:pt x="696226" y="3490"/>
                </a:lnTo>
                <a:lnTo>
                  <a:pt x="789806" y="952"/>
                </a:lnTo>
                <a:lnTo>
                  <a:pt x="886384" y="0"/>
                </a:lnTo>
                <a:lnTo>
                  <a:pt x="982962" y="952"/>
                </a:lnTo>
                <a:lnTo>
                  <a:pt x="1076542" y="3490"/>
                </a:lnTo>
                <a:lnTo>
                  <a:pt x="1166553" y="7773"/>
                </a:lnTo>
                <a:lnTo>
                  <a:pt x="1252471" y="13484"/>
                </a:lnTo>
                <a:lnTo>
                  <a:pt x="1333756" y="20623"/>
                </a:lnTo>
                <a:lnTo>
                  <a:pt x="1409870" y="29189"/>
                </a:lnTo>
                <a:lnTo>
                  <a:pt x="1480242" y="39025"/>
                </a:lnTo>
                <a:lnTo>
                  <a:pt x="1544331" y="49971"/>
                </a:lnTo>
                <a:lnTo>
                  <a:pt x="1601757" y="61868"/>
                </a:lnTo>
                <a:lnTo>
                  <a:pt x="1651728" y="74877"/>
                </a:lnTo>
                <a:lnTo>
                  <a:pt x="1727557" y="103431"/>
                </a:lnTo>
                <a:lnTo>
                  <a:pt x="1767533" y="134841"/>
                </a:lnTo>
                <a:lnTo>
                  <a:pt x="1772768" y="151340"/>
                </a:lnTo>
                <a:lnTo>
                  <a:pt x="1772768" y="756571"/>
                </a:lnTo>
                <a:lnTo>
                  <a:pt x="1727557" y="804400"/>
                </a:lnTo>
                <a:lnTo>
                  <a:pt x="1651728" y="832939"/>
                </a:lnTo>
                <a:lnTo>
                  <a:pt x="1601757" y="845932"/>
                </a:lnTo>
                <a:lnTo>
                  <a:pt x="1544331" y="857956"/>
                </a:lnTo>
                <a:lnTo>
                  <a:pt x="1480242" y="868902"/>
                </a:lnTo>
                <a:lnTo>
                  <a:pt x="1409870" y="878690"/>
                </a:lnTo>
                <a:lnTo>
                  <a:pt x="1333756" y="887225"/>
                </a:lnTo>
                <a:lnTo>
                  <a:pt x="1252471" y="894411"/>
                </a:lnTo>
                <a:lnTo>
                  <a:pt x="1166553" y="900170"/>
                </a:lnTo>
                <a:lnTo>
                  <a:pt x="1076542" y="904389"/>
                </a:lnTo>
                <a:lnTo>
                  <a:pt x="982962" y="906991"/>
                </a:lnTo>
                <a:lnTo>
                  <a:pt x="886384" y="907879"/>
                </a:lnTo>
                <a:lnTo>
                  <a:pt x="789806" y="906991"/>
                </a:lnTo>
                <a:lnTo>
                  <a:pt x="696226" y="904389"/>
                </a:lnTo>
                <a:lnTo>
                  <a:pt x="606215" y="900170"/>
                </a:lnTo>
                <a:lnTo>
                  <a:pt x="520298" y="894411"/>
                </a:lnTo>
                <a:lnTo>
                  <a:pt x="439012" y="887225"/>
                </a:lnTo>
                <a:lnTo>
                  <a:pt x="362898" y="878690"/>
                </a:lnTo>
                <a:lnTo>
                  <a:pt x="292495" y="868902"/>
                </a:lnTo>
                <a:lnTo>
                  <a:pt x="228358" y="857956"/>
                </a:lnTo>
                <a:lnTo>
                  <a:pt x="171011" y="845932"/>
                </a:lnTo>
                <a:lnTo>
                  <a:pt x="121008" y="832939"/>
                </a:lnTo>
                <a:lnTo>
                  <a:pt x="45180" y="804400"/>
                </a:lnTo>
                <a:lnTo>
                  <a:pt x="5203" y="773054"/>
                </a:lnTo>
                <a:lnTo>
                  <a:pt x="0" y="756571"/>
                </a:lnTo>
                <a:lnTo>
                  <a:pt x="0" y="1513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44" name="Text PreviousLemmas">
            <a:extLst xmlns:a="http://schemas.openxmlformats.org/drawingml/2006/main">
              <a:ext uri="{FF2B5EF4-FFF2-40B4-BE49-F238E27FC236}">
                <a16:creationId xmlns:a16="http://schemas.microsoft.com/office/drawing/2014/main" id="{A802FA00-039B-4850-907D-60210AF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54" y="2094860"/>
            <a:ext cx="1660779" cy="153120"/>
          </a:xfrm>
          <a:custGeom xmlns:a="http://schemas.openxmlformats.org/drawingml/2006/main">
            <a:pathLst>
              <a:path w="1660779" h="153120">
                <a:moveTo>
                  <a:pt x="54252" y="83599"/>
                </a:moveTo>
                <a:lnTo>
                  <a:pt x="54252" y="124315"/>
                </a:lnTo>
                <a:cubicBezTo>
                  <a:pt x="54252" y="132297"/>
                  <a:pt x="54740" y="137322"/>
                  <a:pt x="55714" y="139391"/>
                </a:cubicBezTo>
                <a:cubicBezTo>
                  <a:pt x="56689" y="141457"/>
                  <a:pt x="58422" y="143108"/>
                  <a:pt x="60912" y="144342"/>
                </a:cubicBezTo>
                <a:cubicBezTo>
                  <a:pt x="63403" y="145573"/>
                  <a:pt x="67969" y="146189"/>
                  <a:pt x="74611" y="146189"/>
                </a:cubicBezTo>
                <a:lnTo>
                  <a:pt x="74611" y="150088"/>
                </a:lnTo>
                <a:lnTo>
                  <a:pt x="0" y="150088"/>
                </a:lnTo>
                <a:lnTo>
                  <a:pt x="0" y="146189"/>
                </a:lnTo>
                <a:cubicBezTo>
                  <a:pt x="6786" y="146189"/>
                  <a:pt x="11388" y="145554"/>
                  <a:pt x="13807" y="144284"/>
                </a:cubicBezTo>
                <a:cubicBezTo>
                  <a:pt x="16225" y="143014"/>
                  <a:pt x="17922" y="141364"/>
                  <a:pt x="18896" y="139333"/>
                </a:cubicBezTo>
                <a:cubicBezTo>
                  <a:pt x="19871" y="137303"/>
                  <a:pt x="20358" y="132297"/>
                  <a:pt x="20358" y="124315"/>
                </a:cubicBezTo>
                <a:lnTo>
                  <a:pt x="20358" y="29021"/>
                </a:lnTo>
                <a:cubicBezTo>
                  <a:pt x="20358" y="21040"/>
                  <a:pt x="19871" y="16015"/>
                  <a:pt x="18896" y="13949"/>
                </a:cubicBezTo>
                <a:cubicBezTo>
                  <a:pt x="17922" y="11880"/>
                  <a:pt x="16207" y="10230"/>
                  <a:pt x="13753" y="8998"/>
                </a:cubicBezTo>
                <a:cubicBezTo>
                  <a:pt x="11298" y="7764"/>
                  <a:pt x="6714" y="7147"/>
                  <a:pt x="0" y="7147"/>
                </a:cubicBezTo>
                <a:lnTo>
                  <a:pt x="0" y="3249"/>
                </a:lnTo>
                <a:lnTo>
                  <a:pt x="63998" y="3249"/>
                </a:lnTo>
                <a:cubicBezTo>
                  <a:pt x="85079" y="3249"/>
                  <a:pt x="100203" y="7003"/>
                  <a:pt x="109371" y="14511"/>
                </a:cubicBezTo>
                <a:cubicBezTo>
                  <a:pt x="118540" y="22019"/>
                  <a:pt x="123124" y="31404"/>
                  <a:pt x="123124" y="42666"/>
                </a:cubicBezTo>
                <a:cubicBezTo>
                  <a:pt x="123124" y="52195"/>
                  <a:pt x="120164" y="60353"/>
                  <a:pt x="114244" y="67139"/>
                </a:cubicBezTo>
                <a:cubicBezTo>
                  <a:pt x="108324" y="73925"/>
                  <a:pt x="100167" y="78545"/>
                  <a:pt x="89771" y="81000"/>
                </a:cubicBezTo>
                <a:cubicBezTo>
                  <a:pt x="82768" y="82732"/>
                  <a:pt x="70929" y="83599"/>
                  <a:pt x="54252" y="83599"/>
                </a:cubicBezTo>
                <a:moveTo>
                  <a:pt x="54252" y="11695"/>
                </a:moveTo>
                <a:lnTo>
                  <a:pt x="54252" y="75152"/>
                </a:lnTo>
                <a:cubicBezTo>
                  <a:pt x="56635" y="75296"/>
                  <a:pt x="58440" y="75369"/>
                  <a:pt x="59667" y="75369"/>
                </a:cubicBezTo>
                <a:cubicBezTo>
                  <a:pt x="68474" y="75369"/>
                  <a:pt x="75260" y="72752"/>
                  <a:pt x="80025" y="67518"/>
                </a:cubicBezTo>
                <a:cubicBezTo>
                  <a:pt x="84790" y="62284"/>
                  <a:pt x="87172" y="54180"/>
                  <a:pt x="87172" y="43207"/>
                </a:cubicBezTo>
                <a:cubicBezTo>
                  <a:pt x="87172" y="32306"/>
                  <a:pt x="84790" y="24329"/>
                  <a:pt x="80025" y="19275"/>
                </a:cubicBezTo>
                <a:cubicBezTo>
                  <a:pt x="75260" y="14222"/>
                  <a:pt x="68149" y="11695"/>
                  <a:pt x="58692" y="11695"/>
                </a:cubicBezTo>
                <a:lnTo>
                  <a:pt x="54252" y="11695"/>
                </a:lnTo>
                <a:close/>
                <a:moveTo>
                  <a:pt x="179361" y="48730"/>
                </a:moveTo>
                <a:lnTo>
                  <a:pt x="179361" y="71687"/>
                </a:lnTo>
                <a:cubicBezTo>
                  <a:pt x="186075" y="61219"/>
                  <a:pt x="191958" y="54270"/>
                  <a:pt x="197012" y="50841"/>
                </a:cubicBezTo>
                <a:cubicBezTo>
                  <a:pt x="202065" y="47412"/>
                  <a:pt x="206938" y="45698"/>
                  <a:pt x="211631" y="45698"/>
                </a:cubicBezTo>
                <a:cubicBezTo>
                  <a:pt x="215674" y="45698"/>
                  <a:pt x="218904" y="46947"/>
                  <a:pt x="221323" y="49447"/>
                </a:cubicBezTo>
                <a:cubicBezTo>
                  <a:pt x="223741" y="51947"/>
                  <a:pt x="224950" y="55479"/>
                  <a:pt x="224950" y="60042"/>
                </a:cubicBezTo>
                <a:cubicBezTo>
                  <a:pt x="224950" y="64897"/>
                  <a:pt x="223777" y="68666"/>
                  <a:pt x="221431" y="71348"/>
                </a:cubicBezTo>
                <a:cubicBezTo>
                  <a:pt x="219085" y="74029"/>
                  <a:pt x="216251" y="75369"/>
                  <a:pt x="212930" y="75369"/>
                </a:cubicBezTo>
                <a:cubicBezTo>
                  <a:pt x="209104" y="75369"/>
                  <a:pt x="205783" y="74141"/>
                  <a:pt x="202968" y="71687"/>
                </a:cubicBezTo>
                <a:cubicBezTo>
                  <a:pt x="200152" y="69232"/>
                  <a:pt x="198492" y="67861"/>
                  <a:pt x="197987" y="67572"/>
                </a:cubicBezTo>
                <a:cubicBezTo>
                  <a:pt x="197265" y="67139"/>
                  <a:pt x="196434" y="66922"/>
                  <a:pt x="195496" y="66922"/>
                </a:cubicBezTo>
                <a:cubicBezTo>
                  <a:pt x="193402" y="66922"/>
                  <a:pt x="191417" y="67716"/>
                  <a:pt x="189540" y="69305"/>
                </a:cubicBezTo>
                <a:cubicBezTo>
                  <a:pt x="186580" y="71759"/>
                  <a:pt x="184342" y="75260"/>
                  <a:pt x="182826" y="79808"/>
                </a:cubicBezTo>
                <a:cubicBezTo>
                  <a:pt x="180516" y="86811"/>
                  <a:pt x="179361" y="94536"/>
                  <a:pt x="179361" y="102982"/>
                </a:cubicBezTo>
                <a:lnTo>
                  <a:pt x="179361" y="126264"/>
                </a:lnTo>
                <a:lnTo>
                  <a:pt x="179469" y="132328"/>
                </a:lnTo>
                <a:cubicBezTo>
                  <a:pt x="179469" y="136443"/>
                  <a:pt x="179722" y="139078"/>
                  <a:pt x="180227" y="140233"/>
                </a:cubicBezTo>
                <a:cubicBezTo>
                  <a:pt x="181094" y="142183"/>
                  <a:pt x="182375" y="143608"/>
                  <a:pt x="184071" y="144511"/>
                </a:cubicBezTo>
                <a:cubicBezTo>
                  <a:pt x="185768" y="145413"/>
                  <a:pt x="188638" y="145973"/>
                  <a:pt x="192680" y="146189"/>
                </a:cubicBezTo>
                <a:lnTo>
                  <a:pt x="192680" y="150088"/>
                </a:lnTo>
                <a:lnTo>
                  <a:pt x="137995" y="150088"/>
                </a:lnTo>
                <a:lnTo>
                  <a:pt x="137995" y="146189"/>
                </a:lnTo>
                <a:cubicBezTo>
                  <a:pt x="142399" y="145828"/>
                  <a:pt x="145376" y="144619"/>
                  <a:pt x="146929" y="142562"/>
                </a:cubicBezTo>
                <a:cubicBezTo>
                  <a:pt x="148481" y="140504"/>
                  <a:pt x="149257" y="135072"/>
                  <a:pt x="149257" y="126264"/>
                </a:cubicBezTo>
                <a:lnTo>
                  <a:pt x="149257" y="70171"/>
                </a:lnTo>
                <a:cubicBezTo>
                  <a:pt x="149257" y="64359"/>
                  <a:pt x="148968" y="60655"/>
                  <a:pt x="148390" y="59058"/>
                </a:cubicBezTo>
                <a:cubicBezTo>
                  <a:pt x="147669" y="57023"/>
                  <a:pt x="146622" y="55534"/>
                  <a:pt x="145250" y="54591"/>
                </a:cubicBezTo>
                <a:cubicBezTo>
                  <a:pt x="143878" y="53646"/>
                  <a:pt x="141460" y="52991"/>
                  <a:pt x="137995" y="52628"/>
                </a:cubicBezTo>
                <a:lnTo>
                  <a:pt x="137995" y="48730"/>
                </a:lnTo>
                <a:lnTo>
                  <a:pt x="179361" y="48730"/>
                </a:lnTo>
                <a:close/>
                <a:moveTo>
                  <a:pt x="320913" y="95727"/>
                </a:moveTo>
                <a:lnTo>
                  <a:pt x="265361" y="95727"/>
                </a:lnTo>
                <a:cubicBezTo>
                  <a:pt x="266010" y="109191"/>
                  <a:pt x="269584" y="119831"/>
                  <a:pt x="276081" y="127648"/>
                </a:cubicBezTo>
                <a:cubicBezTo>
                  <a:pt x="281063" y="133656"/>
                  <a:pt x="287054" y="136660"/>
                  <a:pt x="294057" y="136660"/>
                </a:cubicBezTo>
                <a:cubicBezTo>
                  <a:pt x="298389" y="136660"/>
                  <a:pt x="302323" y="135451"/>
                  <a:pt x="305861" y="133032"/>
                </a:cubicBezTo>
                <a:cubicBezTo>
                  <a:pt x="309398" y="130614"/>
                  <a:pt x="313188" y="126264"/>
                  <a:pt x="317231" y="119983"/>
                </a:cubicBezTo>
                <a:lnTo>
                  <a:pt x="320913" y="122366"/>
                </a:lnTo>
                <a:cubicBezTo>
                  <a:pt x="315426" y="133556"/>
                  <a:pt x="309362" y="141479"/>
                  <a:pt x="302720" y="146135"/>
                </a:cubicBezTo>
                <a:cubicBezTo>
                  <a:pt x="296079" y="150791"/>
                  <a:pt x="288390" y="153120"/>
                  <a:pt x="279655" y="153120"/>
                </a:cubicBezTo>
                <a:cubicBezTo>
                  <a:pt x="264639" y="153120"/>
                  <a:pt x="253269" y="147339"/>
                  <a:pt x="245544" y="135777"/>
                </a:cubicBezTo>
                <a:cubicBezTo>
                  <a:pt x="239335" y="126455"/>
                  <a:pt x="236231" y="114893"/>
                  <a:pt x="236231" y="101091"/>
                </a:cubicBezTo>
                <a:cubicBezTo>
                  <a:pt x="236231" y="84179"/>
                  <a:pt x="240797" y="70720"/>
                  <a:pt x="249930" y="60713"/>
                </a:cubicBezTo>
                <a:cubicBezTo>
                  <a:pt x="259062" y="50703"/>
                  <a:pt x="269764" y="45698"/>
                  <a:pt x="282037" y="45698"/>
                </a:cubicBezTo>
                <a:cubicBezTo>
                  <a:pt x="292288" y="45698"/>
                  <a:pt x="301186" y="49903"/>
                  <a:pt x="308730" y="58313"/>
                </a:cubicBezTo>
                <a:cubicBezTo>
                  <a:pt x="316274" y="66724"/>
                  <a:pt x="320335" y="79195"/>
                  <a:pt x="320913" y="95727"/>
                </a:cubicBezTo>
                <a:moveTo>
                  <a:pt x="294274" y="88580"/>
                </a:moveTo>
                <a:cubicBezTo>
                  <a:pt x="294274" y="76957"/>
                  <a:pt x="293642" y="68980"/>
                  <a:pt x="292379" y="64648"/>
                </a:cubicBezTo>
                <a:cubicBezTo>
                  <a:pt x="291115" y="60317"/>
                  <a:pt x="289148" y="57032"/>
                  <a:pt x="286477" y="54794"/>
                </a:cubicBezTo>
                <a:cubicBezTo>
                  <a:pt x="284961" y="53494"/>
                  <a:pt x="282940" y="52845"/>
                  <a:pt x="280413" y="52845"/>
                </a:cubicBezTo>
                <a:cubicBezTo>
                  <a:pt x="276659" y="52845"/>
                  <a:pt x="273591" y="54686"/>
                  <a:pt x="271208" y="58367"/>
                </a:cubicBezTo>
                <a:cubicBezTo>
                  <a:pt x="266949" y="64793"/>
                  <a:pt x="264819" y="73600"/>
                  <a:pt x="264819" y="84790"/>
                </a:cubicBezTo>
                <a:lnTo>
                  <a:pt x="264819" y="88580"/>
                </a:lnTo>
                <a:lnTo>
                  <a:pt x="294274" y="88580"/>
                </a:lnTo>
                <a:close/>
                <a:moveTo>
                  <a:pt x="379314" y="153120"/>
                </a:moveTo>
                <a:lnTo>
                  <a:pt x="345203" y="74563"/>
                </a:lnTo>
                <a:cubicBezTo>
                  <a:pt x="341088" y="65032"/>
                  <a:pt x="337876" y="58993"/>
                  <a:pt x="335565" y="56449"/>
                </a:cubicBezTo>
                <a:cubicBezTo>
                  <a:pt x="333905" y="54556"/>
                  <a:pt x="331450" y="53282"/>
                  <a:pt x="328202" y="52628"/>
                </a:cubicBezTo>
                <a:lnTo>
                  <a:pt x="328202" y="48730"/>
                </a:lnTo>
                <a:lnTo>
                  <a:pt x="382021" y="48730"/>
                </a:lnTo>
                <a:lnTo>
                  <a:pt x="382021" y="52628"/>
                </a:lnTo>
                <a:cubicBezTo>
                  <a:pt x="378628" y="52628"/>
                  <a:pt x="376318" y="53245"/>
                  <a:pt x="375091" y="54479"/>
                </a:cubicBezTo>
                <a:cubicBezTo>
                  <a:pt x="373358" y="56079"/>
                  <a:pt x="372492" y="57967"/>
                  <a:pt x="372492" y="60144"/>
                </a:cubicBezTo>
                <a:cubicBezTo>
                  <a:pt x="372492" y="62831"/>
                  <a:pt x="374080" y="67879"/>
                  <a:pt x="377256" y="75287"/>
                </a:cubicBezTo>
                <a:lnTo>
                  <a:pt x="393933" y="113337"/>
                </a:lnTo>
                <a:lnTo>
                  <a:pt x="407252" y="80492"/>
                </a:lnTo>
                <a:cubicBezTo>
                  <a:pt x="411078" y="71060"/>
                  <a:pt x="412992" y="64384"/>
                  <a:pt x="412992" y="60465"/>
                </a:cubicBezTo>
                <a:cubicBezTo>
                  <a:pt x="412992" y="58216"/>
                  <a:pt x="412179" y="56384"/>
                  <a:pt x="410555" y="54970"/>
                </a:cubicBezTo>
                <a:cubicBezTo>
                  <a:pt x="408931" y="53553"/>
                  <a:pt x="406061" y="52773"/>
                  <a:pt x="401946" y="52628"/>
                </a:cubicBezTo>
                <a:lnTo>
                  <a:pt x="401946" y="48730"/>
                </a:lnTo>
                <a:lnTo>
                  <a:pt x="435082" y="48730"/>
                </a:lnTo>
                <a:lnTo>
                  <a:pt x="435082" y="52628"/>
                </a:lnTo>
                <a:cubicBezTo>
                  <a:pt x="431906" y="53064"/>
                  <a:pt x="429307" y="54260"/>
                  <a:pt x="427286" y="56219"/>
                </a:cubicBezTo>
                <a:cubicBezTo>
                  <a:pt x="425264" y="58177"/>
                  <a:pt x="422232" y="63942"/>
                  <a:pt x="418189" y="73514"/>
                </a:cubicBezTo>
                <a:lnTo>
                  <a:pt x="384403" y="153120"/>
                </a:lnTo>
                <a:lnTo>
                  <a:pt x="379314" y="153120"/>
                </a:lnTo>
                <a:close/>
                <a:moveTo>
                  <a:pt x="468868" y="0"/>
                </a:moveTo>
                <a:cubicBezTo>
                  <a:pt x="473561" y="0"/>
                  <a:pt x="477531" y="1648"/>
                  <a:pt x="480780" y="4944"/>
                </a:cubicBezTo>
                <a:cubicBezTo>
                  <a:pt x="484029" y="8238"/>
                  <a:pt x="485653" y="12203"/>
                  <a:pt x="485653" y="16839"/>
                </a:cubicBezTo>
                <a:cubicBezTo>
                  <a:pt x="485653" y="21475"/>
                  <a:pt x="484011" y="25423"/>
                  <a:pt x="480726" y="28683"/>
                </a:cubicBezTo>
                <a:cubicBezTo>
                  <a:pt x="477441" y="31941"/>
                  <a:pt x="473489" y="33569"/>
                  <a:pt x="468868" y="33569"/>
                </a:cubicBezTo>
                <a:cubicBezTo>
                  <a:pt x="464248" y="33569"/>
                  <a:pt x="460314" y="31941"/>
                  <a:pt x="457065" y="28683"/>
                </a:cubicBezTo>
                <a:cubicBezTo>
                  <a:pt x="453816" y="25423"/>
                  <a:pt x="452192" y="21475"/>
                  <a:pt x="452192" y="16839"/>
                </a:cubicBezTo>
                <a:cubicBezTo>
                  <a:pt x="452192" y="12203"/>
                  <a:pt x="453816" y="8238"/>
                  <a:pt x="457065" y="4944"/>
                </a:cubicBezTo>
                <a:cubicBezTo>
                  <a:pt x="460314" y="1648"/>
                  <a:pt x="464248" y="0"/>
                  <a:pt x="468868" y="0"/>
                </a:cubicBezTo>
                <a:moveTo>
                  <a:pt x="484029" y="48730"/>
                </a:moveTo>
                <a:lnTo>
                  <a:pt x="484029" y="129080"/>
                </a:lnTo>
                <a:cubicBezTo>
                  <a:pt x="484029" y="136227"/>
                  <a:pt x="484859" y="140793"/>
                  <a:pt x="486519" y="142778"/>
                </a:cubicBezTo>
                <a:cubicBezTo>
                  <a:pt x="488180" y="144763"/>
                  <a:pt x="491428" y="145900"/>
                  <a:pt x="496265" y="146189"/>
                </a:cubicBezTo>
                <a:lnTo>
                  <a:pt x="496265" y="150088"/>
                </a:lnTo>
                <a:lnTo>
                  <a:pt x="441580" y="150088"/>
                </a:lnTo>
                <a:lnTo>
                  <a:pt x="441580" y="146189"/>
                </a:lnTo>
                <a:cubicBezTo>
                  <a:pt x="446056" y="146045"/>
                  <a:pt x="449376" y="144745"/>
                  <a:pt x="451542" y="142291"/>
                </a:cubicBezTo>
                <a:cubicBezTo>
                  <a:pt x="452986" y="140630"/>
                  <a:pt x="453708" y="136227"/>
                  <a:pt x="453708" y="129080"/>
                </a:cubicBezTo>
                <a:lnTo>
                  <a:pt x="453708" y="69954"/>
                </a:lnTo>
                <a:cubicBezTo>
                  <a:pt x="453708" y="62717"/>
                  <a:pt x="452878" y="58093"/>
                  <a:pt x="451217" y="56083"/>
                </a:cubicBezTo>
                <a:cubicBezTo>
                  <a:pt x="449557" y="54073"/>
                  <a:pt x="446344" y="52921"/>
                  <a:pt x="441580" y="52628"/>
                </a:cubicBezTo>
                <a:lnTo>
                  <a:pt x="441580" y="48730"/>
                </a:lnTo>
                <a:lnTo>
                  <a:pt x="484029" y="48730"/>
                </a:lnTo>
                <a:close/>
                <a:moveTo>
                  <a:pt x="553912" y="45698"/>
                </a:moveTo>
                <a:cubicBezTo>
                  <a:pt x="562719" y="45698"/>
                  <a:pt x="570913" y="47974"/>
                  <a:pt x="578493" y="52527"/>
                </a:cubicBezTo>
                <a:cubicBezTo>
                  <a:pt x="586073" y="57079"/>
                  <a:pt x="591831" y="63547"/>
                  <a:pt x="595765" y="71931"/>
                </a:cubicBezTo>
                <a:cubicBezTo>
                  <a:pt x="599700" y="80314"/>
                  <a:pt x="601667" y="89491"/>
                  <a:pt x="601667" y="99463"/>
                </a:cubicBezTo>
                <a:cubicBezTo>
                  <a:pt x="601667" y="113843"/>
                  <a:pt x="598021" y="125875"/>
                  <a:pt x="590730" y="135560"/>
                </a:cubicBezTo>
                <a:cubicBezTo>
                  <a:pt x="581922" y="147266"/>
                  <a:pt x="569758" y="153120"/>
                  <a:pt x="554237" y="153120"/>
                </a:cubicBezTo>
                <a:cubicBezTo>
                  <a:pt x="539004" y="153120"/>
                  <a:pt x="527273" y="147772"/>
                  <a:pt x="519043" y="137076"/>
                </a:cubicBezTo>
                <a:cubicBezTo>
                  <a:pt x="510813" y="126380"/>
                  <a:pt x="506698" y="113987"/>
                  <a:pt x="506698" y="99896"/>
                </a:cubicBezTo>
                <a:cubicBezTo>
                  <a:pt x="506698" y="85372"/>
                  <a:pt x="510903" y="72708"/>
                  <a:pt x="519314" y="61904"/>
                </a:cubicBezTo>
                <a:cubicBezTo>
                  <a:pt x="527724" y="51100"/>
                  <a:pt x="539257" y="45698"/>
                  <a:pt x="553912" y="45698"/>
                </a:cubicBezTo>
                <a:moveTo>
                  <a:pt x="554345" y="53278"/>
                </a:moveTo>
                <a:cubicBezTo>
                  <a:pt x="550663" y="53278"/>
                  <a:pt x="547505" y="54670"/>
                  <a:pt x="544870" y="57454"/>
                </a:cubicBezTo>
                <a:cubicBezTo>
                  <a:pt x="542235" y="60235"/>
                  <a:pt x="540502" y="65728"/>
                  <a:pt x="539672" y="73930"/>
                </a:cubicBezTo>
                <a:cubicBezTo>
                  <a:pt x="538842" y="82133"/>
                  <a:pt x="538427" y="93535"/>
                  <a:pt x="538427" y="108136"/>
                </a:cubicBezTo>
                <a:cubicBezTo>
                  <a:pt x="538427" y="115870"/>
                  <a:pt x="538932" y="123098"/>
                  <a:pt x="539943" y="129821"/>
                </a:cubicBezTo>
                <a:cubicBezTo>
                  <a:pt x="540737" y="134951"/>
                  <a:pt x="542433" y="138854"/>
                  <a:pt x="545032" y="141529"/>
                </a:cubicBezTo>
                <a:cubicBezTo>
                  <a:pt x="547631" y="144203"/>
                  <a:pt x="550591" y="145540"/>
                  <a:pt x="553912" y="145540"/>
                </a:cubicBezTo>
                <a:cubicBezTo>
                  <a:pt x="557161" y="145540"/>
                  <a:pt x="559868" y="144636"/>
                  <a:pt x="562033" y="142829"/>
                </a:cubicBezTo>
                <a:cubicBezTo>
                  <a:pt x="564849" y="140372"/>
                  <a:pt x="566726" y="136938"/>
                  <a:pt x="567664" y="132528"/>
                </a:cubicBezTo>
                <a:cubicBezTo>
                  <a:pt x="569108" y="125663"/>
                  <a:pt x="569830" y="111786"/>
                  <a:pt x="569830" y="90898"/>
                </a:cubicBezTo>
                <a:cubicBezTo>
                  <a:pt x="569830" y="78612"/>
                  <a:pt x="569144" y="70174"/>
                  <a:pt x="567773" y="65585"/>
                </a:cubicBezTo>
                <a:cubicBezTo>
                  <a:pt x="566401" y="60995"/>
                  <a:pt x="564380" y="57651"/>
                  <a:pt x="561709" y="55555"/>
                </a:cubicBezTo>
                <a:cubicBezTo>
                  <a:pt x="559832" y="54037"/>
                  <a:pt x="557377" y="53278"/>
                  <a:pt x="554345" y="53278"/>
                </a:cubicBezTo>
                <a:close/>
                <a:moveTo>
                  <a:pt x="715271" y="48730"/>
                </a:moveTo>
                <a:lnTo>
                  <a:pt x="715271" y="127997"/>
                </a:lnTo>
                <a:cubicBezTo>
                  <a:pt x="715271" y="135769"/>
                  <a:pt x="715993" y="140617"/>
                  <a:pt x="717437" y="142541"/>
                </a:cubicBezTo>
                <a:cubicBezTo>
                  <a:pt x="718881" y="144466"/>
                  <a:pt x="721804" y="145682"/>
                  <a:pt x="726208" y="146189"/>
                </a:cubicBezTo>
                <a:lnTo>
                  <a:pt x="726208" y="150088"/>
                </a:lnTo>
                <a:lnTo>
                  <a:pt x="684950" y="150088"/>
                </a:lnTo>
                <a:lnTo>
                  <a:pt x="684950" y="136552"/>
                </a:lnTo>
                <a:cubicBezTo>
                  <a:pt x="680113" y="142327"/>
                  <a:pt x="675277" y="146532"/>
                  <a:pt x="670440" y="149167"/>
                </a:cubicBezTo>
                <a:cubicBezTo>
                  <a:pt x="665603" y="151802"/>
                  <a:pt x="660188" y="153120"/>
                  <a:pt x="654196" y="153120"/>
                </a:cubicBezTo>
                <a:cubicBezTo>
                  <a:pt x="648493" y="153120"/>
                  <a:pt x="643422" y="151369"/>
                  <a:pt x="638982" y="147868"/>
                </a:cubicBezTo>
                <a:cubicBezTo>
                  <a:pt x="634542" y="144366"/>
                  <a:pt x="631564" y="140269"/>
                  <a:pt x="630048" y="135577"/>
                </a:cubicBezTo>
                <a:cubicBezTo>
                  <a:pt x="628532" y="130884"/>
                  <a:pt x="627774" y="122691"/>
                  <a:pt x="627774" y="110996"/>
                </a:cubicBezTo>
                <a:lnTo>
                  <a:pt x="627774" y="70821"/>
                </a:lnTo>
                <a:cubicBezTo>
                  <a:pt x="627774" y="63076"/>
                  <a:pt x="627070" y="58253"/>
                  <a:pt x="625662" y="56354"/>
                </a:cubicBezTo>
                <a:cubicBezTo>
                  <a:pt x="624255" y="54454"/>
                  <a:pt x="621313" y="53212"/>
                  <a:pt x="616837" y="52628"/>
                </a:cubicBezTo>
                <a:lnTo>
                  <a:pt x="616837" y="48730"/>
                </a:lnTo>
                <a:lnTo>
                  <a:pt x="658095" y="48730"/>
                </a:lnTo>
                <a:lnTo>
                  <a:pt x="658095" y="118011"/>
                </a:lnTo>
                <a:cubicBezTo>
                  <a:pt x="658095" y="125239"/>
                  <a:pt x="658438" y="129901"/>
                  <a:pt x="659124" y="131997"/>
                </a:cubicBezTo>
                <a:cubicBezTo>
                  <a:pt x="659809" y="134093"/>
                  <a:pt x="660892" y="135683"/>
                  <a:pt x="662372" y="136768"/>
                </a:cubicBezTo>
                <a:cubicBezTo>
                  <a:pt x="663852" y="137851"/>
                  <a:pt x="665567" y="138392"/>
                  <a:pt x="667516" y="138392"/>
                </a:cubicBezTo>
                <a:cubicBezTo>
                  <a:pt x="670115" y="138392"/>
                  <a:pt x="672461" y="137707"/>
                  <a:pt x="674555" y="136335"/>
                </a:cubicBezTo>
                <a:cubicBezTo>
                  <a:pt x="677442" y="134458"/>
                  <a:pt x="680908" y="130668"/>
                  <a:pt x="684950" y="124965"/>
                </a:cubicBezTo>
                <a:lnTo>
                  <a:pt x="684950" y="70821"/>
                </a:lnTo>
                <a:cubicBezTo>
                  <a:pt x="684950" y="63076"/>
                  <a:pt x="684246" y="58253"/>
                  <a:pt x="682839" y="56354"/>
                </a:cubicBezTo>
                <a:cubicBezTo>
                  <a:pt x="681431" y="54454"/>
                  <a:pt x="678489" y="53212"/>
                  <a:pt x="674013" y="52628"/>
                </a:cubicBezTo>
                <a:lnTo>
                  <a:pt x="674013" y="48730"/>
                </a:lnTo>
                <a:lnTo>
                  <a:pt x="715271" y="48730"/>
                </a:lnTo>
                <a:close/>
                <a:moveTo>
                  <a:pt x="804792" y="46131"/>
                </a:moveTo>
                <a:lnTo>
                  <a:pt x="806416" y="80783"/>
                </a:lnTo>
                <a:lnTo>
                  <a:pt x="802734" y="80783"/>
                </a:lnTo>
                <a:cubicBezTo>
                  <a:pt x="798331" y="70448"/>
                  <a:pt x="793764" y="63389"/>
                  <a:pt x="789036" y="59606"/>
                </a:cubicBezTo>
                <a:cubicBezTo>
                  <a:pt x="784307" y="55820"/>
                  <a:pt x="779597" y="53928"/>
                  <a:pt x="774904" y="53928"/>
                </a:cubicBezTo>
                <a:cubicBezTo>
                  <a:pt x="771944" y="53928"/>
                  <a:pt x="769418" y="54920"/>
                  <a:pt x="767324" y="56906"/>
                </a:cubicBezTo>
                <a:cubicBezTo>
                  <a:pt x="765230" y="58891"/>
                  <a:pt x="764184" y="61183"/>
                  <a:pt x="764184" y="63782"/>
                </a:cubicBezTo>
                <a:cubicBezTo>
                  <a:pt x="764184" y="65731"/>
                  <a:pt x="764906" y="67608"/>
                  <a:pt x="766349" y="69413"/>
                </a:cubicBezTo>
                <a:cubicBezTo>
                  <a:pt x="768660" y="72373"/>
                  <a:pt x="775121" y="77444"/>
                  <a:pt x="785733" y="84627"/>
                </a:cubicBezTo>
                <a:cubicBezTo>
                  <a:pt x="796345" y="91810"/>
                  <a:pt x="803330" y="97911"/>
                  <a:pt x="806687" y="102928"/>
                </a:cubicBezTo>
                <a:cubicBezTo>
                  <a:pt x="810044" y="107945"/>
                  <a:pt x="811722" y="113558"/>
                  <a:pt x="811722" y="119767"/>
                </a:cubicBezTo>
                <a:cubicBezTo>
                  <a:pt x="811722" y="125398"/>
                  <a:pt x="810314" y="130921"/>
                  <a:pt x="807499" y="136335"/>
                </a:cubicBezTo>
                <a:cubicBezTo>
                  <a:pt x="804683" y="141749"/>
                  <a:pt x="800713" y="145900"/>
                  <a:pt x="795587" y="148788"/>
                </a:cubicBezTo>
                <a:cubicBezTo>
                  <a:pt x="790462" y="151676"/>
                  <a:pt x="784794" y="153120"/>
                  <a:pt x="778586" y="153120"/>
                </a:cubicBezTo>
                <a:cubicBezTo>
                  <a:pt x="773749" y="153120"/>
                  <a:pt x="767288" y="151575"/>
                  <a:pt x="759202" y="148487"/>
                </a:cubicBezTo>
                <a:cubicBezTo>
                  <a:pt x="757037" y="147677"/>
                  <a:pt x="755557" y="147272"/>
                  <a:pt x="754763" y="147272"/>
                </a:cubicBezTo>
                <a:cubicBezTo>
                  <a:pt x="752380" y="147272"/>
                  <a:pt x="750395" y="149077"/>
                  <a:pt x="748807" y="152687"/>
                </a:cubicBezTo>
                <a:lnTo>
                  <a:pt x="745233" y="152687"/>
                </a:lnTo>
                <a:lnTo>
                  <a:pt x="743501" y="116302"/>
                </a:lnTo>
                <a:lnTo>
                  <a:pt x="747182" y="116302"/>
                </a:lnTo>
                <a:cubicBezTo>
                  <a:pt x="750431" y="125831"/>
                  <a:pt x="754889" y="132978"/>
                  <a:pt x="760556" y="137743"/>
                </a:cubicBezTo>
                <a:cubicBezTo>
                  <a:pt x="766223" y="142507"/>
                  <a:pt x="771583" y="144890"/>
                  <a:pt x="776637" y="144890"/>
                </a:cubicBezTo>
                <a:cubicBezTo>
                  <a:pt x="780102" y="144890"/>
                  <a:pt x="782936" y="143825"/>
                  <a:pt x="785137" y="141695"/>
                </a:cubicBezTo>
                <a:cubicBezTo>
                  <a:pt x="787339" y="139566"/>
                  <a:pt x="788440" y="136985"/>
                  <a:pt x="788440" y="133953"/>
                </a:cubicBezTo>
                <a:cubicBezTo>
                  <a:pt x="788440" y="130487"/>
                  <a:pt x="787357" y="127491"/>
                  <a:pt x="785192" y="124965"/>
                </a:cubicBezTo>
                <a:cubicBezTo>
                  <a:pt x="783026" y="122438"/>
                  <a:pt x="778189" y="118612"/>
                  <a:pt x="770681" y="113486"/>
                </a:cubicBezTo>
                <a:cubicBezTo>
                  <a:pt x="759635" y="105834"/>
                  <a:pt x="752488" y="99986"/>
                  <a:pt x="749240" y="95943"/>
                </a:cubicBezTo>
                <a:cubicBezTo>
                  <a:pt x="744475" y="90024"/>
                  <a:pt x="742093" y="83490"/>
                  <a:pt x="742093" y="76343"/>
                </a:cubicBezTo>
                <a:cubicBezTo>
                  <a:pt x="742093" y="68547"/>
                  <a:pt x="744782" y="61490"/>
                  <a:pt x="750160" y="55173"/>
                </a:cubicBezTo>
                <a:cubicBezTo>
                  <a:pt x="755539" y="48856"/>
                  <a:pt x="763317" y="45698"/>
                  <a:pt x="773496" y="45698"/>
                </a:cubicBezTo>
                <a:cubicBezTo>
                  <a:pt x="778983" y="45698"/>
                  <a:pt x="784289" y="47085"/>
                  <a:pt x="789415" y="49860"/>
                </a:cubicBezTo>
                <a:cubicBezTo>
                  <a:pt x="791364" y="50983"/>
                  <a:pt x="792952" y="51545"/>
                  <a:pt x="794179" y="51545"/>
                </a:cubicBezTo>
                <a:cubicBezTo>
                  <a:pt x="795479" y="51545"/>
                  <a:pt x="796526" y="51275"/>
                  <a:pt x="797320" y="50733"/>
                </a:cubicBezTo>
                <a:cubicBezTo>
                  <a:pt x="798114" y="50192"/>
                  <a:pt x="799377" y="48658"/>
                  <a:pt x="801110" y="46131"/>
                </a:cubicBezTo>
                <a:lnTo>
                  <a:pt x="804792" y="46131"/>
                </a:lnTo>
                <a:close/>
                <a:moveTo>
                  <a:pt x="1005620" y="98542"/>
                </a:moveTo>
                <a:lnTo>
                  <a:pt x="1000097" y="150088"/>
                </a:lnTo>
                <a:lnTo>
                  <a:pt x="869718" y="150088"/>
                </a:lnTo>
                <a:lnTo>
                  <a:pt x="869718" y="146189"/>
                </a:lnTo>
                <a:lnTo>
                  <a:pt x="874591" y="146189"/>
                </a:lnTo>
                <a:cubicBezTo>
                  <a:pt x="878850" y="146189"/>
                  <a:pt x="882280" y="145428"/>
                  <a:pt x="884879" y="143905"/>
                </a:cubicBezTo>
                <a:cubicBezTo>
                  <a:pt x="886756" y="142888"/>
                  <a:pt x="888199" y="141146"/>
                  <a:pt x="889210" y="138680"/>
                </a:cubicBezTo>
                <a:cubicBezTo>
                  <a:pt x="890004" y="136938"/>
                  <a:pt x="890401" y="132367"/>
                  <a:pt x="890401" y="124965"/>
                </a:cubicBezTo>
                <a:lnTo>
                  <a:pt x="890401" y="28372"/>
                </a:lnTo>
                <a:cubicBezTo>
                  <a:pt x="890401" y="20825"/>
                  <a:pt x="890004" y="16109"/>
                  <a:pt x="889210" y="14223"/>
                </a:cubicBezTo>
                <a:cubicBezTo>
                  <a:pt x="888416" y="12335"/>
                  <a:pt x="886810" y="10683"/>
                  <a:pt x="884391" y="9269"/>
                </a:cubicBezTo>
                <a:cubicBezTo>
                  <a:pt x="881973" y="7854"/>
                  <a:pt x="878706" y="7147"/>
                  <a:pt x="874591" y="7147"/>
                </a:cubicBezTo>
                <a:lnTo>
                  <a:pt x="869718" y="7147"/>
                </a:lnTo>
                <a:lnTo>
                  <a:pt x="869718" y="3249"/>
                </a:lnTo>
                <a:lnTo>
                  <a:pt x="948011" y="3249"/>
                </a:lnTo>
                <a:lnTo>
                  <a:pt x="948011" y="7147"/>
                </a:lnTo>
                <a:lnTo>
                  <a:pt x="941622" y="7147"/>
                </a:lnTo>
                <a:cubicBezTo>
                  <a:pt x="937362" y="7147"/>
                  <a:pt x="933933" y="7908"/>
                  <a:pt x="931334" y="9431"/>
                </a:cubicBezTo>
                <a:cubicBezTo>
                  <a:pt x="929457" y="10449"/>
                  <a:pt x="927977" y="12190"/>
                  <a:pt x="926894" y="14656"/>
                </a:cubicBezTo>
                <a:cubicBezTo>
                  <a:pt x="926100" y="16398"/>
                  <a:pt x="925703" y="20970"/>
                  <a:pt x="925703" y="28372"/>
                </a:cubicBezTo>
                <a:lnTo>
                  <a:pt x="925703" y="121933"/>
                </a:lnTo>
                <a:cubicBezTo>
                  <a:pt x="925703" y="129441"/>
                  <a:pt x="926136" y="134223"/>
                  <a:pt x="927003" y="136281"/>
                </a:cubicBezTo>
                <a:cubicBezTo>
                  <a:pt x="927869" y="138338"/>
                  <a:pt x="929566" y="139872"/>
                  <a:pt x="932092" y="140883"/>
                </a:cubicBezTo>
                <a:cubicBezTo>
                  <a:pt x="933897" y="141533"/>
                  <a:pt x="938265" y="141858"/>
                  <a:pt x="945195" y="141858"/>
                </a:cubicBezTo>
                <a:lnTo>
                  <a:pt x="957432" y="141858"/>
                </a:lnTo>
                <a:cubicBezTo>
                  <a:pt x="965228" y="141858"/>
                  <a:pt x="971726" y="140486"/>
                  <a:pt x="976924" y="137743"/>
                </a:cubicBezTo>
                <a:cubicBezTo>
                  <a:pt x="982121" y="134999"/>
                  <a:pt x="986615" y="130668"/>
                  <a:pt x="990406" y="124748"/>
                </a:cubicBezTo>
                <a:cubicBezTo>
                  <a:pt x="994196" y="118828"/>
                  <a:pt x="997787" y="110093"/>
                  <a:pt x="1001180" y="98542"/>
                </a:cubicBezTo>
                <a:lnTo>
                  <a:pt x="1005620" y="98542"/>
                </a:lnTo>
                <a:close/>
                <a:moveTo>
                  <a:pt x="1104545" y="95727"/>
                </a:moveTo>
                <a:lnTo>
                  <a:pt x="1048993" y="95727"/>
                </a:lnTo>
                <a:cubicBezTo>
                  <a:pt x="1049643" y="109191"/>
                  <a:pt x="1053217" y="119831"/>
                  <a:pt x="1059714" y="127648"/>
                </a:cubicBezTo>
                <a:cubicBezTo>
                  <a:pt x="1064695" y="133656"/>
                  <a:pt x="1070687" y="136660"/>
                  <a:pt x="1077690" y="136660"/>
                </a:cubicBezTo>
                <a:cubicBezTo>
                  <a:pt x="1082021" y="136660"/>
                  <a:pt x="1085956" y="135451"/>
                  <a:pt x="1089493" y="133032"/>
                </a:cubicBezTo>
                <a:cubicBezTo>
                  <a:pt x="1093031" y="130614"/>
                  <a:pt x="1096821" y="126264"/>
                  <a:pt x="1100864" y="119983"/>
                </a:cubicBezTo>
                <a:lnTo>
                  <a:pt x="1104545" y="122366"/>
                </a:lnTo>
                <a:cubicBezTo>
                  <a:pt x="1099059" y="133556"/>
                  <a:pt x="1092995" y="141479"/>
                  <a:pt x="1086353" y="146135"/>
                </a:cubicBezTo>
                <a:cubicBezTo>
                  <a:pt x="1079711" y="150791"/>
                  <a:pt x="1072023" y="153120"/>
                  <a:pt x="1063287" y="153120"/>
                </a:cubicBezTo>
                <a:cubicBezTo>
                  <a:pt x="1048272" y="153120"/>
                  <a:pt x="1036901" y="147339"/>
                  <a:pt x="1029177" y="135777"/>
                </a:cubicBezTo>
                <a:cubicBezTo>
                  <a:pt x="1022968" y="126455"/>
                  <a:pt x="1019864" y="114893"/>
                  <a:pt x="1019864" y="101091"/>
                </a:cubicBezTo>
                <a:cubicBezTo>
                  <a:pt x="1019864" y="84179"/>
                  <a:pt x="1024430" y="70720"/>
                  <a:pt x="1033562" y="60713"/>
                </a:cubicBezTo>
                <a:cubicBezTo>
                  <a:pt x="1042695" y="50703"/>
                  <a:pt x="1053397" y="45698"/>
                  <a:pt x="1065670" y="45698"/>
                </a:cubicBezTo>
                <a:cubicBezTo>
                  <a:pt x="1075921" y="45698"/>
                  <a:pt x="1084819" y="49903"/>
                  <a:pt x="1092363" y="58313"/>
                </a:cubicBezTo>
                <a:cubicBezTo>
                  <a:pt x="1099907" y="66724"/>
                  <a:pt x="1103968" y="79195"/>
                  <a:pt x="1104545" y="95727"/>
                </a:cubicBezTo>
                <a:moveTo>
                  <a:pt x="1077906" y="88580"/>
                </a:moveTo>
                <a:cubicBezTo>
                  <a:pt x="1077906" y="76957"/>
                  <a:pt x="1077275" y="68980"/>
                  <a:pt x="1076011" y="64648"/>
                </a:cubicBezTo>
                <a:cubicBezTo>
                  <a:pt x="1074748" y="60317"/>
                  <a:pt x="1072781" y="57032"/>
                  <a:pt x="1070110" y="54794"/>
                </a:cubicBezTo>
                <a:cubicBezTo>
                  <a:pt x="1068594" y="53494"/>
                  <a:pt x="1066572" y="52845"/>
                  <a:pt x="1064045" y="52845"/>
                </a:cubicBezTo>
                <a:cubicBezTo>
                  <a:pt x="1060292" y="52845"/>
                  <a:pt x="1057223" y="54686"/>
                  <a:pt x="1054841" y="58367"/>
                </a:cubicBezTo>
                <a:cubicBezTo>
                  <a:pt x="1050582" y="64793"/>
                  <a:pt x="1048452" y="73600"/>
                  <a:pt x="1048452" y="84790"/>
                </a:cubicBezTo>
                <a:lnTo>
                  <a:pt x="1048452" y="88580"/>
                </a:lnTo>
                <a:lnTo>
                  <a:pt x="1077906" y="88580"/>
                </a:lnTo>
                <a:close/>
                <a:moveTo>
                  <a:pt x="1156825" y="48730"/>
                </a:moveTo>
                <a:lnTo>
                  <a:pt x="1156825" y="62157"/>
                </a:lnTo>
                <a:cubicBezTo>
                  <a:pt x="1162384" y="56053"/>
                  <a:pt x="1167527" y="51783"/>
                  <a:pt x="1172256" y="49349"/>
                </a:cubicBezTo>
                <a:cubicBezTo>
                  <a:pt x="1176985" y="46915"/>
                  <a:pt x="1182164" y="45698"/>
                  <a:pt x="1187795" y="45698"/>
                </a:cubicBezTo>
                <a:cubicBezTo>
                  <a:pt x="1194293" y="45698"/>
                  <a:pt x="1199743" y="47223"/>
                  <a:pt x="1204147" y="50273"/>
                </a:cubicBezTo>
                <a:cubicBezTo>
                  <a:pt x="1208551" y="53323"/>
                  <a:pt x="1211944" y="57970"/>
                  <a:pt x="1214326" y="64215"/>
                </a:cubicBezTo>
                <a:cubicBezTo>
                  <a:pt x="1220101" y="57679"/>
                  <a:pt x="1225642" y="52960"/>
                  <a:pt x="1230948" y="50056"/>
                </a:cubicBezTo>
                <a:cubicBezTo>
                  <a:pt x="1236254" y="47151"/>
                  <a:pt x="1241795" y="45698"/>
                  <a:pt x="1247571" y="45698"/>
                </a:cubicBezTo>
                <a:cubicBezTo>
                  <a:pt x="1254573" y="45698"/>
                  <a:pt x="1260150" y="47306"/>
                  <a:pt x="1264301" y="50523"/>
                </a:cubicBezTo>
                <a:cubicBezTo>
                  <a:pt x="1268452" y="53740"/>
                  <a:pt x="1271340" y="57825"/>
                  <a:pt x="1272964" y="62777"/>
                </a:cubicBezTo>
                <a:cubicBezTo>
                  <a:pt x="1274589" y="67729"/>
                  <a:pt x="1275401" y="75626"/>
                  <a:pt x="1275401" y="86468"/>
                </a:cubicBezTo>
                <a:lnTo>
                  <a:pt x="1275401" y="127997"/>
                </a:lnTo>
                <a:cubicBezTo>
                  <a:pt x="1275401" y="135794"/>
                  <a:pt x="1276105" y="140630"/>
                  <a:pt x="1277512" y="142507"/>
                </a:cubicBezTo>
                <a:cubicBezTo>
                  <a:pt x="1278920" y="144384"/>
                  <a:pt x="1281862" y="145612"/>
                  <a:pt x="1286338" y="146189"/>
                </a:cubicBezTo>
                <a:lnTo>
                  <a:pt x="1286338" y="150088"/>
                </a:lnTo>
                <a:lnTo>
                  <a:pt x="1234035" y="150088"/>
                </a:lnTo>
                <a:lnTo>
                  <a:pt x="1234035" y="146189"/>
                </a:lnTo>
                <a:cubicBezTo>
                  <a:pt x="1238149" y="145828"/>
                  <a:pt x="1241182" y="144240"/>
                  <a:pt x="1243131" y="141425"/>
                </a:cubicBezTo>
                <a:cubicBezTo>
                  <a:pt x="1244430" y="139475"/>
                  <a:pt x="1245080" y="134999"/>
                  <a:pt x="1245080" y="127997"/>
                </a:cubicBezTo>
                <a:lnTo>
                  <a:pt x="1245080" y="84465"/>
                </a:lnTo>
                <a:cubicBezTo>
                  <a:pt x="1245080" y="75441"/>
                  <a:pt x="1244719" y="69702"/>
                  <a:pt x="1243997" y="67247"/>
                </a:cubicBezTo>
                <a:cubicBezTo>
                  <a:pt x="1243275" y="64793"/>
                  <a:pt x="1242138" y="62970"/>
                  <a:pt x="1240586" y="61778"/>
                </a:cubicBezTo>
                <a:cubicBezTo>
                  <a:pt x="1239034" y="60587"/>
                  <a:pt x="1237211" y="59992"/>
                  <a:pt x="1235117" y="59992"/>
                </a:cubicBezTo>
                <a:cubicBezTo>
                  <a:pt x="1232013" y="59992"/>
                  <a:pt x="1228873" y="61129"/>
                  <a:pt x="1225696" y="63403"/>
                </a:cubicBezTo>
                <a:cubicBezTo>
                  <a:pt x="1222520" y="65677"/>
                  <a:pt x="1219307" y="69088"/>
                  <a:pt x="1216059" y="73636"/>
                </a:cubicBezTo>
                <a:lnTo>
                  <a:pt x="1216059" y="127997"/>
                </a:lnTo>
                <a:cubicBezTo>
                  <a:pt x="1216059" y="135288"/>
                  <a:pt x="1216672" y="139872"/>
                  <a:pt x="1217900" y="141749"/>
                </a:cubicBezTo>
                <a:cubicBezTo>
                  <a:pt x="1219560" y="144421"/>
                  <a:pt x="1222736" y="145900"/>
                  <a:pt x="1227429" y="146189"/>
                </a:cubicBezTo>
                <a:lnTo>
                  <a:pt x="1227429" y="150088"/>
                </a:lnTo>
                <a:lnTo>
                  <a:pt x="1175017" y="150088"/>
                </a:lnTo>
                <a:lnTo>
                  <a:pt x="1175017" y="146189"/>
                </a:lnTo>
                <a:cubicBezTo>
                  <a:pt x="1177833" y="146045"/>
                  <a:pt x="1180053" y="145341"/>
                  <a:pt x="1181677" y="144078"/>
                </a:cubicBezTo>
                <a:cubicBezTo>
                  <a:pt x="1183301" y="142814"/>
                  <a:pt x="1184384" y="141298"/>
                  <a:pt x="1184926" y="139529"/>
                </a:cubicBezTo>
                <a:cubicBezTo>
                  <a:pt x="1185467" y="137761"/>
                  <a:pt x="1185738" y="133917"/>
                  <a:pt x="1185738" y="127997"/>
                </a:cubicBezTo>
                <a:lnTo>
                  <a:pt x="1185738" y="84397"/>
                </a:lnTo>
                <a:cubicBezTo>
                  <a:pt x="1185738" y="75213"/>
                  <a:pt x="1185377" y="69465"/>
                  <a:pt x="1184655" y="67152"/>
                </a:cubicBezTo>
                <a:cubicBezTo>
                  <a:pt x="1183933" y="64838"/>
                  <a:pt x="1182724" y="63029"/>
                  <a:pt x="1181027" y="61728"/>
                </a:cubicBezTo>
                <a:cubicBezTo>
                  <a:pt x="1179331" y="60426"/>
                  <a:pt x="1177508" y="59775"/>
                  <a:pt x="1175559" y="59775"/>
                </a:cubicBezTo>
                <a:cubicBezTo>
                  <a:pt x="1172671" y="59775"/>
                  <a:pt x="1170036" y="60539"/>
                  <a:pt x="1167654" y="62066"/>
                </a:cubicBezTo>
                <a:cubicBezTo>
                  <a:pt x="1164261" y="64322"/>
                  <a:pt x="1160651" y="68179"/>
                  <a:pt x="1156825" y="73636"/>
                </a:cubicBezTo>
                <a:lnTo>
                  <a:pt x="1156825" y="127997"/>
                </a:lnTo>
                <a:cubicBezTo>
                  <a:pt x="1156825" y="135144"/>
                  <a:pt x="1157529" y="139854"/>
                  <a:pt x="1158937" y="142128"/>
                </a:cubicBezTo>
                <a:cubicBezTo>
                  <a:pt x="1160344" y="144402"/>
                  <a:pt x="1163286" y="145756"/>
                  <a:pt x="1167762" y="146189"/>
                </a:cubicBezTo>
                <a:lnTo>
                  <a:pt x="1167762" y="150088"/>
                </a:lnTo>
                <a:lnTo>
                  <a:pt x="1115567" y="150088"/>
                </a:lnTo>
                <a:lnTo>
                  <a:pt x="1115567" y="146189"/>
                </a:lnTo>
                <a:cubicBezTo>
                  <a:pt x="1119826" y="145756"/>
                  <a:pt x="1122859" y="144384"/>
                  <a:pt x="1124663" y="142074"/>
                </a:cubicBezTo>
                <a:cubicBezTo>
                  <a:pt x="1125891" y="140486"/>
                  <a:pt x="1126504" y="135794"/>
                  <a:pt x="1126504" y="127997"/>
                </a:cubicBezTo>
                <a:lnTo>
                  <a:pt x="1126504" y="70821"/>
                </a:lnTo>
                <a:cubicBezTo>
                  <a:pt x="1126504" y="63076"/>
                  <a:pt x="1125800" y="58253"/>
                  <a:pt x="1124393" y="56354"/>
                </a:cubicBezTo>
                <a:cubicBezTo>
                  <a:pt x="1122985" y="54454"/>
                  <a:pt x="1120043" y="53212"/>
                  <a:pt x="1115567" y="52628"/>
                </a:cubicBezTo>
                <a:lnTo>
                  <a:pt x="1115567" y="48730"/>
                </a:lnTo>
                <a:lnTo>
                  <a:pt x="1156825" y="48730"/>
                </a:lnTo>
                <a:close/>
                <a:moveTo>
                  <a:pt x="1339567" y="48730"/>
                </a:moveTo>
                <a:lnTo>
                  <a:pt x="1339567" y="62157"/>
                </a:lnTo>
                <a:cubicBezTo>
                  <a:pt x="1345126" y="56053"/>
                  <a:pt x="1350270" y="51783"/>
                  <a:pt x="1354998" y="49349"/>
                </a:cubicBezTo>
                <a:cubicBezTo>
                  <a:pt x="1359727" y="46915"/>
                  <a:pt x="1364907" y="45698"/>
                  <a:pt x="1370538" y="45698"/>
                </a:cubicBezTo>
                <a:cubicBezTo>
                  <a:pt x="1377035" y="45698"/>
                  <a:pt x="1382486" y="47223"/>
                  <a:pt x="1386889" y="50273"/>
                </a:cubicBezTo>
                <a:cubicBezTo>
                  <a:pt x="1391293" y="53323"/>
                  <a:pt x="1394686" y="57970"/>
                  <a:pt x="1397068" y="64215"/>
                </a:cubicBezTo>
                <a:cubicBezTo>
                  <a:pt x="1402844" y="57679"/>
                  <a:pt x="1408385" y="52960"/>
                  <a:pt x="1413691" y="50056"/>
                </a:cubicBezTo>
                <a:cubicBezTo>
                  <a:pt x="1418997" y="47151"/>
                  <a:pt x="1424538" y="45698"/>
                  <a:pt x="1430313" y="45698"/>
                </a:cubicBezTo>
                <a:cubicBezTo>
                  <a:pt x="1437316" y="45698"/>
                  <a:pt x="1442892" y="47306"/>
                  <a:pt x="1447044" y="50523"/>
                </a:cubicBezTo>
                <a:cubicBezTo>
                  <a:pt x="1451195" y="53740"/>
                  <a:pt x="1454082" y="57825"/>
                  <a:pt x="1455707" y="62777"/>
                </a:cubicBezTo>
                <a:cubicBezTo>
                  <a:pt x="1457331" y="67729"/>
                  <a:pt x="1458143" y="75626"/>
                  <a:pt x="1458143" y="86468"/>
                </a:cubicBezTo>
                <a:lnTo>
                  <a:pt x="1458143" y="127997"/>
                </a:lnTo>
                <a:cubicBezTo>
                  <a:pt x="1458143" y="135794"/>
                  <a:pt x="1458847" y="140630"/>
                  <a:pt x="1460255" y="142507"/>
                </a:cubicBezTo>
                <a:cubicBezTo>
                  <a:pt x="1461662" y="144384"/>
                  <a:pt x="1464604" y="145612"/>
                  <a:pt x="1469080" y="146189"/>
                </a:cubicBezTo>
                <a:lnTo>
                  <a:pt x="1469080" y="150088"/>
                </a:lnTo>
                <a:lnTo>
                  <a:pt x="1416777" y="150088"/>
                </a:lnTo>
                <a:lnTo>
                  <a:pt x="1416777" y="146189"/>
                </a:lnTo>
                <a:cubicBezTo>
                  <a:pt x="1420892" y="145828"/>
                  <a:pt x="1423924" y="144240"/>
                  <a:pt x="1425873" y="141425"/>
                </a:cubicBezTo>
                <a:cubicBezTo>
                  <a:pt x="1427173" y="139475"/>
                  <a:pt x="1427822" y="134999"/>
                  <a:pt x="1427822" y="127997"/>
                </a:cubicBezTo>
                <a:lnTo>
                  <a:pt x="1427822" y="84465"/>
                </a:lnTo>
                <a:cubicBezTo>
                  <a:pt x="1427822" y="75441"/>
                  <a:pt x="1427461" y="69702"/>
                  <a:pt x="1426739" y="67247"/>
                </a:cubicBezTo>
                <a:cubicBezTo>
                  <a:pt x="1426018" y="64793"/>
                  <a:pt x="1424881" y="62970"/>
                  <a:pt x="1423328" y="61778"/>
                </a:cubicBezTo>
                <a:cubicBezTo>
                  <a:pt x="1421776" y="60587"/>
                  <a:pt x="1419953" y="59992"/>
                  <a:pt x="1417860" y="59992"/>
                </a:cubicBezTo>
                <a:cubicBezTo>
                  <a:pt x="1414756" y="59992"/>
                  <a:pt x="1411615" y="61129"/>
                  <a:pt x="1408439" y="63403"/>
                </a:cubicBezTo>
                <a:cubicBezTo>
                  <a:pt x="1405262" y="65677"/>
                  <a:pt x="1402050" y="69088"/>
                  <a:pt x="1398801" y="73636"/>
                </a:cubicBezTo>
                <a:lnTo>
                  <a:pt x="1398801" y="127997"/>
                </a:lnTo>
                <a:cubicBezTo>
                  <a:pt x="1398801" y="135288"/>
                  <a:pt x="1399415" y="139872"/>
                  <a:pt x="1400642" y="141749"/>
                </a:cubicBezTo>
                <a:cubicBezTo>
                  <a:pt x="1402302" y="144421"/>
                  <a:pt x="1405479" y="145900"/>
                  <a:pt x="1410171" y="146189"/>
                </a:cubicBezTo>
                <a:lnTo>
                  <a:pt x="1410171" y="150088"/>
                </a:lnTo>
                <a:lnTo>
                  <a:pt x="1357760" y="150088"/>
                </a:lnTo>
                <a:lnTo>
                  <a:pt x="1357760" y="146189"/>
                </a:lnTo>
                <a:cubicBezTo>
                  <a:pt x="1360575" y="146045"/>
                  <a:pt x="1362795" y="145341"/>
                  <a:pt x="1364420" y="144078"/>
                </a:cubicBezTo>
                <a:cubicBezTo>
                  <a:pt x="1366044" y="142814"/>
                  <a:pt x="1367127" y="141298"/>
                  <a:pt x="1367668" y="139529"/>
                </a:cubicBezTo>
                <a:cubicBezTo>
                  <a:pt x="1368210" y="137761"/>
                  <a:pt x="1368480" y="133917"/>
                  <a:pt x="1368480" y="127997"/>
                </a:cubicBezTo>
                <a:lnTo>
                  <a:pt x="1368480" y="84397"/>
                </a:lnTo>
                <a:cubicBezTo>
                  <a:pt x="1368480" y="75213"/>
                  <a:pt x="1368119" y="69465"/>
                  <a:pt x="1367397" y="67152"/>
                </a:cubicBezTo>
                <a:cubicBezTo>
                  <a:pt x="1366676" y="64838"/>
                  <a:pt x="1365466" y="63029"/>
                  <a:pt x="1363770" y="61728"/>
                </a:cubicBezTo>
                <a:cubicBezTo>
                  <a:pt x="1362073" y="60426"/>
                  <a:pt x="1360250" y="59775"/>
                  <a:pt x="1358301" y="59775"/>
                </a:cubicBezTo>
                <a:cubicBezTo>
                  <a:pt x="1355414" y="59775"/>
                  <a:pt x="1352779" y="60539"/>
                  <a:pt x="1350396" y="62066"/>
                </a:cubicBezTo>
                <a:cubicBezTo>
                  <a:pt x="1347003" y="64322"/>
                  <a:pt x="1343394" y="68179"/>
                  <a:pt x="1339567" y="73636"/>
                </a:cubicBezTo>
                <a:lnTo>
                  <a:pt x="1339567" y="127997"/>
                </a:lnTo>
                <a:cubicBezTo>
                  <a:pt x="1339567" y="135144"/>
                  <a:pt x="1340271" y="139854"/>
                  <a:pt x="1341679" y="142128"/>
                </a:cubicBezTo>
                <a:cubicBezTo>
                  <a:pt x="1343087" y="144402"/>
                  <a:pt x="1346029" y="145756"/>
                  <a:pt x="1350504" y="146189"/>
                </a:cubicBezTo>
                <a:lnTo>
                  <a:pt x="1350504" y="150088"/>
                </a:lnTo>
                <a:lnTo>
                  <a:pt x="1298310" y="150088"/>
                </a:lnTo>
                <a:lnTo>
                  <a:pt x="1298310" y="146189"/>
                </a:lnTo>
                <a:cubicBezTo>
                  <a:pt x="1302569" y="145756"/>
                  <a:pt x="1305601" y="144384"/>
                  <a:pt x="1307406" y="142074"/>
                </a:cubicBezTo>
                <a:cubicBezTo>
                  <a:pt x="1308633" y="140486"/>
                  <a:pt x="1309247" y="135794"/>
                  <a:pt x="1309247" y="127997"/>
                </a:cubicBezTo>
                <a:lnTo>
                  <a:pt x="1309247" y="70821"/>
                </a:lnTo>
                <a:cubicBezTo>
                  <a:pt x="1309247" y="63076"/>
                  <a:pt x="1308543" y="58253"/>
                  <a:pt x="1307135" y="56354"/>
                </a:cubicBezTo>
                <a:cubicBezTo>
                  <a:pt x="1305727" y="54454"/>
                  <a:pt x="1302785" y="53212"/>
                  <a:pt x="1298310" y="52628"/>
                </a:cubicBezTo>
                <a:lnTo>
                  <a:pt x="1298310" y="48730"/>
                </a:lnTo>
                <a:lnTo>
                  <a:pt x="1339567" y="48730"/>
                </a:lnTo>
                <a:close/>
                <a:moveTo>
                  <a:pt x="1536171" y="135144"/>
                </a:moveTo>
                <a:cubicBezTo>
                  <a:pt x="1523826" y="146117"/>
                  <a:pt x="1512744" y="151604"/>
                  <a:pt x="1502926" y="151604"/>
                </a:cubicBezTo>
                <a:cubicBezTo>
                  <a:pt x="1497151" y="151604"/>
                  <a:pt x="1492350" y="149703"/>
                  <a:pt x="1488524" y="145902"/>
                </a:cubicBezTo>
                <a:cubicBezTo>
                  <a:pt x="1484698" y="142098"/>
                  <a:pt x="1482784" y="137336"/>
                  <a:pt x="1482784" y="131614"/>
                </a:cubicBezTo>
                <a:cubicBezTo>
                  <a:pt x="1482784" y="123863"/>
                  <a:pt x="1486105" y="116890"/>
                  <a:pt x="1492747" y="110698"/>
                </a:cubicBezTo>
                <a:cubicBezTo>
                  <a:pt x="1499389" y="104505"/>
                  <a:pt x="1513863" y="96266"/>
                  <a:pt x="1536171" y="85981"/>
                </a:cubicBezTo>
                <a:lnTo>
                  <a:pt x="1536171" y="75802"/>
                </a:lnTo>
                <a:cubicBezTo>
                  <a:pt x="1536171" y="68149"/>
                  <a:pt x="1535756" y="63331"/>
                  <a:pt x="1534925" y="61345"/>
                </a:cubicBezTo>
                <a:cubicBezTo>
                  <a:pt x="1534095" y="59360"/>
                  <a:pt x="1532525" y="57627"/>
                  <a:pt x="1530215" y="56147"/>
                </a:cubicBezTo>
                <a:cubicBezTo>
                  <a:pt x="1527905" y="54668"/>
                  <a:pt x="1525306" y="53928"/>
                  <a:pt x="1522418" y="53928"/>
                </a:cubicBezTo>
                <a:cubicBezTo>
                  <a:pt x="1517726" y="53928"/>
                  <a:pt x="1513863" y="54974"/>
                  <a:pt x="1510831" y="57068"/>
                </a:cubicBezTo>
                <a:cubicBezTo>
                  <a:pt x="1508954" y="58367"/>
                  <a:pt x="1508016" y="59883"/>
                  <a:pt x="1508016" y="61616"/>
                </a:cubicBezTo>
                <a:cubicBezTo>
                  <a:pt x="1508016" y="63132"/>
                  <a:pt x="1509026" y="65009"/>
                  <a:pt x="1511048" y="67247"/>
                </a:cubicBezTo>
                <a:cubicBezTo>
                  <a:pt x="1513791" y="70351"/>
                  <a:pt x="1515163" y="73347"/>
                  <a:pt x="1515163" y="76235"/>
                </a:cubicBezTo>
                <a:cubicBezTo>
                  <a:pt x="1515163" y="79772"/>
                  <a:pt x="1513845" y="82786"/>
                  <a:pt x="1511210" y="85277"/>
                </a:cubicBezTo>
                <a:cubicBezTo>
                  <a:pt x="1508575" y="87768"/>
                  <a:pt x="1505128" y="89013"/>
                  <a:pt x="1500869" y="89013"/>
                </a:cubicBezTo>
                <a:cubicBezTo>
                  <a:pt x="1496321" y="89013"/>
                  <a:pt x="1492512" y="87641"/>
                  <a:pt x="1489444" y="84898"/>
                </a:cubicBezTo>
                <a:cubicBezTo>
                  <a:pt x="1486376" y="82155"/>
                  <a:pt x="1484842" y="78942"/>
                  <a:pt x="1484842" y="75260"/>
                </a:cubicBezTo>
                <a:cubicBezTo>
                  <a:pt x="1484842" y="70063"/>
                  <a:pt x="1486899" y="65099"/>
                  <a:pt x="1491014" y="60371"/>
                </a:cubicBezTo>
                <a:cubicBezTo>
                  <a:pt x="1495129" y="55642"/>
                  <a:pt x="1500869" y="52014"/>
                  <a:pt x="1508232" y="49488"/>
                </a:cubicBezTo>
                <a:cubicBezTo>
                  <a:pt x="1515596" y="46961"/>
                  <a:pt x="1523248" y="45698"/>
                  <a:pt x="1531189" y="45698"/>
                </a:cubicBezTo>
                <a:cubicBezTo>
                  <a:pt x="1540791" y="45698"/>
                  <a:pt x="1548389" y="47743"/>
                  <a:pt x="1553984" y="51833"/>
                </a:cubicBezTo>
                <a:cubicBezTo>
                  <a:pt x="1559579" y="55921"/>
                  <a:pt x="1563207" y="60353"/>
                  <a:pt x="1564867" y="65129"/>
                </a:cubicBezTo>
                <a:cubicBezTo>
                  <a:pt x="1565878" y="68167"/>
                  <a:pt x="1566383" y="75150"/>
                  <a:pt x="1566383" y="86076"/>
                </a:cubicBezTo>
                <a:lnTo>
                  <a:pt x="1566383" y="125476"/>
                </a:lnTo>
                <a:cubicBezTo>
                  <a:pt x="1566383" y="130107"/>
                  <a:pt x="1566564" y="133021"/>
                  <a:pt x="1566925" y="134217"/>
                </a:cubicBezTo>
                <a:cubicBezTo>
                  <a:pt x="1567285" y="135410"/>
                  <a:pt x="1567827" y="136297"/>
                  <a:pt x="1568549" y="136876"/>
                </a:cubicBezTo>
                <a:cubicBezTo>
                  <a:pt x="1569271" y="137454"/>
                  <a:pt x="1570101" y="137743"/>
                  <a:pt x="1571039" y="137743"/>
                </a:cubicBezTo>
                <a:cubicBezTo>
                  <a:pt x="1572916" y="137743"/>
                  <a:pt x="1574830" y="136407"/>
                  <a:pt x="1576779" y="133736"/>
                </a:cubicBezTo>
                <a:lnTo>
                  <a:pt x="1580027" y="136335"/>
                </a:lnTo>
                <a:cubicBezTo>
                  <a:pt x="1576418" y="141677"/>
                  <a:pt x="1572682" y="145558"/>
                  <a:pt x="1568820" y="147976"/>
                </a:cubicBezTo>
                <a:cubicBezTo>
                  <a:pt x="1564957" y="150394"/>
                  <a:pt x="1560572" y="151604"/>
                  <a:pt x="1555663" y="151604"/>
                </a:cubicBezTo>
                <a:cubicBezTo>
                  <a:pt x="1549887" y="151604"/>
                  <a:pt x="1545375" y="150241"/>
                  <a:pt x="1542126" y="147516"/>
                </a:cubicBezTo>
                <a:cubicBezTo>
                  <a:pt x="1538878" y="144791"/>
                  <a:pt x="1536893" y="140667"/>
                  <a:pt x="1536171" y="135144"/>
                </a:cubicBezTo>
                <a:moveTo>
                  <a:pt x="1536171" y="127130"/>
                </a:moveTo>
                <a:lnTo>
                  <a:pt x="1536171" y="93257"/>
                </a:lnTo>
                <a:cubicBezTo>
                  <a:pt x="1527435" y="98407"/>
                  <a:pt x="1520938" y="103921"/>
                  <a:pt x="1516679" y="109798"/>
                </a:cubicBezTo>
                <a:cubicBezTo>
                  <a:pt x="1513863" y="113714"/>
                  <a:pt x="1512455" y="117668"/>
                  <a:pt x="1512455" y="121659"/>
                </a:cubicBezTo>
                <a:cubicBezTo>
                  <a:pt x="1512455" y="124995"/>
                  <a:pt x="1513647" y="127934"/>
                  <a:pt x="1516029" y="130474"/>
                </a:cubicBezTo>
                <a:cubicBezTo>
                  <a:pt x="1517834" y="132432"/>
                  <a:pt x="1520361" y="133411"/>
                  <a:pt x="1523609" y="133411"/>
                </a:cubicBezTo>
                <a:cubicBezTo>
                  <a:pt x="1527219" y="133411"/>
                  <a:pt x="1531406" y="131318"/>
                  <a:pt x="1536171" y="127130"/>
                </a:cubicBezTo>
                <a:close/>
                <a:moveTo>
                  <a:pt x="1653849" y="46131"/>
                </a:moveTo>
                <a:lnTo>
                  <a:pt x="1655473" y="80783"/>
                </a:lnTo>
                <a:lnTo>
                  <a:pt x="1651791" y="80783"/>
                </a:lnTo>
                <a:cubicBezTo>
                  <a:pt x="1647387" y="70448"/>
                  <a:pt x="1642821" y="63389"/>
                  <a:pt x="1638093" y="59606"/>
                </a:cubicBezTo>
                <a:cubicBezTo>
                  <a:pt x="1633364" y="55820"/>
                  <a:pt x="1628653" y="53928"/>
                  <a:pt x="1623961" y="53928"/>
                </a:cubicBezTo>
                <a:cubicBezTo>
                  <a:pt x="1621001" y="53928"/>
                  <a:pt x="1618474" y="54920"/>
                  <a:pt x="1616381" y="56906"/>
                </a:cubicBezTo>
                <a:cubicBezTo>
                  <a:pt x="1614287" y="58891"/>
                  <a:pt x="1613240" y="61183"/>
                  <a:pt x="1613240" y="63782"/>
                </a:cubicBezTo>
                <a:cubicBezTo>
                  <a:pt x="1613240" y="65731"/>
                  <a:pt x="1613962" y="67608"/>
                  <a:pt x="1615406" y="69413"/>
                </a:cubicBezTo>
                <a:cubicBezTo>
                  <a:pt x="1617716" y="72373"/>
                  <a:pt x="1624178" y="77444"/>
                  <a:pt x="1634790" y="84627"/>
                </a:cubicBezTo>
                <a:cubicBezTo>
                  <a:pt x="1645402" y="91810"/>
                  <a:pt x="1652387" y="97911"/>
                  <a:pt x="1655744" y="102928"/>
                </a:cubicBezTo>
                <a:cubicBezTo>
                  <a:pt x="1659101" y="107945"/>
                  <a:pt x="1660779" y="113558"/>
                  <a:pt x="1660779" y="119767"/>
                </a:cubicBezTo>
                <a:cubicBezTo>
                  <a:pt x="1660779" y="125398"/>
                  <a:pt x="1659371" y="130921"/>
                  <a:pt x="1656556" y="136335"/>
                </a:cubicBezTo>
                <a:cubicBezTo>
                  <a:pt x="1653740" y="141749"/>
                  <a:pt x="1649770" y="145900"/>
                  <a:pt x="1644644" y="148788"/>
                </a:cubicBezTo>
                <a:cubicBezTo>
                  <a:pt x="1639518" y="151676"/>
                  <a:pt x="1633851" y="153120"/>
                  <a:pt x="1627643" y="153120"/>
                </a:cubicBezTo>
                <a:cubicBezTo>
                  <a:pt x="1622806" y="153120"/>
                  <a:pt x="1616345" y="151575"/>
                  <a:pt x="1608259" y="148487"/>
                </a:cubicBezTo>
                <a:cubicBezTo>
                  <a:pt x="1606093" y="147677"/>
                  <a:pt x="1604613" y="147272"/>
                  <a:pt x="1603819" y="147272"/>
                </a:cubicBezTo>
                <a:cubicBezTo>
                  <a:pt x="1601437" y="147272"/>
                  <a:pt x="1599452" y="149077"/>
                  <a:pt x="1597864" y="152687"/>
                </a:cubicBezTo>
                <a:lnTo>
                  <a:pt x="1594290" y="152687"/>
                </a:lnTo>
                <a:lnTo>
                  <a:pt x="1592557" y="116302"/>
                </a:lnTo>
                <a:lnTo>
                  <a:pt x="1596239" y="116302"/>
                </a:lnTo>
                <a:cubicBezTo>
                  <a:pt x="1599488" y="125831"/>
                  <a:pt x="1603946" y="132978"/>
                  <a:pt x="1609613" y="137743"/>
                </a:cubicBezTo>
                <a:cubicBezTo>
                  <a:pt x="1615280" y="142507"/>
                  <a:pt x="1620640" y="144890"/>
                  <a:pt x="1625694" y="144890"/>
                </a:cubicBezTo>
                <a:cubicBezTo>
                  <a:pt x="1629159" y="144890"/>
                  <a:pt x="1631992" y="143825"/>
                  <a:pt x="1634194" y="141695"/>
                </a:cubicBezTo>
                <a:cubicBezTo>
                  <a:pt x="1636396" y="139566"/>
                  <a:pt x="1637497" y="136985"/>
                  <a:pt x="1637497" y="133953"/>
                </a:cubicBezTo>
                <a:cubicBezTo>
                  <a:pt x="1637497" y="130487"/>
                  <a:pt x="1636414" y="127491"/>
                  <a:pt x="1634248" y="124965"/>
                </a:cubicBezTo>
                <a:cubicBezTo>
                  <a:pt x="1632083" y="122438"/>
                  <a:pt x="1627246" y="118612"/>
                  <a:pt x="1619738" y="113486"/>
                </a:cubicBezTo>
                <a:cubicBezTo>
                  <a:pt x="1608692" y="105834"/>
                  <a:pt x="1601545" y="99986"/>
                  <a:pt x="1598297" y="95943"/>
                </a:cubicBezTo>
                <a:cubicBezTo>
                  <a:pt x="1593532" y="90024"/>
                  <a:pt x="1591150" y="83490"/>
                  <a:pt x="1591150" y="76343"/>
                </a:cubicBezTo>
                <a:cubicBezTo>
                  <a:pt x="1591150" y="68547"/>
                  <a:pt x="1593839" y="61490"/>
                  <a:pt x="1599217" y="55173"/>
                </a:cubicBezTo>
                <a:cubicBezTo>
                  <a:pt x="1604595" y="48856"/>
                  <a:pt x="1612374" y="45698"/>
                  <a:pt x="1622553" y="45698"/>
                </a:cubicBezTo>
                <a:cubicBezTo>
                  <a:pt x="1628040" y="45698"/>
                  <a:pt x="1633346" y="47085"/>
                  <a:pt x="1638472" y="49860"/>
                </a:cubicBezTo>
                <a:cubicBezTo>
                  <a:pt x="1640421" y="50983"/>
                  <a:pt x="1642009" y="51545"/>
                  <a:pt x="1643236" y="51545"/>
                </a:cubicBezTo>
                <a:cubicBezTo>
                  <a:pt x="1644536" y="51545"/>
                  <a:pt x="1645583" y="51275"/>
                  <a:pt x="1646377" y="50733"/>
                </a:cubicBezTo>
                <a:cubicBezTo>
                  <a:pt x="1647171" y="50192"/>
                  <a:pt x="1648434" y="48658"/>
                  <a:pt x="1650167" y="46131"/>
                </a:cubicBezTo>
                <a:lnTo>
                  <a:pt x="1653849" y="461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inCurrentProject">
            <a:extLst xmlns:a="http://schemas.openxmlformats.org/drawingml/2006/main">
              <a:ext uri="{FF2B5EF4-FFF2-40B4-BE49-F238E27FC236}">
                <a16:creationId xmlns:a16="http://schemas.microsoft.com/office/drawing/2014/main" id="{9E9E849F-8D58-4D73-9B48-26E51ABF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8" y="2361155"/>
            <a:ext cx="1733431" cy="198234"/>
          </a:xfrm>
          <a:custGeom xmlns:a="http://schemas.openxmlformats.org/drawingml/2006/main">
            <a:pathLst>
              <a:path w="1733431" h="198234">
                <a:moveTo>
                  <a:pt x="27328" y="0"/>
                </a:moveTo>
                <a:cubicBezTo>
                  <a:pt x="32027" y="0"/>
                  <a:pt x="36003" y="1650"/>
                  <a:pt x="39256" y="4951"/>
                </a:cubicBezTo>
                <a:cubicBezTo>
                  <a:pt x="42510" y="8250"/>
                  <a:pt x="44136" y="12220"/>
                  <a:pt x="44136" y="16863"/>
                </a:cubicBezTo>
                <a:cubicBezTo>
                  <a:pt x="44136" y="21506"/>
                  <a:pt x="42492" y="25459"/>
                  <a:pt x="39202" y="28724"/>
                </a:cubicBezTo>
                <a:cubicBezTo>
                  <a:pt x="35913" y="31986"/>
                  <a:pt x="31955" y="33617"/>
                  <a:pt x="27328" y="33617"/>
                </a:cubicBezTo>
                <a:cubicBezTo>
                  <a:pt x="22701" y="33617"/>
                  <a:pt x="18761" y="31986"/>
                  <a:pt x="15507" y="28724"/>
                </a:cubicBezTo>
                <a:cubicBezTo>
                  <a:pt x="12254" y="25459"/>
                  <a:pt x="10627" y="21506"/>
                  <a:pt x="10627" y="16863"/>
                </a:cubicBezTo>
                <a:cubicBezTo>
                  <a:pt x="10627" y="12220"/>
                  <a:pt x="12254" y="8250"/>
                  <a:pt x="15507" y="4951"/>
                </a:cubicBezTo>
                <a:cubicBezTo>
                  <a:pt x="18761" y="1650"/>
                  <a:pt x="22701" y="0"/>
                  <a:pt x="27328" y="0"/>
                </a:cubicBezTo>
                <a:moveTo>
                  <a:pt x="42510" y="48799"/>
                </a:moveTo>
                <a:lnTo>
                  <a:pt x="42510" y="129264"/>
                </a:lnTo>
                <a:cubicBezTo>
                  <a:pt x="42510" y="136422"/>
                  <a:pt x="43341" y="140994"/>
                  <a:pt x="45004" y="142982"/>
                </a:cubicBezTo>
                <a:cubicBezTo>
                  <a:pt x="46667" y="144971"/>
                  <a:pt x="49920" y="146109"/>
                  <a:pt x="54764" y="146398"/>
                </a:cubicBezTo>
                <a:lnTo>
                  <a:pt x="54764" y="150302"/>
                </a:lnTo>
                <a:lnTo>
                  <a:pt x="0" y="150302"/>
                </a:lnTo>
                <a:lnTo>
                  <a:pt x="0" y="146398"/>
                </a:lnTo>
                <a:cubicBezTo>
                  <a:pt x="4482" y="146254"/>
                  <a:pt x="7808" y="144952"/>
                  <a:pt x="9977" y="142494"/>
                </a:cubicBezTo>
                <a:cubicBezTo>
                  <a:pt x="11423" y="140832"/>
                  <a:pt x="12146" y="136422"/>
                  <a:pt x="12146" y="129264"/>
                </a:cubicBezTo>
                <a:lnTo>
                  <a:pt x="12146" y="70054"/>
                </a:lnTo>
                <a:cubicBezTo>
                  <a:pt x="12146" y="62807"/>
                  <a:pt x="11314" y="58176"/>
                  <a:pt x="9651" y="56163"/>
                </a:cubicBezTo>
                <a:cubicBezTo>
                  <a:pt x="7989" y="54150"/>
                  <a:pt x="4772" y="52997"/>
                  <a:pt x="0" y="52703"/>
                </a:cubicBezTo>
                <a:lnTo>
                  <a:pt x="0" y="48799"/>
                </a:lnTo>
                <a:lnTo>
                  <a:pt x="42510" y="48799"/>
                </a:lnTo>
                <a:close/>
                <a:moveTo>
                  <a:pt x="106222" y="48799"/>
                </a:moveTo>
                <a:lnTo>
                  <a:pt x="106222" y="62030"/>
                </a:lnTo>
                <a:cubicBezTo>
                  <a:pt x="111427" y="56352"/>
                  <a:pt x="116415" y="52222"/>
                  <a:pt x="121187" y="49640"/>
                </a:cubicBezTo>
                <a:cubicBezTo>
                  <a:pt x="125958" y="47055"/>
                  <a:pt x="131091" y="45763"/>
                  <a:pt x="136586" y="45763"/>
                </a:cubicBezTo>
                <a:cubicBezTo>
                  <a:pt x="143165" y="45763"/>
                  <a:pt x="148623" y="47591"/>
                  <a:pt x="152961" y="51246"/>
                </a:cubicBezTo>
                <a:cubicBezTo>
                  <a:pt x="157298" y="54902"/>
                  <a:pt x="160190" y="59444"/>
                  <a:pt x="161636" y="64873"/>
                </a:cubicBezTo>
                <a:cubicBezTo>
                  <a:pt x="162793" y="69000"/>
                  <a:pt x="163371" y="76928"/>
                  <a:pt x="163371" y="88656"/>
                </a:cubicBezTo>
                <a:lnTo>
                  <a:pt x="163371" y="128180"/>
                </a:lnTo>
                <a:cubicBezTo>
                  <a:pt x="163371" y="135988"/>
                  <a:pt x="164076" y="140850"/>
                  <a:pt x="165486" y="142766"/>
                </a:cubicBezTo>
                <a:cubicBezTo>
                  <a:pt x="166896" y="144681"/>
                  <a:pt x="169842" y="145892"/>
                  <a:pt x="174324" y="146398"/>
                </a:cubicBezTo>
                <a:lnTo>
                  <a:pt x="174324" y="150302"/>
                </a:lnTo>
                <a:lnTo>
                  <a:pt x="123030" y="150302"/>
                </a:lnTo>
                <a:lnTo>
                  <a:pt x="123030" y="146398"/>
                </a:lnTo>
                <a:cubicBezTo>
                  <a:pt x="126862" y="145892"/>
                  <a:pt x="129609" y="144302"/>
                  <a:pt x="131272" y="141627"/>
                </a:cubicBezTo>
                <a:cubicBezTo>
                  <a:pt x="132429" y="139819"/>
                  <a:pt x="133007" y="135337"/>
                  <a:pt x="133007" y="128180"/>
                </a:cubicBezTo>
                <a:lnTo>
                  <a:pt x="133007" y="83068"/>
                </a:lnTo>
                <a:cubicBezTo>
                  <a:pt x="133007" y="74754"/>
                  <a:pt x="132682" y="69512"/>
                  <a:pt x="132031" y="67343"/>
                </a:cubicBezTo>
                <a:cubicBezTo>
                  <a:pt x="131381" y="65174"/>
                  <a:pt x="130278" y="63494"/>
                  <a:pt x="128724" y="62301"/>
                </a:cubicBezTo>
                <a:cubicBezTo>
                  <a:pt x="127169" y="61108"/>
                  <a:pt x="125452" y="60511"/>
                  <a:pt x="123573" y="60511"/>
                </a:cubicBezTo>
                <a:cubicBezTo>
                  <a:pt x="117355" y="60511"/>
                  <a:pt x="111572" y="64994"/>
                  <a:pt x="106222" y="73958"/>
                </a:cubicBezTo>
                <a:lnTo>
                  <a:pt x="106222" y="128180"/>
                </a:lnTo>
                <a:cubicBezTo>
                  <a:pt x="106222" y="135771"/>
                  <a:pt x="106927" y="140579"/>
                  <a:pt x="108336" y="142603"/>
                </a:cubicBezTo>
                <a:cubicBezTo>
                  <a:pt x="109746" y="144627"/>
                  <a:pt x="112367" y="145892"/>
                  <a:pt x="116199" y="146398"/>
                </a:cubicBezTo>
                <a:lnTo>
                  <a:pt x="116199" y="150302"/>
                </a:lnTo>
                <a:lnTo>
                  <a:pt x="64905" y="150302"/>
                </a:lnTo>
                <a:lnTo>
                  <a:pt x="64905" y="146398"/>
                </a:lnTo>
                <a:cubicBezTo>
                  <a:pt x="69170" y="145965"/>
                  <a:pt x="72207" y="144591"/>
                  <a:pt x="74014" y="142278"/>
                </a:cubicBezTo>
                <a:cubicBezTo>
                  <a:pt x="75243" y="140687"/>
                  <a:pt x="75858" y="135988"/>
                  <a:pt x="75858" y="128180"/>
                </a:cubicBezTo>
                <a:lnTo>
                  <a:pt x="75858" y="70922"/>
                </a:lnTo>
                <a:cubicBezTo>
                  <a:pt x="75858" y="63166"/>
                  <a:pt x="75153" y="58337"/>
                  <a:pt x="73743" y="56435"/>
                </a:cubicBezTo>
                <a:cubicBezTo>
                  <a:pt x="72333" y="54532"/>
                  <a:pt x="69387" y="53289"/>
                  <a:pt x="64905" y="52703"/>
                </a:cubicBezTo>
                <a:lnTo>
                  <a:pt x="64905" y="48799"/>
                </a:lnTo>
                <a:lnTo>
                  <a:pt x="106222" y="48799"/>
                </a:lnTo>
                <a:close/>
                <a:moveTo>
                  <a:pt x="377835" y="0"/>
                </a:moveTo>
                <a:lnTo>
                  <a:pt x="377835" y="50968"/>
                </a:lnTo>
                <a:lnTo>
                  <a:pt x="373606" y="50968"/>
                </a:lnTo>
                <a:cubicBezTo>
                  <a:pt x="370425" y="37596"/>
                  <a:pt x="364497" y="27349"/>
                  <a:pt x="355821" y="20228"/>
                </a:cubicBezTo>
                <a:cubicBezTo>
                  <a:pt x="347146" y="13105"/>
                  <a:pt x="337314" y="9543"/>
                  <a:pt x="326325" y="9543"/>
                </a:cubicBezTo>
                <a:cubicBezTo>
                  <a:pt x="317143" y="9543"/>
                  <a:pt x="308721" y="12182"/>
                  <a:pt x="301058" y="17459"/>
                </a:cubicBezTo>
                <a:cubicBezTo>
                  <a:pt x="293394" y="22737"/>
                  <a:pt x="287791" y="29641"/>
                  <a:pt x="284249" y="38172"/>
                </a:cubicBezTo>
                <a:cubicBezTo>
                  <a:pt x="279694" y="49089"/>
                  <a:pt x="277417" y="61234"/>
                  <a:pt x="277417" y="74609"/>
                </a:cubicBezTo>
                <a:cubicBezTo>
                  <a:pt x="277417" y="87767"/>
                  <a:pt x="279080" y="99750"/>
                  <a:pt x="282405" y="110558"/>
                </a:cubicBezTo>
                <a:cubicBezTo>
                  <a:pt x="285731" y="121366"/>
                  <a:pt x="290936" y="129535"/>
                  <a:pt x="298021" y="135066"/>
                </a:cubicBezTo>
                <a:cubicBezTo>
                  <a:pt x="305106" y="140597"/>
                  <a:pt x="314288" y="143362"/>
                  <a:pt x="325566" y="143362"/>
                </a:cubicBezTo>
                <a:cubicBezTo>
                  <a:pt x="334820" y="143362"/>
                  <a:pt x="343296" y="141338"/>
                  <a:pt x="350996" y="137289"/>
                </a:cubicBezTo>
                <a:cubicBezTo>
                  <a:pt x="358695" y="133241"/>
                  <a:pt x="366810" y="126264"/>
                  <a:pt x="375341" y="116360"/>
                </a:cubicBezTo>
                <a:lnTo>
                  <a:pt x="375341" y="129047"/>
                </a:lnTo>
                <a:cubicBezTo>
                  <a:pt x="367100" y="137651"/>
                  <a:pt x="358514" y="143886"/>
                  <a:pt x="349586" y="147754"/>
                </a:cubicBezTo>
                <a:cubicBezTo>
                  <a:pt x="340657" y="151622"/>
                  <a:pt x="330229" y="153556"/>
                  <a:pt x="318300" y="153556"/>
                </a:cubicBezTo>
                <a:cubicBezTo>
                  <a:pt x="302612" y="153556"/>
                  <a:pt x="288677" y="150415"/>
                  <a:pt x="276495" y="144135"/>
                </a:cubicBezTo>
                <a:cubicBezTo>
                  <a:pt x="264313" y="137854"/>
                  <a:pt x="254915" y="128831"/>
                  <a:pt x="248300" y="117064"/>
                </a:cubicBezTo>
                <a:cubicBezTo>
                  <a:pt x="241685" y="105296"/>
                  <a:pt x="238377" y="92770"/>
                  <a:pt x="238377" y="79486"/>
                </a:cubicBezTo>
                <a:cubicBezTo>
                  <a:pt x="238377" y="65481"/>
                  <a:pt x="242046" y="52197"/>
                  <a:pt x="249384" y="39636"/>
                </a:cubicBezTo>
                <a:cubicBezTo>
                  <a:pt x="256722" y="27072"/>
                  <a:pt x="266627" y="17326"/>
                  <a:pt x="279098" y="10397"/>
                </a:cubicBezTo>
                <a:cubicBezTo>
                  <a:pt x="291569" y="3466"/>
                  <a:pt x="304817" y="0"/>
                  <a:pt x="318842" y="0"/>
                </a:cubicBezTo>
                <a:cubicBezTo>
                  <a:pt x="329181" y="0"/>
                  <a:pt x="340097" y="2241"/>
                  <a:pt x="351592" y="6723"/>
                </a:cubicBezTo>
                <a:cubicBezTo>
                  <a:pt x="358243" y="9326"/>
                  <a:pt x="362473" y="10627"/>
                  <a:pt x="364280" y="10627"/>
                </a:cubicBezTo>
                <a:cubicBezTo>
                  <a:pt x="366593" y="10627"/>
                  <a:pt x="368600" y="9778"/>
                  <a:pt x="370299" y="8079"/>
                </a:cubicBezTo>
                <a:cubicBezTo>
                  <a:pt x="371998" y="6380"/>
                  <a:pt x="373100" y="3687"/>
                  <a:pt x="373606" y="0"/>
                </a:cubicBezTo>
                <a:lnTo>
                  <a:pt x="377835" y="0"/>
                </a:lnTo>
                <a:close/>
                <a:moveTo>
                  <a:pt x="495351" y="48799"/>
                </a:moveTo>
                <a:lnTo>
                  <a:pt x="495351" y="128180"/>
                </a:lnTo>
                <a:cubicBezTo>
                  <a:pt x="495351" y="135963"/>
                  <a:pt x="496074" y="140818"/>
                  <a:pt x="497520" y="142745"/>
                </a:cubicBezTo>
                <a:cubicBezTo>
                  <a:pt x="498965" y="144672"/>
                  <a:pt x="501893" y="145890"/>
                  <a:pt x="506303" y="146398"/>
                </a:cubicBezTo>
                <a:lnTo>
                  <a:pt x="506303" y="150302"/>
                </a:lnTo>
                <a:lnTo>
                  <a:pt x="464987" y="150302"/>
                </a:lnTo>
                <a:lnTo>
                  <a:pt x="464987" y="136747"/>
                </a:lnTo>
                <a:cubicBezTo>
                  <a:pt x="460143" y="142531"/>
                  <a:pt x="455299" y="146742"/>
                  <a:pt x="450455" y="149381"/>
                </a:cubicBezTo>
                <a:cubicBezTo>
                  <a:pt x="445611" y="152019"/>
                  <a:pt x="440189" y="153339"/>
                  <a:pt x="434189" y="153339"/>
                </a:cubicBezTo>
                <a:cubicBezTo>
                  <a:pt x="428477" y="153339"/>
                  <a:pt x="423399" y="151586"/>
                  <a:pt x="418952" y="148079"/>
                </a:cubicBezTo>
                <a:cubicBezTo>
                  <a:pt x="414506" y="144573"/>
                  <a:pt x="411524" y="140470"/>
                  <a:pt x="410006" y="135771"/>
                </a:cubicBezTo>
                <a:cubicBezTo>
                  <a:pt x="408488" y="131072"/>
                  <a:pt x="407729" y="122866"/>
                  <a:pt x="407729" y="111154"/>
                </a:cubicBezTo>
                <a:lnTo>
                  <a:pt x="407729" y="70922"/>
                </a:lnTo>
                <a:cubicBezTo>
                  <a:pt x="407729" y="63166"/>
                  <a:pt x="407024" y="58337"/>
                  <a:pt x="405614" y="56435"/>
                </a:cubicBezTo>
                <a:cubicBezTo>
                  <a:pt x="404204" y="54532"/>
                  <a:pt x="401258" y="53289"/>
                  <a:pt x="396776" y="52703"/>
                </a:cubicBezTo>
                <a:lnTo>
                  <a:pt x="396776" y="48799"/>
                </a:lnTo>
                <a:lnTo>
                  <a:pt x="438093" y="48799"/>
                </a:lnTo>
                <a:lnTo>
                  <a:pt x="438093" y="118179"/>
                </a:lnTo>
                <a:cubicBezTo>
                  <a:pt x="438093" y="125418"/>
                  <a:pt x="438436" y="130087"/>
                  <a:pt x="439123" y="132186"/>
                </a:cubicBezTo>
                <a:cubicBezTo>
                  <a:pt x="439810" y="134284"/>
                  <a:pt x="440894" y="135877"/>
                  <a:pt x="442376" y="136964"/>
                </a:cubicBezTo>
                <a:cubicBezTo>
                  <a:pt x="443858" y="138048"/>
                  <a:pt x="445575" y="138590"/>
                  <a:pt x="447527" y="138590"/>
                </a:cubicBezTo>
                <a:cubicBezTo>
                  <a:pt x="450130" y="138590"/>
                  <a:pt x="452479" y="137904"/>
                  <a:pt x="454576" y="136530"/>
                </a:cubicBezTo>
                <a:cubicBezTo>
                  <a:pt x="457468" y="134650"/>
                  <a:pt x="460938" y="130855"/>
                  <a:pt x="464987" y="125143"/>
                </a:cubicBezTo>
                <a:lnTo>
                  <a:pt x="464987" y="70922"/>
                </a:lnTo>
                <a:cubicBezTo>
                  <a:pt x="464987" y="63166"/>
                  <a:pt x="464282" y="58337"/>
                  <a:pt x="462872" y="56435"/>
                </a:cubicBezTo>
                <a:cubicBezTo>
                  <a:pt x="461462" y="54532"/>
                  <a:pt x="458516" y="53289"/>
                  <a:pt x="454034" y="52703"/>
                </a:cubicBezTo>
                <a:lnTo>
                  <a:pt x="454034" y="48799"/>
                </a:lnTo>
                <a:lnTo>
                  <a:pt x="495351" y="48799"/>
                </a:lnTo>
                <a:close/>
                <a:moveTo>
                  <a:pt x="562985" y="48799"/>
                </a:moveTo>
                <a:lnTo>
                  <a:pt x="562985" y="71789"/>
                </a:lnTo>
                <a:cubicBezTo>
                  <a:pt x="569709" y="61307"/>
                  <a:pt x="575601" y="54348"/>
                  <a:pt x="580662" y="50914"/>
                </a:cubicBezTo>
                <a:cubicBezTo>
                  <a:pt x="585722" y="47480"/>
                  <a:pt x="590602" y="45763"/>
                  <a:pt x="595301" y="45763"/>
                </a:cubicBezTo>
                <a:cubicBezTo>
                  <a:pt x="599350" y="45763"/>
                  <a:pt x="602585" y="47015"/>
                  <a:pt x="605007" y="49518"/>
                </a:cubicBezTo>
                <a:cubicBezTo>
                  <a:pt x="607429" y="52021"/>
                  <a:pt x="608640" y="55558"/>
                  <a:pt x="608640" y="60128"/>
                </a:cubicBezTo>
                <a:cubicBezTo>
                  <a:pt x="608640" y="64990"/>
                  <a:pt x="607465" y="68764"/>
                  <a:pt x="605116" y="71451"/>
                </a:cubicBezTo>
                <a:cubicBezTo>
                  <a:pt x="602766" y="74135"/>
                  <a:pt x="599928" y="75476"/>
                  <a:pt x="596603" y="75476"/>
                </a:cubicBezTo>
                <a:cubicBezTo>
                  <a:pt x="592771" y="75476"/>
                  <a:pt x="589446" y="74247"/>
                  <a:pt x="586626" y="71789"/>
                </a:cubicBezTo>
                <a:cubicBezTo>
                  <a:pt x="583807" y="69331"/>
                  <a:pt x="582144" y="67958"/>
                  <a:pt x="581638" y="67669"/>
                </a:cubicBezTo>
                <a:cubicBezTo>
                  <a:pt x="580915" y="67235"/>
                  <a:pt x="580083" y="67018"/>
                  <a:pt x="579143" y="67018"/>
                </a:cubicBezTo>
                <a:cubicBezTo>
                  <a:pt x="577047" y="67018"/>
                  <a:pt x="575059" y="67813"/>
                  <a:pt x="573179" y="69404"/>
                </a:cubicBezTo>
                <a:cubicBezTo>
                  <a:pt x="570215" y="71862"/>
                  <a:pt x="567974" y="75368"/>
                  <a:pt x="566456" y="79923"/>
                </a:cubicBezTo>
                <a:cubicBezTo>
                  <a:pt x="564142" y="86935"/>
                  <a:pt x="562985" y="94671"/>
                  <a:pt x="562985" y="103130"/>
                </a:cubicBezTo>
                <a:lnTo>
                  <a:pt x="562985" y="126445"/>
                </a:lnTo>
                <a:lnTo>
                  <a:pt x="563094" y="132518"/>
                </a:lnTo>
                <a:cubicBezTo>
                  <a:pt x="563094" y="136638"/>
                  <a:pt x="563347" y="139277"/>
                  <a:pt x="563853" y="140434"/>
                </a:cubicBezTo>
                <a:cubicBezTo>
                  <a:pt x="564720" y="142386"/>
                  <a:pt x="566004" y="143814"/>
                  <a:pt x="567703" y="144718"/>
                </a:cubicBezTo>
                <a:cubicBezTo>
                  <a:pt x="569402" y="145621"/>
                  <a:pt x="572275" y="146181"/>
                  <a:pt x="576324" y="146398"/>
                </a:cubicBezTo>
                <a:lnTo>
                  <a:pt x="576324" y="150302"/>
                </a:lnTo>
                <a:lnTo>
                  <a:pt x="521560" y="150302"/>
                </a:lnTo>
                <a:lnTo>
                  <a:pt x="521560" y="146398"/>
                </a:lnTo>
                <a:cubicBezTo>
                  <a:pt x="525970" y="146037"/>
                  <a:pt x="528952" y="144826"/>
                  <a:pt x="530507" y="142766"/>
                </a:cubicBezTo>
                <a:cubicBezTo>
                  <a:pt x="532061" y="140705"/>
                  <a:pt x="532838" y="135265"/>
                  <a:pt x="532838" y="126445"/>
                </a:cubicBezTo>
                <a:lnTo>
                  <a:pt x="532838" y="70271"/>
                </a:lnTo>
                <a:cubicBezTo>
                  <a:pt x="532838" y="64451"/>
                  <a:pt x="532549" y="60742"/>
                  <a:pt x="531971" y="59142"/>
                </a:cubicBezTo>
                <a:cubicBezTo>
                  <a:pt x="531248" y="57104"/>
                  <a:pt x="530199" y="55613"/>
                  <a:pt x="528826" y="54669"/>
                </a:cubicBezTo>
                <a:cubicBezTo>
                  <a:pt x="527452" y="53722"/>
                  <a:pt x="525030" y="53067"/>
                  <a:pt x="521560" y="52703"/>
                </a:cubicBezTo>
                <a:lnTo>
                  <a:pt x="521560" y="48799"/>
                </a:lnTo>
                <a:lnTo>
                  <a:pt x="562985" y="48799"/>
                </a:lnTo>
                <a:close/>
                <a:moveTo>
                  <a:pt x="660928" y="48799"/>
                </a:moveTo>
                <a:lnTo>
                  <a:pt x="660928" y="71789"/>
                </a:lnTo>
                <a:cubicBezTo>
                  <a:pt x="667651" y="61307"/>
                  <a:pt x="673543" y="54348"/>
                  <a:pt x="678604" y="50914"/>
                </a:cubicBezTo>
                <a:cubicBezTo>
                  <a:pt x="683665" y="47480"/>
                  <a:pt x="688545" y="45763"/>
                  <a:pt x="693244" y="45763"/>
                </a:cubicBezTo>
                <a:cubicBezTo>
                  <a:pt x="697292" y="45763"/>
                  <a:pt x="700528" y="47015"/>
                  <a:pt x="702950" y="49518"/>
                </a:cubicBezTo>
                <a:cubicBezTo>
                  <a:pt x="705371" y="52021"/>
                  <a:pt x="706582" y="55558"/>
                  <a:pt x="706582" y="60128"/>
                </a:cubicBezTo>
                <a:cubicBezTo>
                  <a:pt x="706582" y="64990"/>
                  <a:pt x="705408" y="68764"/>
                  <a:pt x="703058" y="71451"/>
                </a:cubicBezTo>
                <a:cubicBezTo>
                  <a:pt x="700708" y="74135"/>
                  <a:pt x="697871" y="75476"/>
                  <a:pt x="694545" y="75476"/>
                </a:cubicBezTo>
                <a:cubicBezTo>
                  <a:pt x="690714" y="75476"/>
                  <a:pt x="687388" y="74247"/>
                  <a:pt x="684568" y="71789"/>
                </a:cubicBezTo>
                <a:cubicBezTo>
                  <a:pt x="681749" y="69331"/>
                  <a:pt x="680086" y="67958"/>
                  <a:pt x="679580" y="67669"/>
                </a:cubicBezTo>
                <a:cubicBezTo>
                  <a:pt x="678857" y="67235"/>
                  <a:pt x="678026" y="67018"/>
                  <a:pt x="677086" y="67018"/>
                </a:cubicBezTo>
                <a:cubicBezTo>
                  <a:pt x="674989" y="67018"/>
                  <a:pt x="673001" y="67813"/>
                  <a:pt x="671122" y="69404"/>
                </a:cubicBezTo>
                <a:cubicBezTo>
                  <a:pt x="668157" y="71862"/>
                  <a:pt x="665916" y="75368"/>
                  <a:pt x="664398" y="79923"/>
                </a:cubicBezTo>
                <a:cubicBezTo>
                  <a:pt x="662085" y="86935"/>
                  <a:pt x="660928" y="94671"/>
                  <a:pt x="660928" y="103130"/>
                </a:cubicBezTo>
                <a:lnTo>
                  <a:pt x="660928" y="126445"/>
                </a:lnTo>
                <a:lnTo>
                  <a:pt x="661036" y="132518"/>
                </a:lnTo>
                <a:cubicBezTo>
                  <a:pt x="661036" y="136638"/>
                  <a:pt x="661289" y="139277"/>
                  <a:pt x="661795" y="140434"/>
                </a:cubicBezTo>
                <a:cubicBezTo>
                  <a:pt x="662663" y="142386"/>
                  <a:pt x="663946" y="143814"/>
                  <a:pt x="665645" y="144718"/>
                </a:cubicBezTo>
                <a:cubicBezTo>
                  <a:pt x="667344" y="145621"/>
                  <a:pt x="670218" y="146181"/>
                  <a:pt x="674266" y="146398"/>
                </a:cubicBezTo>
                <a:lnTo>
                  <a:pt x="674266" y="150302"/>
                </a:lnTo>
                <a:lnTo>
                  <a:pt x="619503" y="150302"/>
                </a:lnTo>
                <a:lnTo>
                  <a:pt x="619503" y="146398"/>
                </a:lnTo>
                <a:cubicBezTo>
                  <a:pt x="623913" y="146037"/>
                  <a:pt x="626895" y="144826"/>
                  <a:pt x="628449" y="142766"/>
                </a:cubicBezTo>
                <a:cubicBezTo>
                  <a:pt x="630003" y="140705"/>
                  <a:pt x="630781" y="135265"/>
                  <a:pt x="630781" y="126445"/>
                </a:cubicBezTo>
                <a:lnTo>
                  <a:pt x="630781" y="70271"/>
                </a:lnTo>
                <a:cubicBezTo>
                  <a:pt x="630781" y="64451"/>
                  <a:pt x="630491" y="60742"/>
                  <a:pt x="629913" y="59142"/>
                </a:cubicBezTo>
                <a:cubicBezTo>
                  <a:pt x="629190" y="57104"/>
                  <a:pt x="628142" y="55613"/>
                  <a:pt x="626768" y="54669"/>
                </a:cubicBezTo>
                <a:cubicBezTo>
                  <a:pt x="625395" y="53722"/>
                  <a:pt x="622973" y="53067"/>
                  <a:pt x="619503" y="52703"/>
                </a:cubicBezTo>
                <a:lnTo>
                  <a:pt x="619503" y="48799"/>
                </a:lnTo>
                <a:lnTo>
                  <a:pt x="660928" y="48799"/>
                </a:lnTo>
                <a:close/>
                <a:moveTo>
                  <a:pt x="803348" y="95864"/>
                </a:moveTo>
                <a:lnTo>
                  <a:pt x="747716" y="95864"/>
                </a:lnTo>
                <a:cubicBezTo>
                  <a:pt x="748367" y="109347"/>
                  <a:pt x="751946" y="120003"/>
                  <a:pt x="758452" y="127831"/>
                </a:cubicBezTo>
                <a:cubicBezTo>
                  <a:pt x="763440" y="133847"/>
                  <a:pt x="769441" y="136855"/>
                  <a:pt x="776454" y="136855"/>
                </a:cubicBezTo>
                <a:cubicBezTo>
                  <a:pt x="780791" y="136855"/>
                  <a:pt x="784732" y="135644"/>
                  <a:pt x="788274" y="133223"/>
                </a:cubicBezTo>
                <a:cubicBezTo>
                  <a:pt x="791816" y="130801"/>
                  <a:pt x="795612" y="126445"/>
                  <a:pt x="799661" y="120155"/>
                </a:cubicBezTo>
                <a:lnTo>
                  <a:pt x="803348" y="122541"/>
                </a:lnTo>
                <a:cubicBezTo>
                  <a:pt x="797853" y="133747"/>
                  <a:pt x="791780" y="141681"/>
                  <a:pt x="785129" y="146344"/>
                </a:cubicBezTo>
                <a:cubicBezTo>
                  <a:pt x="778478" y="151007"/>
                  <a:pt x="770778" y="153339"/>
                  <a:pt x="762031" y="153339"/>
                </a:cubicBezTo>
                <a:cubicBezTo>
                  <a:pt x="746993" y="153339"/>
                  <a:pt x="735607" y="147549"/>
                  <a:pt x="727871" y="135971"/>
                </a:cubicBezTo>
                <a:cubicBezTo>
                  <a:pt x="721654" y="126636"/>
                  <a:pt x="718545" y="115057"/>
                  <a:pt x="718545" y="101235"/>
                </a:cubicBezTo>
                <a:cubicBezTo>
                  <a:pt x="718545" y="84300"/>
                  <a:pt x="723118" y="70821"/>
                  <a:pt x="732263" y="60799"/>
                </a:cubicBezTo>
                <a:cubicBezTo>
                  <a:pt x="741408" y="50775"/>
                  <a:pt x="752126" y="45763"/>
                  <a:pt x="764416" y="45763"/>
                </a:cubicBezTo>
                <a:cubicBezTo>
                  <a:pt x="774682" y="45763"/>
                  <a:pt x="783593" y="49974"/>
                  <a:pt x="791148" y="58397"/>
                </a:cubicBezTo>
                <a:cubicBezTo>
                  <a:pt x="798703" y="66819"/>
                  <a:pt x="802769" y="79308"/>
                  <a:pt x="803348" y="95864"/>
                </a:cubicBezTo>
                <a:moveTo>
                  <a:pt x="776671" y="88707"/>
                </a:moveTo>
                <a:cubicBezTo>
                  <a:pt x="776671" y="77067"/>
                  <a:pt x="776038" y="69078"/>
                  <a:pt x="774773" y="64741"/>
                </a:cubicBezTo>
                <a:cubicBezTo>
                  <a:pt x="773508" y="60403"/>
                  <a:pt x="771538" y="57113"/>
                  <a:pt x="768863" y="54872"/>
                </a:cubicBezTo>
                <a:cubicBezTo>
                  <a:pt x="767344" y="53571"/>
                  <a:pt x="765320" y="52920"/>
                  <a:pt x="762790" y="52920"/>
                </a:cubicBezTo>
                <a:cubicBezTo>
                  <a:pt x="759030" y="52920"/>
                  <a:pt x="755958" y="54764"/>
                  <a:pt x="753572" y="58451"/>
                </a:cubicBezTo>
                <a:cubicBezTo>
                  <a:pt x="749307" y="64885"/>
                  <a:pt x="747174" y="73705"/>
                  <a:pt x="747174" y="84911"/>
                </a:cubicBezTo>
                <a:lnTo>
                  <a:pt x="747174" y="88707"/>
                </a:lnTo>
                <a:lnTo>
                  <a:pt x="776671" y="88707"/>
                </a:lnTo>
                <a:close/>
                <a:moveTo>
                  <a:pt x="856384" y="48799"/>
                </a:moveTo>
                <a:lnTo>
                  <a:pt x="856384" y="62030"/>
                </a:lnTo>
                <a:cubicBezTo>
                  <a:pt x="861589" y="56352"/>
                  <a:pt x="866578" y="52222"/>
                  <a:pt x="871349" y="49640"/>
                </a:cubicBezTo>
                <a:cubicBezTo>
                  <a:pt x="876121" y="47055"/>
                  <a:pt x="881254" y="45763"/>
                  <a:pt x="886748" y="45763"/>
                </a:cubicBezTo>
                <a:cubicBezTo>
                  <a:pt x="893327" y="45763"/>
                  <a:pt x="898785" y="47591"/>
                  <a:pt x="903123" y="51246"/>
                </a:cubicBezTo>
                <a:cubicBezTo>
                  <a:pt x="907461" y="54902"/>
                  <a:pt x="910353" y="59444"/>
                  <a:pt x="911799" y="64873"/>
                </a:cubicBezTo>
                <a:cubicBezTo>
                  <a:pt x="912955" y="69000"/>
                  <a:pt x="913534" y="76928"/>
                  <a:pt x="913534" y="88656"/>
                </a:cubicBezTo>
                <a:lnTo>
                  <a:pt x="913534" y="128180"/>
                </a:lnTo>
                <a:cubicBezTo>
                  <a:pt x="913534" y="135988"/>
                  <a:pt x="914239" y="140850"/>
                  <a:pt x="915648" y="142766"/>
                </a:cubicBezTo>
                <a:cubicBezTo>
                  <a:pt x="917058" y="144681"/>
                  <a:pt x="920004" y="145892"/>
                  <a:pt x="924487" y="146398"/>
                </a:cubicBezTo>
                <a:lnTo>
                  <a:pt x="924487" y="150302"/>
                </a:lnTo>
                <a:lnTo>
                  <a:pt x="873193" y="150302"/>
                </a:lnTo>
                <a:lnTo>
                  <a:pt x="873193" y="146398"/>
                </a:lnTo>
                <a:cubicBezTo>
                  <a:pt x="877025" y="145892"/>
                  <a:pt x="879772" y="144302"/>
                  <a:pt x="881435" y="141627"/>
                </a:cubicBezTo>
                <a:cubicBezTo>
                  <a:pt x="882591" y="139819"/>
                  <a:pt x="883170" y="135337"/>
                  <a:pt x="883170" y="128180"/>
                </a:cubicBezTo>
                <a:lnTo>
                  <a:pt x="883170" y="83068"/>
                </a:lnTo>
                <a:cubicBezTo>
                  <a:pt x="883170" y="74754"/>
                  <a:pt x="882844" y="69512"/>
                  <a:pt x="882194" y="67343"/>
                </a:cubicBezTo>
                <a:cubicBezTo>
                  <a:pt x="881543" y="65174"/>
                  <a:pt x="880441" y="63494"/>
                  <a:pt x="878886" y="62301"/>
                </a:cubicBezTo>
                <a:cubicBezTo>
                  <a:pt x="877332" y="61108"/>
                  <a:pt x="875615" y="60511"/>
                  <a:pt x="873735" y="60511"/>
                </a:cubicBezTo>
                <a:cubicBezTo>
                  <a:pt x="867518" y="60511"/>
                  <a:pt x="861734" y="64994"/>
                  <a:pt x="856384" y="73958"/>
                </a:cubicBezTo>
                <a:lnTo>
                  <a:pt x="856384" y="128180"/>
                </a:lnTo>
                <a:cubicBezTo>
                  <a:pt x="856384" y="135771"/>
                  <a:pt x="857089" y="140579"/>
                  <a:pt x="858499" y="142603"/>
                </a:cubicBezTo>
                <a:cubicBezTo>
                  <a:pt x="859909" y="144627"/>
                  <a:pt x="862529" y="145892"/>
                  <a:pt x="866361" y="146398"/>
                </a:cubicBezTo>
                <a:lnTo>
                  <a:pt x="866361" y="150302"/>
                </a:lnTo>
                <a:lnTo>
                  <a:pt x="815067" y="150302"/>
                </a:lnTo>
                <a:lnTo>
                  <a:pt x="815067" y="146398"/>
                </a:lnTo>
                <a:cubicBezTo>
                  <a:pt x="819333" y="145965"/>
                  <a:pt x="822369" y="144591"/>
                  <a:pt x="824177" y="142278"/>
                </a:cubicBezTo>
                <a:cubicBezTo>
                  <a:pt x="825406" y="140687"/>
                  <a:pt x="826020" y="135988"/>
                  <a:pt x="826020" y="128180"/>
                </a:cubicBezTo>
                <a:lnTo>
                  <a:pt x="826020" y="70922"/>
                </a:lnTo>
                <a:cubicBezTo>
                  <a:pt x="826020" y="63166"/>
                  <a:pt x="825315" y="58337"/>
                  <a:pt x="823905" y="56435"/>
                </a:cubicBezTo>
                <a:cubicBezTo>
                  <a:pt x="822496" y="54532"/>
                  <a:pt x="819550" y="53289"/>
                  <a:pt x="815067" y="52703"/>
                </a:cubicBezTo>
                <a:lnTo>
                  <a:pt x="815067" y="48799"/>
                </a:lnTo>
                <a:lnTo>
                  <a:pt x="856384" y="48799"/>
                </a:lnTo>
                <a:close/>
                <a:moveTo>
                  <a:pt x="978674" y="11495"/>
                </a:moveTo>
                <a:lnTo>
                  <a:pt x="978674" y="48799"/>
                </a:lnTo>
                <a:lnTo>
                  <a:pt x="1002749" y="48799"/>
                </a:lnTo>
                <a:lnTo>
                  <a:pt x="1002749" y="59427"/>
                </a:lnTo>
                <a:lnTo>
                  <a:pt x="978674" y="59427"/>
                </a:lnTo>
                <a:lnTo>
                  <a:pt x="978674" y="122168"/>
                </a:lnTo>
                <a:cubicBezTo>
                  <a:pt x="978674" y="128040"/>
                  <a:pt x="978946" y="131827"/>
                  <a:pt x="979488" y="133531"/>
                </a:cubicBezTo>
                <a:cubicBezTo>
                  <a:pt x="980030" y="135234"/>
                  <a:pt x="980988" y="136612"/>
                  <a:pt x="982361" y="137665"/>
                </a:cubicBezTo>
                <a:cubicBezTo>
                  <a:pt x="983735" y="138716"/>
                  <a:pt x="985000" y="139241"/>
                  <a:pt x="986157" y="139241"/>
                </a:cubicBezTo>
                <a:cubicBezTo>
                  <a:pt x="990856" y="139241"/>
                  <a:pt x="995302" y="135626"/>
                  <a:pt x="999496" y="128397"/>
                </a:cubicBezTo>
                <a:lnTo>
                  <a:pt x="1002749" y="130806"/>
                </a:lnTo>
                <a:cubicBezTo>
                  <a:pt x="996893" y="144816"/>
                  <a:pt x="987386" y="151821"/>
                  <a:pt x="974228" y="151821"/>
                </a:cubicBezTo>
                <a:cubicBezTo>
                  <a:pt x="967794" y="151821"/>
                  <a:pt x="962354" y="150026"/>
                  <a:pt x="957908" y="146436"/>
                </a:cubicBezTo>
                <a:cubicBezTo>
                  <a:pt x="953461" y="142843"/>
                  <a:pt x="950624" y="138834"/>
                  <a:pt x="949395" y="134409"/>
                </a:cubicBezTo>
                <a:cubicBezTo>
                  <a:pt x="948672" y="131942"/>
                  <a:pt x="948310" y="125267"/>
                  <a:pt x="948310" y="114384"/>
                </a:cubicBezTo>
                <a:lnTo>
                  <a:pt x="948310" y="59427"/>
                </a:lnTo>
                <a:lnTo>
                  <a:pt x="935080" y="59427"/>
                </a:lnTo>
                <a:lnTo>
                  <a:pt x="935080" y="55621"/>
                </a:lnTo>
                <a:cubicBezTo>
                  <a:pt x="944189" y="49173"/>
                  <a:pt x="951943" y="42399"/>
                  <a:pt x="958341" y="35298"/>
                </a:cubicBezTo>
                <a:cubicBezTo>
                  <a:pt x="964739" y="28198"/>
                  <a:pt x="970324" y="20263"/>
                  <a:pt x="975096" y="11495"/>
                </a:cubicBezTo>
                <a:lnTo>
                  <a:pt x="978674" y="11495"/>
                </a:lnTo>
                <a:close/>
                <a:moveTo>
                  <a:pt x="1117965" y="83718"/>
                </a:moveTo>
                <a:lnTo>
                  <a:pt x="1117965" y="124493"/>
                </a:lnTo>
                <a:cubicBezTo>
                  <a:pt x="1117965" y="132486"/>
                  <a:pt x="1118453" y="137518"/>
                  <a:pt x="1119429" y="139590"/>
                </a:cubicBezTo>
                <a:cubicBezTo>
                  <a:pt x="1120405" y="141660"/>
                  <a:pt x="1122140" y="143312"/>
                  <a:pt x="1124634" y="144548"/>
                </a:cubicBezTo>
                <a:cubicBezTo>
                  <a:pt x="1127128" y="145782"/>
                  <a:pt x="1131701" y="146398"/>
                  <a:pt x="1138352" y="146398"/>
                </a:cubicBezTo>
                <a:lnTo>
                  <a:pt x="1138352" y="150302"/>
                </a:lnTo>
                <a:lnTo>
                  <a:pt x="1063635" y="150302"/>
                </a:lnTo>
                <a:lnTo>
                  <a:pt x="1063635" y="146398"/>
                </a:lnTo>
                <a:cubicBezTo>
                  <a:pt x="1070431" y="146398"/>
                  <a:pt x="1075039" y="145762"/>
                  <a:pt x="1077461" y="144490"/>
                </a:cubicBezTo>
                <a:cubicBezTo>
                  <a:pt x="1079883" y="143218"/>
                  <a:pt x="1081582" y="141566"/>
                  <a:pt x="1082558" y="139533"/>
                </a:cubicBezTo>
                <a:cubicBezTo>
                  <a:pt x="1083534" y="137499"/>
                  <a:pt x="1084022" y="132486"/>
                  <a:pt x="1084022" y="124493"/>
                </a:cubicBezTo>
                <a:lnTo>
                  <a:pt x="1084022" y="29063"/>
                </a:lnTo>
                <a:cubicBezTo>
                  <a:pt x="1084022" y="21070"/>
                  <a:pt x="1083534" y="16038"/>
                  <a:pt x="1082558" y="13969"/>
                </a:cubicBezTo>
                <a:cubicBezTo>
                  <a:pt x="1081582" y="11897"/>
                  <a:pt x="1079865" y="10244"/>
                  <a:pt x="1077407" y="9011"/>
                </a:cubicBezTo>
                <a:cubicBezTo>
                  <a:pt x="1074949" y="7775"/>
                  <a:pt x="1070358" y="7157"/>
                  <a:pt x="1063635" y="7157"/>
                </a:cubicBezTo>
                <a:lnTo>
                  <a:pt x="1063635" y="3253"/>
                </a:lnTo>
                <a:lnTo>
                  <a:pt x="1127725" y="3253"/>
                </a:lnTo>
                <a:cubicBezTo>
                  <a:pt x="1148835" y="3253"/>
                  <a:pt x="1163981" y="7013"/>
                  <a:pt x="1173162" y="14531"/>
                </a:cubicBezTo>
                <a:cubicBezTo>
                  <a:pt x="1182344" y="22050"/>
                  <a:pt x="1186935" y="31449"/>
                  <a:pt x="1186935" y="42727"/>
                </a:cubicBezTo>
                <a:cubicBezTo>
                  <a:pt x="1186935" y="52270"/>
                  <a:pt x="1183971" y="60439"/>
                  <a:pt x="1178042" y="67235"/>
                </a:cubicBezTo>
                <a:cubicBezTo>
                  <a:pt x="1172114" y="74031"/>
                  <a:pt x="1163945" y="78657"/>
                  <a:pt x="1153534" y="81116"/>
                </a:cubicBezTo>
                <a:cubicBezTo>
                  <a:pt x="1146522" y="82851"/>
                  <a:pt x="1134665" y="83718"/>
                  <a:pt x="1117965" y="83718"/>
                </a:cubicBezTo>
                <a:moveTo>
                  <a:pt x="1117965" y="11712"/>
                </a:moveTo>
                <a:lnTo>
                  <a:pt x="1117965" y="75260"/>
                </a:lnTo>
                <a:cubicBezTo>
                  <a:pt x="1120351" y="75404"/>
                  <a:pt x="1122158" y="75476"/>
                  <a:pt x="1123387" y="75476"/>
                </a:cubicBezTo>
                <a:cubicBezTo>
                  <a:pt x="1132207" y="75476"/>
                  <a:pt x="1139003" y="72856"/>
                  <a:pt x="1143774" y="67614"/>
                </a:cubicBezTo>
                <a:cubicBezTo>
                  <a:pt x="1148546" y="62373"/>
                  <a:pt x="1150932" y="54258"/>
                  <a:pt x="1150932" y="43269"/>
                </a:cubicBezTo>
                <a:cubicBezTo>
                  <a:pt x="1150932" y="32352"/>
                  <a:pt x="1148546" y="24364"/>
                  <a:pt x="1143774" y="19303"/>
                </a:cubicBezTo>
                <a:cubicBezTo>
                  <a:pt x="1139003" y="14242"/>
                  <a:pt x="1131882" y="11712"/>
                  <a:pt x="1122411" y="11712"/>
                </a:cubicBezTo>
                <a:lnTo>
                  <a:pt x="1117965" y="11712"/>
                </a:lnTo>
                <a:close/>
                <a:moveTo>
                  <a:pt x="1240809" y="48799"/>
                </a:moveTo>
                <a:lnTo>
                  <a:pt x="1240809" y="71789"/>
                </a:lnTo>
                <a:cubicBezTo>
                  <a:pt x="1247533" y="61307"/>
                  <a:pt x="1253425" y="54348"/>
                  <a:pt x="1258486" y="50914"/>
                </a:cubicBezTo>
                <a:cubicBezTo>
                  <a:pt x="1263546" y="47480"/>
                  <a:pt x="1268426" y="45763"/>
                  <a:pt x="1273126" y="45763"/>
                </a:cubicBezTo>
                <a:cubicBezTo>
                  <a:pt x="1277174" y="45763"/>
                  <a:pt x="1280409" y="47015"/>
                  <a:pt x="1282831" y="49518"/>
                </a:cubicBezTo>
                <a:cubicBezTo>
                  <a:pt x="1285253" y="52021"/>
                  <a:pt x="1286464" y="55558"/>
                  <a:pt x="1286464" y="60128"/>
                </a:cubicBezTo>
                <a:cubicBezTo>
                  <a:pt x="1286464" y="64990"/>
                  <a:pt x="1285289" y="68764"/>
                  <a:pt x="1282940" y="71451"/>
                </a:cubicBezTo>
                <a:cubicBezTo>
                  <a:pt x="1280590" y="74135"/>
                  <a:pt x="1277752" y="75476"/>
                  <a:pt x="1274427" y="75476"/>
                </a:cubicBezTo>
                <a:cubicBezTo>
                  <a:pt x="1270595" y="75476"/>
                  <a:pt x="1267270" y="74247"/>
                  <a:pt x="1264450" y="71789"/>
                </a:cubicBezTo>
                <a:cubicBezTo>
                  <a:pt x="1261631" y="69331"/>
                  <a:pt x="1259968" y="67958"/>
                  <a:pt x="1259462" y="67669"/>
                </a:cubicBezTo>
                <a:cubicBezTo>
                  <a:pt x="1258739" y="67235"/>
                  <a:pt x="1257907" y="67018"/>
                  <a:pt x="1256967" y="67018"/>
                </a:cubicBezTo>
                <a:cubicBezTo>
                  <a:pt x="1254871" y="67018"/>
                  <a:pt x="1252883" y="67813"/>
                  <a:pt x="1251003" y="69404"/>
                </a:cubicBezTo>
                <a:cubicBezTo>
                  <a:pt x="1248039" y="71862"/>
                  <a:pt x="1245798" y="75368"/>
                  <a:pt x="1244280" y="79923"/>
                </a:cubicBezTo>
                <a:cubicBezTo>
                  <a:pt x="1241966" y="86935"/>
                  <a:pt x="1240809" y="94671"/>
                  <a:pt x="1240809" y="103130"/>
                </a:cubicBezTo>
                <a:lnTo>
                  <a:pt x="1240809" y="126445"/>
                </a:lnTo>
                <a:lnTo>
                  <a:pt x="1240918" y="132518"/>
                </a:lnTo>
                <a:cubicBezTo>
                  <a:pt x="1240918" y="136638"/>
                  <a:pt x="1241171" y="139277"/>
                  <a:pt x="1241677" y="140434"/>
                </a:cubicBezTo>
                <a:cubicBezTo>
                  <a:pt x="1242545" y="142386"/>
                  <a:pt x="1243828" y="143814"/>
                  <a:pt x="1245527" y="144718"/>
                </a:cubicBezTo>
                <a:cubicBezTo>
                  <a:pt x="1247226" y="145621"/>
                  <a:pt x="1250099" y="146181"/>
                  <a:pt x="1254148" y="146398"/>
                </a:cubicBezTo>
                <a:lnTo>
                  <a:pt x="1254148" y="150302"/>
                </a:lnTo>
                <a:lnTo>
                  <a:pt x="1199384" y="150302"/>
                </a:lnTo>
                <a:lnTo>
                  <a:pt x="1199384" y="146398"/>
                </a:lnTo>
                <a:cubicBezTo>
                  <a:pt x="1203794" y="146037"/>
                  <a:pt x="1206776" y="144826"/>
                  <a:pt x="1208331" y="142766"/>
                </a:cubicBezTo>
                <a:cubicBezTo>
                  <a:pt x="1209885" y="140705"/>
                  <a:pt x="1210662" y="135265"/>
                  <a:pt x="1210662" y="126445"/>
                </a:cubicBezTo>
                <a:lnTo>
                  <a:pt x="1210662" y="70271"/>
                </a:lnTo>
                <a:cubicBezTo>
                  <a:pt x="1210662" y="64451"/>
                  <a:pt x="1210373" y="60742"/>
                  <a:pt x="1209795" y="59142"/>
                </a:cubicBezTo>
                <a:cubicBezTo>
                  <a:pt x="1209072" y="57104"/>
                  <a:pt x="1208023" y="55613"/>
                  <a:pt x="1206650" y="54669"/>
                </a:cubicBezTo>
                <a:cubicBezTo>
                  <a:pt x="1205276" y="53722"/>
                  <a:pt x="1202854" y="53067"/>
                  <a:pt x="1199384" y="52703"/>
                </a:cubicBezTo>
                <a:lnTo>
                  <a:pt x="1199384" y="48799"/>
                </a:lnTo>
                <a:lnTo>
                  <a:pt x="1240809" y="48799"/>
                </a:lnTo>
                <a:close/>
                <a:moveTo>
                  <a:pt x="1342723" y="45763"/>
                </a:moveTo>
                <a:cubicBezTo>
                  <a:pt x="1351543" y="45763"/>
                  <a:pt x="1359748" y="48043"/>
                  <a:pt x="1367339" y="52602"/>
                </a:cubicBezTo>
                <a:cubicBezTo>
                  <a:pt x="1374930" y="57161"/>
                  <a:pt x="1380696" y="63638"/>
                  <a:pt x="1384636" y="72033"/>
                </a:cubicBezTo>
                <a:cubicBezTo>
                  <a:pt x="1388576" y="80429"/>
                  <a:pt x="1390546" y="89619"/>
                  <a:pt x="1390546" y="99605"/>
                </a:cubicBezTo>
                <a:cubicBezTo>
                  <a:pt x="1390546" y="114005"/>
                  <a:pt x="1386895" y="126055"/>
                  <a:pt x="1379593" y="135754"/>
                </a:cubicBezTo>
                <a:cubicBezTo>
                  <a:pt x="1370773" y="147477"/>
                  <a:pt x="1358592" y="153339"/>
                  <a:pt x="1343048" y="153339"/>
                </a:cubicBezTo>
                <a:cubicBezTo>
                  <a:pt x="1327794" y="153339"/>
                  <a:pt x="1316046" y="147983"/>
                  <a:pt x="1307804" y="137272"/>
                </a:cubicBezTo>
                <a:cubicBezTo>
                  <a:pt x="1299562" y="126561"/>
                  <a:pt x="1295441" y="114150"/>
                  <a:pt x="1295441" y="100039"/>
                </a:cubicBezTo>
                <a:cubicBezTo>
                  <a:pt x="1295441" y="85494"/>
                  <a:pt x="1299653" y="72812"/>
                  <a:pt x="1308075" y="61992"/>
                </a:cubicBezTo>
                <a:cubicBezTo>
                  <a:pt x="1316498" y="51173"/>
                  <a:pt x="1328047" y="45763"/>
                  <a:pt x="1342723" y="45763"/>
                </a:cubicBezTo>
                <a:moveTo>
                  <a:pt x="1343157" y="53354"/>
                </a:moveTo>
                <a:cubicBezTo>
                  <a:pt x="1339469" y="53354"/>
                  <a:pt x="1336307" y="54748"/>
                  <a:pt x="1333668" y="57536"/>
                </a:cubicBezTo>
                <a:cubicBezTo>
                  <a:pt x="1331029" y="60322"/>
                  <a:pt x="1329294" y="65822"/>
                  <a:pt x="1328462" y="74036"/>
                </a:cubicBezTo>
                <a:cubicBezTo>
                  <a:pt x="1327631" y="82251"/>
                  <a:pt x="1327215" y="93669"/>
                  <a:pt x="1327215" y="108291"/>
                </a:cubicBezTo>
                <a:cubicBezTo>
                  <a:pt x="1327215" y="116035"/>
                  <a:pt x="1327721" y="123274"/>
                  <a:pt x="1328734" y="130006"/>
                </a:cubicBezTo>
                <a:cubicBezTo>
                  <a:pt x="1329529" y="135144"/>
                  <a:pt x="1331228" y="139052"/>
                  <a:pt x="1333830" y="141732"/>
                </a:cubicBezTo>
                <a:cubicBezTo>
                  <a:pt x="1336433" y="144409"/>
                  <a:pt x="1339397" y="145748"/>
                  <a:pt x="1342723" y="145748"/>
                </a:cubicBezTo>
                <a:cubicBezTo>
                  <a:pt x="1345976" y="145748"/>
                  <a:pt x="1348687" y="144843"/>
                  <a:pt x="1350856" y="143033"/>
                </a:cubicBezTo>
                <a:cubicBezTo>
                  <a:pt x="1353676" y="140573"/>
                  <a:pt x="1355555" y="137134"/>
                  <a:pt x="1356495" y="132718"/>
                </a:cubicBezTo>
                <a:cubicBezTo>
                  <a:pt x="1357941" y="125843"/>
                  <a:pt x="1358664" y="111946"/>
                  <a:pt x="1358664" y="91028"/>
                </a:cubicBezTo>
                <a:cubicBezTo>
                  <a:pt x="1358664" y="78724"/>
                  <a:pt x="1357977" y="70275"/>
                  <a:pt x="1356603" y="65679"/>
                </a:cubicBezTo>
                <a:cubicBezTo>
                  <a:pt x="1355230" y="61082"/>
                  <a:pt x="1353206" y="57734"/>
                  <a:pt x="1350531" y="55635"/>
                </a:cubicBezTo>
                <a:cubicBezTo>
                  <a:pt x="1348651" y="54114"/>
                  <a:pt x="1346193" y="53354"/>
                  <a:pt x="1343157" y="53354"/>
                </a:cubicBezTo>
                <a:close/>
                <a:moveTo>
                  <a:pt x="1435514" y="0"/>
                </a:moveTo>
                <a:cubicBezTo>
                  <a:pt x="1440141" y="0"/>
                  <a:pt x="1444063" y="1609"/>
                  <a:pt x="1447280" y="4826"/>
                </a:cubicBezTo>
                <a:cubicBezTo>
                  <a:pt x="1450497" y="8043"/>
                  <a:pt x="1452106" y="11929"/>
                  <a:pt x="1452106" y="16483"/>
                </a:cubicBezTo>
                <a:cubicBezTo>
                  <a:pt x="1452106" y="21110"/>
                  <a:pt x="1450479" y="25050"/>
                  <a:pt x="1447226" y="28304"/>
                </a:cubicBezTo>
                <a:cubicBezTo>
                  <a:pt x="1443972" y="31557"/>
                  <a:pt x="1440068" y="33184"/>
                  <a:pt x="1435514" y="33184"/>
                </a:cubicBezTo>
                <a:cubicBezTo>
                  <a:pt x="1430959" y="33184"/>
                  <a:pt x="1427055" y="31557"/>
                  <a:pt x="1423802" y="28304"/>
                </a:cubicBezTo>
                <a:cubicBezTo>
                  <a:pt x="1420549" y="25050"/>
                  <a:pt x="1418922" y="21110"/>
                  <a:pt x="1418922" y="16483"/>
                </a:cubicBezTo>
                <a:cubicBezTo>
                  <a:pt x="1418922" y="11929"/>
                  <a:pt x="1420530" y="8043"/>
                  <a:pt x="1423748" y="4826"/>
                </a:cubicBezTo>
                <a:cubicBezTo>
                  <a:pt x="1426965" y="1609"/>
                  <a:pt x="1430887" y="0"/>
                  <a:pt x="1435514" y="0"/>
                </a:cubicBezTo>
                <a:moveTo>
                  <a:pt x="1450696" y="48799"/>
                </a:moveTo>
                <a:lnTo>
                  <a:pt x="1450696" y="153847"/>
                </a:lnTo>
                <a:cubicBezTo>
                  <a:pt x="1450696" y="163688"/>
                  <a:pt x="1450081" y="170960"/>
                  <a:pt x="1448852" y="175661"/>
                </a:cubicBezTo>
                <a:cubicBezTo>
                  <a:pt x="1447045" y="182461"/>
                  <a:pt x="1443448" y="187923"/>
                  <a:pt x="1438062" y="192046"/>
                </a:cubicBezTo>
                <a:cubicBezTo>
                  <a:pt x="1432676" y="196172"/>
                  <a:pt x="1425573" y="198234"/>
                  <a:pt x="1416753" y="198234"/>
                </a:cubicBezTo>
                <a:cubicBezTo>
                  <a:pt x="1407861" y="198234"/>
                  <a:pt x="1401300" y="196427"/>
                  <a:pt x="1397071" y="192812"/>
                </a:cubicBezTo>
                <a:cubicBezTo>
                  <a:pt x="1392841" y="189197"/>
                  <a:pt x="1390727" y="184823"/>
                  <a:pt x="1390727" y="179690"/>
                </a:cubicBezTo>
                <a:cubicBezTo>
                  <a:pt x="1390727" y="176509"/>
                  <a:pt x="1391829" y="173744"/>
                  <a:pt x="1394034" y="171395"/>
                </a:cubicBezTo>
                <a:cubicBezTo>
                  <a:pt x="1396239" y="169045"/>
                  <a:pt x="1398824" y="167870"/>
                  <a:pt x="1401788" y="167870"/>
                </a:cubicBezTo>
                <a:cubicBezTo>
                  <a:pt x="1404535" y="167870"/>
                  <a:pt x="1406704" y="168683"/>
                  <a:pt x="1408294" y="170310"/>
                </a:cubicBezTo>
                <a:cubicBezTo>
                  <a:pt x="1409885" y="171937"/>
                  <a:pt x="1410680" y="174377"/>
                  <a:pt x="1410680" y="177630"/>
                </a:cubicBezTo>
                <a:cubicBezTo>
                  <a:pt x="1410680" y="178498"/>
                  <a:pt x="1410644" y="179510"/>
                  <a:pt x="1410572" y="180666"/>
                </a:cubicBezTo>
                <a:cubicBezTo>
                  <a:pt x="1410427" y="182185"/>
                  <a:pt x="1410355" y="183233"/>
                  <a:pt x="1410355" y="183811"/>
                </a:cubicBezTo>
                <a:cubicBezTo>
                  <a:pt x="1410355" y="186342"/>
                  <a:pt x="1410933" y="188221"/>
                  <a:pt x="1412090" y="189450"/>
                </a:cubicBezTo>
                <a:cubicBezTo>
                  <a:pt x="1413247" y="190679"/>
                  <a:pt x="1414729" y="191294"/>
                  <a:pt x="1416536" y="191294"/>
                </a:cubicBezTo>
                <a:cubicBezTo>
                  <a:pt x="1418199" y="191294"/>
                  <a:pt x="1419627" y="190570"/>
                  <a:pt x="1420820" y="189122"/>
                </a:cubicBezTo>
                <a:cubicBezTo>
                  <a:pt x="1422013" y="187676"/>
                  <a:pt x="1422609" y="185614"/>
                  <a:pt x="1422609" y="182937"/>
                </a:cubicBezTo>
                <a:cubicBezTo>
                  <a:pt x="1422609" y="181489"/>
                  <a:pt x="1422392" y="178557"/>
                  <a:pt x="1421958" y="174143"/>
                </a:cubicBezTo>
                <a:cubicBezTo>
                  <a:pt x="1421235" y="166111"/>
                  <a:pt x="1420838" y="161264"/>
                  <a:pt x="1420765" y="159601"/>
                </a:cubicBezTo>
                <a:lnTo>
                  <a:pt x="1420440" y="133877"/>
                </a:lnTo>
                <a:lnTo>
                  <a:pt x="1420440" y="71139"/>
                </a:lnTo>
                <a:lnTo>
                  <a:pt x="1420549" y="65466"/>
                </a:lnTo>
                <a:cubicBezTo>
                  <a:pt x="1420549" y="60884"/>
                  <a:pt x="1419771" y="57739"/>
                  <a:pt x="1418217" y="56031"/>
                </a:cubicBezTo>
                <a:cubicBezTo>
                  <a:pt x="1416663" y="54321"/>
                  <a:pt x="1413391" y="53212"/>
                  <a:pt x="1408403" y="52703"/>
                </a:cubicBezTo>
                <a:lnTo>
                  <a:pt x="1408403" y="48799"/>
                </a:lnTo>
                <a:lnTo>
                  <a:pt x="1450696" y="48799"/>
                </a:lnTo>
                <a:close/>
                <a:moveTo>
                  <a:pt x="1562680" y="95864"/>
                </a:moveTo>
                <a:lnTo>
                  <a:pt x="1507048" y="95864"/>
                </a:lnTo>
                <a:cubicBezTo>
                  <a:pt x="1507699" y="109347"/>
                  <a:pt x="1511277" y="120003"/>
                  <a:pt x="1517784" y="127831"/>
                </a:cubicBezTo>
                <a:cubicBezTo>
                  <a:pt x="1522772" y="133847"/>
                  <a:pt x="1528773" y="136855"/>
                  <a:pt x="1535786" y="136855"/>
                </a:cubicBezTo>
                <a:cubicBezTo>
                  <a:pt x="1540123" y="136855"/>
                  <a:pt x="1544063" y="135644"/>
                  <a:pt x="1547606" y="133223"/>
                </a:cubicBezTo>
                <a:cubicBezTo>
                  <a:pt x="1551148" y="130801"/>
                  <a:pt x="1554944" y="126445"/>
                  <a:pt x="1558992" y="120155"/>
                </a:cubicBezTo>
                <a:lnTo>
                  <a:pt x="1562680" y="122541"/>
                </a:lnTo>
                <a:cubicBezTo>
                  <a:pt x="1557185" y="133747"/>
                  <a:pt x="1551112" y="141681"/>
                  <a:pt x="1544461" y="146344"/>
                </a:cubicBezTo>
                <a:cubicBezTo>
                  <a:pt x="1537810" y="151007"/>
                  <a:pt x="1530110" y="153339"/>
                  <a:pt x="1521363" y="153339"/>
                </a:cubicBezTo>
                <a:cubicBezTo>
                  <a:pt x="1506325" y="153339"/>
                  <a:pt x="1494939" y="147549"/>
                  <a:pt x="1487203" y="135971"/>
                </a:cubicBezTo>
                <a:cubicBezTo>
                  <a:pt x="1480986" y="126636"/>
                  <a:pt x="1477877" y="115057"/>
                  <a:pt x="1477877" y="101235"/>
                </a:cubicBezTo>
                <a:cubicBezTo>
                  <a:pt x="1477877" y="84300"/>
                  <a:pt x="1482450" y="70821"/>
                  <a:pt x="1491595" y="60799"/>
                </a:cubicBezTo>
                <a:cubicBezTo>
                  <a:pt x="1500740" y="50775"/>
                  <a:pt x="1511458" y="45763"/>
                  <a:pt x="1523748" y="45763"/>
                </a:cubicBezTo>
                <a:cubicBezTo>
                  <a:pt x="1534014" y="45763"/>
                  <a:pt x="1542925" y="49974"/>
                  <a:pt x="1550480" y="58397"/>
                </a:cubicBezTo>
                <a:cubicBezTo>
                  <a:pt x="1558035" y="66819"/>
                  <a:pt x="1562101" y="79308"/>
                  <a:pt x="1562680" y="95864"/>
                </a:cubicBezTo>
                <a:moveTo>
                  <a:pt x="1536003" y="88707"/>
                </a:moveTo>
                <a:cubicBezTo>
                  <a:pt x="1536003" y="77067"/>
                  <a:pt x="1535370" y="69078"/>
                  <a:pt x="1534105" y="64741"/>
                </a:cubicBezTo>
                <a:cubicBezTo>
                  <a:pt x="1532840" y="60403"/>
                  <a:pt x="1530870" y="57113"/>
                  <a:pt x="1528195" y="54872"/>
                </a:cubicBezTo>
                <a:cubicBezTo>
                  <a:pt x="1526676" y="53571"/>
                  <a:pt x="1524652" y="52920"/>
                  <a:pt x="1522122" y="52920"/>
                </a:cubicBezTo>
                <a:cubicBezTo>
                  <a:pt x="1518362" y="52920"/>
                  <a:pt x="1515290" y="54764"/>
                  <a:pt x="1512904" y="58451"/>
                </a:cubicBezTo>
                <a:cubicBezTo>
                  <a:pt x="1508639" y="64885"/>
                  <a:pt x="1506506" y="73705"/>
                  <a:pt x="1506506" y="84911"/>
                </a:cubicBezTo>
                <a:lnTo>
                  <a:pt x="1506506" y="88707"/>
                </a:lnTo>
                <a:lnTo>
                  <a:pt x="1536003" y="88707"/>
                </a:lnTo>
                <a:close/>
                <a:moveTo>
                  <a:pt x="1655701" y="124083"/>
                </a:moveTo>
                <a:lnTo>
                  <a:pt x="1659062" y="126682"/>
                </a:lnTo>
                <a:cubicBezTo>
                  <a:pt x="1654291" y="135676"/>
                  <a:pt x="1648344" y="142368"/>
                  <a:pt x="1641223" y="146758"/>
                </a:cubicBezTo>
                <a:cubicBezTo>
                  <a:pt x="1634102" y="151145"/>
                  <a:pt x="1626529" y="153339"/>
                  <a:pt x="1618504" y="153339"/>
                </a:cubicBezTo>
                <a:cubicBezTo>
                  <a:pt x="1604985" y="153339"/>
                  <a:pt x="1594177" y="148237"/>
                  <a:pt x="1586080" y="138035"/>
                </a:cubicBezTo>
                <a:cubicBezTo>
                  <a:pt x="1577983" y="127830"/>
                  <a:pt x="1573934" y="115563"/>
                  <a:pt x="1573934" y="101235"/>
                </a:cubicBezTo>
                <a:cubicBezTo>
                  <a:pt x="1573934" y="87411"/>
                  <a:pt x="1577621" y="75253"/>
                  <a:pt x="1584996" y="64761"/>
                </a:cubicBezTo>
                <a:cubicBezTo>
                  <a:pt x="1593888" y="52096"/>
                  <a:pt x="1606142" y="45763"/>
                  <a:pt x="1621758" y="45763"/>
                </a:cubicBezTo>
                <a:cubicBezTo>
                  <a:pt x="1632241" y="45763"/>
                  <a:pt x="1640573" y="48410"/>
                  <a:pt x="1646754" y="53703"/>
                </a:cubicBezTo>
                <a:cubicBezTo>
                  <a:pt x="1652935" y="58994"/>
                  <a:pt x="1656026" y="64902"/>
                  <a:pt x="1656026" y="71427"/>
                </a:cubicBezTo>
                <a:cubicBezTo>
                  <a:pt x="1656026" y="75559"/>
                  <a:pt x="1654779" y="78857"/>
                  <a:pt x="1652285" y="81322"/>
                </a:cubicBezTo>
                <a:cubicBezTo>
                  <a:pt x="1649790" y="83787"/>
                  <a:pt x="1646519" y="85020"/>
                  <a:pt x="1642470" y="85020"/>
                </a:cubicBezTo>
                <a:cubicBezTo>
                  <a:pt x="1638205" y="85020"/>
                  <a:pt x="1634681" y="83605"/>
                  <a:pt x="1631897" y="80777"/>
                </a:cubicBezTo>
                <a:cubicBezTo>
                  <a:pt x="1629114" y="77946"/>
                  <a:pt x="1627397" y="72903"/>
                  <a:pt x="1626746" y="65649"/>
                </a:cubicBezTo>
                <a:cubicBezTo>
                  <a:pt x="1626312" y="61078"/>
                  <a:pt x="1625264" y="57886"/>
                  <a:pt x="1623601" y="56072"/>
                </a:cubicBezTo>
                <a:cubicBezTo>
                  <a:pt x="1621939" y="54260"/>
                  <a:pt x="1619987" y="53354"/>
                  <a:pt x="1617745" y="53354"/>
                </a:cubicBezTo>
                <a:cubicBezTo>
                  <a:pt x="1614275" y="53354"/>
                  <a:pt x="1611311" y="55198"/>
                  <a:pt x="1608853" y="58885"/>
                </a:cubicBezTo>
                <a:cubicBezTo>
                  <a:pt x="1605094" y="64451"/>
                  <a:pt x="1603214" y="72982"/>
                  <a:pt x="1603214" y="84477"/>
                </a:cubicBezTo>
                <a:cubicBezTo>
                  <a:pt x="1603214" y="94020"/>
                  <a:pt x="1604732" y="103148"/>
                  <a:pt x="1607769" y="111859"/>
                </a:cubicBezTo>
                <a:cubicBezTo>
                  <a:pt x="1610805" y="120571"/>
                  <a:pt x="1614962" y="127059"/>
                  <a:pt x="1620240" y="131325"/>
                </a:cubicBezTo>
                <a:cubicBezTo>
                  <a:pt x="1624216" y="134433"/>
                  <a:pt x="1628915" y="135988"/>
                  <a:pt x="1634337" y="135988"/>
                </a:cubicBezTo>
                <a:cubicBezTo>
                  <a:pt x="1637880" y="135988"/>
                  <a:pt x="1641241" y="135159"/>
                  <a:pt x="1644422" y="133500"/>
                </a:cubicBezTo>
                <a:cubicBezTo>
                  <a:pt x="1647603" y="131840"/>
                  <a:pt x="1651363" y="128701"/>
                  <a:pt x="1655701" y="124083"/>
                </a:cubicBezTo>
                <a:close/>
                <a:moveTo>
                  <a:pt x="1709357" y="11495"/>
                </a:moveTo>
                <a:lnTo>
                  <a:pt x="1709357" y="48799"/>
                </a:lnTo>
                <a:lnTo>
                  <a:pt x="1733431" y="48799"/>
                </a:lnTo>
                <a:lnTo>
                  <a:pt x="1733431" y="59427"/>
                </a:lnTo>
                <a:lnTo>
                  <a:pt x="1709357" y="59427"/>
                </a:lnTo>
                <a:lnTo>
                  <a:pt x="1709357" y="122168"/>
                </a:lnTo>
                <a:cubicBezTo>
                  <a:pt x="1709357" y="128040"/>
                  <a:pt x="1709628" y="131827"/>
                  <a:pt x="1710170" y="133531"/>
                </a:cubicBezTo>
                <a:cubicBezTo>
                  <a:pt x="1710712" y="135234"/>
                  <a:pt x="1711670" y="136612"/>
                  <a:pt x="1713044" y="137665"/>
                </a:cubicBezTo>
                <a:cubicBezTo>
                  <a:pt x="1714417" y="138716"/>
                  <a:pt x="1715682" y="139241"/>
                  <a:pt x="1716839" y="139241"/>
                </a:cubicBezTo>
                <a:cubicBezTo>
                  <a:pt x="1721538" y="139241"/>
                  <a:pt x="1725984" y="135626"/>
                  <a:pt x="1730178" y="128397"/>
                </a:cubicBezTo>
                <a:lnTo>
                  <a:pt x="1733431" y="130806"/>
                </a:lnTo>
                <a:cubicBezTo>
                  <a:pt x="1727575" y="144816"/>
                  <a:pt x="1718068" y="151821"/>
                  <a:pt x="1704910" y="151821"/>
                </a:cubicBezTo>
                <a:cubicBezTo>
                  <a:pt x="1698476" y="151821"/>
                  <a:pt x="1693036" y="150026"/>
                  <a:pt x="1688590" y="146436"/>
                </a:cubicBezTo>
                <a:cubicBezTo>
                  <a:pt x="1684143" y="142843"/>
                  <a:pt x="1681306" y="138834"/>
                  <a:pt x="1680077" y="134409"/>
                </a:cubicBezTo>
                <a:cubicBezTo>
                  <a:pt x="1679354" y="131942"/>
                  <a:pt x="1678992" y="125267"/>
                  <a:pt x="1678992" y="114384"/>
                </a:cubicBezTo>
                <a:lnTo>
                  <a:pt x="1678992" y="59427"/>
                </a:lnTo>
                <a:lnTo>
                  <a:pt x="1665762" y="59427"/>
                </a:lnTo>
                <a:lnTo>
                  <a:pt x="1665762" y="55621"/>
                </a:lnTo>
                <a:cubicBezTo>
                  <a:pt x="1674872" y="49173"/>
                  <a:pt x="1682625" y="42399"/>
                  <a:pt x="1689023" y="35298"/>
                </a:cubicBezTo>
                <a:cubicBezTo>
                  <a:pt x="1695422" y="28198"/>
                  <a:pt x="1701006" y="20263"/>
                  <a:pt x="1705778" y="11495"/>
                </a:cubicBezTo>
                <a:lnTo>
                  <a:pt x="1709357" y="114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9DBD9-B645-4CFF-A8FF-224CA6E5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9475" y="3479921"/>
            <a:ext cx="2615924" cy="39675"/>
          </a:xfrm>
          <a:custGeom xmlns:a="http://schemas.openxmlformats.org/drawingml/2006/main">
            <a:pathLst>
              <a:path w="2615924" h="39675">
                <a:moveTo>
                  <a:pt x="2576264" y="0"/>
                </a:moveTo>
                <a:lnTo>
                  <a:pt x="2576264" y="19830"/>
                </a:lnTo>
                <a:lnTo>
                  <a:pt x="2615924" y="19830"/>
                </a:lnTo>
                <a:lnTo>
                  <a:pt x="2615924" y="39675"/>
                </a:lnTo>
                <a:lnTo>
                  <a:pt x="0" y="39675"/>
                </a:lnTo>
                <a:lnTo>
                  <a:pt x="0" y="0"/>
                </a:lnTo>
                <a:lnTo>
                  <a:pt x="25762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A1ADD-B0C0-4739-8565-C1864C33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739" y="2387610"/>
            <a:ext cx="39659" cy="1112140"/>
          </a:xfrm>
          <a:custGeom xmlns:a="http://schemas.openxmlformats.org/drawingml/2006/main">
            <a:pathLst>
              <a:path w="39659" h="1112140">
                <a:moveTo>
                  <a:pt x="39659" y="0"/>
                </a:moveTo>
                <a:lnTo>
                  <a:pt x="39659" y="1092311"/>
                </a:lnTo>
                <a:lnTo>
                  <a:pt x="19830" y="1092311"/>
                </a:lnTo>
                <a:lnTo>
                  <a:pt x="0" y="1112140"/>
                </a:lnTo>
                <a:lnTo>
                  <a:pt x="0" y="0"/>
                </a:lnTo>
                <a:lnTo>
                  <a:pt x="396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BB023-BFDA-4152-BA68-8AF21C86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739" y="3479921"/>
            <a:ext cx="39659" cy="19830"/>
          </a:xfrm>
          <a:custGeom xmlns:a="http://schemas.openxmlformats.org/drawingml/2006/main">
            <a:pathLst>
              <a:path w="39659" h="19830">
                <a:moveTo>
                  <a:pt x="39659" y="0"/>
                </a:moveTo>
                <a:lnTo>
                  <a:pt x="39659" y="19830"/>
                </a:lnTo>
                <a:lnTo>
                  <a:pt x="0" y="19830"/>
                </a:lnTo>
                <a:lnTo>
                  <a:pt x="19830" y="0"/>
                </a:lnTo>
                <a:lnTo>
                  <a:pt x="3965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2E8D9C-ECDA-45AC-9B76-25F9A7DD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80" y="2288414"/>
            <a:ext cx="108984" cy="119041"/>
          </a:xfrm>
          <a:custGeom xmlns:a="http://schemas.openxmlformats.org/drawingml/2006/main">
            <a:pathLst>
              <a:path w="108984" h="119041">
                <a:moveTo>
                  <a:pt x="59489" y="0"/>
                </a:moveTo>
                <a:lnTo>
                  <a:pt x="108984" y="99196"/>
                </a:lnTo>
                <a:lnTo>
                  <a:pt x="39659" y="99196"/>
                </a:lnTo>
                <a:lnTo>
                  <a:pt x="39659" y="119041"/>
                </a:lnTo>
                <a:lnTo>
                  <a:pt x="0" y="119041"/>
                </a:lnTo>
                <a:lnTo>
                  <a:pt x="5948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589CFC-BB84-42DA-AD79-4AA1E0D2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5398" y="2387610"/>
            <a:ext cx="39659" cy="19845"/>
          </a:xfrm>
          <a:custGeom xmlns:a="http://schemas.openxmlformats.org/drawingml/2006/main">
            <a:pathLst>
              <a:path w="39659" h="19845">
                <a:moveTo>
                  <a:pt x="29665" y="0"/>
                </a:moveTo>
                <a:lnTo>
                  <a:pt x="39659" y="19845"/>
                </a:lnTo>
                <a:lnTo>
                  <a:pt x="0" y="19845"/>
                </a:lnTo>
                <a:lnTo>
                  <a:pt x="0" y="0"/>
                </a:lnTo>
                <a:lnTo>
                  <a:pt x="296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4D5F6-D7C8-4EA5-B4B0-08A0FFC1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50" y="1249501"/>
            <a:ext cx="903279" cy="660564"/>
          </a:xfrm>
          <a:custGeom xmlns:a="http://schemas.openxmlformats.org/drawingml/2006/main">
            <a:pathLst>
              <a:path w="903279" h="660564">
                <a:moveTo>
                  <a:pt x="0" y="660564"/>
                </a:moveTo>
                <a:lnTo>
                  <a:pt x="0" y="0"/>
                </a:lnTo>
                <a:lnTo>
                  <a:pt x="903279" y="0"/>
                </a:lnTo>
                <a:lnTo>
                  <a:pt x="903279" y="660564"/>
                </a:lnTo>
                <a:lnTo>
                  <a:pt x="0" y="660564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EF83D-25A8-4EAB-B122-B1DFEFCB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850" y="1249501"/>
            <a:ext cx="903279" cy="660564"/>
          </a:xfrm>
          <a:custGeom xmlns:a="http://schemas.openxmlformats.org/drawingml/2006/main">
            <a:pathLst>
              <a:path w="903279" h="660564" fill="none">
                <a:moveTo>
                  <a:pt x="0" y="660564"/>
                </a:moveTo>
                <a:lnTo>
                  <a:pt x="903279" y="660564"/>
                </a:lnTo>
                <a:lnTo>
                  <a:pt x="903279" y="0"/>
                </a:lnTo>
                <a:lnTo>
                  <a:pt x="0" y="0"/>
                </a:lnTo>
                <a:lnTo>
                  <a:pt x="0" y="6605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53" name="Text Next">
            <a:extLst xmlns:a="http://schemas.openxmlformats.org/drawingml/2006/main">
              <a:ext uri="{FF2B5EF4-FFF2-40B4-BE49-F238E27FC236}">
                <a16:creationId xmlns:a16="http://schemas.microsoft.com/office/drawing/2014/main" id="{822BD8B7-80E0-4CE0-A4D2-252E3C16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908" y="1372928"/>
            <a:ext cx="429544" cy="150302"/>
          </a:xfrm>
          <a:custGeom xmlns:a="http://schemas.openxmlformats.org/drawingml/2006/main">
            <a:pathLst>
              <a:path w="429544" h="150302">
                <a:moveTo>
                  <a:pt x="52161" y="0"/>
                </a:moveTo>
                <a:lnTo>
                  <a:pt x="124710" y="91018"/>
                </a:lnTo>
                <a:lnTo>
                  <a:pt x="124710" y="27978"/>
                </a:lnTo>
                <a:cubicBezTo>
                  <a:pt x="124710" y="19118"/>
                  <a:pt x="123445" y="13126"/>
                  <a:pt x="120914" y="10004"/>
                </a:cubicBezTo>
                <a:cubicBezTo>
                  <a:pt x="117444" y="5793"/>
                  <a:pt x="111624" y="3759"/>
                  <a:pt x="103455" y="3904"/>
                </a:cubicBezTo>
                <a:lnTo>
                  <a:pt x="103455" y="0"/>
                </a:lnTo>
                <a:lnTo>
                  <a:pt x="152037" y="0"/>
                </a:lnTo>
                <a:lnTo>
                  <a:pt x="152037" y="3904"/>
                </a:lnTo>
                <a:cubicBezTo>
                  <a:pt x="145820" y="4704"/>
                  <a:pt x="141645" y="5740"/>
                  <a:pt x="139512" y="7012"/>
                </a:cubicBezTo>
                <a:cubicBezTo>
                  <a:pt x="137380" y="8281"/>
                  <a:pt x="135717" y="10351"/>
                  <a:pt x="134524" y="13220"/>
                </a:cubicBezTo>
                <a:cubicBezTo>
                  <a:pt x="133331" y="16087"/>
                  <a:pt x="132735" y="21006"/>
                  <a:pt x="132735" y="27978"/>
                </a:cubicBezTo>
                <a:lnTo>
                  <a:pt x="132735" y="150302"/>
                </a:lnTo>
                <a:lnTo>
                  <a:pt x="129047" y="150302"/>
                </a:lnTo>
                <a:lnTo>
                  <a:pt x="29605" y="27785"/>
                </a:lnTo>
                <a:lnTo>
                  <a:pt x="29605" y="121456"/>
                </a:lnTo>
                <a:cubicBezTo>
                  <a:pt x="29605" y="129958"/>
                  <a:pt x="31539" y="135699"/>
                  <a:pt x="35407" y="138679"/>
                </a:cubicBezTo>
                <a:cubicBezTo>
                  <a:pt x="39275" y="141656"/>
                  <a:pt x="43703" y="143145"/>
                  <a:pt x="48691" y="143145"/>
                </a:cubicBezTo>
                <a:lnTo>
                  <a:pt x="52161" y="143145"/>
                </a:lnTo>
                <a:lnTo>
                  <a:pt x="52161" y="147049"/>
                </a:lnTo>
                <a:lnTo>
                  <a:pt x="0" y="147049"/>
                </a:lnTo>
                <a:lnTo>
                  <a:pt x="0" y="143145"/>
                </a:lnTo>
                <a:cubicBezTo>
                  <a:pt x="8097" y="143073"/>
                  <a:pt x="13736" y="141402"/>
                  <a:pt x="16917" y="138133"/>
                </a:cubicBezTo>
                <a:cubicBezTo>
                  <a:pt x="20098" y="134862"/>
                  <a:pt x="21689" y="129303"/>
                  <a:pt x="21689" y="121456"/>
                </a:cubicBezTo>
                <a:lnTo>
                  <a:pt x="21689" y="17659"/>
                </a:lnTo>
                <a:lnTo>
                  <a:pt x="18544" y="13772"/>
                </a:lnTo>
                <a:cubicBezTo>
                  <a:pt x="15435" y="9825"/>
                  <a:pt x="12688" y="7231"/>
                  <a:pt x="10302" y="5988"/>
                </a:cubicBezTo>
                <a:cubicBezTo>
                  <a:pt x="7916" y="4746"/>
                  <a:pt x="4482" y="4051"/>
                  <a:pt x="0" y="3904"/>
                </a:cubicBezTo>
                <a:lnTo>
                  <a:pt x="0" y="0"/>
                </a:lnTo>
                <a:lnTo>
                  <a:pt x="52161" y="0"/>
                </a:lnTo>
                <a:close/>
                <a:moveTo>
                  <a:pt x="247244" y="92611"/>
                </a:moveTo>
                <a:lnTo>
                  <a:pt x="191612" y="92611"/>
                </a:lnTo>
                <a:cubicBezTo>
                  <a:pt x="192263" y="106094"/>
                  <a:pt x="195842" y="116749"/>
                  <a:pt x="202348" y="124578"/>
                </a:cubicBezTo>
                <a:cubicBezTo>
                  <a:pt x="207337" y="130594"/>
                  <a:pt x="213337" y="133602"/>
                  <a:pt x="220350" y="133602"/>
                </a:cubicBezTo>
                <a:cubicBezTo>
                  <a:pt x="224688" y="133602"/>
                  <a:pt x="228628" y="132391"/>
                  <a:pt x="232170" y="129969"/>
                </a:cubicBezTo>
                <a:cubicBezTo>
                  <a:pt x="235713" y="127547"/>
                  <a:pt x="239508" y="123192"/>
                  <a:pt x="243557" y="116902"/>
                </a:cubicBezTo>
                <a:lnTo>
                  <a:pt x="247244" y="119288"/>
                </a:lnTo>
                <a:cubicBezTo>
                  <a:pt x="241749" y="130493"/>
                  <a:pt x="235677" y="138428"/>
                  <a:pt x="229025" y="143091"/>
                </a:cubicBezTo>
                <a:cubicBezTo>
                  <a:pt x="222374" y="147754"/>
                  <a:pt x="214675" y="150085"/>
                  <a:pt x="205927" y="150085"/>
                </a:cubicBezTo>
                <a:cubicBezTo>
                  <a:pt x="190889" y="150085"/>
                  <a:pt x="179503" y="144296"/>
                  <a:pt x="171767" y="132718"/>
                </a:cubicBezTo>
                <a:cubicBezTo>
                  <a:pt x="165550" y="123382"/>
                  <a:pt x="162441" y="111804"/>
                  <a:pt x="162441" y="97982"/>
                </a:cubicBezTo>
                <a:cubicBezTo>
                  <a:pt x="162441" y="81047"/>
                  <a:pt x="167014" y="67568"/>
                  <a:pt x="176159" y="57546"/>
                </a:cubicBezTo>
                <a:cubicBezTo>
                  <a:pt x="185305" y="47522"/>
                  <a:pt x="196022" y="42510"/>
                  <a:pt x="208313" y="42510"/>
                </a:cubicBezTo>
                <a:cubicBezTo>
                  <a:pt x="218579" y="42510"/>
                  <a:pt x="227489" y="46721"/>
                  <a:pt x="235044" y="55143"/>
                </a:cubicBezTo>
                <a:cubicBezTo>
                  <a:pt x="242599" y="63566"/>
                  <a:pt x="246665" y="76055"/>
                  <a:pt x="247244" y="92611"/>
                </a:cubicBezTo>
                <a:moveTo>
                  <a:pt x="220567" y="85453"/>
                </a:moveTo>
                <a:cubicBezTo>
                  <a:pt x="220567" y="73814"/>
                  <a:pt x="219934" y="65825"/>
                  <a:pt x="218669" y="61487"/>
                </a:cubicBezTo>
                <a:cubicBezTo>
                  <a:pt x="217404" y="57150"/>
                  <a:pt x="215434" y="53860"/>
                  <a:pt x="212759" y="51619"/>
                </a:cubicBezTo>
                <a:cubicBezTo>
                  <a:pt x="211241" y="50318"/>
                  <a:pt x="209216" y="49667"/>
                  <a:pt x="206686" y="49667"/>
                </a:cubicBezTo>
                <a:cubicBezTo>
                  <a:pt x="202927" y="49667"/>
                  <a:pt x="199854" y="51511"/>
                  <a:pt x="197468" y="55198"/>
                </a:cubicBezTo>
                <a:cubicBezTo>
                  <a:pt x="193203" y="61632"/>
                  <a:pt x="191070" y="70452"/>
                  <a:pt x="191070" y="81658"/>
                </a:cubicBezTo>
                <a:lnTo>
                  <a:pt x="191070" y="85453"/>
                </a:lnTo>
                <a:lnTo>
                  <a:pt x="220567" y="85453"/>
                </a:lnTo>
                <a:close/>
                <a:moveTo>
                  <a:pt x="316145" y="84850"/>
                </a:moveTo>
                <a:lnTo>
                  <a:pt x="334171" y="118318"/>
                </a:lnTo>
                <a:cubicBezTo>
                  <a:pt x="340244" y="129956"/>
                  <a:pt x="345051" y="137328"/>
                  <a:pt x="348594" y="140434"/>
                </a:cubicBezTo>
                <a:cubicBezTo>
                  <a:pt x="350546" y="142097"/>
                  <a:pt x="353221" y="143000"/>
                  <a:pt x="356619" y="143145"/>
                </a:cubicBezTo>
                <a:lnTo>
                  <a:pt x="356619" y="147049"/>
                </a:lnTo>
                <a:lnTo>
                  <a:pt x="300120" y="147049"/>
                </a:lnTo>
                <a:lnTo>
                  <a:pt x="300120" y="143145"/>
                </a:lnTo>
                <a:cubicBezTo>
                  <a:pt x="304530" y="142784"/>
                  <a:pt x="307259" y="142205"/>
                  <a:pt x="308307" y="141410"/>
                </a:cubicBezTo>
                <a:cubicBezTo>
                  <a:pt x="309355" y="140612"/>
                  <a:pt x="309879" y="139526"/>
                  <a:pt x="309879" y="138150"/>
                </a:cubicBezTo>
                <a:cubicBezTo>
                  <a:pt x="309879" y="136123"/>
                  <a:pt x="308723" y="132938"/>
                  <a:pt x="306409" y="128593"/>
                </a:cubicBezTo>
                <a:lnTo>
                  <a:pt x="297558" y="112157"/>
                </a:lnTo>
                <a:lnTo>
                  <a:pt x="290143" y="123056"/>
                </a:lnTo>
                <a:cubicBezTo>
                  <a:pt x="286745" y="128051"/>
                  <a:pt x="284829" y="131020"/>
                  <a:pt x="284395" y="131962"/>
                </a:cubicBezTo>
                <a:cubicBezTo>
                  <a:pt x="283817" y="133335"/>
                  <a:pt x="283528" y="134566"/>
                  <a:pt x="283528" y="135652"/>
                </a:cubicBezTo>
                <a:cubicBezTo>
                  <a:pt x="283528" y="137317"/>
                  <a:pt x="283871" y="138711"/>
                  <a:pt x="284558" y="139834"/>
                </a:cubicBezTo>
                <a:cubicBezTo>
                  <a:pt x="285245" y="140955"/>
                  <a:pt x="286185" y="141787"/>
                  <a:pt x="287377" y="142332"/>
                </a:cubicBezTo>
                <a:cubicBezTo>
                  <a:pt x="288570" y="142874"/>
                  <a:pt x="290757" y="143145"/>
                  <a:pt x="293938" y="143145"/>
                </a:cubicBezTo>
                <a:lnTo>
                  <a:pt x="293938" y="147049"/>
                </a:lnTo>
                <a:lnTo>
                  <a:pt x="254248" y="147049"/>
                </a:lnTo>
                <a:lnTo>
                  <a:pt x="254248" y="143145"/>
                </a:lnTo>
                <a:cubicBezTo>
                  <a:pt x="259164" y="143145"/>
                  <a:pt x="263665" y="141788"/>
                  <a:pt x="267749" y="139075"/>
                </a:cubicBezTo>
                <a:cubicBezTo>
                  <a:pt x="271834" y="136359"/>
                  <a:pt x="277780" y="129249"/>
                  <a:pt x="285588" y="117742"/>
                </a:cubicBezTo>
                <a:lnTo>
                  <a:pt x="293955" y="105464"/>
                </a:lnTo>
                <a:lnTo>
                  <a:pt x="276479" y="73013"/>
                </a:lnTo>
                <a:cubicBezTo>
                  <a:pt x="270768" y="62394"/>
                  <a:pt x="266502" y="55886"/>
                  <a:pt x="263683" y="53486"/>
                </a:cubicBezTo>
                <a:cubicBezTo>
                  <a:pt x="260863" y="51087"/>
                  <a:pt x="257718" y="49742"/>
                  <a:pt x="254248" y="49450"/>
                </a:cubicBezTo>
                <a:lnTo>
                  <a:pt x="254248" y="45546"/>
                </a:lnTo>
                <a:lnTo>
                  <a:pt x="310422" y="45546"/>
                </a:lnTo>
                <a:lnTo>
                  <a:pt x="310422" y="49450"/>
                </a:lnTo>
                <a:lnTo>
                  <a:pt x="307494" y="49559"/>
                </a:lnTo>
                <a:lnTo>
                  <a:pt x="301855" y="51531"/>
                </a:lnTo>
                <a:cubicBezTo>
                  <a:pt x="301276" y="52041"/>
                  <a:pt x="300987" y="52881"/>
                  <a:pt x="300987" y="54049"/>
                </a:cubicBezTo>
                <a:cubicBezTo>
                  <a:pt x="300987" y="55142"/>
                  <a:pt x="301168" y="56273"/>
                  <a:pt x="301529" y="57441"/>
                </a:cubicBezTo>
                <a:cubicBezTo>
                  <a:pt x="301746" y="57952"/>
                  <a:pt x="302758" y="59922"/>
                  <a:pt x="304566" y="63351"/>
                </a:cubicBezTo>
                <a:lnTo>
                  <a:pt x="312550" y="78174"/>
                </a:lnTo>
                <a:lnTo>
                  <a:pt x="316603" y="72223"/>
                </a:lnTo>
                <a:cubicBezTo>
                  <a:pt x="322387" y="64232"/>
                  <a:pt x="325278" y="58638"/>
                  <a:pt x="325278" y="55442"/>
                </a:cubicBezTo>
                <a:cubicBezTo>
                  <a:pt x="325278" y="53917"/>
                  <a:pt x="324646" y="52628"/>
                  <a:pt x="323381" y="51575"/>
                </a:cubicBezTo>
                <a:cubicBezTo>
                  <a:pt x="322115" y="50522"/>
                  <a:pt x="319856" y="49814"/>
                  <a:pt x="316603" y="49450"/>
                </a:cubicBezTo>
                <a:lnTo>
                  <a:pt x="316603" y="45546"/>
                </a:lnTo>
                <a:lnTo>
                  <a:pt x="352498" y="45546"/>
                </a:lnTo>
                <a:lnTo>
                  <a:pt x="352498" y="49450"/>
                </a:lnTo>
                <a:cubicBezTo>
                  <a:pt x="348088" y="49595"/>
                  <a:pt x="343967" y="50959"/>
                  <a:pt x="340135" y="53544"/>
                </a:cubicBezTo>
                <a:cubicBezTo>
                  <a:pt x="336303" y="56128"/>
                  <a:pt x="332002" y="61134"/>
                  <a:pt x="327230" y="68560"/>
                </a:cubicBezTo>
                <a:lnTo>
                  <a:pt x="316145" y="84850"/>
                </a:lnTo>
                <a:close/>
                <a:moveTo>
                  <a:pt x="405469" y="8242"/>
                </a:moveTo>
                <a:lnTo>
                  <a:pt x="405469" y="45546"/>
                </a:lnTo>
                <a:lnTo>
                  <a:pt x="429544" y="45546"/>
                </a:lnTo>
                <a:lnTo>
                  <a:pt x="429544" y="56174"/>
                </a:lnTo>
                <a:lnTo>
                  <a:pt x="405469" y="56174"/>
                </a:lnTo>
                <a:lnTo>
                  <a:pt x="405469" y="118915"/>
                </a:lnTo>
                <a:cubicBezTo>
                  <a:pt x="405469" y="124787"/>
                  <a:pt x="405740" y="128574"/>
                  <a:pt x="406283" y="130278"/>
                </a:cubicBezTo>
                <a:cubicBezTo>
                  <a:pt x="406825" y="131981"/>
                  <a:pt x="407783" y="133359"/>
                  <a:pt x="409156" y="134412"/>
                </a:cubicBezTo>
                <a:cubicBezTo>
                  <a:pt x="410530" y="135463"/>
                  <a:pt x="411795" y="135988"/>
                  <a:pt x="412952" y="135988"/>
                </a:cubicBezTo>
                <a:cubicBezTo>
                  <a:pt x="417651" y="135988"/>
                  <a:pt x="422097" y="132373"/>
                  <a:pt x="426290" y="125144"/>
                </a:cubicBezTo>
                <a:lnTo>
                  <a:pt x="429544" y="127553"/>
                </a:lnTo>
                <a:cubicBezTo>
                  <a:pt x="423688" y="141562"/>
                  <a:pt x="414181" y="148567"/>
                  <a:pt x="401023" y="148567"/>
                </a:cubicBezTo>
                <a:cubicBezTo>
                  <a:pt x="394589" y="148567"/>
                  <a:pt x="389149" y="146772"/>
                  <a:pt x="384702" y="143182"/>
                </a:cubicBezTo>
                <a:cubicBezTo>
                  <a:pt x="380256" y="139590"/>
                  <a:pt x="377419" y="135581"/>
                  <a:pt x="376190" y="131155"/>
                </a:cubicBezTo>
                <a:cubicBezTo>
                  <a:pt x="375467" y="128688"/>
                  <a:pt x="375105" y="122013"/>
                  <a:pt x="375105" y="111131"/>
                </a:cubicBezTo>
                <a:lnTo>
                  <a:pt x="375105" y="56174"/>
                </a:lnTo>
                <a:lnTo>
                  <a:pt x="361875" y="56174"/>
                </a:lnTo>
                <a:lnTo>
                  <a:pt x="361875" y="52368"/>
                </a:lnTo>
                <a:cubicBezTo>
                  <a:pt x="370984" y="45920"/>
                  <a:pt x="378738" y="39146"/>
                  <a:pt x="385136" y="32045"/>
                </a:cubicBezTo>
                <a:cubicBezTo>
                  <a:pt x="391534" y="24944"/>
                  <a:pt x="397119" y="17010"/>
                  <a:pt x="401891" y="8242"/>
                </a:cubicBezTo>
                <a:lnTo>
                  <a:pt x="405469" y="82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Tactic">
            <a:extLst xmlns:a="http://schemas.openxmlformats.org/drawingml/2006/main">
              <a:ext uri="{FF2B5EF4-FFF2-40B4-BE49-F238E27FC236}">
                <a16:creationId xmlns:a16="http://schemas.microsoft.com/office/drawing/2014/main" id="{A5160C7A-CA6B-4C0D-8E93-4163CC5C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004" y="1636717"/>
            <a:ext cx="568907" cy="153120"/>
          </a:xfrm>
          <a:custGeom xmlns:a="http://schemas.openxmlformats.org/drawingml/2006/main">
            <a:pathLst>
              <a:path w="568907" h="153120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01041" y="135144"/>
                </a:moveTo>
                <a:cubicBezTo>
                  <a:pt x="188696" y="146117"/>
                  <a:pt x="177615" y="151604"/>
                  <a:pt x="167796" y="151604"/>
                </a:cubicBezTo>
                <a:cubicBezTo>
                  <a:pt x="162021" y="151604"/>
                  <a:pt x="157220" y="149703"/>
                  <a:pt x="153394" y="145902"/>
                </a:cubicBezTo>
                <a:cubicBezTo>
                  <a:pt x="149568" y="142098"/>
                  <a:pt x="147655" y="137336"/>
                  <a:pt x="147655" y="131614"/>
                </a:cubicBezTo>
                <a:cubicBezTo>
                  <a:pt x="147655" y="123863"/>
                  <a:pt x="150976" y="116890"/>
                  <a:pt x="157617" y="110698"/>
                </a:cubicBezTo>
                <a:cubicBezTo>
                  <a:pt x="164259" y="104505"/>
                  <a:pt x="178734" y="96266"/>
                  <a:pt x="201041" y="85981"/>
                </a:cubicBezTo>
                <a:lnTo>
                  <a:pt x="201041" y="75802"/>
                </a:lnTo>
                <a:cubicBezTo>
                  <a:pt x="201041" y="68149"/>
                  <a:pt x="200626" y="63331"/>
                  <a:pt x="199796" y="61345"/>
                </a:cubicBezTo>
                <a:cubicBezTo>
                  <a:pt x="198965" y="59360"/>
                  <a:pt x="197395" y="57627"/>
                  <a:pt x="195085" y="56147"/>
                </a:cubicBezTo>
                <a:cubicBezTo>
                  <a:pt x="192775" y="54668"/>
                  <a:pt x="190176" y="53928"/>
                  <a:pt x="187288" y="53928"/>
                </a:cubicBezTo>
                <a:cubicBezTo>
                  <a:pt x="182596" y="53928"/>
                  <a:pt x="178734" y="54974"/>
                  <a:pt x="175702" y="57068"/>
                </a:cubicBezTo>
                <a:cubicBezTo>
                  <a:pt x="173825" y="58367"/>
                  <a:pt x="172886" y="59883"/>
                  <a:pt x="172886" y="61616"/>
                </a:cubicBezTo>
                <a:cubicBezTo>
                  <a:pt x="172886" y="63132"/>
                  <a:pt x="173897" y="65009"/>
                  <a:pt x="175918" y="67247"/>
                </a:cubicBezTo>
                <a:cubicBezTo>
                  <a:pt x="178661" y="70351"/>
                  <a:pt x="180033" y="73347"/>
                  <a:pt x="180033" y="76235"/>
                </a:cubicBezTo>
                <a:cubicBezTo>
                  <a:pt x="180033" y="79772"/>
                  <a:pt x="178716" y="82786"/>
                  <a:pt x="176081" y="85277"/>
                </a:cubicBezTo>
                <a:cubicBezTo>
                  <a:pt x="173445" y="87768"/>
                  <a:pt x="169998" y="89013"/>
                  <a:pt x="165739" y="89013"/>
                </a:cubicBezTo>
                <a:cubicBezTo>
                  <a:pt x="161191" y="89013"/>
                  <a:pt x="157383" y="87641"/>
                  <a:pt x="154315" y="84898"/>
                </a:cubicBezTo>
                <a:cubicBezTo>
                  <a:pt x="151246" y="82155"/>
                  <a:pt x="149712" y="78942"/>
                  <a:pt x="149712" y="75260"/>
                </a:cubicBezTo>
                <a:cubicBezTo>
                  <a:pt x="149712" y="70063"/>
                  <a:pt x="151770" y="65099"/>
                  <a:pt x="155885" y="60371"/>
                </a:cubicBezTo>
                <a:cubicBezTo>
                  <a:pt x="160000" y="55642"/>
                  <a:pt x="165739" y="52014"/>
                  <a:pt x="173103" y="49488"/>
                </a:cubicBezTo>
                <a:cubicBezTo>
                  <a:pt x="180466" y="46961"/>
                  <a:pt x="188119" y="45698"/>
                  <a:pt x="196060" y="45698"/>
                </a:cubicBezTo>
                <a:cubicBezTo>
                  <a:pt x="205661" y="45698"/>
                  <a:pt x="213260" y="47743"/>
                  <a:pt x="218854" y="51833"/>
                </a:cubicBezTo>
                <a:cubicBezTo>
                  <a:pt x="224449" y="55921"/>
                  <a:pt x="228077" y="60353"/>
                  <a:pt x="229737" y="65129"/>
                </a:cubicBezTo>
                <a:cubicBezTo>
                  <a:pt x="230748" y="68167"/>
                  <a:pt x="231253" y="75150"/>
                  <a:pt x="231253" y="86076"/>
                </a:cubicBezTo>
                <a:lnTo>
                  <a:pt x="231253" y="125476"/>
                </a:lnTo>
                <a:cubicBezTo>
                  <a:pt x="231253" y="130107"/>
                  <a:pt x="231434" y="133021"/>
                  <a:pt x="231795" y="134217"/>
                </a:cubicBezTo>
                <a:cubicBezTo>
                  <a:pt x="232156" y="135410"/>
                  <a:pt x="232697" y="136297"/>
                  <a:pt x="233419" y="136876"/>
                </a:cubicBezTo>
                <a:cubicBezTo>
                  <a:pt x="234141" y="137454"/>
                  <a:pt x="234971" y="137743"/>
                  <a:pt x="235910" y="137743"/>
                </a:cubicBezTo>
                <a:cubicBezTo>
                  <a:pt x="237787" y="137743"/>
                  <a:pt x="239700" y="136407"/>
                  <a:pt x="241649" y="133736"/>
                </a:cubicBezTo>
                <a:lnTo>
                  <a:pt x="244898" y="136335"/>
                </a:lnTo>
                <a:cubicBezTo>
                  <a:pt x="241288" y="141677"/>
                  <a:pt x="237552" y="145558"/>
                  <a:pt x="233690" y="147976"/>
                </a:cubicBezTo>
                <a:cubicBezTo>
                  <a:pt x="229828" y="150394"/>
                  <a:pt x="225442" y="151604"/>
                  <a:pt x="220533" y="151604"/>
                </a:cubicBezTo>
                <a:cubicBezTo>
                  <a:pt x="214757" y="151604"/>
                  <a:pt x="210245" y="150241"/>
                  <a:pt x="206997" y="147516"/>
                </a:cubicBezTo>
                <a:cubicBezTo>
                  <a:pt x="203748" y="144791"/>
                  <a:pt x="201763" y="140667"/>
                  <a:pt x="201041" y="135144"/>
                </a:cubicBezTo>
                <a:moveTo>
                  <a:pt x="201041" y="127130"/>
                </a:moveTo>
                <a:lnTo>
                  <a:pt x="201041" y="93257"/>
                </a:lnTo>
                <a:cubicBezTo>
                  <a:pt x="192306" y="98407"/>
                  <a:pt x="185808" y="103921"/>
                  <a:pt x="181549" y="109798"/>
                </a:cubicBezTo>
                <a:cubicBezTo>
                  <a:pt x="178734" y="113714"/>
                  <a:pt x="177326" y="117668"/>
                  <a:pt x="177326" y="121659"/>
                </a:cubicBezTo>
                <a:cubicBezTo>
                  <a:pt x="177326" y="124995"/>
                  <a:pt x="178517" y="127934"/>
                  <a:pt x="180899" y="130474"/>
                </a:cubicBezTo>
                <a:cubicBezTo>
                  <a:pt x="182704" y="132432"/>
                  <a:pt x="185231" y="133411"/>
                  <a:pt x="188480" y="133411"/>
                </a:cubicBezTo>
                <a:cubicBezTo>
                  <a:pt x="192089" y="133411"/>
                  <a:pt x="196276" y="131318"/>
                  <a:pt x="201041" y="127130"/>
                </a:cubicBezTo>
                <a:close/>
                <a:moveTo>
                  <a:pt x="337345" y="123906"/>
                </a:moveTo>
                <a:lnTo>
                  <a:pt x="340702" y="126501"/>
                </a:lnTo>
                <a:cubicBezTo>
                  <a:pt x="335937" y="135482"/>
                  <a:pt x="329999" y="142165"/>
                  <a:pt x="322888" y="146548"/>
                </a:cubicBezTo>
                <a:cubicBezTo>
                  <a:pt x="315777" y="150929"/>
                  <a:pt x="308215" y="153120"/>
                  <a:pt x="300202" y="153120"/>
                </a:cubicBezTo>
                <a:cubicBezTo>
                  <a:pt x="286702" y="153120"/>
                  <a:pt x="275909" y="148026"/>
                  <a:pt x="267824" y="137837"/>
                </a:cubicBezTo>
                <a:cubicBezTo>
                  <a:pt x="259738" y="127647"/>
                  <a:pt x="255695" y="115398"/>
                  <a:pt x="255695" y="101091"/>
                </a:cubicBezTo>
                <a:cubicBezTo>
                  <a:pt x="255695" y="87286"/>
                  <a:pt x="259377" y="75145"/>
                  <a:pt x="266741" y="64668"/>
                </a:cubicBezTo>
                <a:cubicBezTo>
                  <a:pt x="275620" y="52021"/>
                  <a:pt x="287857" y="45698"/>
                  <a:pt x="303450" y="45698"/>
                </a:cubicBezTo>
                <a:cubicBezTo>
                  <a:pt x="313918" y="45698"/>
                  <a:pt x="322239" y="48341"/>
                  <a:pt x="328411" y="53626"/>
                </a:cubicBezTo>
                <a:cubicBezTo>
                  <a:pt x="334583" y="58910"/>
                  <a:pt x="337670" y="64809"/>
                  <a:pt x="337670" y="71325"/>
                </a:cubicBezTo>
                <a:cubicBezTo>
                  <a:pt x="337670" y="75451"/>
                  <a:pt x="336424" y="78745"/>
                  <a:pt x="333934" y="81206"/>
                </a:cubicBezTo>
                <a:cubicBezTo>
                  <a:pt x="331443" y="83667"/>
                  <a:pt x="328176" y="84898"/>
                  <a:pt x="324134" y="84898"/>
                </a:cubicBezTo>
                <a:cubicBezTo>
                  <a:pt x="319874" y="84898"/>
                  <a:pt x="316355" y="83486"/>
                  <a:pt x="313575" y="80661"/>
                </a:cubicBezTo>
                <a:cubicBezTo>
                  <a:pt x="310796" y="77834"/>
                  <a:pt x="309081" y="72799"/>
                  <a:pt x="308432" y="65555"/>
                </a:cubicBezTo>
                <a:cubicBezTo>
                  <a:pt x="307999" y="60991"/>
                  <a:pt x="306952" y="57803"/>
                  <a:pt x="305291" y="55992"/>
                </a:cubicBezTo>
                <a:cubicBezTo>
                  <a:pt x="303631" y="54183"/>
                  <a:pt x="301682" y="53278"/>
                  <a:pt x="299444" y="53278"/>
                </a:cubicBezTo>
                <a:cubicBezTo>
                  <a:pt x="295979" y="53278"/>
                  <a:pt x="293019" y="55119"/>
                  <a:pt x="290564" y="58801"/>
                </a:cubicBezTo>
                <a:cubicBezTo>
                  <a:pt x="286810" y="64359"/>
                  <a:pt x="284933" y="72878"/>
                  <a:pt x="284933" y="84357"/>
                </a:cubicBezTo>
                <a:cubicBezTo>
                  <a:pt x="284933" y="93886"/>
                  <a:pt x="286449" y="103000"/>
                  <a:pt x="289481" y="111699"/>
                </a:cubicBezTo>
                <a:cubicBezTo>
                  <a:pt x="292513" y="120399"/>
                  <a:pt x="296664" y="126878"/>
                  <a:pt x="301934" y="131137"/>
                </a:cubicBezTo>
                <a:cubicBezTo>
                  <a:pt x="305905" y="134241"/>
                  <a:pt x="310598" y="135794"/>
                  <a:pt x="316012" y="135794"/>
                </a:cubicBezTo>
                <a:cubicBezTo>
                  <a:pt x="319549" y="135794"/>
                  <a:pt x="322906" y="134966"/>
                  <a:pt x="326083" y="133310"/>
                </a:cubicBezTo>
                <a:cubicBezTo>
                  <a:pt x="329259" y="131652"/>
                  <a:pt x="333013" y="128517"/>
                  <a:pt x="337345" y="123906"/>
                </a:cubicBezTo>
                <a:close/>
                <a:moveTo>
                  <a:pt x="390923" y="11479"/>
                </a:moveTo>
                <a:lnTo>
                  <a:pt x="390923" y="48730"/>
                </a:lnTo>
                <a:lnTo>
                  <a:pt x="414963" y="48730"/>
                </a:lnTo>
                <a:lnTo>
                  <a:pt x="414963" y="59342"/>
                </a:lnTo>
                <a:lnTo>
                  <a:pt x="390923" y="59342"/>
                </a:lnTo>
                <a:lnTo>
                  <a:pt x="390923" y="121994"/>
                </a:lnTo>
                <a:cubicBezTo>
                  <a:pt x="390923" y="127857"/>
                  <a:pt x="391194" y="131639"/>
                  <a:pt x="391735" y="133340"/>
                </a:cubicBezTo>
                <a:cubicBezTo>
                  <a:pt x="392277" y="135041"/>
                  <a:pt x="393233" y="136417"/>
                  <a:pt x="394605" y="137469"/>
                </a:cubicBezTo>
                <a:cubicBezTo>
                  <a:pt x="395977" y="138518"/>
                  <a:pt x="397240" y="139042"/>
                  <a:pt x="398395" y="139042"/>
                </a:cubicBezTo>
                <a:cubicBezTo>
                  <a:pt x="403088" y="139042"/>
                  <a:pt x="407527" y="135433"/>
                  <a:pt x="411715" y="128213"/>
                </a:cubicBezTo>
                <a:lnTo>
                  <a:pt x="414963" y="130619"/>
                </a:lnTo>
                <a:cubicBezTo>
                  <a:pt x="409116" y="144609"/>
                  <a:pt x="399622" y="151604"/>
                  <a:pt x="386483" y="151604"/>
                </a:cubicBezTo>
                <a:cubicBezTo>
                  <a:pt x="380058" y="151604"/>
                  <a:pt x="374626" y="149811"/>
                  <a:pt x="370186" y="146226"/>
                </a:cubicBezTo>
                <a:cubicBezTo>
                  <a:pt x="365746" y="142639"/>
                  <a:pt x="362913" y="138636"/>
                  <a:pt x="361685" y="134217"/>
                </a:cubicBezTo>
                <a:cubicBezTo>
                  <a:pt x="360963" y="131753"/>
                  <a:pt x="360602" y="125088"/>
                  <a:pt x="360602" y="114220"/>
                </a:cubicBezTo>
                <a:lnTo>
                  <a:pt x="360602" y="59342"/>
                </a:lnTo>
                <a:lnTo>
                  <a:pt x="347391" y="59342"/>
                </a:lnTo>
                <a:lnTo>
                  <a:pt x="347391" y="55542"/>
                </a:lnTo>
                <a:cubicBezTo>
                  <a:pt x="356487" y="49103"/>
                  <a:pt x="364230" y="42338"/>
                  <a:pt x="370619" y="35248"/>
                </a:cubicBezTo>
                <a:cubicBezTo>
                  <a:pt x="377008" y="28157"/>
                  <a:pt x="382585" y="20234"/>
                  <a:pt x="387350" y="11479"/>
                </a:cubicBezTo>
                <a:lnTo>
                  <a:pt x="390923" y="11479"/>
                </a:lnTo>
                <a:close/>
                <a:moveTo>
                  <a:pt x="447412" y="0"/>
                </a:moveTo>
                <a:cubicBezTo>
                  <a:pt x="452105" y="0"/>
                  <a:pt x="456075" y="1648"/>
                  <a:pt x="459324" y="4944"/>
                </a:cubicBezTo>
                <a:cubicBezTo>
                  <a:pt x="462572" y="8238"/>
                  <a:pt x="464197" y="12203"/>
                  <a:pt x="464197" y="16839"/>
                </a:cubicBezTo>
                <a:cubicBezTo>
                  <a:pt x="464197" y="21475"/>
                  <a:pt x="462554" y="25423"/>
                  <a:pt x="459270" y="28683"/>
                </a:cubicBezTo>
                <a:cubicBezTo>
                  <a:pt x="455985" y="31941"/>
                  <a:pt x="452032" y="33569"/>
                  <a:pt x="447412" y="33569"/>
                </a:cubicBezTo>
                <a:cubicBezTo>
                  <a:pt x="442792" y="33569"/>
                  <a:pt x="438857" y="31941"/>
                  <a:pt x="435609" y="28683"/>
                </a:cubicBezTo>
                <a:cubicBezTo>
                  <a:pt x="432360" y="25423"/>
                  <a:pt x="430736" y="21475"/>
                  <a:pt x="430736" y="16839"/>
                </a:cubicBezTo>
                <a:cubicBezTo>
                  <a:pt x="430736" y="12203"/>
                  <a:pt x="432360" y="8238"/>
                  <a:pt x="435609" y="4944"/>
                </a:cubicBezTo>
                <a:cubicBezTo>
                  <a:pt x="438857" y="1648"/>
                  <a:pt x="442792" y="0"/>
                  <a:pt x="447412" y="0"/>
                </a:cubicBezTo>
                <a:moveTo>
                  <a:pt x="462572" y="48730"/>
                </a:moveTo>
                <a:lnTo>
                  <a:pt x="462572" y="129080"/>
                </a:lnTo>
                <a:cubicBezTo>
                  <a:pt x="462572" y="136227"/>
                  <a:pt x="463403" y="140793"/>
                  <a:pt x="465063" y="142778"/>
                </a:cubicBezTo>
                <a:cubicBezTo>
                  <a:pt x="466724" y="144763"/>
                  <a:pt x="469972" y="145900"/>
                  <a:pt x="474809" y="146189"/>
                </a:cubicBezTo>
                <a:lnTo>
                  <a:pt x="474809" y="150088"/>
                </a:lnTo>
                <a:lnTo>
                  <a:pt x="420123" y="150088"/>
                </a:lnTo>
                <a:lnTo>
                  <a:pt x="420123" y="146189"/>
                </a:lnTo>
                <a:cubicBezTo>
                  <a:pt x="424599" y="146045"/>
                  <a:pt x="427920" y="144745"/>
                  <a:pt x="430086" y="142291"/>
                </a:cubicBezTo>
                <a:cubicBezTo>
                  <a:pt x="431530" y="140630"/>
                  <a:pt x="432252" y="136227"/>
                  <a:pt x="432252" y="129080"/>
                </a:cubicBezTo>
                <a:lnTo>
                  <a:pt x="432252" y="69954"/>
                </a:lnTo>
                <a:cubicBezTo>
                  <a:pt x="432252" y="62717"/>
                  <a:pt x="431422" y="58093"/>
                  <a:pt x="429761" y="56083"/>
                </a:cubicBezTo>
                <a:cubicBezTo>
                  <a:pt x="428101" y="54073"/>
                  <a:pt x="424888" y="52921"/>
                  <a:pt x="420123" y="52628"/>
                </a:cubicBezTo>
                <a:lnTo>
                  <a:pt x="420123" y="48730"/>
                </a:lnTo>
                <a:lnTo>
                  <a:pt x="462572" y="48730"/>
                </a:lnTo>
                <a:close/>
                <a:moveTo>
                  <a:pt x="565550" y="123906"/>
                </a:moveTo>
                <a:lnTo>
                  <a:pt x="568907" y="126501"/>
                </a:lnTo>
                <a:cubicBezTo>
                  <a:pt x="564142" y="135482"/>
                  <a:pt x="558204" y="142165"/>
                  <a:pt x="551093" y="146548"/>
                </a:cubicBezTo>
                <a:cubicBezTo>
                  <a:pt x="543982" y="150929"/>
                  <a:pt x="536420" y="153120"/>
                  <a:pt x="528407" y="153120"/>
                </a:cubicBezTo>
                <a:cubicBezTo>
                  <a:pt x="514907" y="153120"/>
                  <a:pt x="504114" y="148026"/>
                  <a:pt x="496029" y="137837"/>
                </a:cubicBezTo>
                <a:cubicBezTo>
                  <a:pt x="487943" y="127647"/>
                  <a:pt x="483900" y="115398"/>
                  <a:pt x="483900" y="101091"/>
                </a:cubicBezTo>
                <a:cubicBezTo>
                  <a:pt x="483900" y="87286"/>
                  <a:pt x="487582" y="75145"/>
                  <a:pt x="494946" y="64668"/>
                </a:cubicBezTo>
                <a:cubicBezTo>
                  <a:pt x="503825" y="52021"/>
                  <a:pt x="516062" y="45698"/>
                  <a:pt x="531656" y="45698"/>
                </a:cubicBezTo>
                <a:cubicBezTo>
                  <a:pt x="542123" y="45698"/>
                  <a:pt x="550444" y="48341"/>
                  <a:pt x="556616" y="53626"/>
                </a:cubicBezTo>
                <a:cubicBezTo>
                  <a:pt x="562788" y="58910"/>
                  <a:pt x="565875" y="64809"/>
                  <a:pt x="565875" y="71325"/>
                </a:cubicBezTo>
                <a:cubicBezTo>
                  <a:pt x="565875" y="75451"/>
                  <a:pt x="564629" y="78745"/>
                  <a:pt x="562139" y="81206"/>
                </a:cubicBezTo>
                <a:cubicBezTo>
                  <a:pt x="559648" y="83667"/>
                  <a:pt x="556381" y="84898"/>
                  <a:pt x="552339" y="84898"/>
                </a:cubicBezTo>
                <a:cubicBezTo>
                  <a:pt x="548079" y="84898"/>
                  <a:pt x="544560" y="83486"/>
                  <a:pt x="541781" y="80661"/>
                </a:cubicBezTo>
                <a:cubicBezTo>
                  <a:pt x="539001" y="77834"/>
                  <a:pt x="537287" y="72799"/>
                  <a:pt x="536637" y="65555"/>
                </a:cubicBezTo>
                <a:cubicBezTo>
                  <a:pt x="536204" y="60991"/>
                  <a:pt x="535157" y="57803"/>
                  <a:pt x="533496" y="55992"/>
                </a:cubicBezTo>
                <a:cubicBezTo>
                  <a:pt x="531836" y="54183"/>
                  <a:pt x="529887" y="53278"/>
                  <a:pt x="527649" y="53278"/>
                </a:cubicBezTo>
                <a:cubicBezTo>
                  <a:pt x="524184" y="53278"/>
                  <a:pt x="521224" y="55119"/>
                  <a:pt x="518769" y="58801"/>
                </a:cubicBezTo>
                <a:cubicBezTo>
                  <a:pt x="515015" y="64359"/>
                  <a:pt x="513138" y="72878"/>
                  <a:pt x="513138" y="84357"/>
                </a:cubicBezTo>
                <a:cubicBezTo>
                  <a:pt x="513138" y="93886"/>
                  <a:pt x="514654" y="103000"/>
                  <a:pt x="517686" y="111699"/>
                </a:cubicBezTo>
                <a:cubicBezTo>
                  <a:pt x="520718" y="120399"/>
                  <a:pt x="524870" y="126878"/>
                  <a:pt x="530140" y="131137"/>
                </a:cubicBezTo>
                <a:cubicBezTo>
                  <a:pt x="534110" y="134241"/>
                  <a:pt x="538803" y="135794"/>
                  <a:pt x="544217" y="135794"/>
                </a:cubicBezTo>
                <a:cubicBezTo>
                  <a:pt x="547754" y="135794"/>
                  <a:pt x="551111" y="134966"/>
                  <a:pt x="554288" y="133310"/>
                </a:cubicBezTo>
                <a:cubicBezTo>
                  <a:pt x="557464" y="131652"/>
                  <a:pt x="561218" y="128517"/>
                  <a:pt x="565550" y="12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52207-1C40-492F-9AD2-3A596280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46" y="917791"/>
            <a:ext cx="609166" cy="377239"/>
          </a:xfrm>
          <a:custGeom xmlns:a="http://schemas.openxmlformats.org/drawingml/2006/main">
            <a:pathLst>
              <a:path w="609166" h="377239">
                <a:moveTo>
                  <a:pt x="546346" y="0"/>
                </a:moveTo>
                <a:lnTo>
                  <a:pt x="570776" y="4918"/>
                </a:lnTo>
                <a:lnTo>
                  <a:pt x="590764" y="18402"/>
                </a:lnTo>
                <a:lnTo>
                  <a:pt x="604248" y="38390"/>
                </a:lnTo>
                <a:lnTo>
                  <a:pt x="609166" y="62820"/>
                </a:lnTo>
                <a:lnTo>
                  <a:pt x="609166" y="314418"/>
                </a:lnTo>
                <a:lnTo>
                  <a:pt x="604248" y="338849"/>
                </a:lnTo>
                <a:lnTo>
                  <a:pt x="590764" y="358837"/>
                </a:lnTo>
                <a:lnTo>
                  <a:pt x="570776" y="372321"/>
                </a:lnTo>
                <a:lnTo>
                  <a:pt x="546346" y="377239"/>
                </a:lnTo>
                <a:lnTo>
                  <a:pt x="62820" y="377239"/>
                </a:lnTo>
                <a:lnTo>
                  <a:pt x="38390" y="372321"/>
                </a:lnTo>
                <a:lnTo>
                  <a:pt x="18402" y="358837"/>
                </a:lnTo>
                <a:lnTo>
                  <a:pt x="4918" y="338849"/>
                </a:lnTo>
                <a:lnTo>
                  <a:pt x="0" y="314418"/>
                </a:lnTo>
                <a:lnTo>
                  <a:pt x="0" y="62820"/>
                </a:lnTo>
                <a:lnTo>
                  <a:pt x="4918" y="38390"/>
                </a:lnTo>
                <a:lnTo>
                  <a:pt x="18402" y="18402"/>
                </a:lnTo>
                <a:lnTo>
                  <a:pt x="38390" y="4918"/>
                </a:lnTo>
                <a:lnTo>
                  <a:pt x="62820" y="0"/>
                </a:lnTo>
                <a:lnTo>
                  <a:pt x="546346" y="0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CDBA2-EFF3-4B7A-8D78-DD6239B2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546" y="917791"/>
            <a:ext cx="609166" cy="377239"/>
          </a:xfrm>
          <a:custGeom xmlns:a="http://schemas.openxmlformats.org/drawingml/2006/main">
            <a:pathLst>
              <a:path w="609166" h="377239" fill="none">
                <a:moveTo>
                  <a:pt x="0" y="62820"/>
                </a:moveTo>
                <a:lnTo>
                  <a:pt x="4918" y="38390"/>
                </a:lnTo>
                <a:lnTo>
                  <a:pt x="18402" y="18402"/>
                </a:lnTo>
                <a:lnTo>
                  <a:pt x="38390" y="4918"/>
                </a:lnTo>
                <a:lnTo>
                  <a:pt x="62820" y="0"/>
                </a:lnTo>
                <a:lnTo>
                  <a:pt x="546346" y="0"/>
                </a:lnTo>
                <a:lnTo>
                  <a:pt x="570776" y="4918"/>
                </a:lnTo>
                <a:lnTo>
                  <a:pt x="590764" y="18402"/>
                </a:lnTo>
                <a:lnTo>
                  <a:pt x="604248" y="38390"/>
                </a:lnTo>
                <a:lnTo>
                  <a:pt x="609166" y="62820"/>
                </a:lnTo>
                <a:lnTo>
                  <a:pt x="609166" y="314418"/>
                </a:lnTo>
                <a:lnTo>
                  <a:pt x="604248" y="338849"/>
                </a:lnTo>
                <a:lnTo>
                  <a:pt x="590764" y="358837"/>
                </a:lnTo>
                <a:lnTo>
                  <a:pt x="570776" y="372321"/>
                </a:lnTo>
                <a:lnTo>
                  <a:pt x="546346" y="377239"/>
                </a:lnTo>
                <a:lnTo>
                  <a:pt x="62820" y="377239"/>
                </a:lnTo>
                <a:lnTo>
                  <a:pt x="38390" y="372321"/>
                </a:lnTo>
                <a:lnTo>
                  <a:pt x="18402" y="358837"/>
                </a:lnTo>
                <a:lnTo>
                  <a:pt x="4918" y="338849"/>
                </a:lnTo>
                <a:lnTo>
                  <a:pt x="0" y="314418"/>
                </a:lnTo>
                <a:lnTo>
                  <a:pt x="0" y="628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169" cap="flat">
            <a:solidFill>
              <a:srgbClr val="163D63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5CEFD-C4D8-4B73-B144-8B514E18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834" y="923978"/>
            <a:ext cx="785253" cy="377873"/>
          </a:xfrm>
          <a:custGeom xmlns:a="http://schemas.openxmlformats.org/drawingml/2006/main">
            <a:pathLst>
              <a:path w="785253" h="377873">
                <a:moveTo>
                  <a:pt x="0" y="377873"/>
                </a:moveTo>
                <a:lnTo>
                  <a:pt x="0" y="0"/>
                </a:lnTo>
                <a:lnTo>
                  <a:pt x="785253" y="0"/>
                </a:lnTo>
                <a:lnTo>
                  <a:pt x="785253" y="377873"/>
                </a:lnTo>
                <a:lnTo>
                  <a:pt x="0" y="377873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23F22-4961-4589-AF6B-E3587A15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834" y="923978"/>
            <a:ext cx="785253" cy="377873"/>
          </a:xfrm>
          <a:custGeom xmlns:a="http://schemas.openxmlformats.org/drawingml/2006/main">
            <a:pathLst>
              <a:path w="785253" h="377873" fill="none">
                <a:moveTo>
                  <a:pt x="0" y="377873"/>
                </a:moveTo>
                <a:lnTo>
                  <a:pt x="785253" y="377873"/>
                </a:lnTo>
                <a:lnTo>
                  <a:pt x="785253" y="0"/>
                </a:lnTo>
                <a:lnTo>
                  <a:pt x="0" y="0"/>
                </a:lnTo>
                <a:lnTo>
                  <a:pt x="0" y="3778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59" name="Text Tactic">
            <a:extLst xmlns:a="http://schemas.openxmlformats.org/drawingml/2006/main">
              <a:ext uri="{FF2B5EF4-FFF2-40B4-BE49-F238E27FC236}">
                <a16:creationId xmlns:a16="http://schemas.microsoft.com/office/drawing/2014/main" id="{195165B9-EF33-4DE9-9849-1327956C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5022" y="1036434"/>
            <a:ext cx="568908" cy="153120"/>
          </a:xfrm>
          <a:custGeom xmlns:a="http://schemas.openxmlformats.org/drawingml/2006/main">
            <a:pathLst>
              <a:path w="568908" h="153120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01042" y="135144"/>
                </a:moveTo>
                <a:cubicBezTo>
                  <a:pt x="188697" y="146117"/>
                  <a:pt x="177616" y="151604"/>
                  <a:pt x="167798" y="151604"/>
                </a:cubicBezTo>
                <a:cubicBezTo>
                  <a:pt x="162022" y="151604"/>
                  <a:pt x="157221" y="149703"/>
                  <a:pt x="153395" y="145902"/>
                </a:cubicBezTo>
                <a:cubicBezTo>
                  <a:pt x="149569" y="142098"/>
                  <a:pt x="147656" y="137336"/>
                  <a:pt x="147656" y="131614"/>
                </a:cubicBezTo>
                <a:cubicBezTo>
                  <a:pt x="147656" y="123863"/>
                  <a:pt x="150977" y="116890"/>
                  <a:pt x="157618" y="110698"/>
                </a:cubicBezTo>
                <a:cubicBezTo>
                  <a:pt x="164260" y="104505"/>
                  <a:pt x="178735" y="96266"/>
                  <a:pt x="201042" y="85981"/>
                </a:cubicBezTo>
                <a:lnTo>
                  <a:pt x="201042" y="75802"/>
                </a:lnTo>
                <a:cubicBezTo>
                  <a:pt x="201042" y="68149"/>
                  <a:pt x="200627" y="63331"/>
                  <a:pt x="199797" y="61345"/>
                </a:cubicBezTo>
                <a:cubicBezTo>
                  <a:pt x="198967" y="59360"/>
                  <a:pt x="197396" y="57627"/>
                  <a:pt x="195086" y="56147"/>
                </a:cubicBezTo>
                <a:cubicBezTo>
                  <a:pt x="192776" y="54668"/>
                  <a:pt x="190177" y="53928"/>
                  <a:pt x="187289" y="53928"/>
                </a:cubicBezTo>
                <a:cubicBezTo>
                  <a:pt x="182597" y="53928"/>
                  <a:pt x="178735" y="54974"/>
                  <a:pt x="175703" y="57068"/>
                </a:cubicBezTo>
                <a:cubicBezTo>
                  <a:pt x="173826" y="58367"/>
                  <a:pt x="172887" y="59883"/>
                  <a:pt x="172887" y="61616"/>
                </a:cubicBezTo>
                <a:cubicBezTo>
                  <a:pt x="172887" y="63132"/>
                  <a:pt x="173898" y="65009"/>
                  <a:pt x="175919" y="67247"/>
                </a:cubicBezTo>
                <a:cubicBezTo>
                  <a:pt x="178663" y="70351"/>
                  <a:pt x="180034" y="73347"/>
                  <a:pt x="180034" y="76235"/>
                </a:cubicBezTo>
                <a:cubicBezTo>
                  <a:pt x="180034" y="79772"/>
                  <a:pt x="178717" y="82786"/>
                  <a:pt x="176082" y="85277"/>
                </a:cubicBezTo>
                <a:cubicBezTo>
                  <a:pt x="173447" y="87768"/>
                  <a:pt x="169999" y="89013"/>
                  <a:pt x="165740" y="89013"/>
                </a:cubicBezTo>
                <a:cubicBezTo>
                  <a:pt x="161192" y="89013"/>
                  <a:pt x="157384" y="87641"/>
                  <a:pt x="154316" y="84898"/>
                </a:cubicBezTo>
                <a:cubicBezTo>
                  <a:pt x="151248" y="82155"/>
                  <a:pt x="149713" y="78942"/>
                  <a:pt x="149713" y="75260"/>
                </a:cubicBezTo>
                <a:cubicBezTo>
                  <a:pt x="149713" y="70063"/>
                  <a:pt x="151771" y="65099"/>
                  <a:pt x="155886" y="60371"/>
                </a:cubicBezTo>
                <a:cubicBezTo>
                  <a:pt x="160001" y="55642"/>
                  <a:pt x="165740" y="52014"/>
                  <a:pt x="173104" y="49488"/>
                </a:cubicBezTo>
                <a:cubicBezTo>
                  <a:pt x="180467" y="46961"/>
                  <a:pt x="188120" y="45698"/>
                  <a:pt x="196061" y="45698"/>
                </a:cubicBezTo>
                <a:cubicBezTo>
                  <a:pt x="205662" y="45698"/>
                  <a:pt x="213261" y="47743"/>
                  <a:pt x="218856" y="51833"/>
                </a:cubicBezTo>
                <a:cubicBezTo>
                  <a:pt x="224450" y="55921"/>
                  <a:pt x="228078" y="60353"/>
                  <a:pt x="229739" y="65129"/>
                </a:cubicBezTo>
                <a:cubicBezTo>
                  <a:pt x="230749" y="68167"/>
                  <a:pt x="231255" y="75150"/>
                  <a:pt x="231255" y="86076"/>
                </a:cubicBezTo>
                <a:lnTo>
                  <a:pt x="231255" y="125476"/>
                </a:lnTo>
                <a:cubicBezTo>
                  <a:pt x="231255" y="130107"/>
                  <a:pt x="231435" y="133021"/>
                  <a:pt x="231796" y="134217"/>
                </a:cubicBezTo>
                <a:cubicBezTo>
                  <a:pt x="232157" y="135410"/>
                  <a:pt x="232698" y="136297"/>
                  <a:pt x="233420" y="136876"/>
                </a:cubicBezTo>
                <a:cubicBezTo>
                  <a:pt x="234142" y="137454"/>
                  <a:pt x="234972" y="137743"/>
                  <a:pt x="235911" y="137743"/>
                </a:cubicBezTo>
                <a:cubicBezTo>
                  <a:pt x="237788" y="137743"/>
                  <a:pt x="239701" y="136407"/>
                  <a:pt x="241650" y="133736"/>
                </a:cubicBezTo>
                <a:lnTo>
                  <a:pt x="244899" y="136335"/>
                </a:lnTo>
                <a:cubicBezTo>
                  <a:pt x="241289" y="141677"/>
                  <a:pt x="237553" y="145558"/>
                  <a:pt x="233691" y="147976"/>
                </a:cubicBezTo>
                <a:cubicBezTo>
                  <a:pt x="229829" y="150394"/>
                  <a:pt x="225443" y="151604"/>
                  <a:pt x="220534" y="151604"/>
                </a:cubicBezTo>
                <a:cubicBezTo>
                  <a:pt x="214759" y="151604"/>
                  <a:pt x="210247" y="150241"/>
                  <a:pt x="206998" y="147516"/>
                </a:cubicBezTo>
                <a:cubicBezTo>
                  <a:pt x="203749" y="144791"/>
                  <a:pt x="201764" y="140667"/>
                  <a:pt x="201042" y="135144"/>
                </a:cubicBezTo>
                <a:moveTo>
                  <a:pt x="201042" y="127130"/>
                </a:moveTo>
                <a:lnTo>
                  <a:pt x="201042" y="93257"/>
                </a:lnTo>
                <a:cubicBezTo>
                  <a:pt x="192307" y="98407"/>
                  <a:pt x="185810" y="103921"/>
                  <a:pt x="181550" y="109798"/>
                </a:cubicBezTo>
                <a:cubicBezTo>
                  <a:pt x="178735" y="113714"/>
                  <a:pt x="177327" y="117668"/>
                  <a:pt x="177327" y="121659"/>
                </a:cubicBezTo>
                <a:cubicBezTo>
                  <a:pt x="177327" y="124995"/>
                  <a:pt x="178518" y="127934"/>
                  <a:pt x="180900" y="130474"/>
                </a:cubicBezTo>
                <a:cubicBezTo>
                  <a:pt x="182705" y="132432"/>
                  <a:pt x="185232" y="133411"/>
                  <a:pt x="188481" y="133411"/>
                </a:cubicBezTo>
                <a:cubicBezTo>
                  <a:pt x="192090" y="133411"/>
                  <a:pt x="196277" y="131318"/>
                  <a:pt x="201042" y="127130"/>
                </a:cubicBezTo>
                <a:close/>
                <a:moveTo>
                  <a:pt x="337345" y="123906"/>
                </a:moveTo>
                <a:lnTo>
                  <a:pt x="340702" y="126501"/>
                </a:lnTo>
                <a:cubicBezTo>
                  <a:pt x="335937" y="135482"/>
                  <a:pt x="329999" y="142165"/>
                  <a:pt x="322888" y="146548"/>
                </a:cubicBezTo>
                <a:cubicBezTo>
                  <a:pt x="315777" y="150929"/>
                  <a:pt x="308215" y="153120"/>
                  <a:pt x="300202" y="153120"/>
                </a:cubicBezTo>
                <a:cubicBezTo>
                  <a:pt x="286702" y="153120"/>
                  <a:pt x="275909" y="148026"/>
                  <a:pt x="267824" y="137837"/>
                </a:cubicBezTo>
                <a:cubicBezTo>
                  <a:pt x="259738" y="127647"/>
                  <a:pt x="255695" y="115398"/>
                  <a:pt x="255695" y="101091"/>
                </a:cubicBezTo>
                <a:cubicBezTo>
                  <a:pt x="255695" y="87286"/>
                  <a:pt x="259377" y="75145"/>
                  <a:pt x="266741" y="64668"/>
                </a:cubicBezTo>
                <a:cubicBezTo>
                  <a:pt x="275620" y="52021"/>
                  <a:pt x="287857" y="45698"/>
                  <a:pt x="303450" y="45698"/>
                </a:cubicBezTo>
                <a:cubicBezTo>
                  <a:pt x="313918" y="45698"/>
                  <a:pt x="322239" y="48341"/>
                  <a:pt x="328411" y="53626"/>
                </a:cubicBezTo>
                <a:cubicBezTo>
                  <a:pt x="334583" y="58910"/>
                  <a:pt x="337670" y="64809"/>
                  <a:pt x="337670" y="71325"/>
                </a:cubicBezTo>
                <a:cubicBezTo>
                  <a:pt x="337670" y="75451"/>
                  <a:pt x="336424" y="78745"/>
                  <a:pt x="333934" y="81206"/>
                </a:cubicBezTo>
                <a:cubicBezTo>
                  <a:pt x="331443" y="83667"/>
                  <a:pt x="328176" y="84898"/>
                  <a:pt x="324134" y="84898"/>
                </a:cubicBezTo>
                <a:cubicBezTo>
                  <a:pt x="319874" y="84898"/>
                  <a:pt x="316355" y="83486"/>
                  <a:pt x="313575" y="80661"/>
                </a:cubicBezTo>
                <a:cubicBezTo>
                  <a:pt x="310796" y="77834"/>
                  <a:pt x="309081" y="72799"/>
                  <a:pt x="308432" y="65555"/>
                </a:cubicBezTo>
                <a:cubicBezTo>
                  <a:pt x="307999" y="60991"/>
                  <a:pt x="306952" y="57803"/>
                  <a:pt x="305291" y="55992"/>
                </a:cubicBezTo>
                <a:cubicBezTo>
                  <a:pt x="303631" y="54183"/>
                  <a:pt x="301682" y="53278"/>
                  <a:pt x="299444" y="53278"/>
                </a:cubicBezTo>
                <a:cubicBezTo>
                  <a:pt x="295979" y="53278"/>
                  <a:pt x="293019" y="55119"/>
                  <a:pt x="290564" y="58801"/>
                </a:cubicBezTo>
                <a:cubicBezTo>
                  <a:pt x="286810" y="64359"/>
                  <a:pt x="284933" y="72878"/>
                  <a:pt x="284933" y="84357"/>
                </a:cubicBezTo>
                <a:cubicBezTo>
                  <a:pt x="284933" y="93886"/>
                  <a:pt x="286449" y="103000"/>
                  <a:pt x="289481" y="111699"/>
                </a:cubicBezTo>
                <a:cubicBezTo>
                  <a:pt x="292513" y="120399"/>
                  <a:pt x="296664" y="126878"/>
                  <a:pt x="301934" y="131137"/>
                </a:cubicBezTo>
                <a:cubicBezTo>
                  <a:pt x="305905" y="134241"/>
                  <a:pt x="310598" y="135794"/>
                  <a:pt x="316012" y="135794"/>
                </a:cubicBezTo>
                <a:cubicBezTo>
                  <a:pt x="319549" y="135794"/>
                  <a:pt x="322906" y="134966"/>
                  <a:pt x="326083" y="133310"/>
                </a:cubicBezTo>
                <a:cubicBezTo>
                  <a:pt x="329259" y="131652"/>
                  <a:pt x="333013" y="128517"/>
                  <a:pt x="337345" y="123906"/>
                </a:cubicBezTo>
                <a:close/>
                <a:moveTo>
                  <a:pt x="390924" y="11479"/>
                </a:moveTo>
                <a:lnTo>
                  <a:pt x="390924" y="48730"/>
                </a:lnTo>
                <a:lnTo>
                  <a:pt x="414964" y="48730"/>
                </a:lnTo>
                <a:lnTo>
                  <a:pt x="414964" y="59342"/>
                </a:lnTo>
                <a:lnTo>
                  <a:pt x="390924" y="59342"/>
                </a:lnTo>
                <a:lnTo>
                  <a:pt x="390924" y="121994"/>
                </a:lnTo>
                <a:cubicBezTo>
                  <a:pt x="390924" y="127857"/>
                  <a:pt x="391195" y="131639"/>
                  <a:pt x="391736" y="133340"/>
                </a:cubicBezTo>
                <a:cubicBezTo>
                  <a:pt x="392278" y="135041"/>
                  <a:pt x="393234" y="136417"/>
                  <a:pt x="394606" y="137469"/>
                </a:cubicBezTo>
                <a:cubicBezTo>
                  <a:pt x="395977" y="138518"/>
                  <a:pt x="397241" y="139042"/>
                  <a:pt x="398396" y="139042"/>
                </a:cubicBezTo>
                <a:cubicBezTo>
                  <a:pt x="403088" y="139042"/>
                  <a:pt x="407528" y="135433"/>
                  <a:pt x="411715" y="128213"/>
                </a:cubicBezTo>
                <a:lnTo>
                  <a:pt x="414964" y="130619"/>
                </a:lnTo>
                <a:cubicBezTo>
                  <a:pt x="409116" y="144609"/>
                  <a:pt x="399623" y="151604"/>
                  <a:pt x="386484" y="151604"/>
                </a:cubicBezTo>
                <a:cubicBezTo>
                  <a:pt x="380059" y="151604"/>
                  <a:pt x="374627" y="149811"/>
                  <a:pt x="370187" y="146226"/>
                </a:cubicBezTo>
                <a:cubicBezTo>
                  <a:pt x="365747" y="142639"/>
                  <a:pt x="362913" y="138636"/>
                  <a:pt x="361686" y="134217"/>
                </a:cubicBezTo>
                <a:cubicBezTo>
                  <a:pt x="360964" y="131753"/>
                  <a:pt x="360603" y="125088"/>
                  <a:pt x="360603" y="114220"/>
                </a:cubicBezTo>
                <a:lnTo>
                  <a:pt x="360603" y="59342"/>
                </a:lnTo>
                <a:lnTo>
                  <a:pt x="347392" y="59342"/>
                </a:lnTo>
                <a:lnTo>
                  <a:pt x="347392" y="55542"/>
                </a:lnTo>
                <a:cubicBezTo>
                  <a:pt x="356488" y="49103"/>
                  <a:pt x="364231" y="42338"/>
                  <a:pt x="370620" y="35248"/>
                </a:cubicBezTo>
                <a:cubicBezTo>
                  <a:pt x="377009" y="28157"/>
                  <a:pt x="382586" y="20234"/>
                  <a:pt x="387350" y="11479"/>
                </a:cubicBezTo>
                <a:lnTo>
                  <a:pt x="390924" y="11479"/>
                </a:lnTo>
                <a:close/>
                <a:moveTo>
                  <a:pt x="447413" y="0"/>
                </a:moveTo>
                <a:cubicBezTo>
                  <a:pt x="452105" y="0"/>
                  <a:pt x="456076" y="1648"/>
                  <a:pt x="459325" y="4944"/>
                </a:cubicBezTo>
                <a:cubicBezTo>
                  <a:pt x="462573" y="8238"/>
                  <a:pt x="464198" y="12203"/>
                  <a:pt x="464198" y="16839"/>
                </a:cubicBezTo>
                <a:cubicBezTo>
                  <a:pt x="464198" y="21475"/>
                  <a:pt x="462555" y="25423"/>
                  <a:pt x="459271" y="28683"/>
                </a:cubicBezTo>
                <a:cubicBezTo>
                  <a:pt x="455986" y="31941"/>
                  <a:pt x="452033" y="33569"/>
                  <a:pt x="447413" y="33569"/>
                </a:cubicBezTo>
                <a:cubicBezTo>
                  <a:pt x="442793" y="33569"/>
                  <a:pt x="438858" y="31941"/>
                  <a:pt x="435610" y="28683"/>
                </a:cubicBezTo>
                <a:cubicBezTo>
                  <a:pt x="432361" y="25423"/>
                  <a:pt x="430737" y="21475"/>
                  <a:pt x="430737" y="16839"/>
                </a:cubicBezTo>
                <a:cubicBezTo>
                  <a:pt x="430737" y="12203"/>
                  <a:pt x="432361" y="8238"/>
                  <a:pt x="435610" y="4944"/>
                </a:cubicBezTo>
                <a:cubicBezTo>
                  <a:pt x="438858" y="1648"/>
                  <a:pt x="442793" y="0"/>
                  <a:pt x="447413" y="0"/>
                </a:cubicBezTo>
                <a:moveTo>
                  <a:pt x="462573" y="48730"/>
                </a:moveTo>
                <a:lnTo>
                  <a:pt x="462573" y="129080"/>
                </a:lnTo>
                <a:cubicBezTo>
                  <a:pt x="462573" y="136227"/>
                  <a:pt x="463404" y="140793"/>
                  <a:pt x="465064" y="142778"/>
                </a:cubicBezTo>
                <a:cubicBezTo>
                  <a:pt x="466724" y="144763"/>
                  <a:pt x="469973" y="145900"/>
                  <a:pt x="474810" y="146189"/>
                </a:cubicBezTo>
                <a:lnTo>
                  <a:pt x="474810" y="150088"/>
                </a:lnTo>
                <a:lnTo>
                  <a:pt x="420124" y="150088"/>
                </a:lnTo>
                <a:lnTo>
                  <a:pt x="420124" y="146189"/>
                </a:lnTo>
                <a:cubicBezTo>
                  <a:pt x="424600" y="146045"/>
                  <a:pt x="427921" y="144745"/>
                  <a:pt x="430087" y="142291"/>
                </a:cubicBezTo>
                <a:cubicBezTo>
                  <a:pt x="431531" y="140630"/>
                  <a:pt x="432253" y="136227"/>
                  <a:pt x="432253" y="129080"/>
                </a:cubicBezTo>
                <a:lnTo>
                  <a:pt x="432253" y="69954"/>
                </a:lnTo>
                <a:cubicBezTo>
                  <a:pt x="432253" y="62717"/>
                  <a:pt x="431422" y="58093"/>
                  <a:pt x="429762" y="56083"/>
                </a:cubicBezTo>
                <a:cubicBezTo>
                  <a:pt x="428102" y="54073"/>
                  <a:pt x="424889" y="52921"/>
                  <a:pt x="420124" y="52628"/>
                </a:cubicBezTo>
                <a:lnTo>
                  <a:pt x="420124" y="48730"/>
                </a:lnTo>
                <a:lnTo>
                  <a:pt x="462573" y="48730"/>
                </a:lnTo>
                <a:close/>
                <a:moveTo>
                  <a:pt x="565551" y="123906"/>
                </a:moveTo>
                <a:lnTo>
                  <a:pt x="568908" y="126501"/>
                </a:lnTo>
                <a:cubicBezTo>
                  <a:pt x="564143" y="135482"/>
                  <a:pt x="558205" y="142165"/>
                  <a:pt x="551094" y="146548"/>
                </a:cubicBezTo>
                <a:cubicBezTo>
                  <a:pt x="543983" y="150929"/>
                  <a:pt x="536421" y="153120"/>
                  <a:pt x="528408" y="153120"/>
                </a:cubicBezTo>
                <a:cubicBezTo>
                  <a:pt x="514908" y="153120"/>
                  <a:pt x="504115" y="148026"/>
                  <a:pt x="496030" y="137837"/>
                </a:cubicBezTo>
                <a:cubicBezTo>
                  <a:pt x="487944" y="127647"/>
                  <a:pt x="483901" y="115398"/>
                  <a:pt x="483901" y="101091"/>
                </a:cubicBezTo>
                <a:cubicBezTo>
                  <a:pt x="483901" y="87286"/>
                  <a:pt x="487583" y="75145"/>
                  <a:pt x="494947" y="64668"/>
                </a:cubicBezTo>
                <a:cubicBezTo>
                  <a:pt x="503826" y="52021"/>
                  <a:pt x="516063" y="45698"/>
                  <a:pt x="531656" y="45698"/>
                </a:cubicBezTo>
                <a:cubicBezTo>
                  <a:pt x="542124" y="45698"/>
                  <a:pt x="550444" y="48341"/>
                  <a:pt x="556617" y="53626"/>
                </a:cubicBezTo>
                <a:cubicBezTo>
                  <a:pt x="562789" y="58910"/>
                  <a:pt x="565876" y="64809"/>
                  <a:pt x="565876" y="71325"/>
                </a:cubicBezTo>
                <a:cubicBezTo>
                  <a:pt x="565876" y="75451"/>
                  <a:pt x="564630" y="78745"/>
                  <a:pt x="562140" y="81206"/>
                </a:cubicBezTo>
                <a:cubicBezTo>
                  <a:pt x="559649" y="83667"/>
                  <a:pt x="556382" y="84898"/>
                  <a:pt x="552340" y="84898"/>
                </a:cubicBezTo>
                <a:cubicBezTo>
                  <a:pt x="548080" y="84898"/>
                  <a:pt x="544561" y="83486"/>
                  <a:pt x="541781" y="80661"/>
                </a:cubicBezTo>
                <a:cubicBezTo>
                  <a:pt x="539002" y="77834"/>
                  <a:pt x="537287" y="72799"/>
                  <a:pt x="536638" y="65555"/>
                </a:cubicBezTo>
                <a:cubicBezTo>
                  <a:pt x="536205" y="60991"/>
                  <a:pt x="535158" y="57803"/>
                  <a:pt x="533497" y="55992"/>
                </a:cubicBezTo>
                <a:cubicBezTo>
                  <a:pt x="531837" y="54183"/>
                  <a:pt x="529888" y="53278"/>
                  <a:pt x="527650" y="53278"/>
                </a:cubicBezTo>
                <a:cubicBezTo>
                  <a:pt x="524185" y="53278"/>
                  <a:pt x="521225" y="55119"/>
                  <a:pt x="518770" y="58801"/>
                </a:cubicBezTo>
                <a:cubicBezTo>
                  <a:pt x="515016" y="64359"/>
                  <a:pt x="513139" y="72878"/>
                  <a:pt x="513139" y="84357"/>
                </a:cubicBezTo>
                <a:cubicBezTo>
                  <a:pt x="513139" y="93886"/>
                  <a:pt x="514655" y="103000"/>
                  <a:pt x="517687" y="111699"/>
                </a:cubicBezTo>
                <a:cubicBezTo>
                  <a:pt x="520719" y="120399"/>
                  <a:pt x="524870" y="126878"/>
                  <a:pt x="530140" y="131137"/>
                </a:cubicBezTo>
                <a:cubicBezTo>
                  <a:pt x="534111" y="134241"/>
                  <a:pt x="538803" y="135794"/>
                  <a:pt x="544218" y="135794"/>
                </a:cubicBezTo>
                <a:cubicBezTo>
                  <a:pt x="547755" y="135794"/>
                  <a:pt x="551112" y="134966"/>
                  <a:pt x="554289" y="133310"/>
                </a:cubicBezTo>
                <a:cubicBezTo>
                  <a:pt x="557465" y="131652"/>
                  <a:pt x="561219" y="128517"/>
                  <a:pt x="565551" y="12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A7A276-DAED-4921-9316-EFA38EAE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0952" y="1131792"/>
            <a:ext cx="82015" cy="39342"/>
          </a:xfrm>
          <a:custGeom xmlns:a="http://schemas.openxmlformats.org/drawingml/2006/main">
            <a:pathLst>
              <a:path w="82015" h="39342">
                <a:moveTo>
                  <a:pt x="82015" y="0"/>
                </a:moveTo>
                <a:lnTo>
                  <a:pt x="0" y="39342"/>
                </a:lnTo>
                <a:lnTo>
                  <a:pt x="635" y="0"/>
                </a:lnTo>
                <a:lnTo>
                  <a:pt x="20464" y="0"/>
                </a:lnTo>
                <a:lnTo>
                  <a:pt x="8201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52853-846C-4B16-8D85-086BFF16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712" y="1051998"/>
            <a:ext cx="441328" cy="79477"/>
          </a:xfrm>
          <a:custGeom xmlns:a="http://schemas.openxmlformats.org/drawingml/2006/main">
            <a:pathLst>
              <a:path w="441328" h="79477">
                <a:moveTo>
                  <a:pt x="441328" y="61551"/>
                </a:moveTo>
                <a:lnTo>
                  <a:pt x="403890" y="79477"/>
                </a:lnTo>
                <a:lnTo>
                  <a:pt x="341704" y="79477"/>
                </a:lnTo>
                <a:lnTo>
                  <a:pt x="321874" y="79477"/>
                </a:lnTo>
                <a:lnTo>
                  <a:pt x="0" y="74242"/>
                </a:lnTo>
                <a:lnTo>
                  <a:pt x="635" y="34424"/>
                </a:lnTo>
                <a:lnTo>
                  <a:pt x="322509" y="39659"/>
                </a:lnTo>
                <a:lnTo>
                  <a:pt x="322668" y="34424"/>
                </a:lnTo>
                <a:lnTo>
                  <a:pt x="323144" y="0"/>
                </a:lnTo>
                <a:lnTo>
                  <a:pt x="441328" y="615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F4D7F-E95A-4616-953B-30D16826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6135" y="1052473"/>
            <a:ext cx="441011" cy="119136"/>
          </a:xfrm>
          <a:custGeom xmlns:a="http://schemas.openxmlformats.org/drawingml/2006/main">
            <a:pathLst>
              <a:path w="441011" h="119136">
                <a:moveTo>
                  <a:pt x="441011" y="59648"/>
                </a:moveTo>
                <a:lnTo>
                  <a:pt x="401034" y="79636"/>
                </a:lnTo>
                <a:lnTo>
                  <a:pt x="322033" y="119136"/>
                </a:lnTo>
                <a:lnTo>
                  <a:pt x="322033" y="79636"/>
                </a:lnTo>
                <a:lnTo>
                  <a:pt x="0" y="79636"/>
                </a:lnTo>
                <a:lnTo>
                  <a:pt x="0" y="39818"/>
                </a:lnTo>
                <a:lnTo>
                  <a:pt x="322033" y="39818"/>
                </a:lnTo>
                <a:lnTo>
                  <a:pt x="322033" y="0"/>
                </a:lnTo>
                <a:lnTo>
                  <a:pt x="401669" y="39818"/>
                </a:lnTo>
                <a:lnTo>
                  <a:pt x="441011" y="59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98614-7382-4AE9-955B-EBDDB6DD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305" y="923502"/>
            <a:ext cx="611546" cy="377239"/>
          </a:xfrm>
          <a:custGeom xmlns:a="http://schemas.openxmlformats.org/drawingml/2006/main">
            <a:pathLst>
              <a:path w="611546" h="377239">
                <a:moveTo>
                  <a:pt x="548725" y="0"/>
                </a:moveTo>
                <a:lnTo>
                  <a:pt x="573155" y="4918"/>
                </a:lnTo>
                <a:lnTo>
                  <a:pt x="593144" y="18402"/>
                </a:lnTo>
                <a:lnTo>
                  <a:pt x="606628" y="38390"/>
                </a:lnTo>
                <a:lnTo>
                  <a:pt x="611546" y="62820"/>
                </a:lnTo>
                <a:lnTo>
                  <a:pt x="611546" y="314418"/>
                </a:lnTo>
                <a:lnTo>
                  <a:pt x="606628" y="338849"/>
                </a:lnTo>
                <a:lnTo>
                  <a:pt x="593144" y="358837"/>
                </a:lnTo>
                <a:lnTo>
                  <a:pt x="573155" y="372321"/>
                </a:lnTo>
                <a:lnTo>
                  <a:pt x="548725" y="377239"/>
                </a:lnTo>
                <a:lnTo>
                  <a:pt x="62820" y="377239"/>
                </a:lnTo>
                <a:lnTo>
                  <a:pt x="38390" y="372321"/>
                </a:lnTo>
                <a:lnTo>
                  <a:pt x="18402" y="358837"/>
                </a:lnTo>
                <a:lnTo>
                  <a:pt x="4918" y="338849"/>
                </a:lnTo>
                <a:lnTo>
                  <a:pt x="0" y="314418"/>
                </a:lnTo>
                <a:lnTo>
                  <a:pt x="0" y="62820"/>
                </a:lnTo>
                <a:lnTo>
                  <a:pt x="4918" y="38390"/>
                </a:lnTo>
                <a:lnTo>
                  <a:pt x="18402" y="18402"/>
                </a:lnTo>
                <a:lnTo>
                  <a:pt x="38390" y="4918"/>
                </a:lnTo>
                <a:lnTo>
                  <a:pt x="62820" y="0"/>
                </a:lnTo>
                <a:lnTo>
                  <a:pt x="548725" y="0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98A45-E978-41EB-B99B-E452C8C7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781" y="923978"/>
            <a:ext cx="611546" cy="377239"/>
          </a:xfrm>
          <a:custGeom xmlns:a="http://schemas.openxmlformats.org/drawingml/2006/main">
            <a:pathLst>
              <a:path w="611546" h="377239" fill="none">
                <a:moveTo>
                  <a:pt x="0" y="62820"/>
                </a:moveTo>
                <a:lnTo>
                  <a:pt x="4918" y="38390"/>
                </a:lnTo>
                <a:lnTo>
                  <a:pt x="18402" y="18402"/>
                </a:lnTo>
                <a:lnTo>
                  <a:pt x="38390" y="4918"/>
                </a:lnTo>
                <a:lnTo>
                  <a:pt x="62820" y="0"/>
                </a:lnTo>
                <a:lnTo>
                  <a:pt x="548725" y="0"/>
                </a:lnTo>
                <a:lnTo>
                  <a:pt x="573155" y="4918"/>
                </a:lnTo>
                <a:lnTo>
                  <a:pt x="593144" y="18402"/>
                </a:lnTo>
                <a:lnTo>
                  <a:pt x="606628" y="38390"/>
                </a:lnTo>
                <a:lnTo>
                  <a:pt x="611546" y="62820"/>
                </a:lnTo>
                <a:lnTo>
                  <a:pt x="611546" y="314418"/>
                </a:lnTo>
                <a:lnTo>
                  <a:pt x="606628" y="338849"/>
                </a:lnTo>
                <a:lnTo>
                  <a:pt x="593144" y="358837"/>
                </a:lnTo>
                <a:lnTo>
                  <a:pt x="573155" y="372321"/>
                </a:lnTo>
                <a:lnTo>
                  <a:pt x="548725" y="377239"/>
                </a:lnTo>
                <a:lnTo>
                  <a:pt x="62820" y="377239"/>
                </a:lnTo>
                <a:lnTo>
                  <a:pt x="38390" y="372321"/>
                </a:lnTo>
                <a:lnTo>
                  <a:pt x="18402" y="358837"/>
                </a:lnTo>
                <a:lnTo>
                  <a:pt x="4918" y="338849"/>
                </a:lnTo>
                <a:lnTo>
                  <a:pt x="0" y="314418"/>
                </a:lnTo>
                <a:lnTo>
                  <a:pt x="0" y="6282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5217" cap="flat">
            <a:solidFill>
              <a:srgbClr val="163D63"/>
            </a:solidFill>
            <a:round/>
          </a:ln>
        </p:spPr>
      </p:sp>
      <p:sp>
        <p:nvSpPr>
          <p:cNvPr id="65" name="Text TG">
            <a:extLst xmlns:a="http://schemas.openxmlformats.org/drawingml/2006/main">
              <a:ext uri="{FF2B5EF4-FFF2-40B4-BE49-F238E27FC236}">
                <a16:creationId xmlns:a16="http://schemas.microsoft.com/office/drawing/2014/main" id="{B5FCED9C-BC82-412B-8FC1-1966A682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1581" y="1036751"/>
            <a:ext cx="305936" cy="153336"/>
          </a:xfrm>
          <a:custGeom xmlns:a="http://schemas.openxmlformats.org/drawingml/2006/main">
            <a:pathLst>
              <a:path w="305936" h="153336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88718" y="0"/>
                </a:moveTo>
                <a:lnTo>
                  <a:pt x="288718" y="51762"/>
                </a:lnTo>
                <a:lnTo>
                  <a:pt x="284711" y="51762"/>
                </a:lnTo>
                <a:cubicBezTo>
                  <a:pt x="279874" y="37682"/>
                  <a:pt x="272619" y="26980"/>
                  <a:pt x="262945" y="19654"/>
                </a:cubicBezTo>
                <a:cubicBezTo>
                  <a:pt x="253272" y="12327"/>
                  <a:pt x="242695" y="8663"/>
                  <a:pt x="231217" y="8663"/>
                </a:cubicBezTo>
                <a:cubicBezTo>
                  <a:pt x="220244" y="8663"/>
                  <a:pt x="211111" y="11737"/>
                  <a:pt x="203820" y="17884"/>
                </a:cubicBezTo>
                <a:cubicBezTo>
                  <a:pt x="196529" y="24032"/>
                  <a:pt x="191367" y="32607"/>
                  <a:pt x="188335" y="43610"/>
                </a:cubicBezTo>
                <a:cubicBezTo>
                  <a:pt x="185303" y="54612"/>
                  <a:pt x="183787" y="65901"/>
                  <a:pt x="183787" y="77477"/>
                </a:cubicBezTo>
                <a:cubicBezTo>
                  <a:pt x="183787" y="91500"/>
                  <a:pt x="185447" y="103797"/>
                  <a:pt x="188768" y="114366"/>
                </a:cubicBezTo>
                <a:cubicBezTo>
                  <a:pt x="192089" y="124935"/>
                  <a:pt x="197449" y="132702"/>
                  <a:pt x="204849" y="137665"/>
                </a:cubicBezTo>
                <a:cubicBezTo>
                  <a:pt x="212248" y="142626"/>
                  <a:pt x="221038" y="145106"/>
                  <a:pt x="231217" y="145106"/>
                </a:cubicBezTo>
                <a:cubicBezTo>
                  <a:pt x="234754" y="145106"/>
                  <a:pt x="238382" y="144728"/>
                  <a:pt x="242100" y="143973"/>
                </a:cubicBezTo>
                <a:cubicBezTo>
                  <a:pt x="245818" y="143215"/>
                  <a:pt x="249626" y="142115"/>
                  <a:pt x="253524" y="140673"/>
                </a:cubicBezTo>
                <a:lnTo>
                  <a:pt x="253524" y="110238"/>
                </a:lnTo>
                <a:cubicBezTo>
                  <a:pt x="253524" y="104426"/>
                  <a:pt x="253127" y="100668"/>
                  <a:pt x="252333" y="98962"/>
                </a:cubicBezTo>
                <a:cubicBezTo>
                  <a:pt x="251539" y="97254"/>
                  <a:pt x="249897" y="95711"/>
                  <a:pt x="247406" y="94333"/>
                </a:cubicBezTo>
                <a:cubicBezTo>
                  <a:pt x="244915" y="92952"/>
                  <a:pt x="241901" y="92262"/>
                  <a:pt x="238364" y="92262"/>
                </a:cubicBezTo>
                <a:lnTo>
                  <a:pt x="234574" y="92262"/>
                </a:lnTo>
                <a:lnTo>
                  <a:pt x="234574" y="88363"/>
                </a:lnTo>
                <a:lnTo>
                  <a:pt x="305936" y="88363"/>
                </a:lnTo>
                <a:lnTo>
                  <a:pt x="305936" y="92262"/>
                </a:lnTo>
                <a:cubicBezTo>
                  <a:pt x="300521" y="92625"/>
                  <a:pt x="296749" y="93369"/>
                  <a:pt x="294620" y="94495"/>
                </a:cubicBezTo>
                <a:cubicBezTo>
                  <a:pt x="292490" y="95621"/>
                  <a:pt x="290848" y="97491"/>
                  <a:pt x="289693" y="100106"/>
                </a:cubicBezTo>
                <a:cubicBezTo>
                  <a:pt x="289043" y="101486"/>
                  <a:pt x="288718" y="104864"/>
                  <a:pt x="288718" y="110238"/>
                </a:cubicBezTo>
                <a:lnTo>
                  <a:pt x="288718" y="140673"/>
                </a:lnTo>
                <a:cubicBezTo>
                  <a:pt x="279333" y="144858"/>
                  <a:pt x="269569" y="148014"/>
                  <a:pt x="259426" y="150142"/>
                </a:cubicBezTo>
                <a:cubicBezTo>
                  <a:pt x="249283" y="152271"/>
                  <a:pt x="238761" y="153336"/>
                  <a:pt x="227860" y="153336"/>
                </a:cubicBezTo>
                <a:cubicBezTo>
                  <a:pt x="213927" y="153336"/>
                  <a:pt x="202358" y="151447"/>
                  <a:pt x="193154" y="147668"/>
                </a:cubicBezTo>
                <a:cubicBezTo>
                  <a:pt x="183949" y="143887"/>
                  <a:pt x="175827" y="138919"/>
                  <a:pt x="168789" y="132765"/>
                </a:cubicBezTo>
                <a:cubicBezTo>
                  <a:pt x="161750" y="126610"/>
                  <a:pt x="156245" y="119682"/>
                  <a:pt x="152275" y="111980"/>
                </a:cubicBezTo>
                <a:cubicBezTo>
                  <a:pt x="147221" y="102045"/>
                  <a:pt x="144695" y="90922"/>
                  <a:pt x="144695" y="78611"/>
                </a:cubicBezTo>
                <a:cubicBezTo>
                  <a:pt x="144695" y="56583"/>
                  <a:pt x="152455" y="37974"/>
                  <a:pt x="167977" y="22785"/>
                </a:cubicBezTo>
                <a:cubicBezTo>
                  <a:pt x="183498" y="7595"/>
                  <a:pt x="203026" y="0"/>
                  <a:pt x="226561" y="0"/>
                </a:cubicBezTo>
                <a:cubicBezTo>
                  <a:pt x="233852" y="0"/>
                  <a:pt x="240421" y="583"/>
                  <a:pt x="246269" y="1750"/>
                </a:cubicBezTo>
                <a:cubicBezTo>
                  <a:pt x="249445" y="2334"/>
                  <a:pt x="254589" y="3993"/>
                  <a:pt x="261700" y="6727"/>
                </a:cubicBezTo>
                <a:cubicBezTo>
                  <a:pt x="268811" y="9462"/>
                  <a:pt x="273016" y="10829"/>
                  <a:pt x="274316" y="10829"/>
                </a:cubicBezTo>
                <a:cubicBezTo>
                  <a:pt x="276337" y="10829"/>
                  <a:pt x="278214" y="10074"/>
                  <a:pt x="279947" y="8565"/>
                </a:cubicBezTo>
                <a:cubicBezTo>
                  <a:pt x="281679" y="7053"/>
                  <a:pt x="283268" y="4198"/>
                  <a:pt x="284711" y="0"/>
                </a:cubicBezTo>
                <a:lnTo>
                  <a:pt x="28871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RangoSearcher">
            <a:extLst xmlns:a="http://schemas.openxmlformats.org/drawingml/2006/main">
              <a:ext uri="{FF2B5EF4-FFF2-40B4-BE49-F238E27FC236}">
                <a16:creationId xmlns:a16="http://schemas.microsoft.com/office/drawing/2014/main" id="{4E3D2B30-E820-4C0C-BE9A-67DC4511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2802" y="256566"/>
            <a:ext cx="1934435" cy="254873"/>
          </a:xfrm>
          <a:custGeom xmlns:a="http://schemas.openxmlformats.org/drawingml/2006/main">
            <a:pathLst>
              <a:path w="1934435" h="254873">
                <a:moveTo>
                  <a:pt x="70550" y="107080"/>
                </a:moveTo>
                <a:lnTo>
                  <a:pt x="70550" y="160341"/>
                </a:lnTo>
                <a:cubicBezTo>
                  <a:pt x="70550" y="170513"/>
                  <a:pt x="71177" y="176918"/>
                  <a:pt x="72432" y="179556"/>
                </a:cubicBezTo>
                <a:cubicBezTo>
                  <a:pt x="73687" y="182190"/>
                  <a:pt x="75895" y="184295"/>
                  <a:pt x="79055" y="185869"/>
                </a:cubicBezTo>
                <a:cubicBezTo>
                  <a:pt x="82215" y="187441"/>
                  <a:pt x="88118" y="188226"/>
                  <a:pt x="96762" y="188226"/>
                </a:cubicBezTo>
                <a:lnTo>
                  <a:pt x="96762" y="193246"/>
                </a:lnTo>
                <a:lnTo>
                  <a:pt x="0" y="193246"/>
                </a:lnTo>
                <a:lnTo>
                  <a:pt x="0" y="188226"/>
                </a:lnTo>
                <a:cubicBezTo>
                  <a:pt x="8737" y="188226"/>
                  <a:pt x="14663" y="187418"/>
                  <a:pt x="17777" y="185800"/>
                </a:cubicBezTo>
                <a:cubicBezTo>
                  <a:pt x="20891" y="184182"/>
                  <a:pt x="23075" y="182077"/>
                  <a:pt x="24330" y="179486"/>
                </a:cubicBezTo>
                <a:cubicBezTo>
                  <a:pt x="25585" y="176895"/>
                  <a:pt x="26212" y="170513"/>
                  <a:pt x="26212" y="160341"/>
                </a:cubicBezTo>
                <a:lnTo>
                  <a:pt x="26212" y="37088"/>
                </a:lnTo>
                <a:cubicBezTo>
                  <a:pt x="26212" y="26915"/>
                  <a:pt x="25585" y="20512"/>
                  <a:pt x="24330" y="17877"/>
                </a:cubicBezTo>
                <a:cubicBezTo>
                  <a:pt x="23075" y="15240"/>
                  <a:pt x="20868" y="13135"/>
                  <a:pt x="17707" y="11564"/>
                </a:cubicBezTo>
                <a:cubicBezTo>
                  <a:pt x="14547" y="9989"/>
                  <a:pt x="8644" y="9202"/>
                  <a:pt x="0" y="9202"/>
                </a:cubicBezTo>
                <a:lnTo>
                  <a:pt x="0" y="4183"/>
                </a:lnTo>
                <a:lnTo>
                  <a:pt x="87839" y="4183"/>
                </a:lnTo>
                <a:cubicBezTo>
                  <a:pt x="110705" y="4183"/>
                  <a:pt x="127436" y="5762"/>
                  <a:pt x="138033" y="8919"/>
                </a:cubicBezTo>
                <a:cubicBezTo>
                  <a:pt x="148629" y="12076"/>
                  <a:pt x="157274" y="17903"/>
                  <a:pt x="163966" y="26400"/>
                </a:cubicBezTo>
                <a:cubicBezTo>
                  <a:pt x="170659" y="34896"/>
                  <a:pt x="174005" y="44855"/>
                  <a:pt x="174005" y="56276"/>
                </a:cubicBezTo>
                <a:cubicBezTo>
                  <a:pt x="174005" y="70207"/>
                  <a:pt x="168986" y="81723"/>
                  <a:pt x="158947" y="90824"/>
                </a:cubicBezTo>
                <a:cubicBezTo>
                  <a:pt x="152533" y="96581"/>
                  <a:pt x="143563" y="100899"/>
                  <a:pt x="132037" y="103777"/>
                </a:cubicBezTo>
                <a:lnTo>
                  <a:pt x="177491" y="167931"/>
                </a:lnTo>
                <a:cubicBezTo>
                  <a:pt x="183439" y="176122"/>
                  <a:pt x="187669" y="181230"/>
                  <a:pt x="190178" y="183255"/>
                </a:cubicBezTo>
                <a:cubicBezTo>
                  <a:pt x="193989" y="186107"/>
                  <a:pt x="198405" y="187672"/>
                  <a:pt x="203424" y="187948"/>
                </a:cubicBezTo>
                <a:lnTo>
                  <a:pt x="203424" y="193246"/>
                </a:lnTo>
                <a:lnTo>
                  <a:pt x="143889" y="193246"/>
                </a:lnTo>
                <a:lnTo>
                  <a:pt x="82959" y="107080"/>
                </a:lnTo>
                <a:lnTo>
                  <a:pt x="70550" y="107080"/>
                </a:lnTo>
                <a:moveTo>
                  <a:pt x="70550" y="14779"/>
                </a:moveTo>
                <a:lnTo>
                  <a:pt x="70550" y="97041"/>
                </a:lnTo>
                <a:lnTo>
                  <a:pt x="78497" y="97041"/>
                </a:lnTo>
                <a:cubicBezTo>
                  <a:pt x="91418" y="97041"/>
                  <a:pt x="101085" y="95865"/>
                  <a:pt x="107498" y="93512"/>
                </a:cubicBezTo>
                <a:cubicBezTo>
                  <a:pt x="113912" y="91156"/>
                  <a:pt x="118954" y="86910"/>
                  <a:pt x="122626" y="80772"/>
                </a:cubicBezTo>
                <a:cubicBezTo>
                  <a:pt x="126298" y="74631"/>
                  <a:pt x="128133" y="66621"/>
                  <a:pt x="128133" y="56742"/>
                </a:cubicBezTo>
                <a:cubicBezTo>
                  <a:pt x="128133" y="42431"/>
                  <a:pt x="124764" y="31859"/>
                  <a:pt x="118025" y="25027"/>
                </a:cubicBezTo>
                <a:cubicBezTo>
                  <a:pt x="111286" y="18195"/>
                  <a:pt x="100434" y="14779"/>
                  <a:pt x="85469" y="14779"/>
                </a:cubicBezTo>
                <a:lnTo>
                  <a:pt x="70550" y="14779"/>
                </a:lnTo>
                <a:close/>
                <a:moveTo>
                  <a:pt x="282431" y="174005"/>
                </a:moveTo>
                <a:cubicBezTo>
                  <a:pt x="266536" y="188134"/>
                  <a:pt x="252268" y="195198"/>
                  <a:pt x="239627" y="195198"/>
                </a:cubicBezTo>
                <a:cubicBezTo>
                  <a:pt x="232190" y="195198"/>
                  <a:pt x="226009" y="192751"/>
                  <a:pt x="221083" y="187856"/>
                </a:cubicBezTo>
                <a:cubicBezTo>
                  <a:pt x="216156" y="182959"/>
                  <a:pt x="213693" y="176827"/>
                  <a:pt x="213693" y="169460"/>
                </a:cubicBezTo>
                <a:cubicBezTo>
                  <a:pt x="213693" y="159480"/>
                  <a:pt x="217969" y="150503"/>
                  <a:pt x="226520" y="142529"/>
                </a:cubicBezTo>
                <a:cubicBezTo>
                  <a:pt x="235072" y="134556"/>
                  <a:pt x="253709" y="123948"/>
                  <a:pt x="282431" y="110705"/>
                </a:cubicBezTo>
                <a:lnTo>
                  <a:pt x="282431" y="97599"/>
                </a:lnTo>
                <a:cubicBezTo>
                  <a:pt x="282431" y="87746"/>
                  <a:pt x="281896" y="81542"/>
                  <a:pt x="280827" y="78985"/>
                </a:cubicBezTo>
                <a:cubicBezTo>
                  <a:pt x="279758" y="76429"/>
                  <a:pt x="277737" y="74198"/>
                  <a:pt x="274762" y="72293"/>
                </a:cubicBezTo>
                <a:cubicBezTo>
                  <a:pt x="271788" y="70387"/>
                  <a:pt x="268441" y="69435"/>
                  <a:pt x="264723" y="69435"/>
                </a:cubicBezTo>
                <a:cubicBezTo>
                  <a:pt x="258682" y="69435"/>
                  <a:pt x="253709" y="70782"/>
                  <a:pt x="249805" y="73478"/>
                </a:cubicBezTo>
                <a:cubicBezTo>
                  <a:pt x="247388" y="75151"/>
                  <a:pt x="246180" y="77103"/>
                  <a:pt x="246180" y="79334"/>
                </a:cubicBezTo>
                <a:cubicBezTo>
                  <a:pt x="246180" y="81286"/>
                  <a:pt x="247481" y="83703"/>
                  <a:pt x="250084" y="86584"/>
                </a:cubicBezTo>
                <a:cubicBezTo>
                  <a:pt x="253616" y="90581"/>
                  <a:pt x="255382" y="94439"/>
                  <a:pt x="255382" y="98157"/>
                </a:cubicBezTo>
                <a:cubicBezTo>
                  <a:pt x="255382" y="102711"/>
                  <a:pt x="253685" y="106592"/>
                  <a:pt x="250293" y="109799"/>
                </a:cubicBezTo>
                <a:cubicBezTo>
                  <a:pt x="246900" y="113006"/>
                  <a:pt x="242462" y="114609"/>
                  <a:pt x="236977" y="114609"/>
                </a:cubicBezTo>
                <a:cubicBezTo>
                  <a:pt x="231121" y="114609"/>
                  <a:pt x="226218" y="112843"/>
                  <a:pt x="222268" y="109311"/>
                </a:cubicBezTo>
                <a:cubicBezTo>
                  <a:pt x="218317" y="105779"/>
                  <a:pt x="216342" y="101642"/>
                  <a:pt x="216342" y="96902"/>
                </a:cubicBezTo>
                <a:cubicBezTo>
                  <a:pt x="216342" y="90209"/>
                  <a:pt x="218991" y="83819"/>
                  <a:pt x="224290" y="77731"/>
                </a:cubicBezTo>
                <a:cubicBezTo>
                  <a:pt x="229588" y="71642"/>
                  <a:pt x="236977" y="66971"/>
                  <a:pt x="246458" y="63718"/>
                </a:cubicBezTo>
                <a:cubicBezTo>
                  <a:pt x="255940" y="60465"/>
                  <a:pt x="265792" y="58838"/>
                  <a:pt x="276017" y="58838"/>
                </a:cubicBezTo>
                <a:cubicBezTo>
                  <a:pt x="288380" y="58838"/>
                  <a:pt x="298163" y="61471"/>
                  <a:pt x="305366" y="66738"/>
                </a:cubicBezTo>
                <a:cubicBezTo>
                  <a:pt x="312570" y="72001"/>
                  <a:pt x="317241" y="77707"/>
                  <a:pt x="319379" y="83857"/>
                </a:cubicBezTo>
                <a:cubicBezTo>
                  <a:pt x="320680" y="87769"/>
                  <a:pt x="321331" y="96759"/>
                  <a:pt x="321331" y="110827"/>
                </a:cubicBezTo>
                <a:lnTo>
                  <a:pt x="321331" y="161557"/>
                </a:lnTo>
                <a:cubicBezTo>
                  <a:pt x="321331" y="167520"/>
                  <a:pt x="321563" y="171272"/>
                  <a:pt x="322028" y="172811"/>
                </a:cubicBezTo>
                <a:cubicBezTo>
                  <a:pt x="322493" y="174348"/>
                  <a:pt x="323190" y="175489"/>
                  <a:pt x="324119" y="176236"/>
                </a:cubicBezTo>
                <a:cubicBezTo>
                  <a:pt x="325049" y="176979"/>
                  <a:pt x="326118" y="177351"/>
                  <a:pt x="327326" y="177351"/>
                </a:cubicBezTo>
                <a:cubicBezTo>
                  <a:pt x="329743" y="177351"/>
                  <a:pt x="332206" y="175632"/>
                  <a:pt x="334716" y="172192"/>
                </a:cubicBezTo>
                <a:lnTo>
                  <a:pt x="338899" y="175539"/>
                </a:lnTo>
                <a:cubicBezTo>
                  <a:pt x="334251" y="182417"/>
                  <a:pt x="329441" y="187413"/>
                  <a:pt x="324468" y="190527"/>
                </a:cubicBezTo>
                <a:cubicBezTo>
                  <a:pt x="319495" y="193641"/>
                  <a:pt x="313848" y="195198"/>
                  <a:pt x="307528" y="195198"/>
                </a:cubicBezTo>
                <a:cubicBezTo>
                  <a:pt x="300091" y="195198"/>
                  <a:pt x="294282" y="193443"/>
                  <a:pt x="290099" y="189934"/>
                </a:cubicBezTo>
                <a:cubicBezTo>
                  <a:pt x="285916" y="186426"/>
                  <a:pt x="283360" y="181116"/>
                  <a:pt x="282431" y="174005"/>
                </a:cubicBezTo>
                <a:moveTo>
                  <a:pt x="282431" y="163687"/>
                </a:moveTo>
                <a:lnTo>
                  <a:pt x="282431" y="120073"/>
                </a:lnTo>
                <a:cubicBezTo>
                  <a:pt x="271184" y="126704"/>
                  <a:pt x="262818" y="133803"/>
                  <a:pt x="257334" y="141370"/>
                </a:cubicBezTo>
                <a:cubicBezTo>
                  <a:pt x="253709" y="146413"/>
                  <a:pt x="251896" y="151503"/>
                  <a:pt x="251896" y="156642"/>
                </a:cubicBezTo>
                <a:cubicBezTo>
                  <a:pt x="251896" y="160938"/>
                  <a:pt x="253430" y="164721"/>
                  <a:pt x="256497" y="167992"/>
                </a:cubicBezTo>
                <a:cubicBezTo>
                  <a:pt x="258821" y="170513"/>
                  <a:pt x="262074" y="171774"/>
                  <a:pt x="266257" y="171774"/>
                </a:cubicBezTo>
                <a:cubicBezTo>
                  <a:pt x="270905" y="171774"/>
                  <a:pt x="276296" y="169079"/>
                  <a:pt x="282431" y="163687"/>
                </a:cubicBezTo>
                <a:close/>
                <a:moveTo>
                  <a:pt x="406521" y="62742"/>
                </a:moveTo>
                <a:lnTo>
                  <a:pt x="406521" y="79752"/>
                </a:lnTo>
                <a:cubicBezTo>
                  <a:pt x="413214" y="72453"/>
                  <a:pt x="419627" y="67143"/>
                  <a:pt x="425762" y="63823"/>
                </a:cubicBezTo>
                <a:cubicBezTo>
                  <a:pt x="431897" y="60500"/>
                  <a:pt x="438497" y="58838"/>
                  <a:pt x="445561" y="58838"/>
                </a:cubicBezTo>
                <a:cubicBezTo>
                  <a:pt x="454019" y="58838"/>
                  <a:pt x="461037" y="61188"/>
                  <a:pt x="466614" y="65888"/>
                </a:cubicBezTo>
                <a:cubicBezTo>
                  <a:pt x="472191" y="70588"/>
                  <a:pt x="475909" y="76428"/>
                  <a:pt x="477768" y="83408"/>
                </a:cubicBezTo>
                <a:cubicBezTo>
                  <a:pt x="479256" y="88715"/>
                  <a:pt x="479999" y="98907"/>
                  <a:pt x="479999" y="113986"/>
                </a:cubicBezTo>
                <a:lnTo>
                  <a:pt x="479999" y="164803"/>
                </a:lnTo>
                <a:cubicBezTo>
                  <a:pt x="479999" y="174841"/>
                  <a:pt x="480906" y="181092"/>
                  <a:pt x="482718" y="183556"/>
                </a:cubicBezTo>
                <a:cubicBezTo>
                  <a:pt x="484531" y="186019"/>
                  <a:pt x="488318" y="187576"/>
                  <a:pt x="494081" y="188226"/>
                </a:cubicBezTo>
                <a:lnTo>
                  <a:pt x="494081" y="193246"/>
                </a:lnTo>
                <a:lnTo>
                  <a:pt x="428132" y="193246"/>
                </a:lnTo>
                <a:lnTo>
                  <a:pt x="428132" y="188226"/>
                </a:lnTo>
                <a:cubicBezTo>
                  <a:pt x="433059" y="187576"/>
                  <a:pt x="436591" y="185531"/>
                  <a:pt x="438729" y="182092"/>
                </a:cubicBezTo>
                <a:cubicBezTo>
                  <a:pt x="440216" y="179768"/>
                  <a:pt x="440960" y="174005"/>
                  <a:pt x="440960" y="164803"/>
                </a:cubicBezTo>
                <a:lnTo>
                  <a:pt x="440960" y="106801"/>
                </a:lnTo>
                <a:cubicBezTo>
                  <a:pt x="440960" y="96112"/>
                  <a:pt x="440541" y="89373"/>
                  <a:pt x="439705" y="86584"/>
                </a:cubicBezTo>
                <a:cubicBezTo>
                  <a:pt x="438868" y="83796"/>
                  <a:pt x="437451" y="81635"/>
                  <a:pt x="435452" y="80101"/>
                </a:cubicBezTo>
                <a:cubicBezTo>
                  <a:pt x="433454" y="78567"/>
                  <a:pt x="431246" y="77800"/>
                  <a:pt x="428830" y="77800"/>
                </a:cubicBezTo>
                <a:cubicBezTo>
                  <a:pt x="420836" y="77800"/>
                  <a:pt x="413400" y="83563"/>
                  <a:pt x="406521" y="95089"/>
                </a:cubicBezTo>
                <a:lnTo>
                  <a:pt x="406521" y="164803"/>
                </a:lnTo>
                <a:cubicBezTo>
                  <a:pt x="406521" y="174563"/>
                  <a:pt x="407428" y="180744"/>
                  <a:pt x="409240" y="183347"/>
                </a:cubicBezTo>
                <a:cubicBezTo>
                  <a:pt x="411053" y="185949"/>
                  <a:pt x="414422" y="187576"/>
                  <a:pt x="419349" y="188226"/>
                </a:cubicBezTo>
                <a:lnTo>
                  <a:pt x="419349" y="193246"/>
                </a:lnTo>
                <a:lnTo>
                  <a:pt x="353400" y="193246"/>
                </a:lnTo>
                <a:lnTo>
                  <a:pt x="353400" y="188226"/>
                </a:lnTo>
                <a:cubicBezTo>
                  <a:pt x="358884" y="187669"/>
                  <a:pt x="362788" y="185903"/>
                  <a:pt x="365111" y="182928"/>
                </a:cubicBezTo>
                <a:cubicBezTo>
                  <a:pt x="366692" y="180883"/>
                  <a:pt x="367482" y="174841"/>
                  <a:pt x="367482" y="164803"/>
                </a:cubicBezTo>
                <a:lnTo>
                  <a:pt x="367482" y="91185"/>
                </a:lnTo>
                <a:cubicBezTo>
                  <a:pt x="367482" y="81213"/>
                  <a:pt x="366575" y="75004"/>
                  <a:pt x="364763" y="72559"/>
                </a:cubicBezTo>
                <a:cubicBezTo>
                  <a:pt x="362950" y="70113"/>
                  <a:pt x="359163" y="68514"/>
                  <a:pt x="353400" y="67762"/>
                </a:cubicBezTo>
                <a:lnTo>
                  <a:pt x="353400" y="62742"/>
                </a:lnTo>
                <a:lnTo>
                  <a:pt x="406521" y="62742"/>
                </a:lnTo>
                <a:close/>
                <a:moveTo>
                  <a:pt x="595680" y="64415"/>
                </a:moveTo>
                <a:lnTo>
                  <a:pt x="639599" y="64415"/>
                </a:lnTo>
                <a:lnTo>
                  <a:pt x="639599" y="79752"/>
                </a:lnTo>
                <a:lnTo>
                  <a:pt x="614642" y="79752"/>
                </a:lnTo>
                <a:cubicBezTo>
                  <a:pt x="619197" y="84307"/>
                  <a:pt x="622357" y="88443"/>
                  <a:pt x="624123" y="92161"/>
                </a:cubicBezTo>
                <a:cubicBezTo>
                  <a:pt x="626354" y="97181"/>
                  <a:pt x="627469" y="102432"/>
                  <a:pt x="627469" y="107917"/>
                </a:cubicBezTo>
                <a:cubicBezTo>
                  <a:pt x="627469" y="117212"/>
                  <a:pt x="624890" y="125275"/>
                  <a:pt x="619731" y="132107"/>
                </a:cubicBezTo>
                <a:cubicBezTo>
                  <a:pt x="614572" y="138939"/>
                  <a:pt x="607554" y="144284"/>
                  <a:pt x="598678" y="148141"/>
                </a:cubicBezTo>
                <a:cubicBezTo>
                  <a:pt x="589801" y="151999"/>
                  <a:pt x="581923" y="153927"/>
                  <a:pt x="575045" y="153927"/>
                </a:cubicBezTo>
                <a:cubicBezTo>
                  <a:pt x="574487" y="153927"/>
                  <a:pt x="568910" y="153695"/>
                  <a:pt x="558313" y="153230"/>
                </a:cubicBezTo>
                <a:cubicBezTo>
                  <a:pt x="554131" y="153230"/>
                  <a:pt x="550622" y="154594"/>
                  <a:pt x="547787" y="157322"/>
                </a:cubicBezTo>
                <a:cubicBezTo>
                  <a:pt x="544952" y="160049"/>
                  <a:pt x="543534" y="163307"/>
                  <a:pt x="543534" y="167095"/>
                </a:cubicBezTo>
                <a:cubicBezTo>
                  <a:pt x="543534" y="170423"/>
                  <a:pt x="544812" y="173151"/>
                  <a:pt x="547368" y="175277"/>
                </a:cubicBezTo>
                <a:cubicBezTo>
                  <a:pt x="549925" y="177403"/>
                  <a:pt x="554084" y="178467"/>
                  <a:pt x="559847" y="178467"/>
                </a:cubicBezTo>
                <a:lnTo>
                  <a:pt x="583968" y="178188"/>
                </a:lnTo>
                <a:cubicBezTo>
                  <a:pt x="603488" y="178188"/>
                  <a:pt x="616919" y="180330"/>
                  <a:pt x="624262" y="184614"/>
                </a:cubicBezTo>
                <a:cubicBezTo>
                  <a:pt x="634766" y="190572"/>
                  <a:pt x="640018" y="199744"/>
                  <a:pt x="640018" y="212129"/>
                </a:cubicBezTo>
                <a:cubicBezTo>
                  <a:pt x="640018" y="220045"/>
                  <a:pt x="637601" y="227238"/>
                  <a:pt x="632767" y="233710"/>
                </a:cubicBezTo>
                <a:cubicBezTo>
                  <a:pt x="627934" y="240182"/>
                  <a:pt x="621567" y="244954"/>
                  <a:pt x="613666" y="248028"/>
                </a:cubicBezTo>
                <a:cubicBezTo>
                  <a:pt x="601675" y="252591"/>
                  <a:pt x="587872" y="254873"/>
                  <a:pt x="572256" y="254873"/>
                </a:cubicBezTo>
                <a:cubicBezTo>
                  <a:pt x="560544" y="254873"/>
                  <a:pt x="549855" y="253734"/>
                  <a:pt x="540188" y="251457"/>
                </a:cubicBezTo>
                <a:cubicBezTo>
                  <a:pt x="530521" y="249179"/>
                  <a:pt x="523596" y="246018"/>
                  <a:pt x="519413" y="241971"/>
                </a:cubicBezTo>
                <a:cubicBezTo>
                  <a:pt x="515231" y="237928"/>
                  <a:pt x="513139" y="233674"/>
                  <a:pt x="513139" y="229209"/>
                </a:cubicBezTo>
                <a:cubicBezTo>
                  <a:pt x="513139" y="224934"/>
                  <a:pt x="514743" y="221098"/>
                  <a:pt x="517949" y="217702"/>
                </a:cubicBezTo>
                <a:cubicBezTo>
                  <a:pt x="521156" y="214310"/>
                  <a:pt x="527128" y="211451"/>
                  <a:pt x="535866" y="209127"/>
                </a:cubicBezTo>
                <a:cubicBezTo>
                  <a:pt x="523782" y="203179"/>
                  <a:pt x="517740" y="194907"/>
                  <a:pt x="517740" y="184314"/>
                </a:cubicBezTo>
                <a:cubicBezTo>
                  <a:pt x="517740" y="177900"/>
                  <a:pt x="520203" y="171674"/>
                  <a:pt x="525130" y="165635"/>
                </a:cubicBezTo>
                <a:cubicBezTo>
                  <a:pt x="530056" y="159593"/>
                  <a:pt x="537864" y="154341"/>
                  <a:pt x="548554" y="149880"/>
                </a:cubicBezTo>
                <a:cubicBezTo>
                  <a:pt x="536098" y="145319"/>
                  <a:pt x="527082" y="139315"/>
                  <a:pt x="521505" y="131867"/>
                </a:cubicBezTo>
                <a:cubicBezTo>
                  <a:pt x="515928" y="124420"/>
                  <a:pt x="513139" y="115809"/>
                  <a:pt x="513139" y="106034"/>
                </a:cubicBezTo>
                <a:cubicBezTo>
                  <a:pt x="513139" y="93282"/>
                  <a:pt x="518344" y="82229"/>
                  <a:pt x="528755" y="72872"/>
                </a:cubicBezTo>
                <a:cubicBezTo>
                  <a:pt x="539165" y="63516"/>
                  <a:pt x="552550" y="58838"/>
                  <a:pt x="568910" y="58838"/>
                </a:cubicBezTo>
                <a:cubicBezTo>
                  <a:pt x="577554" y="58838"/>
                  <a:pt x="586478" y="60697"/>
                  <a:pt x="595680" y="64415"/>
                </a:cubicBezTo>
                <a:moveTo>
                  <a:pt x="571559" y="67762"/>
                </a:moveTo>
                <a:cubicBezTo>
                  <a:pt x="566168" y="67762"/>
                  <a:pt x="561613" y="70476"/>
                  <a:pt x="557895" y="75905"/>
                </a:cubicBezTo>
                <a:cubicBezTo>
                  <a:pt x="554177" y="81331"/>
                  <a:pt x="552318" y="92581"/>
                  <a:pt x="552318" y="109655"/>
                </a:cubicBezTo>
                <a:cubicBezTo>
                  <a:pt x="552318" y="123479"/>
                  <a:pt x="554154" y="132965"/>
                  <a:pt x="557825" y="138116"/>
                </a:cubicBezTo>
                <a:cubicBezTo>
                  <a:pt x="561497" y="143266"/>
                  <a:pt x="565843" y="145841"/>
                  <a:pt x="570862" y="145841"/>
                </a:cubicBezTo>
                <a:cubicBezTo>
                  <a:pt x="576439" y="145841"/>
                  <a:pt x="581087" y="143289"/>
                  <a:pt x="584805" y="138185"/>
                </a:cubicBezTo>
                <a:cubicBezTo>
                  <a:pt x="588523" y="133082"/>
                  <a:pt x="590382" y="123153"/>
                  <a:pt x="590382" y="108400"/>
                </a:cubicBezTo>
                <a:cubicBezTo>
                  <a:pt x="590382" y="91794"/>
                  <a:pt x="588290" y="80474"/>
                  <a:pt x="584107" y="74441"/>
                </a:cubicBezTo>
                <a:cubicBezTo>
                  <a:pt x="581133" y="69988"/>
                  <a:pt x="576950" y="67762"/>
                  <a:pt x="571559" y="67762"/>
                </a:cubicBezTo>
                <a:moveTo>
                  <a:pt x="563333" y="212487"/>
                </a:moveTo>
                <a:cubicBezTo>
                  <a:pt x="553852" y="212487"/>
                  <a:pt x="547578" y="213274"/>
                  <a:pt x="544510" y="214848"/>
                </a:cubicBezTo>
                <a:cubicBezTo>
                  <a:pt x="539212" y="217715"/>
                  <a:pt x="536563" y="221602"/>
                  <a:pt x="536563" y="226508"/>
                </a:cubicBezTo>
                <a:cubicBezTo>
                  <a:pt x="536563" y="231228"/>
                  <a:pt x="539305" y="235508"/>
                  <a:pt x="544789" y="239348"/>
                </a:cubicBezTo>
                <a:cubicBezTo>
                  <a:pt x="550273" y="243191"/>
                  <a:pt x="560591" y="245113"/>
                  <a:pt x="575742" y="245113"/>
                </a:cubicBezTo>
                <a:cubicBezTo>
                  <a:pt x="588662" y="245113"/>
                  <a:pt x="598817" y="243400"/>
                  <a:pt x="606207" y="239976"/>
                </a:cubicBezTo>
                <a:cubicBezTo>
                  <a:pt x="613596" y="236551"/>
                  <a:pt x="617291" y="231738"/>
                  <a:pt x="617291" y="225536"/>
                </a:cubicBezTo>
                <a:cubicBezTo>
                  <a:pt x="617291" y="223224"/>
                  <a:pt x="616594" y="221281"/>
                  <a:pt x="615200" y="219706"/>
                </a:cubicBezTo>
                <a:cubicBezTo>
                  <a:pt x="612690" y="216930"/>
                  <a:pt x="608902" y="215031"/>
                  <a:pt x="603836" y="214012"/>
                </a:cubicBezTo>
                <a:cubicBezTo>
                  <a:pt x="598771" y="212995"/>
                  <a:pt x="585269" y="212487"/>
                  <a:pt x="563333" y="212487"/>
                </a:cubicBezTo>
                <a:close/>
                <a:moveTo>
                  <a:pt x="716284" y="58838"/>
                </a:moveTo>
                <a:cubicBezTo>
                  <a:pt x="727624" y="58838"/>
                  <a:pt x="738174" y="61769"/>
                  <a:pt x="747934" y="67631"/>
                </a:cubicBezTo>
                <a:cubicBezTo>
                  <a:pt x="757694" y="73493"/>
                  <a:pt x="765107" y="81820"/>
                  <a:pt x="770173" y="92614"/>
                </a:cubicBezTo>
                <a:cubicBezTo>
                  <a:pt x="775238" y="103408"/>
                  <a:pt x="777771" y="115225"/>
                  <a:pt x="777771" y="128064"/>
                </a:cubicBezTo>
                <a:cubicBezTo>
                  <a:pt x="777771" y="146578"/>
                  <a:pt x="773077" y="162071"/>
                  <a:pt x="763689" y="174541"/>
                </a:cubicBezTo>
                <a:cubicBezTo>
                  <a:pt x="752349" y="189613"/>
                  <a:pt x="736687" y="197150"/>
                  <a:pt x="716702" y="197150"/>
                </a:cubicBezTo>
                <a:cubicBezTo>
                  <a:pt x="697090" y="197150"/>
                  <a:pt x="681985" y="190264"/>
                  <a:pt x="671388" y="176493"/>
                </a:cubicBezTo>
                <a:cubicBezTo>
                  <a:pt x="660792" y="162722"/>
                  <a:pt x="655494" y="146764"/>
                  <a:pt x="655494" y="128621"/>
                </a:cubicBezTo>
                <a:cubicBezTo>
                  <a:pt x="655494" y="109921"/>
                  <a:pt x="660908" y="93615"/>
                  <a:pt x="671737" y="79704"/>
                </a:cubicBezTo>
                <a:cubicBezTo>
                  <a:pt x="682566" y="65794"/>
                  <a:pt x="697415" y="58838"/>
                  <a:pt x="716284" y="58838"/>
                </a:cubicBezTo>
                <a:moveTo>
                  <a:pt x="716842" y="68598"/>
                </a:moveTo>
                <a:cubicBezTo>
                  <a:pt x="712101" y="68598"/>
                  <a:pt x="708035" y="70390"/>
                  <a:pt x="704642" y="73975"/>
                </a:cubicBezTo>
                <a:cubicBezTo>
                  <a:pt x="701249" y="77556"/>
                  <a:pt x="699018" y="84628"/>
                  <a:pt x="697949" y="95189"/>
                </a:cubicBezTo>
                <a:cubicBezTo>
                  <a:pt x="696880" y="105751"/>
                  <a:pt x="696346" y="120432"/>
                  <a:pt x="696346" y="139231"/>
                </a:cubicBezTo>
                <a:cubicBezTo>
                  <a:pt x="696346" y="149188"/>
                  <a:pt x="696997" y="158495"/>
                  <a:pt x="698298" y="167151"/>
                </a:cubicBezTo>
                <a:cubicBezTo>
                  <a:pt x="699320" y="173757"/>
                  <a:pt x="701505" y="178782"/>
                  <a:pt x="704851" y="182227"/>
                </a:cubicBezTo>
                <a:cubicBezTo>
                  <a:pt x="708197" y="185669"/>
                  <a:pt x="712008" y="187390"/>
                  <a:pt x="716284" y="187390"/>
                </a:cubicBezTo>
                <a:cubicBezTo>
                  <a:pt x="720467" y="187390"/>
                  <a:pt x="723952" y="186227"/>
                  <a:pt x="726741" y="183900"/>
                </a:cubicBezTo>
                <a:cubicBezTo>
                  <a:pt x="730366" y="180737"/>
                  <a:pt x="732783" y="176316"/>
                  <a:pt x="733991" y="170637"/>
                </a:cubicBezTo>
                <a:cubicBezTo>
                  <a:pt x="735850" y="161798"/>
                  <a:pt x="736780" y="143931"/>
                  <a:pt x="736780" y="117036"/>
                </a:cubicBezTo>
                <a:cubicBezTo>
                  <a:pt x="736780" y="101217"/>
                  <a:pt x="735897" y="90353"/>
                  <a:pt x="734131" y="84445"/>
                </a:cubicBezTo>
                <a:cubicBezTo>
                  <a:pt x="732365" y="78534"/>
                  <a:pt x="729762" y="74229"/>
                  <a:pt x="726323" y="71530"/>
                </a:cubicBezTo>
                <a:cubicBezTo>
                  <a:pt x="723906" y="69576"/>
                  <a:pt x="720746" y="68598"/>
                  <a:pt x="716842" y="68598"/>
                </a:cubicBezTo>
                <a:close/>
                <a:moveTo>
                  <a:pt x="992133" y="0"/>
                </a:moveTo>
                <a:lnTo>
                  <a:pt x="993667" y="63021"/>
                </a:lnTo>
                <a:lnTo>
                  <a:pt x="987951" y="63021"/>
                </a:lnTo>
                <a:cubicBezTo>
                  <a:pt x="985255" y="47260"/>
                  <a:pt x="978632" y="34582"/>
                  <a:pt x="968082" y="24988"/>
                </a:cubicBezTo>
                <a:cubicBezTo>
                  <a:pt x="957532" y="15394"/>
                  <a:pt x="946122" y="10596"/>
                  <a:pt x="933853" y="10596"/>
                </a:cubicBezTo>
                <a:cubicBezTo>
                  <a:pt x="924372" y="10596"/>
                  <a:pt x="916866" y="13122"/>
                  <a:pt x="911335" y="18173"/>
                </a:cubicBezTo>
                <a:cubicBezTo>
                  <a:pt x="905805" y="23222"/>
                  <a:pt x="903039" y="29036"/>
                  <a:pt x="903039" y="35615"/>
                </a:cubicBezTo>
                <a:cubicBezTo>
                  <a:pt x="903039" y="39783"/>
                  <a:pt x="904015" y="43490"/>
                  <a:pt x="905967" y="46734"/>
                </a:cubicBezTo>
                <a:cubicBezTo>
                  <a:pt x="908663" y="51088"/>
                  <a:pt x="912985" y="55396"/>
                  <a:pt x="918934" y="59657"/>
                </a:cubicBezTo>
                <a:cubicBezTo>
                  <a:pt x="923303" y="62716"/>
                  <a:pt x="933388" y="68138"/>
                  <a:pt x="949190" y="75922"/>
                </a:cubicBezTo>
                <a:cubicBezTo>
                  <a:pt x="971312" y="86763"/>
                  <a:pt x="986231" y="97003"/>
                  <a:pt x="993946" y="106644"/>
                </a:cubicBezTo>
                <a:cubicBezTo>
                  <a:pt x="1001568" y="116282"/>
                  <a:pt x="1005379" y="127311"/>
                  <a:pt x="1005379" y="139732"/>
                </a:cubicBezTo>
                <a:cubicBezTo>
                  <a:pt x="1005379" y="155487"/>
                  <a:pt x="999221" y="169042"/>
                  <a:pt x="986905" y="180397"/>
                </a:cubicBezTo>
                <a:cubicBezTo>
                  <a:pt x="974589" y="191751"/>
                  <a:pt x="958950" y="197429"/>
                  <a:pt x="939988" y="197429"/>
                </a:cubicBezTo>
                <a:cubicBezTo>
                  <a:pt x="934039" y="197429"/>
                  <a:pt x="928415" y="196824"/>
                  <a:pt x="923117" y="195616"/>
                </a:cubicBezTo>
                <a:cubicBezTo>
                  <a:pt x="917819" y="194408"/>
                  <a:pt x="911173" y="192130"/>
                  <a:pt x="903179" y="188784"/>
                </a:cubicBezTo>
                <a:cubicBezTo>
                  <a:pt x="898717" y="186925"/>
                  <a:pt x="895046" y="185996"/>
                  <a:pt x="892164" y="185996"/>
                </a:cubicBezTo>
                <a:cubicBezTo>
                  <a:pt x="889747" y="185996"/>
                  <a:pt x="887191" y="186937"/>
                  <a:pt x="884496" y="188819"/>
                </a:cubicBezTo>
                <a:cubicBezTo>
                  <a:pt x="881800" y="190701"/>
                  <a:pt x="879616" y="193571"/>
                  <a:pt x="877943" y="197429"/>
                </a:cubicBezTo>
                <a:lnTo>
                  <a:pt x="872784" y="197429"/>
                </a:lnTo>
                <a:lnTo>
                  <a:pt x="872784" y="126042"/>
                </a:lnTo>
                <a:lnTo>
                  <a:pt x="877943" y="126042"/>
                </a:lnTo>
                <a:cubicBezTo>
                  <a:pt x="882032" y="146073"/>
                  <a:pt x="889910" y="161352"/>
                  <a:pt x="901575" y="171879"/>
                </a:cubicBezTo>
                <a:cubicBezTo>
                  <a:pt x="913241" y="182405"/>
                  <a:pt x="925813" y="187669"/>
                  <a:pt x="939290" y="187669"/>
                </a:cubicBezTo>
                <a:cubicBezTo>
                  <a:pt x="949701" y="187669"/>
                  <a:pt x="957997" y="184842"/>
                  <a:pt x="964178" y="179190"/>
                </a:cubicBezTo>
                <a:cubicBezTo>
                  <a:pt x="970359" y="173537"/>
                  <a:pt x="973450" y="166958"/>
                  <a:pt x="973450" y="159452"/>
                </a:cubicBezTo>
                <a:cubicBezTo>
                  <a:pt x="973450" y="155005"/>
                  <a:pt x="972265" y="150697"/>
                  <a:pt x="969895" y="146529"/>
                </a:cubicBezTo>
                <a:cubicBezTo>
                  <a:pt x="967524" y="142358"/>
                  <a:pt x="963923" y="138396"/>
                  <a:pt x="959089" y="134643"/>
                </a:cubicBezTo>
                <a:cubicBezTo>
                  <a:pt x="954256" y="130890"/>
                  <a:pt x="945704" y="126003"/>
                  <a:pt x="933435" y="119981"/>
                </a:cubicBezTo>
                <a:cubicBezTo>
                  <a:pt x="916239" y="111549"/>
                  <a:pt x="903876" y="104363"/>
                  <a:pt x="896347" y="98422"/>
                </a:cubicBezTo>
                <a:cubicBezTo>
                  <a:pt x="888818" y="92482"/>
                  <a:pt x="883032" y="85846"/>
                  <a:pt x="878988" y="78515"/>
                </a:cubicBezTo>
                <a:cubicBezTo>
                  <a:pt x="874945" y="71183"/>
                  <a:pt x="872923" y="63110"/>
                  <a:pt x="872923" y="54294"/>
                </a:cubicBezTo>
                <a:cubicBezTo>
                  <a:pt x="872923" y="39259"/>
                  <a:pt x="878454" y="26452"/>
                  <a:pt x="889515" y="15873"/>
                </a:cubicBezTo>
                <a:cubicBezTo>
                  <a:pt x="900576" y="5291"/>
                  <a:pt x="914519" y="0"/>
                  <a:pt x="931343" y="0"/>
                </a:cubicBezTo>
                <a:cubicBezTo>
                  <a:pt x="937478" y="0"/>
                  <a:pt x="943427" y="752"/>
                  <a:pt x="949190" y="2257"/>
                </a:cubicBezTo>
                <a:cubicBezTo>
                  <a:pt x="953559" y="3384"/>
                  <a:pt x="958880" y="5474"/>
                  <a:pt x="965154" y="8527"/>
                </a:cubicBezTo>
                <a:cubicBezTo>
                  <a:pt x="971428" y="11580"/>
                  <a:pt x="975820" y="13106"/>
                  <a:pt x="978330" y="13106"/>
                </a:cubicBezTo>
                <a:cubicBezTo>
                  <a:pt x="980747" y="13106"/>
                  <a:pt x="982652" y="12355"/>
                  <a:pt x="984047" y="10854"/>
                </a:cubicBezTo>
                <a:cubicBezTo>
                  <a:pt x="985441" y="9349"/>
                  <a:pt x="986742" y="5731"/>
                  <a:pt x="987951" y="0"/>
                </a:cubicBezTo>
                <a:lnTo>
                  <a:pt x="992133" y="0"/>
                </a:lnTo>
                <a:close/>
                <a:moveTo>
                  <a:pt x="1135102" y="123253"/>
                </a:moveTo>
                <a:lnTo>
                  <a:pt x="1063576" y="123253"/>
                </a:lnTo>
                <a:cubicBezTo>
                  <a:pt x="1064412" y="140589"/>
                  <a:pt x="1069014" y="154289"/>
                  <a:pt x="1077379" y="164354"/>
                </a:cubicBezTo>
                <a:cubicBezTo>
                  <a:pt x="1083793" y="172089"/>
                  <a:pt x="1091508" y="175957"/>
                  <a:pt x="1100524" y="175957"/>
                </a:cubicBezTo>
                <a:cubicBezTo>
                  <a:pt x="1106101" y="175957"/>
                  <a:pt x="1111167" y="174400"/>
                  <a:pt x="1115722" y="171286"/>
                </a:cubicBezTo>
                <a:cubicBezTo>
                  <a:pt x="1120276" y="168172"/>
                  <a:pt x="1125156" y="162572"/>
                  <a:pt x="1130361" y="154485"/>
                </a:cubicBezTo>
                <a:lnTo>
                  <a:pt x="1135102" y="157553"/>
                </a:lnTo>
                <a:cubicBezTo>
                  <a:pt x="1128038" y="171960"/>
                  <a:pt x="1120230" y="182161"/>
                  <a:pt x="1111678" y="188157"/>
                </a:cubicBezTo>
                <a:cubicBezTo>
                  <a:pt x="1103127" y="194152"/>
                  <a:pt x="1093227" y="197150"/>
                  <a:pt x="1081980" y="197150"/>
                </a:cubicBezTo>
                <a:cubicBezTo>
                  <a:pt x="1062646" y="197150"/>
                  <a:pt x="1048007" y="189706"/>
                  <a:pt x="1038061" y="174820"/>
                </a:cubicBezTo>
                <a:cubicBezTo>
                  <a:pt x="1030067" y="162817"/>
                  <a:pt x="1026070" y="147931"/>
                  <a:pt x="1026070" y="130159"/>
                </a:cubicBezTo>
                <a:cubicBezTo>
                  <a:pt x="1026070" y="108386"/>
                  <a:pt x="1031949" y="91056"/>
                  <a:pt x="1043708" y="78171"/>
                </a:cubicBezTo>
                <a:cubicBezTo>
                  <a:pt x="1055466" y="65282"/>
                  <a:pt x="1069246" y="58838"/>
                  <a:pt x="1085048" y="58838"/>
                </a:cubicBezTo>
                <a:cubicBezTo>
                  <a:pt x="1098247" y="58838"/>
                  <a:pt x="1109703" y="64253"/>
                  <a:pt x="1119416" y="75081"/>
                </a:cubicBezTo>
                <a:cubicBezTo>
                  <a:pt x="1129130" y="85910"/>
                  <a:pt x="1134358" y="101968"/>
                  <a:pt x="1135102" y="123253"/>
                </a:cubicBezTo>
                <a:moveTo>
                  <a:pt x="1100803" y="114051"/>
                </a:moveTo>
                <a:cubicBezTo>
                  <a:pt x="1100803" y="99086"/>
                  <a:pt x="1099990" y="88815"/>
                  <a:pt x="1098363" y="83238"/>
                </a:cubicBezTo>
                <a:cubicBezTo>
                  <a:pt x="1096736" y="77661"/>
                  <a:pt x="1094203" y="73432"/>
                  <a:pt x="1090764" y="70550"/>
                </a:cubicBezTo>
                <a:cubicBezTo>
                  <a:pt x="1088812" y="68877"/>
                  <a:pt x="1086210" y="68040"/>
                  <a:pt x="1082956" y="68040"/>
                </a:cubicBezTo>
                <a:cubicBezTo>
                  <a:pt x="1078123" y="68040"/>
                  <a:pt x="1074172" y="70411"/>
                  <a:pt x="1071105" y="75151"/>
                </a:cubicBezTo>
                <a:cubicBezTo>
                  <a:pt x="1065621" y="83424"/>
                  <a:pt x="1062879" y="94764"/>
                  <a:pt x="1062879" y="109171"/>
                </a:cubicBezTo>
                <a:lnTo>
                  <a:pt x="1062879" y="114051"/>
                </a:lnTo>
                <a:lnTo>
                  <a:pt x="1100803" y="114051"/>
                </a:lnTo>
                <a:close/>
                <a:moveTo>
                  <a:pt x="1221404" y="174005"/>
                </a:moveTo>
                <a:cubicBezTo>
                  <a:pt x="1205509" y="188134"/>
                  <a:pt x="1191241" y="195198"/>
                  <a:pt x="1178600" y="195198"/>
                </a:cubicBezTo>
                <a:cubicBezTo>
                  <a:pt x="1171164" y="195198"/>
                  <a:pt x="1164983" y="192751"/>
                  <a:pt x="1160056" y="187856"/>
                </a:cubicBezTo>
                <a:cubicBezTo>
                  <a:pt x="1155130" y="182959"/>
                  <a:pt x="1152666" y="176827"/>
                  <a:pt x="1152666" y="169460"/>
                </a:cubicBezTo>
                <a:cubicBezTo>
                  <a:pt x="1152666" y="159480"/>
                  <a:pt x="1156942" y="150503"/>
                  <a:pt x="1165494" y="142529"/>
                </a:cubicBezTo>
                <a:cubicBezTo>
                  <a:pt x="1174045" y="134556"/>
                  <a:pt x="1192682" y="123948"/>
                  <a:pt x="1221404" y="110705"/>
                </a:cubicBezTo>
                <a:lnTo>
                  <a:pt x="1221404" y="97599"/>
                </a:lnTo>
                <a:cubicBezTo>
                  <a:pt x="1221404" y="87746"/>
                  <a:pt x="1220870" y="81542"/>
                  <a:pt x="1219801" y="78985"/>
                </a:cubicBezTo>
                <a:cubicBezTo>
                  <a:pt x="1218732" y="76429"/>
                  <a:pt x="1216710" y="74198"/>
                  <a:pt x="1213736" y="72293"/>
                </a:cubicBezTo>
                <a:cubicBezTo>
                  <a:pt x="1210761" y="70387"/>
                  <a:pt x="1207415" y="69435"/>
                  <a:pt x="1203697" y="69435"/>
                </a:cubicBezTo>
                <a:cubicBezTo>
                  <a:pt x="1197655" y="69435"/>
                  <a:pt x="1192682" y="70782"/>
                  <a:pt x="1188778" y="73478"/>
                </a:cubicBezTo>
                <a:cubicBezTo>
                  <a:pt x="1186361" y="75151"/>
                  <a:pt x="1185153" y="77103"/>
                  <a:pt x="1185153" y="79334"/>
                </a:cubicBezTo>
                <a:cubicBezTo>
                  <a:pt x="1185153" y="81286"/>
                  <a:pt x="1186454" y="83703"/>
                  <a:pt x="1189057" y="86584"/>
                </a:cubicBezTo>
                <a:cubicBezTo>
                  <a:pt x="1192589" y="90581"/>
                  <a:pt x="1194355" y="94439"/>
                  <a:pt x="1194355" y="98157"/>
                </a:cubicBezTo>
                <a:cubicBezTo>
                  <a:pt x="1194355" y="102711"/>
                  <a:pt x="1192659" y="106592"/>
                  <a:pt x="1189266" y="109799"/>
                </a:cubicBezTo>
                <a:cubicBezTo>
                  <a:pt x="1185873" y="113006"/>
                  <a:pt x="1181435" y="114609"/>
                  <a:pt x="1175951" y="114609"/>
                </a:cubicBezTo>
                <a:cubicBezTo>
                  <a:pt x="1170095" y="114609"/>
                  <a:pt x="1165192" y="112843"/>
                  <a:pt x="1161241" y="109311"/>
                </a:cubicBezTo>
                <a:cubicBezTo>
                  <a:pt x="1157291" y="105779"/>
                  <a:pt x="1155316" y="101642"/>
                  <a:pt x="1155316" y="96902"/>
                </a:cubicBezTo>
                <a:cubicBezTo>
                  <a:pt x="1155316" y="90209"/>
                  <a:pt x="1157965" y="83819"/>
                  <a:pt x="1163263" y="77731"/>
                </a:cubicBezTo>
                <a:cubicBezTo>
                  <a:pt x="1168561" y="71642"/>
                  <a:pt x="1175951" y="66971"/>
                  <a:pt x="1185432" y="63718"/>
                </a:cubicBezTo>
                <a:cubicBezTo>
                  <a:pt x="1194913" y="60465"/>
                  <a:pt x="1204766" y="58838"/>
                  <a:pt x="1214990" y="58838"/>
                </a:cubicBezTo>
                <a:cubicBezTo>
                  <a:pt x="1227353" y="58838"/>
                  <a:pt x="1237136" y="61471"/>
                  <a:pt x="1244340" y="66738"/>
                </a:cubicBezTo>
                <a:cubicBezTo>
                  <a:pt x="1251543" y="72001"/>
                  <a:pt x="1256214" y="77707"/>
                  <a:pt x="1258352" y="83857"/>
                </a:cubicBezTo>
                <a:cubicBezTo>
                  <a:pt x="1259653" y="87769"/>
                  <a:pt x="1260304" y="96759"/>
                  <a:pt x="1260304" y="110827"/>
                </a:cubicBezTo>
                <a:lnTo>
                  <a:pt x="1260304" y="161557"/>
                </a:lnTo>
                <a:cubicBezTo>
                  <a:pt x="1260304" y="167520"/>
                  <a:pt x="1260537" y="171272"/>
                  <a:pt x="1261001" y="172811"/>
                </a:cubicBezTo>
                <a:cubicBezTo>
                  <a:pt x="1261466" y="174348"/>
                  <a:pt x="1262163" y="175489"/>
                  <a:pt x="1263093" y="176236"/>
                </a:cubicBezTo>
                <a:cubicBezTo>
                  <a:pt x="1264022" y="176979"/>
                  <a:pt x="1265091" y="177351"/>
                  <a:pt x="1266299" y="177351"/>
                </a:cubicBezTo>
                <a:cubicBezTo>
                  <a:pt x="1268716" y="177351"/>
                  <a:pt x="1271179" y="175632"/>
                  <a:pt x="1273689" y="172192"/>
                </a:cubicBezTo>
                <a:lnTo>
                  <a:pt x="1277872" y="175539"/>
                </a:lnTo>
                <a:cubicBezTo>
                  <a:pt x="1273224" y="182417"/>
                  <a:pt x="1268414" y="187413"/>
                  <a:pt x="1263441" y="190527"/>
                </a:cubicBezTo>
                <a:cubicBezTo>
                  <a:pt x="1258468" y="193641"/>
                  <a:pt x="1252822" y="195198"/>
                  <a:pt x="1246501" y="195198"/>
                </a:cubicBezTo>
                <a:cubicBezTo>
                  <a:pt x="1239065" y="195198"/>
                  <a:pt x="1233255" y="193443"/>
                  <a:pt x="1229072" y="189934"/>
                </a:cubicBezTo>
                <a:cubicBezTo>
                  <a:pt x="1224890" y="186426"/>
                  <a:pt x="1222334" y="181116"/>
                  <a:pt x="1221404" y="174005"/>
                </a:cubicBezTo>
                <a:moveTo>
                  <a:pt x="1221404" y="163687"/>
                </a:moveTo>
                <a:lnTo>
                  <a:pt x="1221404" y="120073"/>
                </a:lnTo>
                <a:cubicBezTo>
                  <a:pt x="1210157" y="126704"/>
                  <a:pt x="1201791" y="133803"/>
                  <a:pt x="1196307" y="141370"/>
                </a:cubicBezTo>
                <a:cubicBezTo>
                  <a:pt x="1192682" y="146413"/>
                  <a:pt x="1190869" y="151503"/>
                  <a:pt x="1190869" y="156642"/>
                </a:cubicBezTo>
                <a:cubicBezTo>
                  <a:pt x="1190869" y="160938"/>
                  <a:pt x="1192403" y="164721"/>
                  <a:pt x="1195471" y="167992"/>
                </a:cubicBezTo>
                <a:cubicBezTo>
                  <a:pt x="1197794" y="170513"/>
                  <a:pt x="1201048" y="171774"/>
                  <a:pt x="1205230" y="171774"/>
                </a:cubicBezTo>
                <a:cubicBezTo>
                  <a:pt x="1209878" y="171774"/>
                  <a:pt x="1215269" y="169079"/>
                  <a:pt x="1221404" y="163687"/>
                </a:cubicBezTo>
                <a:close/>
                <a:moveTo>
                  <a:pt x="1344332" y="62742"/>
                </a:moveTo>
                <a:lnTo>
                  <a:pt x="1344332" y="92301"/>
                </a:lnTo>
                <a:cubicBezTo>
                  <a:pt x="1352977" y="78823"/>
                  <a:pt x="1360552" y="69876"/>
                  <a:pt x="1367059" y="65461"/>
                </a:cubicBezTo>
                <a:cubicBezTo>
                  <a:pt x="1373566" y="61046"/>
                  <a:pt x="1379840" y="58838"/>
                  <a:pt x="1385882" y="58838"/>
                </a:cubicBezTo>
                <a:cubicBezTo>
                  <a:pt x="1391087" y="58838"/>
                  <a:pt x="1395246" y="60447"/>
                  <a:pt x="1398360" y="63666"/>
                </a:cubicBezTo>
                <a:cubicBezTo>
                  <a:pt x="1401474" y="66884"/>
                  <a:pt x="1403031" y="71432"/>
                  <a:pt x="1403031" y="77308"/>
                </a:cubicBezTo>
                <a:cubicBezTo>
                  <a:pt x="1403031" y="83559"/>
                  <a:pt x="1401521" y="88411"/>
                  <a:pt x="1398500" y="91865"/>
                </a:cubicBezTo>
                <a:cubicBezTo>
                  <a:pt x="1395479" y="95316"/>
                  <a:pt x="1391831" y="97041"/>
                  <a:pt x="1387555" y="97041"/>
                </a:cubicBezTo>
                <a:cubicBezTo>
                  <a:pt x="1382628" y="97041"/>
                  <a:pt x="1378353" y="95461"/>
                  <a:pt x="1374727" y="92301"/>
                </a:cubicBezTo>
                <a:cubicBezTo>
                  <a:pt x="1371102" y="89140"/>
                  <a:pt x="1368964" y="87374"/>
                  <a:pt x="1368314" y="87002"/>
                </a:cubicBezTo>
                <a:cubicBezTo>
                  <a:pt x="1367384" y="86445"/>
                  <a:pt x="1366315" y="86166"/>
                  <a:pt x="1365107" y="86166"/>
                </a:cubicBezTo>
                <a:cubicBezTo>
                  <a:pt x="1362411" y="86166"/>
                  <a:pt x="1359855" y="87188"/>
                  <a:pt x="1357438" y="89233"/>
                </a:cubicBezTo>
                <a:cubicBezTo>
                  <a:pt x="1353627" y="92394"/>
                  <a:pt x="1350746" y="96902"/>
                  <a:pt x="1348794" y="102758"/>
                </a:cubicBezTo>
                <a:cubicBezTo>
                  <a:pt x="1345820" y="111774"/>
                  <a:pt x="1344332" y="121720"/>
                  <a:pt x="1344332" y="132595"/>
                </a:cubicBezTo>
                <a:lnTo>
                  <a:pt x="1344332" y="162572"/>
                </a:lnTo>
                <a:lnTo>
                  <a:pt x="1344472" y="170380"/>
                </a:lnTo>
                <a:cubicBezTo>
                  <a:pt x="1344472" y="175678"/>
                  <a:pt x="1344797" y="179071"/>
                  <a:pt x="1345448" y="180558"/>
                </a:cubicBezTo>
                <a:cubicBezTo>
                  <a:pt x="1346563" y="183068"/>
                  <a:pt x="1348213" y="184903"/>
                  <a:pt x="1350397" y="186065"/>
                </a:cubicBezTo>
                <a:cubicBezTo>
                  <a:pt x="1352582" y="187227"/>
                  <a:pt x="1356277" y="187948"/>
                  <a:pt x="1361482" y="188226"/>
                </a:cubicBezTo>
                <a:lnTo>
                  <a:pt x="1361482" y="193246"/>
                </a:lnTo>
                <a:lnTo>
                  <a:pt x="1291071" y="193246"/>
                </a:lnTo>
                <a:lnTo>
                  <a:pt x="1291071" y="188226"/>
                </a:lnTo>
                <a:cubicBezTo>
                  <a:pt x="1296741" y="187762"/>
                  <a:pt x="1300576" y="186205"/>
                  <a:pt x="1302574" y="183556"/>
                </a:cubicBezTo>
                <a:cubicBezTo>
                  <a:pt x="1304572" y="180907"/>
                  <a:pt x="1305572" y="173912"/>
                  <a:pt x="1305572" y="162572"/>
                </a:cubicBezTo>
                <a:lnTo>
                  <a:pt x="1305572" y="90349"/>
                </a:lnTo>
                <a:cubicBezTo>
                  <a:pt x="1305572" y="82866"/>
                  <a:pt x="1305200" y="78097"/>
                  <a:pt x="1304456" y="76040"/>
                </a:cubicBezTo>
                <a:cubicBezTo>
                  <a:pt x="1303527" y="73420"/>
                  <a:pt x="1302179" y="71503"/>
                  <a:pt x="1300413" y="70289"/>
                </a:cubicBezTo>
                <a:cubicBezTo>
                  <a:pt x="1298647" y="69072"/>
                  <a:pt x="1295533" y="68229"/>
                  <a:pt x="1291071" y="67762"/>
                </a:cubicBezTo>
                <a:lnTo>
                  <a:pt x="1291071" y="62742"/>
                </a:lnTo>
                <a:lnTo>
                  <a:pt x="1344332" y="62742"/>
                </a:lnTo>
                <a:close/>
                <a:moveTo>
                  <a:pt x="1521402" y="159535"/>
                </a:moveTo>
                <a:lnTo>
                  <a:pt x="1525724" y="162877"/>
                </a:lnTo>
                <a:cubicBezTo>
                  <a:pt x="1519589" y="174441"/>
                  <a:pt x="1511944" y="183044"/>
                  <a:pt x="1502788" y="188688"/>
                </a:cubicBezTo>
                <a:cubicBezTo>
                  <a:pt x="1493633" y="194329"/>
                  <a:pt x="1483896" y="197150"/>
                  <a:pt x="1473578" y="197150"/>
                </a:cubicBezTo>
                <a:cubicBezTo>
                  <a:pt x="1456197" y="197150"/>
                  <a:pt x="1442300" y="190591"/>
                  <a:pt x="1431890" y="177473"/>
                </a:cubicBezTo>
                <a:cubicBezTo>
                  <a:pt x="1421479" y="164353"/>
                  <a:pt x="1416274" y="148581"/>
                  <a:pt x="1416274" y="130159"/>
                </a:cubicBezTo>
                <a:cubicBezTo>
                  <a:pt x="1416274" y="112385"/>
                  <a:pt x="1421014" y="96754"/>
                  <a:pt x="1430496" y="83264"/>
                </a:cubicBezTo>
                <a:cubicBezTo>
                  <a:pt x="1441929" y="66980"/>
                  <a:pt x="1457684" y="58838"/>
                  <a:pt x="1477761" y="58838"/>
                </a:cubicBezTo>
                <a:cubicBezTo>
                  <a:pt x="1491239" y="58838"/>
                  <a:pt x="1501952" y="62241"/>
                  <a:pt x="1509899" y="69047"/>
                </a:cubicBezTo>
                <a:cubicBezTo>
                  <a:pt x="1517847" y="75850"/>
                  <a:pt x="1521820" y="83446"/>
                  <a:pt x="1521820" y="91834"/>
                </a:cubicBezTo>
                <a:cubicBezTo>
                  <a:pt x="1521820" y="97147"/>
                  <a:pt x="1520217" y="101388"/>
                  <a:pt x="1517010" y="104557"/>
                </a:cubicBezTo>
                <a:cubicBezTo>
                  <a:pt x="1513803" y="107726"/>
                  <a:pt x="1509597" y="109311"/>
                  <a:pt x="1504392" y="109311"/>
                </a:cubicBezTo>
                <a:cubicBezTo>
                  <a:pt x="1498908" y="109311"/>
                  <a:pt x="1494376" y="107492"/>
                  <a:pt x="1490798" y="103856"/>
                </a:cubicBezTo>
                <a:cubicBezTo>
                  <a:pt x="1487219" y="100216"/>
                  <a:pt x="1485011" y="93733"/>
                  <a:pt x="1484175" y="84406"/>
                </a:cubicBezTo>
                <a:cubicBezTo>
                  <a:pt x="1483617" y="78529"/>
                  <a:pt x="1482269" y="74425"/>
                  <a:pt x="1480132" y="72092"/>
                </a:cubicBezTo>
                <a:cubicBezTo>
                  <a:pt x="1477994" y="69763"/>
                  <a:pt x="1475484" y="68598"/>
                  <a:pt x="1472602" y="68598"/>
                </a:cubicBezTo>
                <a:cubicBezTo>
                  <a:pt x="1468141" y="68598"/>
                  <a:pt x="1464330" y="70968"/>
                  <a:pt x="1461169" y="75709"/>
                </a:cubicBezTo>
                <a:cubicBezTo>
                  <a:pt x="1456336" y="82866"/>
                  <a:pt x="1453919" y="93834"/>
                  <a:pt x="1453919" y="108614"/>
                </a:cubicBezTo>
                <a:cubicBezTo>
                  <a:pt x="1453919" y="120883"/>
                  <a:pt x="1455871" y="132618"/>
                  <a:pt x="1459775" y="143819"/>
                </a:cubicBezTo>
                <a:cubicBezTo>
                  <a:pt x="1463679" y="155020"/>
                  <a:pt x="1469024" y="163362"/>
                  <a:pt x="1475809" y="168846"/>
                </a:cubicBezTo>
                <a:cubicBezTo>
                  <a:pt x="1480922" y="172843"/>
                  <a:pt x="1486963" y="174841"/>
                  <a:pt x="1493935" y="174841"/>
                </a:cubicBezTo>
                <a:cubicBezTo>
                  <a:pt x="1498489" y="174841"/>
                  <a:pt x="1502812" y="173775"/>
                  <a:pt x="1506902" y="171643"/>
                </a:cubicBezTo>
                <a:cubicBezTo>
                  <a:pt x="1510991" y="169508"/>
                  <a:pt x="1515825" y="165472"/>
                  <a:pt x="1521402" y="159535"/>
                </a:cubicBezTo>
                <a:close/>
                <a:moveTo>
                  <a:pt x="1593064" y="4183"/>
                </a:moveTo>
                <a:lnTo>
                  <a:pt x="1593064" y="79613"/>
                </a:lnTo>
                <a:cubicBezTo>
                  <a:pt x="1600221" y="72031"/>
                  <a:pt x="1606774" y="66674"/>
                  <a:pt x="1612723" y="63540"/>
                </a:cubicBezTo>
                <a:cubicBezTo>
                  <a:pt x="1618672" y="60405"/>
                  <a:pt x="1624853" y="58838"/>
                  <a:pt x="1631267" y="58838"/>
                </a:cubicBezTo>
                <a:cubicBezTo>
                  <a:pt x="1639447" y="58838"/>
                  <a:pt x="1646441" y="61162"/>
                  <a:pt x="1652251" y="65810"/>
                </a:cubicBezTo>
                <a:cubicBezTo>
                  <a:pt x="1658060" y="70457"/>
                  <a:pt x="1661918" y="75918"/>
                  <a:pt x="1663823" y="82192"/>
                </a:cubicBezTo>
                <a:cubicBezTo>
                  <a:pt x="1665729" y="88466"/>
                  <a:pt x="1666681" y="99040"/>
                  <a:pt x="1666681" y="113912"/>
                </a:cubicBezTo>
                <a:lnTo>
                  <a:pt x="1666681" y="164803"/>
                </a:lnTo>
                <a:cubicBezTo>
                  <a:pt x="1666681" y="174810"/>
                  <a:pt x="1667611" y="181052"/>
                  <a:pt x="1669470" y="183530"/>
                </a:cubicBezTo>
                <a:cubicBezTo>
                  <a:pt x="1671329" y="186007"/>
                  <a:pt x="1675093" y="187573"/>
                  <a:pt x="1680763" y="188226"/>
                </a:cubicBezTo>
                <a:lnTo>
                  <a:pt x="1680763" y="193246"/>
                </a:lnTo>
                <a:lnTo>
                  <a:pt x="1614675" y="193246"/>
                </a:lnTo>
                <a:lnTo>
                  <a:pt x="1614675" y="188226"/>
                </a:lnTo>
                <a:cubicBezTo>
                  <a:pt x="1619323" y="187573"/>
                  <a:pt x="1622808" y="185702"/>
                  <a:pt x="1625132" y="182615"/>
                </a:cubicBezTo>
                <a:cubicBezTo>
                  <a:pt x="1626805" y="180183"/>
                  <a:pt x="1627642" y="174246"/>
                  <a:pt x="1627642" y="164803"/>
                </a:cubicBezTo>
                <a:lnTo>
                  <a:pt x="1627642" y="106753"/>
                </a:lnTo>
                <a:cubicBezTo>
                  <a:pt x="1627642" y="95988"/>
                  <a:pt x="1627223" y="89238"/>
                  <a:pt x="1626387" y="86501"/>
                </a:cubicBezTo>
                <a:cubicBezTo>
                  <a:pt x="1625550" y="83762"/>
                  <a:pt x="1624133" y="81627"/>
                  <a:pt x="1622134" y="80096"/>
                </a:cubicBezTo>
                <a:cubicBezTo>
                  <a:pt x="1620136" y="78566"/>
                  <a:pt x="1617882" y="77800"/>
                  <a:pt x="1615372" y="77800"/>
                </a:cubicBezTo>
                <a:cubicBezTo>
                  <a:pt x="1611654" y="77800"/>
                  <a:pt x="1608029" y="79078"/>
                  <a:pt x="1604497" y="81635"/>
                </a:cubicBezTo>
                <a:cubicBezTo>
                  <a:pt x="1600965" y="84191"/>
                  <a:pt x="1597154" y="88676"/>
                  <a:pt x="1593064" y="95089"/>
                </a:cubicBezTo>
                <a:lnTo>
                  <a:pt x="1593064" y="164803"/>
                </a:lnTo>
                <a:cubicBezTo>
                  <a:pt x="1593064" y="174153"/>
                  <a:pt x="1593761" y="179997"/>
                  <a:pt x="1595155" y="182336"/>
                </a:cubicBezTo>
                <a:cubicBezTo>
                  <a:pt x="1596921" y="185513"/>
                  <a:pt x="1600546" y="187477"/>
                  <a:pt x="1606031" y="188226"/>
                </a:cubicBezTo>
                <a:lnTo>
                  <a:pt x="1606031" y="193246"/>
                </a:lnTo>
                <a:lnTo>
                  <a:pt x="1539942" y="193246"/>
                </a:lnTo>
                <a:lnTo>
                  <a:pt x="1539942" y="188226"/>
                </a:lnTo>
                <a:cubicBezTo>
                  <a:pt x="1545426" y="187666"/>
                  <a:pt x="1549330" y="185890"/>
                  <a:pt x="1551654" y="182898"/>
                </a:cubicBezTo>
                <a:cubicBezTo>
                  <a:pt x="1553234" y="180841"/>
                  <a:pt x="1554024" y="174810"/>
                  <a:pt x="1554024" y="164803"/>
                </a:cubicBezTo>
                <a:lnTo>
                  <a:pt x="1554024" y="32626"/>
                </a:lnTo>
                <a:cubicBezTo>
                  <a:pt x="1554024" y="22654"/>
                  <a:pt x="1553118" y="16445"/>
                  <a:pt x="1551305" y="13999"/>
                </a:cubicBezTo>
                <a:cubicBezTo>
                  <a:pt x="1549493" y="11554"/>
                  <a:pt x="1545705" y="9955"/>
                  <a:pt x="1539942" y="9202"/>
                </a:cubicBezTo>
                <a:lnTo>
                  <a:pt x="1539942" y="4183"/>
                </a:lnTo>
                <a:lnTo>
                  <a:pt x="1593064" y="4183"/>
                </a:lnTo>
                <a:close/>
                <a:moveTo>
                  <a:pt x="1807281" y="123253"/>
                </a:moveTo>
                <a:lnTo>
                  <a:pt x="1735755" y="123253"/>
                </a:lnTo>
                <a:cubicBezTo>
                  <a:pt x="1736591" y="140589"/>
                  <a:pt x="1741192" y="154289"/>
                  <a:pt x="1749558" y="164354"/>
                </a:cubicBezTo>
                <a:cubicBezTo>
                  <a:pt x="1755972" y="172089"/>
                  <a:pt x="1763687" y="175957"/>
                  <a:pt x="1772703" y="175957"/>
                </a:cubicBezTo>
                <a:cubicBezTo>
                  <a:pt x="1778280" y="175957"/>
                  <a:pt x="1783346" y="174400"/>
                  <a:pt x="1787900" y="171286"/>
                </a:cubicBezTo>
                <a:cubicBezTo>
                  <a:pt x="1792455" y="168172"/>
                  <a:pt x="1797335" y="162572"/>
                  <a:pt x="1802540" y="154485"/>
                </a:cubicBezTo>
                <a:lnTo>
                  <a:pt x="1807281" y="157553"/>
                </a:lnTo>
                <a:cubicBezTo>
                  <a:pt x="1800217" y="171960"/>
                  <a:pt x="1792409" y="182161"/>
                  <a:pt x="1783857" y="188157"/>
                </a:cubicBezTo>
                <a:cubicBezTo>
                  <a:pt x="1775306" y="194152"/>
                  <a:pt x="1765406" y="197150"/>
                  <a:pt x="1754159" y="197150"/>
                </a:cubicBezTo>
                <a:cubicBezTo>
                  <a:pt x="1734825" y="197150"/>
                  <a:pt x="1720185" y="189706"/>
                  <a:pt x="1710240" y="174820"/>
                </a:cubicBezTo>
                <a:cubicBezTo>
                  <a:pt x="1702246" y="162817"/>
                  <a:pt x="1698249" y="147931"/>
                  <a:pt x="1698249" y="130159"/>
                </a:cubicBezTo>
                <a:cubicBezTo>
                  <a:pt x="1698249" y="108386"/>
                  <a:pt x="1704128" y="91056"/>
                  <a:pt x="1715886" y="78171"/>
                </a:cubicBezTo>
                <a:cubicBezTo>
                  <a:pt x="1727645" y="65282"/>
                  <a:pt x="1741425" y="58838"/>
                  <a:pt x="1757227" y="58838"/>
                </a:cubicBezTo>
                <a:cubicBezTo>
                  <a:pt x="1770426" y="58838"/>
                  <a:pt x="1781882" y="64253"/>
                  <a:pt x="1791595" y="75081"/>
                </a:cubicBezTo>
                <a:cubicBezTo>
                  <a:pt x="1801309" y="85910"/>
                  <a:pt x="1806537" y="101968"/>
                  <a:pt x="1807281" y="123253"/>
                </a:cubicBezTo>
                <a:moveTo>
                  <a:pt x="1772982" y="114051"/>
                </a:moveTo>
                <a:cubicBezTo>
                  <a:pt x="1772982" y="99086"/>
                  <a:pt x="1772168" y="88815"/>
                  <a:pt x="1770542" y="83238"/>
                </a:cubicBezTo>
                <a:cubicBezTo>
                  <a:pt x="1768915" y="77661"/>
                  <a:pt x="1766382" y="73432"/>
                  <a:pt x="1762943" y="70550"/>
                </a:cubicBezTo>
                <a:cubicBezTo>
                  <a:pt x="1760991" y="68877"/>
                  <a:pt x="1758388" y="68040"/>
                  <a:pt x="1755135" y="68040"/>
                </a:cubicBezTo>
                <a:cubicBezTo>
                  <a:pt x="1750302" y="68040"/>
                  <a:pt x="1746351" y="70411"/>
                  <a:pt x="1743284" y="75151"/>
                </a:cubicBezTo>
                <a:cubicBezTo>
                  <a:pt x="1737800" y="83424"/>
                  <a:pt x="1735058" y="94764"/>
                  <a:pt x="1735058" y="109171"/>
                </a:cubicBezTo>
                <a:lnTo>
                  <a:pt x="1735058" y="114051"/>
                </a:lnTo>
                <a:lnTo>
                  <a:pt x="1772982" y="114051"/>
                </a:lnTo>
                <a:close/>
                <a:moveTo>
                  <a:pt x="1875736" y="62742"/>
                </a:moveTo>
                <a:lnTo>
                  <a:pt x="1875736" y="92301"/>
                </a:lnTo>
                <a:cubicBezTo>
                  <a:pt x="1884380" y="78823"/>
                  <a:pt x="1891956" y="69876"/>
                  <a:pt x="1898463" y="65461"/>
                </a:cubicBezTo>
                <a:cubicBezTo>
                  <a:pt x="1904969" y="61046"/>
                  <a:pt x="1911243" y="58838"/>
                  <a:pt x="1917285" y="58838"/>
                </a:cubicBezTo>
                <a:cubicBezTo>
                  <a:pt x="1922490" y="58838"/>
                  <a:pt x="1926650" y="60447"/>
                  <a:pt x="1929764" y="63666"/>
                </a:cubicBezTo>
                <a:cubicBezTo>
                  <a:pt x="1932878" y="66884"/>
                  <a:pt x="1934435" y="71432"/>
                  <a:pt x="1934435" y="77308"/>
                </a:cubicBezTo>
                <a:cubicBezTo>
                  <a:pt x="1934435" y="83559"/>
                  <a:pt x="1932924" y="88411"/>
                  <a:pt x="1929903" y="91865"/>
                </a:cubicBezTo>
                <a:cubicBezTo>
                  <a:pt x="1926882" y="95316"/>
                  <a:pt x="1923234" y="97041"/>
                  <a:pt x="1918958" y="97041"/>
                </a:cubicBezTo>
                <a:cubicBezTo>
                  <a:pt x="1914032" y="97041"/>
                  <a:pt x="1909756" y="95461"/>
                  <a:pt x="1906131" y="92301"/>
                </a:cubicBezTo>
                <a:cubicBezTo>
                  <a:pt x="1902506" y="89140"/>
                  <a:pt x="1900368" y="87374"/>
                  <a:pt x="1899717" y="87002"/>
                </a:cubicBezTo>
                <a:cubicBezTo>
                  <a:pt x="1898788" y="86445"/>
                  <a:pt x="1897719" y="86166"/>
                  <a:pt x="1896511" y="86166"/>
                </a:cubicBezTo>
                <a:cubicBezTo>
                  <a:pt x="1893815" y="86166"/>
                  <a:pt x="1891259" y="87188"/>
                  <a:pt x="1888842" y="89233"/>
                </a:cubicBezTo>
                <a:cubicBezTo>
                  <a:pt x="1885031" y="92394"/>
                  <a:pt x="1882150" y="96902"/>
                  <a:pt x="1880198" y="102758"/>
                </a:cubicBezTo>
                <a:cubicBezTo>
                  <a:pt x="1877223" y="111774"/>
                  <a:pt x="1875736" y="121720"/>
                  <a:pt x="1875736" y="132595"/>
                </a:cubicBezTo>
                <a:lnTo>
                  <a:pt x="1875736" y="162572"/>
                </a:lnTo>
                <a:lnTo>
                  <a:pt x="1875875" y="170380"/>
                </a:lnTo>
                <a:cubicBezTo>
                  <a:pt x="1875875" y="175678"/>
                  <a:pt x="1876201" y="179071"/>
                  <a:pt x="1876851" y="180558"/>
                </a:cubicBezTo>
                <a:cubicBezTo>
                  <a:pt x="1877967" y="183068"/>
                  <a:pt x="1879617" y="184903"/>
                  <a:pt x="1881801" y="186065"/>
                </a:cubicBezTo>
                <a:cubicBezTo>
                  <a:pt x="1883985" y="187227"/>
                  <a:pt x="1887680" y="187948"/>
                  <a:pt x="1892885" y="188226"/>
                </a:cubicBezTo>
                <a:lnTo>
                  <a:pt x="1892885" y="193246"/>
                </a:lnTo>
                <a:lnTo>
                  <a:pt x="1822475" y="193246"/>
                </a:lnTo>
                <a:lnTo>
                  <a:pt x="1822475" y="188226"/>
                </a:lnTo>
                <a:cubicBezTo>
                  <a:pt x="1828145" y="187762"/>
                  <a:pt x="1831979" y="186205"/>
                  <a:pt x="1833978" y="183556"/>
                </a:cubicBezTo>
                <a:cubicBezTo>
                  <a:pt x="1835976" y="180907"/>
                  <a:pt x="1836975" y="173912"/>
                  <a:pt x="1836975" y="162572"/>
                </a:cubicBezTo>
                <a:lnTo>
                  <a:pt x="1836975" y="90349"/>
                </a:lnTo>
                <a:cubicBezTo>
                  <a:pt x="1836975" y="82866"/>
                  <a:pt x="1836603" y="78097"/>
                  <a:pt x="1835860" y="76040"/>
                </a:cubicBezTo>
                <a:cubicBezTo>
                  <a:pt x="1834930" y="73420"/>
                  <a:pt x="1833582" y="71503"/>
                  <a:pt x="1831816" y="70289"/>
                </a:cubicBezTo>
                <a:cubicBezTo>
                  <a:pt x="1830050" y="69072"/>
                  <a:pt x="1826936" y="68229"/>
                  <a:pt x="1822475" y="67762"/>
                </a:cubicBezTo>
                <a:lnTo>
                  <a:pt x="1822475" y="62742"/>
                </a:lnTo>
                <a:lnTo>
                  <a:pt x="1875736" y="6274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✓">
            <a:extLst xmlns:a="http://schemas.openxmlformats.org/drawingml/2006/main">
              <a:ext uri="{FF2B5EF4-FFF2-40B4-BE49-F238E27FC236}">
                <a16:creationId xmlns:a16="http://schemas.microsoft.com/office/drawing/2014/main" id="{F3EDE2F2-1C7C-46C2-BBCB-129583D0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1013" y="2369951"/>
            <a:ext cx="301036" cy="286061"/>
          </a:xfrm>
          <a:custGeom xmlns:a="http://schemas.openxmlformats.org/drawingml/2006/main">
            <a:pathLst>
              <a:path w="301036" h="286061">
                <a:moveTo>
                  <a:pt x="293440" y="0"/>
                </a:moveTo>
                <a:lnTo>
                  <a:pt x="301036" y="10859"/>
                </a:lnTo>
                <a:cubicBezTo>
                  <a:pt x="270072" y="34173"/>
                  <a:pt x="235635" y="70084"/>
                  <a:pt x="197725" y="118593"/>
                </a:cubicBezTo>
                <a:cubicBezTo>
                  <a:pt x="159815" y="167102"/>
                  <a:pt x="130876" y="212425"/>
                  <a:pt x="110908" y="254562"/>
                </a:cubicBezTo>
                <a:lnTo>
                  <a:pt x="94847" y="265421"/>
                </a:lnTo>
                <a:cubicBezTo>
                  <a:pt x="81535" y="274691"/>
                  <a:pt x="72492" y="281571"/>
                  <a:pt x="67717" y="286061"/>
                </a:cubicBezTo>
                <a:cubicBezTo>
                  <a:pt x="65836" y="279255"/>
                  <a:pt x="61712" y="268105"/>
                  <a:pt x="55346" y="252609"/>
                </a:cubicBezTo>
                <a:lnTo>
                  <a:pt x="49268" y="238488"/>
                </a:lnTo>
                <a:cubicBezTo>
                  <a:pt x="40587" y="218217"/>
                  <a:pt x="32520" y="203232"/>
                  <a:pt x="25068" y="193533"/>
                </a:cubicBezTo>
                <a:cubicBezTo>
                  <a:pt x="17617" y="183830"/>
                  <a:pt x="9260" y="177384"/>
                  <a:pt x="0" y="174196"/>
                </a:cubicBezTo>
                <a:cubicBezTo>
                  <a:pt x="15627" y="157615"/>
                  <a:pt x="29952" y="149324"/>
                  <a:pt x="42974" y="149324"/>
                </a:cubicBezTo>
                <a:cubicBezTo>
                  <a:pt x="54116" y="149324"/>
                  <a:pt x="66487" y="164483"/>
                  <a:pt x="80088" y="194801"/>
                </a:cubicBezTo>
                <a:lnTo>
                  <a:pt x="86817" y="210035"/>
                </a:lnTo>
                <a:cubicBezTo>
                  <a:pt x="111270" y="168766"/>
                  <a:pt x="142669" y="128656"/>
                  <a:pt x="181013" y="89706"/>
                </a:cubicBezTo>
                <a:cubicBezTo>
                  <a:pt x="219357" y="50752"/>
                  <a:pt x="256832" y="20850"/>
                  <a:pt x="293440" y="0"/>
                </a:cubicBezTo>
                <a:close/>
              </a:path>
            </a:pathLst>
          </a:custGeom>
          <a:solidFill xmlns:a="http://schemas.openxmlformats.org/drawingml/2006/main">
            <a:srgbClr val="4EA72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516D4-6442-4DE3-B74B-DABA3544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592" y="923978"/>
            <a:ext cx="787157" cy="377873"/>
          </a:xfrm>
          <a:custGeom xmlns:a="http://schemas.openxmlformats.org/drawingml/2006/main">
            <a:pathLst>
              <a:path w="787157" h="377873">
                <a:moveTo>
                  <a:pt x="0" y="377873"/>
                </a:moveTo>
                <a:lnTo>
                  <a:pt x="0" y="0"/>
                </a:lnTo>
                <a:lnTo>
                  <a:pt x="787157" y="0"/>
                </a:lnTo>
                <a:lnTo>
                  <a:pt x="787157" y="377873"/>
                </a:lnTo>
                <a:lnTo>
                  <a:pt x="0" y="377873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04DEB-C177-4CA2-B7D1-83799D6E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8592" y="923978"/>
            <a:ext cx="787157" cy="377873"/>
          </a:xfrm>
          <a:custGeom xmlns:a="http://schemas.openxmlformats.org/drawingml/2006/main">
            <a:pathLst>
              <a:path w="787157" h="377873" fill="none">
                <a:moveTo>
                  <a:pt x="0" y="377873"/>
                </a:moveTo>
                <a:lnTo>
                  <a:pt x="787157" y="377873"/>
                </a:lnTo>
                <a:lnTo>
                  <a:pt x="787157" y="0"/>
                </a:lnTo>
                <a:lnTo>
                  <a:pt x="0" y="0"/>
                </a:lnTo>
                <a:lnTo>
                  <a:pt x="0" y="3778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70" name="Text Tactic">
            <a:extLst xmlns:a="http://schemas.openxmlformats.org/drawingml/2006/main">
              <a:ext uri="{FF2B5EF4-FFF2-40B4-BE49-F238E27FC236}">
                <a16:creationId xmlns:a16="http://schemas.microsoft.com/office/drawing/2014/main" id="{330A82D2-8F1E-451A-9619-A858DE87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2733" y="1036434"/>
            <a:ext cx="568907" cy="153120"/>
          </a:xfrm>
          <a:custGeom xmlns:a="http://schemas.openxmlformats.org/drawingml/2006/main">
            <a:pathLst>
              <a:path w="568907" h="153120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01042" y="135144"/>
                </a:moveTo>
                <a:cubicBezTo>
                  <a:pt x="188697" y="146117"/>
                  <a:pt x="177615" y="151604"/>
                  <a:pt x="167797" y="151604"/>
                </a:cubicBezTo>
                <a:cubicBezTo>
                  <a:pt x="162022" y="151604"/>
                  <a:pt x="157221" y="149703"/>
                  <a:pt x="153395" y="145902"/>
                </a:cubicBezTo>
                <a:cubicBezTo>
                  <a:pt x="149568" y="142098"/>
                  <a:pt x="147655" y="137336"/>
                  <a:pt x="147655" y="131614"/>
                </a:cubicBezTo>
                <a:cubicBezTo>
                  <a:pt x="147655" y="123863"/>
                  <a:pt x="150976" y="116890"/>
                  <a:pt x="157618" y="110698"/>
                </a:cubicBezTo>
                <a:cubicBezTo>
                  <a:pt x="164260" y="104505"/>
                  <a:pt x="178734" y="96266"/>
                  <a:pt x="201042" y="85981"/>
                </a:cubicBezTo>
                <a:lnTo>
                  <a:pt x="201042" y="75802"/>
                </a:lnTo>
                <a:cubicBezTo>
                  <a:pt x="201042" y="68149"/>
                  <a:pt x="200626" y="63331"/>
                  <a:pt x="199796" y="61345"/>
                </a:cubicBezTo>
                <a:cubicBezTo>
                  <a:pt x="198966" y="59360"/>
                  <a:pt x="197396" y="57627"/>
                  <a:pt x="195086" y="56147"/>
                </a:cubicBezTo>
                <a:cubicBezTo>
                  <a:pt x="192776" y="54668"/>
                  <a:pt x="190177" y="53928"/>
                  <a:pt x="187289" y="53928"/>
                </a:cubicBezTo>
                <a:cubicBezTo>
                  <a:pt x="182596" y="53928"/>
                  <a:pt x="178734" y="54974"/>
                  <a:pt x="175702" y="57068"/>
                </a:cubicBezTo>
                <a:cubicBezTo>
                  <a:pt x="173825" y="58367"/>
                  <a:pt x="172887" y="59883"/>
                  <a:pt x="172887" y="61616"/>
                </a:cubicBezTo>
                <a:cubicBezTo>
                  <a:pt x="172887" y="63132"/>
                  <a:pt x="173897" y="65009"/>
                  <a:pt x="175919" y="67247"/>
                </a:cubicBezTo>
                <a:cubicBezTo>
                  <a:pt x="178662" y="70351"/>
                  <a:pt x="180034" y="73347"/>
                  <a:pt x="180034" y="76235"/>
                </a:cubicBezTo>
                <a:cubicBezTo>
                  <a:pt x="180034" y="79772"/>
                  <a:pt x="178716" y="82786"/>
                  <a:pt x="176081" y="85277"/>
                </a:cubicBezTo>
                <a:cubicBezTo>
                  <a:pt x="173446" y="87768"/>
                  <a:pt x="169999" y="89013"/>
                  <a:pt x="165740" y="89013"/>
                </a:cubicBezTo>
                <a:cubicBezTo>
                  <a:pt x="161191" y="89013"/>
                  <a:pt x="157383" y="87641"/>
                  <a:pt x="154315" y="84898"/>
                </a:cubicBezTo>
                <a:cubicBezTo>
                  <a:pt x="151247" y="82155"/>
                  <a:pt x="149713" y="78942"/>
                  <a:pt x="149713" y="75260"/>
                </a:cubicBezTo>
                <a:cubicBezTo>
                  <a:pt x="149713" y="70063"/>
                  <a:pt x="151770" y="65099"/>
                  <a:pt x="155885" y="60371"/>
                </a:cubicBezTo>
                <a:cubicBezTo>
                  <a:pt x="160000" y="55642"/>
                  <a:pt x="165740" y="52014"/>
                  <a:pt x="173103" y="49488"/>
                </a:cubicBezTo>
                <a:cubicBezTo>
                  <a:pt x="180467" y="46961"/>
                  <a:pt x="188119" y="45698"/>
                  <a:pt x="196060" y="45698"/>
                </a:cubicBezTo>
                <a:cubicBezTo>
                  <a:pt x="205662" y="45698"/>
                  <a:pt x="213260" y="47743"/>
                  <a:pt x="218855" y="51833"/>
                </a:cubicBezTo>
                <a:cubicBezTo>
                  <a:pt x="224450" y="55921"/>
                  <a:pt x="228078" y="60353"/>
                  <a:pt x="229738" y="65129"/>
                </a:cubicBezTo>
                <a:cubicBezTo>
                  <a:pt x="230749" y="68167"/>
                  <a:pt x="231254" y="75150"/>
                  <a:pt x="231254" y="86076"/>
                </a:cubicBezTo>
                <a:lnTo>
                  <a:pt x="231254" y="125476"/>
                </a:lnTo>
                <a:cubicBezTo>
                  <a:pt x="231254" y="130107"/>
                  <a:pt x="231434" y="133021"/>
                  <a:pt x="231795" y="134217"/>
                </a:cubicBezTo>
                <a:cubicBezTo>
                  <a:pt x="232156" y="135410"/>
                  <a:pt x="232698" y="136297"/>
                  <a:pt x="233420" y="136876"/>
                </a:cubicBezTo>
                <a:cubicBezTo>
                  <a:pt x="234142" y="137454"/>
                  <a:pt x="234972" y="137743"/>
                  <a:pt x="235910" y="137743"/>
                </a:cubicBezTo>
                <a:cubicBezTo>
                  <a:pt x="237787" y="137743"/>
                  <a:pt x="239700" y="136407"/>
                  <a:pt x="241650" y="133736"/>
                </a:cubicBezTo>
                <a:lnTo>
                  <a:pt x="244898" y="136335"/>
                </a:lnTo>
                <a:cubicBezTo>
                  <a:pt x="241289" y="141677"/>
                  <a:pt x="237553" y="145558"/>
                  <a:pt x="233690" y="147976"/>
                </a:cubicBezTo>
                <a:cubicBezTo>
                  <a:pt x="229828" y="150394"/>
                  <a:pt x="225443" y="151604"/>
                  <a:pt x="220533" y="151604"/>
                </a:cubicBezTo>
                <a:cubicBezTo>
                  <a:pt x="214758" y="151604"/>
                  <a:pt x="210246" y="150241"/>
                  <a:pt x="206997" y="147516"/>
                </a:cubicBezTo>
                <a:cubicBezTo>
                  <a:pt x="203749" y="144791"/>
                  <a:pt x="201763" y="140667"/>
                  <a:pt x="201042" y="135144"/>
                </a:cubicBezTo>
                <a:moveTo>
                  <a:pt x="201042" y="127130"/>
                </a:moveTo>
                <a:lnTo>
                  <a:pt x="201042" y="93257"/>
                </a:lnTo>
                <a:cubicBezTo>
                  <a:pt x="192306" y="98407"/>
                  <a:pt x="185809" y="103921"/>
                  <a:pt x="181550" y="109798"/>
                </a:cubicBezTo>
                <a:cubicBezTo>
                  <a:pt x="178734" y="113714"/>
                  <a:pt x="177326" y="117668"/>
                  <a:pt x="177326" y="121659"/>
                </a:cubicBezTo>
                <a:cubicBezTo>
                  <a:pt x="177326" y="124995"/>
                  <a:pt x="178518" y="127934"/>
                  <a:pt x="180900" y="130474"/>
                </a:cubicBezTo>
                <a:cubicBezTo>
                  <a:pt x="182705" y="132432"/>
                  <a:pt x="185231" y="133411"/>
                  <a:pt x="188480" y="133411"/>
                </a:cubicBezTo>
                <a:cubicBezTo>
                  <a:pt x="192090" y="133411"/>
                  <a:pt x="196277" y="131318"/>
                  <a:pt x="201042" y="127130"/>
                </a:cubicBezTo>
                <a:close/>
                <a:moveTo>
                  <a:pt x="337345" y="123906"/>
                </a:moveTo>
                <a:lnTo>
                  <a:pt x="340702" y="126501"/>
                </a:lnTo>
                <a:cubicBezTo>
                  <a:pt x="335937" y="135482"/>
                  <a:pt x="329999" y="142165"/>
                  <a:pt x="322888" y="146548"/>
                </a:cubicBezTo>
                <a:cubicBezTo>
                  <a:pt x="315777" y="150929"/>
                  <a:pt x="308215" y="153120"/>
                  <a:pt x="300202" y="153120"/>
                </a:cubicBezTo>
                <a:cubicBezTo>
                  <a:pt x="286702" y="153120"/>
                  <a:pt x="275909" y="148026"/>
                  <a:pt x="267824" y="137837"/>
                </a:cubicBezTo>
                <a:cubicBezTo>
                  <a:pt x="259738" y="127647"/>
                  <a:pt x="255695" y="115398"/>
                  <a:pt x="255695" y="101091"/>
                </a:cubicBezTo>
                <a:cubicBezTo>
                  <a:pt x="255695" y="87286"/>
                  <a:pt x="259377" y="75145"/>
                  <a:pt x="266741" y="64668"/>
                </a:cubicBezTo>
                <a:cubicBezTo>
                  <a:pt x="275620" y="52021"/>
                  <a:pt x="287857" y="45698"/>
                  <a:pt x="303450" y="45698"/>
                </a:cubicBezTo>
                <a:cubicBezTo>
                  <a:pt x="313918" y="45698"/>
                  <a:pt x="322239" y="48341"/>
                  <a:pt x="328411" y="53626"/>
                </a:cubicBezTo>
                <a:cubicBezTo>
                  <a:pt x="334583" y="58910"/>
                  <a:pt x="337670" y="64809"/>
                  <a:pt x="337670" y="71325"/>
                </a:cubicBezTo>
                <a:cubicBezTo>
                  <a:pt x="337670" y="75451"/>
                  <a:pt x="336424" y="78745"/>
                  <a:pt x="333934" y="81206"/>
                </a:cubicBezTo>
                <a:cubicBezTo>
                  <a:pt x="331443" y="83667"/>
                  <a:pt x="328176" y="84898"/>
                  <a:pt x="324134" y="84898"/>
                </a:cubicBezTo>
                <a:cubicBezTo>
                  <a:pt x="319874" y="84898"/>
                  <a:pt x="316355" y="83486"/>
                  <a:pt x="313575" y="80661"/>
                </a:cubicBezTo>
                <a:cubicBezTo>
                  <a:pt x="310796" y="77834"/>
                  <a:pt x="309081" y="72799"/>
                  <a:pt x="308432" y="65555"/>
                </a:cubicBezTo>
                <a:cubicBezTo>
                  <a:pt x="307999" y="60991"/>
                  <a:pt x="306952" y="57803"/>
                  <a:pt x="305291" y="55992"/>
                </a:cubicBezTo>
                <a:cubicBezTo>
                  <a:pt x="303631" y="54183"/>
                  <a:pt x="301682" y="53278"/>
                  <a:pt x="299444" y="53278"/>
                </a:cubicBezTo>
                <a:cubicBezTo>
                  <a:pt x="295979" y="53278"/>
                  <a:pt x="293019" y="55119"/>
                  <a:pt x="290564" y="58801"/>
                </a:cubicBezTo>
                <a:cubicBezTo>
                  <a:pt x="286810" y="64359"/>
                  <a:pt x="284933" y="72878"/>
                  <a:pt x="284933" y="84357"/>
                </a:cubicBezTo>
                <a:cubicBezTo>
                  <a:pt x="284933" y="93886"/>
                  <a:pt x="286449" y="103000"/>
                  <a:pt x="289481" y="111699"/>
                </a:cubicBezTo>
                <a:cubicBezTo>
                  <a:pt x="292513" y="120399"/>
                  <a:pt x="296664" y="126878"/>
                  <a:pt x="301934" y="131137"/>
                </a:cubicBezTo>
                <a:cubicBezTo>
                  <a:pt x="305905" y="134241"/>
                  <a:pt x="310598" y="135794"/>
                  <a:pt x="316012" y="135794"/>
                </a:cubicBezTo>
                <a:cubicBezTo>
                  <a:pt x="319549" y="135794"/>
                  <a:pt x="322906" y="134966"/>
                  <a:pt x="326083" y="133310"/>
                </a:cubicBezTo>
                <a:cubicBezTo>
                  <a:pt x="329259" y="131652"/>
                  <a:pt x="333013" y="128517"/>
                  <a:pt x="337345" y="123906"/>
                </a:cubicBezTo>
                <a:close/>
                <a:moveTo>
                  <a:pt x="390923" y="11479"/>
                </a:moveTo>
                <a:lnTo>
                  <a:pt x="390923" y="48730"/>
                </a:lnTo>
                <a:lnTo>
                  <a:pt x="414963" y="48730"/>
                </a:lnTo>
                <a:lnTo>
                  <a:pt x="414963" y="59342"/>
                </a:lnTo>
                <a:lnTo>
                  <a:pt x="390923" y="59342"/>
                </a:lnTo>
                <a:lnTo>
                  <a:pt x="390923" y="121994"/>
                </a:lnTo>
                <a:cubicBezTo>
                  <a:pt x="390923" y="127857"/>
                  <a:pt x="391194" y="131639"/>
                  <a:pt x="391735" y="133340"/>
                </a:cubicBezTo>
                <a:cubicBezTo>
                  <a:pt x="392277" y="135041"/>
                  <a:pt x="393233" y="136417"/>
                  <a:pt x="394605" y="137469"/>
                </a:cubicBezTo>
                <a:cubicBezTo>
                  <a:pt x="395977" y="138518"/>
                  <a:pt x="397240" y="139042"/>
                  <a:pt x="398395" y="139042"/>
                </a:cubicBezTo>
                <a:cubicBezTo>
                  <a:pt x="403088" y="139042"/>
                  <a:pt x="407527" y="135433"/>
                  <a:pt x="411715" y="128213"/>
                </a:cubicBezTo>
                <a:lnTo>
                  <a:pt x="414963" y="130619"/>
                </a:lnTo>
                <a:cubicBezTo>
                  <a:pt x="409116" y="144609"/>
                  <a:pt x="399622" y="151604"/>
                  <a:pt x="386483" y="151604"/>
                </a:cubicBezTo>
                <a:cubicBezTo>
                  <a:pt x="380058" y="151604"/>
                  <a:pt x="374626" y="149811"/>
                  <a:pt x="370186" y="146226"/>
                </a:cubicBezTo>
                <a:cubicBezTo>
                  <a:pt x="365746" y="142639"/>
                  <a:pt x="362913" y="138636"/>
                  <a:pt x="361685" y="134217"/>
                </a:cubicBezTo>
                <a:cubicBezTo>
                  <a:pt x="360963" y="131753"/>
                  <a:pt x="360602" y="125088"/>
                  <a:pt x="360602" y="114220"/>
                </a:cubicBezTo>
                <a:lnTo>
                  <a:pt x="360602" y="59342"/>
                </a:lnTo>
                <a:lnTo>
                  <a:pt x="347391" y="59342"/>
                </a:lnTo>
                <a:lnTo>
                  <a:pt x="347391" y="55542"/>
                </a:lnTo>
                <a:cubicBezTo>
                  <a:pt x="356487" y="49103"/>
                  <a:pt x="364230" y="42338"/>
                  <a:pt x="370619" y="35248"/>
                </a:cubicBezTo>
                <a:cubicBezTo>
                  <a:pt x="377008" y="28157"/>
                  <a:pt x="382585" y="20234"/>
                  <a:pt x="387350" y="11479"/>
                </a:cubicBezTo>
                <a:lnTo>
                  <a:pt x="390923" y="11479"/>
                </a:lnTo>
                <a:close/>
                <a:moveTo>
                  <a:pt x="447413" y="0"/>
                </a:moveTo>
                <a:cubicBezTo>
                  <a:pt x="452105" y="0"/>
                  <a:pt x="456076" y="1648"/>
                  <a:pt x="459325" y="4944"/>
                </a:cubicBezTo>
                <a:cubicBezTo>
                  <a:pt x="462573" y="8238"/>
                  <a:pt x="464198" y="12203"/>
                  <a:pt x="464198" y="16839"/>
                </a:cubicBezTo>
                <a:cubicBezTo>
                  <a:pt x="464198" y="21475"/>
                  <a:pt x="462555" y="25423"/>
                  <a:pt x="459271" y="28683"/>
                </a:cubicBezTo>
                <a:cubicBezTo>
                  <a:pt x="455986" y="31941"/>
                  <a:pt x="452033" y="33569"/>
                  <a:pt x="447413" y="33569"/>
                </a:cubicBezTo>
                <a:cubicBezTo>
                  <a:pt x="442793" y="33569"/>
                  <a:pt x="438858" y="31941"/>
                  <a:pt x="435610" y="28683"/>
                </a:cubicBezTo>
                <a:cubicBezTo>
                  <a:pt x="432361" y="25423"/>
                  <a:pt x="430737" y="21475"/>
                  <a:pt x="430737" y="16839"/>
                </a:cubicBezTo>
                <a:cubicBezTo>
                  <a:pt x="430737" y="12203"/>
                  <a:pt x="432361" y="8238"/>
                  <a:pt x="435610" y="4944"/>
                </a:cubicBezTo>
                <a:cubicBezTo>
                  <a:pt x="438858" y="1648"/>
                  <a:pt x="442793" y="0"/>
                  <a:pt x="447413" y="0"/>
                </a:cubicBezTo>
                <a:moveTo>
                  <a:pt x="462573" y="48730"/>
                </a:moveTo>
                <a:lnTo>
                  <a:pt x="462573" y="129080"/>
                </a:lnTo>
                <a:cubicBezTo>
                  <a:pt x="462573" y="136227"/>
                  <a:pt x="463404" y="140793"/>
                  <a:pt x="465064" y="142778"/>
                </a:cubicBezTo>
                <a:cubicBezTo>
                  <a:pt x="466724" y="144763"/>
                  <a:pt x="469973" y="145900"/>
                  <a:pt x="474810" y="146189"/>
                </a:cubicBezTo>
                <a:lnTo>
                  <a:pt x="474810" y="150088"/>
                </a:lnTo>
                <a:lnTo>
                  <a:pt x="420124" y="150088"/>
                </a:lnTo>
                <a:lnTo>
                  <a:pt x="420124" y="146189"/>
                </a:lnTo>
                <a:cubicBezTo>
                  <a:pt x="424600" y="146045"/>
                  <a:pt x="427921" y="144745"/>
                  <a:pt x="430087" y="142291"/>
                </a:cubicBezTo>
                <a:cubicBezTo>
                  <a:pt x="431531" y="140630"/>
                  <a:pt x="432253" y="136227"/>
                  <a:pt x="432253" y="129080"/>
                </a:cubicBezTo>
                <a:lnTo>
                  <a:pt x="432253" y="69954"/>
                </a:lnTo>
                <a:cubicBezTo>
                  <a:pt x="432253" y="62717"/>
                  <a:pt x="431422" y="58093"/>
                  <a:pt x="429762" y="56083"/>
                </a:cubicBezTo>
                <a:cubicBezTo>
                  <a:pt x="428102" y="54073"/>
                  <a:pt x="424889" y="52921"/>
                  <a:pt x="420124" y="52628"/>
                </a:cubicBezTo>
                <a:lnTo>
                  <a:pt x="420124" y="48730"/>
                </a:lnTo>
                <a:lnTo>
                  <a:pt x="462573" y="48730"/>
                </a:lnTo>
                <a:close/>
                <a:moveTo>
                  <a:pt x="565550" y="123906"/>
                </a:moveTo>
                <a:lnTo>
                  <a:pt x="568907" y="126501"/>
                </a:lnTo>
                <a:cubicBezTo>
                  <a:pt x="564142" y="135482"/>
                  <a:pt x="558204" y="142165"/>
                  <a:pt x="551093" y="146548"/>
                </a:cubicBezTo>
                <a:cubicBezTo>
                  <a:pt x="543982" y="150929"/>
                  <a:pt x="536420" y="153120"/>
                  <a:pt x="528407" y="153120"/>
                </a:cubicBezTo>
                <a:cubicBezTo>
                  <a:pt x="514907" y="153120"/>
                  <a:pt x="504114" y="148026"/>
                  <a:pt x="496029" y="137837"/>
                </a:cubicBezTo>
                <a:cubicBezTo>
                  <a:pt x="487943" y="127647"/>
                  <a:pt x="483900" y="115398"/>
                  <a:pt x="483900" y="101091"/>
                </a:cubicBezTo>
                <a:cubicBezTo>
                  <a:pt x="483900" y="87286"/>
                  <a:pt x="487582" y="75145"/>
                  <a:pt x="494946" y="64668"/>
                </a:cubicBezTo>
                <a:cubicBezTo>
                  <a:pt x="503825" y="52021"/>
                  <a:pt x="516062" y="45698"/>
                  <a:pt x="531656" y="45698"/>
                </a:cubicBezTo>
                <a:cubicBezTo>
                  <a:pt x="542123" y="45698"/>
                  <a:pt x="550444" y="48341"/>
                  <a:pt x="556616" y="53626"/>
                </a:cubicBezTo>
                <a:cubicBezTo>
                  <a:pt x="562788" y="58910"/>
                  <a:pt x="565875" y="64809"/>
                  <a:pt x="565875" y="71325"/>
                </a:cubicBezTo>
                <a:cubicBezTo>
                  <a:pt x="565875" y="75451"/>
                  <a:pt x="564629" y="78745"/>
                  <a:pt x="562139" y="81206"/>
                </a:cubicBezTo>
                <a:cubicBezTo>
                  <a:pt x="559648" y="83667"/>
                  <a:pt x="556381" y="84898"/>
                  <a:pt x="552339" y="84898"/>
                </a:cubicBezTo>
                <a:cubicBezTo>
                  <a:pt x="548079" y="84898"/>
                  <a:pt x="544560" y="83486"/>
                  <a:pt x="541781" y="80661"/>
                </a:cubicBezTo>
                <a:cubicBezTo>
                  <a:pt x="539001" y="77834"/>
                  <a:pt x="537287" y="72799"/>
                  <a:pt x="536637" y="65555"/>
                </a:cubicBezTo>
                <a:cubicBezTo>
                  <a:pt x="536204" y="60991"/>
                  <a:pt x="535157" y="57803"/>
                  <a:pt x="533496" y="55992"/>
                </a:cubicBezTo>
                <a:cubicBezTo>
                  <a:pt x="531836" y="54183"/>
                  <a:pt x="529887" y="53278"/>
                  <a:pt x="527649" y="53278"/>
                </a:cubicBezTo>
                <a:cubicBezTo>
                  <a:pt x="524184" y="53278"/>
                  <a:pt x="521224" y="55119"/>
                  <a:pt x="518769" y="58801"/>
                </a:cubicBezTo>
                <a:cubicBezTo>
                  <a:pt x="515015" y="64359"/>
                  <a:pt x="513138" y="72878"/>
                  <a:pt x="513138" y="84357"/>
                </a:cubicBezTo>
                <a:cubicBezTo>
                  <a:pt x="513138" y="93886"/>
                  <a:pt x="514654" y="103000"/>
                  <a:pt x="517686" y="111699"/>
                </a:cubicBezTo>
                <a:cubicBezTo>
                  <a:pt x="520718" y="120399"/>
                  <a:pt x="524870" y="126878"/>
                  <a:pt x="530140" y="131137"/>
                </a:cubicBezTo>
                <a:cubicBezTo>
                  <a:pt x="534110" y="134241"/>
                  <a:pt x="538803" y="135794"/>
                  <a:pt x="544217" y="135794"/>
                </a:cubicBezTo>
                <a:cubicBezTo>
                  <a:pt x="547754" y="135794"/>
                  <a:pt x="551111" y="134966"/>
                  <a:pt x="554288" y="133310"/>
                </a:cubicBezTo>
                <a:cubicBezTo>
                  <a:pt x="557464" y="131652"/>
                  <a:pt x="561218" y="128517"/>
                  <a:pt x="565550" y="12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20CC7-0AC1-4D86-991D-565CDCAD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0724" y="1052950"/>
            <a:ext cx="79794" cy="118978"/>
          </a:xfrm>
          <a:custGeom xmlns:a="http://schemas.openxmlformats.org/drawingml/2006/main">
            <a:pathLst>
              <a:path w="79794" h="118978">
                <a:moveTo>
                  <a:pt x="0" y="0"/>
                </a:moveTo>
                <a:lnTo>
                  <a:pt x="79794" y="39818"/>
                </a:lnTo>
                <a:lnTo>
                  <a:pt x="19830" y="39818"/>
                </a:lnTo>
                <a:lnTo>
                  <a:pt x="19830" y="79477"/>
                </a:lnTo>
                <a:lnTo>
                  <a:pt x="79160" y="79477"/>
                </a:lnTo>
                <a:lnTo>
                  <a:pt x="0" y="11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B3CB6-025E-4738-B789-BA039142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8374" y="1092767"/>
            <a:ext cx="322334" cy="39659"/>
          </a:xfrm>
          <a:custGeom xmlns:a="http://schemas.openxmlformats.org/drawingml/2006/main">
            <a:pathLst>
              <a:path w="322334" h="39659">
                <a:moveTo>
                  <a:pt x="0" y="39659"/>
                </a:moveTo>
                <a:lnTo>
                  <a:pt x="0" y="0"/>
                </a:lnTo>
                <a:lnTo>
                  <a:pt x="322334" y="0"/>
                </a:lnTo>
                <a:lnTo>
                  <a:pt x="322334" y="39659"/>
                </a:lnTo>
                <a:lnTo>
                  <a:pt x="0" y="39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2BD71-A975-427A-BF0E-66BFB025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0554" y="1092767"/>
            <a:ext cx="99307" cy="39659"/>
          </a:xfrm>
          <a:custGeom xmlns:a="http://schemas.openxmlformats.org/drawingml/2006/main">
            <a:pathLst>
              <a:path w="99307" h="39659">
                <a:moveTo>
                  <a:pt x="59965" y="0"/>
                </a:moveTo>
                <a:lnTo>
                  <a:pt x="99307" y="19671"/>
                </a:lnTo>
                <a:lnTo>
                  <a:pt x="59330" y="39659"/>
                </a:lnTo>
                <a:lnTo>
                  <a:pt x="0" y="39659"/>
                </a:lnTo>
                <a:lnTo>
                  <a:pt x="0" y="0"/>
                </a:lnTo>
                <a:lnTo>
                  <a:pt x="599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68FD2-B549-4385-B1AD-F7532443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116" y="625106"/>
            <a:ext cx="5867823" cy="862668"/>
          </a:xfrm>
          <a:custGeom xmlns:a="http://schemas.openxmlformats.org/drawingml/2006/main">
            <a:pathLst>
              <a:path w="5867823" h="862668" fill="none">
                <a:moveTo>
                  <a:pt x="0" y="143725"/>
                </a:moveTo>
                <a:lnTo>
                  <a:pt x="11263" y="87885"/>
                </a:lnTo>
                <a:lnTo>
                  <a:pt x="42197" y="42197"/>
                </a:lnTo>
                <a:lnTo>
                  <a:pt x="87885" y="11263"/>
                </a:lnTo>
                <a:lnTo>
                  <a:pt x="143725" y="0"/>
                </a:lnTo>
                <a:lnTo>
                  <a:pt x="5724098" y="0"/>
                </a:lnTo>
                <a:lnTo>
                  <a:pt x="5779938" y="11263"/>
                </a:lnTo>
                <a:lnTo>
                  <a:pt x="5825625" y="42197"/>
                </a:lnTo>
                <a:lnTo>
                  <a:pt x="5856560" y="87885"/>
                </a:lnTo>
                <a:lnTo>
                  <a:pt x="5867823" y="143725"/>
                </a:lnTo>
                <a:lnTo>
                  <a:pt x="5867823" y="718943"/>
                </a:lnTo>
                <a:lnTo>
                  <a:pt x="5856560" y="774783"/>
                </a:lnTo>
                <a:lnTo>
                  <a:pt x="5825625" y="820470"/>
                </a:lnTo>
                <a:lnTo>
                  <a:pt x="5779938" y="851405"/>
                </a:lnTo>
                <a:lnTo>
                  <a:pt x="5724098" y="862668"/>
                </a:lnTo>
                <a:lnTo>
                  <a:pt x="143725" y="862668"/>
                </a:lnTo>
                <a:lnTo>
                  <a:pt x="87885" y="851405"/>
                </a:lnTo>
                <a:lnTo>
                  <a:pt x="42197" y="820470"/>
                </a:lnTo>
                <a:lnTo>
                  <a:pt x="11263" y="774783"/>
                </a:lnTo>
                <a:lnTo>
                  <a:pt x="0" y="718943"/>
                </a:lnTo>
                <a:lnTo>
                  <a:pt x="0" y="143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000000"/>
            </a:solidFill>
            <a:custDash>
              <a:ds d="300000" sp="100000"/>
            </a:custDash>
            <a:round/>
          </a:ln>
        </p:spPr>
      </p:sp>
      <p:sp>
        <p:nvSpPr>
          <p:cNvPr id="75" name="Text Coqchecks">
            <a:extLst xmlns:a="http://schemas.openxmlformats.org/drawingml/2006/main">
              <a:ext uri="{FF2B5EF4-FFF2-40B4-BE49-F238E27FC236}">
                <a16:creationId xmlns:a16="http://schemas.microsoft.com/office/drawing/2014/main" id="{11A6B532-D8A0-4B11-968D-25A0923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7219" y="2260400"/>
            <a:ext cx="787009" cy="148350"/>
          </a:xfrm>
          <a:custGeom xmlns:a="http://schemas.openxmlformats.org/drawingml/2006/main">
            <a:pathLst>
              <a:path w="787009" h="148350">
                <a:moveTo>
                  <a:pt x="104594" y="0"/>
                </a:moveTo>
                <a:lnTo>
                  <a:pt x="104594" y="38226"/>
                </a:lnTo>
                <a:lnTo>
                  <a:pt x="101422" y="38226"/>
                </a:lnTo>
                <a:cubicBezTo>
                  <a:pt x="99036" y="28197"/>
                  <a:pt x="94590" y="20512"/>
                  <a:pt x="88083" y="15171"/>
                </a:cubicBezTo>
                <a:cubicBezTo>
                  <a:pt x="81576" y="9829"/>
                  <a:pt x="74202" y="7157"/>
                  <a:pt x="65961" y="7157"/>
                </a:cubicBezTo>
                <a:cubicBezTo>
                  <a:pt x="59074" y="7157"/>
                  <a:pt x="52758" y="9136"/>
                  <a:pt x="47010" y="13095"/>
                </a:cubicBezTo>
                <a:cubicBezTo>
                  <a:pt x="41263" y="17053"/>
                  <a:pt x="37060" y="22231"/>
                  <a:pt x="34404" y="28629"/>
                </a:cubicBezTo>
                <a:cubicBezTo>
                  <a:pt x="30988" y="36816"/>
                  <a:pt x="29280" y="45926"/>
                  <a:pt x="29280" y="55957"/>
                </a:cubicBezTo>
                <a:cubicBezTo>
                  <a:pt x="29280" y="65825"/>
                  <a:pt x="30527" y="74812"/>
                  <a:pt x="33021" y="82918"/>
                </a:cubicBezTo>
                <a:cubicBezTo>
                  <a:pt x="35515" y="91025"/>
                  <a:pt x="39419" y="97152"/>
                  <a:pt x="44733" y="101300"/>
                </a:cubicBezTo>
                <a:cubicBezTo>
                  <a:pt x="50047" y="105447"/>
                  <a:pt x="56933" y="107521"/>
                  <a:pt x="65391" y="107521"/>
                </a:cubicBezTo>
                <a:cubicBezTo>
                  <a:pt x="72332" y="107521"/>
                  <a:pt x="78689" y="106003"/>
                  <a:pt x="84464" y="102967"/>
                </a:cubicBezTo>
                <a:cubicBezTo>
                  <a:pt x="90238" y="99930"/>
                  <a:pt x="96325" y="94698"/>
                  <a:pt x="102723" y="87270"/>
                </a:cubicBezTo>
                <a:lnTo>
                  <a:pt x="102723" y="96786"/>
                </a:lnTo>
                <a:cubicBezTo>
                  <a:pt x="96542" y="103238"/>
                  <a:pt x="90103" y="107915"/>
                  <a:pt x="83406" y="110815"/>
                </a:cubicBezTo>
                <a:cubicBezTo>
                  <a:pt x="76710" y="113716"/>
                  <a:pt x="68889" y="115167"/>
                  <a:pt x="59942" y="115167"/>
                </a:cubicBezTo>
                <a:cubicBezTo>
                  <a:pt x="48176" y="115167"/>
                  <a:pt x="37725" y="112811"/>
                  <a:pt x="28588" y="108101"/>
                </a:cubicBezTo>
                <a:cubicBezTo>
                  <a:pt x="19452" y="103390"/>
                  <a:pt x="12403" y="96623"/>
                  <a:pt x="7442" y="87798"/>
                </a:cubicBezTo>
                <a:cubicBezTo>
                  <a:pt x="2481" y="78972"/>
                  <a:pt x="0" y="69577"/>
                  <a:pt x="0" y="59614"/>
                </a:cubicBezTo>
                <a:cubicBezTo>
                  <a:pt x="0" y="49110"/>
                  <a:pt x="2752" y="39148"/>
                  <a:pt x="8255" y="29727"/>
                </a:cubicBezTo>
                <a:cubicBezTo>
                  <a:pt x="13759" y="20304"/>
                  <a:pt x="21187" y="12995"/>
                  <a:pt x="30540" y="7798"/>
                </a:cubicBezTo>
                <a:cubicBezTo>
                  <a:pt x="39894" y="2599"/>
                  <a:pt x="49830" y="0"/>
                  <a:pt x="60349" y="0"/>
                </a:cubicBezTo>
                <a:cubicBezTo>
                  <a:pt x="68102" y="0"/>
                  <a:pt x="76290" y="1681"/>
                  <a:pt x="84911" y="5043"/>
                </a:cubicBezTo>
                <a:cubicBezTo>
                  <a:pt x="89899" y="6995"/>
                  <a:pt x="93071" y="7971"/>
                  <a:pt x="94427" y="7971"/>
                </a:cubicBezTo>
                <a:cubicBezTo>
                  <a:pt x="96162" y="7971"/>
                  <a:pt x="97667" y="7333"/>
                  <a:pt x="98941" y="6059"/>
                </a:cubicBezTo>
                <a:cubicBezTo>
                  <a:pt x="100215" y="4785"/>
                  <a:pt x="101042" y="2765"/>
                  <a:pt x="101422" y="0"/>
                </a:cubicBezTo>
                <a:lnTo>
                  <a:pt x="104594" y="0"/>
                </a:lnTo>
                <a:close/>
                <a:moveTo>
                  <a:pt x="155155" y="34322"/>
                </a:moveTo>
                <a:cubicBezTo>
                  <a:pt x="161770" y="34322"/>
                  <a:pt x="167924" y="36032"/>
                  <a:pt x="173617" y="39451"/>
                </a:cubicBezTo>
                <a:cubicBezTo>
                  <a:pt x="179310" y="42871"/>
                  <a:pt x="183635" y="47729"/>
                  <a:pt x="186590" y="54025"/>
                </a:cubicBezTo>
                <a:cubicBezTo>
                  <a:pt x="189545" y="60322"/>
                  <a:pt x="191022" y="67214"/>
                  <a:pt x="191022" y="74704"/>
                </a:cubicBezTo>
                <a:cubicBezTo>
                  <a:pt x="191022" y="85504"/>
                  <a:pt x="188284" y="94541"/>
                  <a:pt x="182808" y="101815"/>
                </a:cubicBezTo>
                <a:cubicBezTo>
                  <a:pt x="176193" y="110608"/>
                  <a:pt x="167056" y="115004"/>
                  <a:pt x="155399" y="115004"/>
                </a:cubicBezTo>
                <a:cubicBezTo>
                  <a:pt x="143958" y="115004"/>
                  <a:pt x="135147" y="110987"/>
                  <a:pt x="128966" y="102954"/>
                </a:cubicBezTo>
                <a:cubicBezTo>
                  <a:pt x="122784" y="94921"/>
                  <a:pt x="119694" y="85613"/>
                  <a:pt x="119694" y="75029"/>
                </a:cubicBezTo>
                <a:cubicBezTo>
                  <a:pt x="119694" y="64120"/>
                  <a:pt x="122852" y="54609"/>
                  <a:pt x="129169" y="46494"/>
                </a:cubicBezTo>
                <a:cubicBezTo>
                  <a:pt x="135486" y="38380"/>
                  <a:pt x="144148" y="34322"/>
                  <a:pt x="155155" y="34322"/>
                </a:cubicBezTo>
                <a:moveTo>
                  <a:pt x="155480" y="40016"/>
                </a:moveTo>
                <a:cubicBezTo>
                  <a:pt x="152715" y="40016"/>
                  <a:pt x="150342" y="41061"/>
                  <a:pt x="148363" y="43152"/>
                </a:cubicBezTo>
                <a:cubicBezTo>
                  <a:pt x="146384" y="45241"/>
                  <a:pt x="145083" y="49366"/>
                  <a:pt x="144459" y="55527"/>
                </a:cubicBezTo>
                <a:cubicBezTo>
                  <a:pt x="143836" y="61688"/>
                  <a:pt x="143524" y="70252"/>
                  <a:pt x="143524" y="81218"/>
                </a:cubicBezTo>
                <a:cubicBezTo>
                  <a:pt x="143524" y="87027"/>
                  <a:pt x="143904" y="92455"/>
                  <a:pt x="144663" y="97505"/>
                </a:cubicBezTo>
                <a:cubicBezTo>
                  <a:pt x="145259" y="101358"/>
                  <a:pt x="146533" y="104289"/>
                  <a:pt x="148485" y="106299"/>
                </a:cubicBezTo>
                <a:cubicBezTo>
                  <a:pt x="150437" y="108307"/>
                  <a:pt x="152660" y="109311"/>
                  <a:pt x="155155" y="109311"/>
                </a:cubicBezTo>
                <a:cubicBezTo>
                  <a:pt x="157595" y="109311"/>
                  <a:pt x="159628" y="108632"/>
                  <a:pt x="161255" y="107275"/>
                </a:cubicBezTo>
                <a:cubicBezTo>
                  <a:pt x="163369" y="105430"/>
                  <a:pt x="164779" y="102851"/>
                  <a:pt x="165484" y="99538"/>
                </a:cubicBezTo>
                <a:cubicBezTo>
                  <a:pt x="166568" y="94382"/>
                  <a:pt x="167111" y="83960"/>
                  <a:pt x="167111" y="68271"/>
                </a:cubicBezTo>
                <a:cubicBezTo>
                  <a:pt x="167111" y="59043"/>
                  <a:pt x="166595" y="52706"/>
                  <a:pt x="165565" y="49259"/>
                </a:cubicBezTo>
                <a:cubicBezTo>
                  <a:pt x="164535" y="45811"/>
                  <a:pt x="163017" y="43300"/>
                  <a:pt x="161011" y="41726"/>
                </a:cubicBezTo>
                <a:cubicBezTo>
                  <a:pt x="159601" y="40586"/>
                  <a:pt x="157757" y="40016"/>
                  <a:pt x="155480" y="40016"/>
                </a:cubicBezTo>
                <a:close/>
                <a:moveTo>
                  <a:pt x="253648" y="104756"/>
                </a:moveTo>
                <a:cubicBezTo>
                  <a:pt x="250340" y="108226"/>
                  <a:pt x="247250" y="110666"/>
                  <a:pt x="244376" y="112076"/>
                </a:cubicBezTo>
                <a:cubicBezTo>
                  <a:pt x="240581" y="114028"/>
                  <a:pt x="236622" y="115004"/>
                  <a:pt x="232501" y="115004"/>
                </a:cubicBezTo>
                <a:cubicBezTo>
                  <a:pt x="222958" y="115004"/>
                  <a:pt x="215422" y="110743"/>
                  <a:pt x="209891" y="102222"/>
                </a:cubicBezTo>
                <a:cubicBezTo>
                  <a:pt x="205499" y="95438"/>
                  <a:pt x="203303" y="87323"/>
                  <a:pt x="203303" y="77878"/>
                </a:cubicBezTo>
                <a:cubicBezTo>
                  <a:pt x="203303" y="70009"/>
                  <a:pt x="204970" y="62615"/>
                  <a:pt x="208305" y="55695"/>
                </a:cubicBezTo>
                <a:cubicBezTo>
                  <a:pt x="211640" y="48773"/>
                  <a:pt x="216221" y="43481"/>
                  <a:pt x="222050" y="39817"/>
                </a:cubicBezTo>
                <a:cubicBezTo>
                  <a:pt x="227879" y="36154"/>
                  <a:pt x="234047" y="34322"/>
                  <a:pt x="240553" y="34322"/>
                </a:cubicBezTo>
                <a:cubicBezTo>
                  <a:pt x="244891" y="34322"/>
                  <a:pt x="248754" y="35061"/>
                  <a:pt x="252143" y="36539"/>
                </a:cubicBezTo>
                <a:cubicBezTo>
                  <a:pt x="255532" y="38016"/>
                  <a:pt x="258447" y="40260"/>
                  <a:pt x="260887" y="43269"/>
                </a:cubicBezTo>
                <a:lnTo>
                  <a:pt x="273656" y="34322"/>
                </a:lnTo>
                <a:lnTo>
                  <a:pt x="276421" y="34322"/>
                </a:lnTo>
                <a:lnTo>
                  <a:pt x="276421" y="132897"/>
                </a:lnTo>
                <a:cubicBezTo>
                  <a:pt x="276421" y="137918"/>
                  <a:pt x="276855" y="141056"/>
                  <a:pt x="277722" y="142311"/>
                </a:cubicBezTo>
                <a:cubicBezTo>
                  <a:pt x="279132" y="144331"/>
                  <a:pt x="281979" y="145368"/>
                  <a:pt x="286262" y="145422"/>
                </a:cubicBezTo>
                <a:lnTo>
                  <a:pt x="286262" y="148350"/>
                </a:lnTo>
                <a:lnTo>
                  <a:pt x="242343" y="148350"/>
                </a:lnTo>
                <a:lnTo>
                  <a:pt x="242343" y="145422"/>
                </a:lnTo>
                <a:cubicBezTo>
                  <a:pt x="245704" y="145422"/>
                  <a:pt x="248144" y="145040"/>
                  <a:pt x="249663" y="144276"/>
                </a:cubicBezTo>
                <a:cubicBezTo>
                  <a:pt x="251181" y="143512"/>
                  <a:pt x="252225" y="142502"/>
                  <a:pt x="252794" y="141246"/>
                </a:cubicBezTo>
                <a:cubicBezTo>
                  <a:pt x="253363" y="139991"/>
                  <a:pt x="253648" y="137425"/>
                  <a:pt x="253648" y="133548"/>
                </a:cubicBezTo>
                <a:lnTo>
                  <a:pt x="253648" y="104756"/>
                </a:lnTo>
                <a:moveTo>
                  <a:pt x="253648" y="97304"/>
                </a:moveTo>
                <a:lnTo>
                  <a:pt x="253648" y="66108"/>
                </a:lnTo>
                <a:cubicBezTo>
                  <a:pt x="253648" y="57411"/>
                  <a:pt x="253173" y="51657"/>
                  <a:pt x="252225" y="48848"/>
                </a:cubicBezTo>
                <a:cubicBezTo>
                  <a:pt x="251276" y="46038"/>
                  <a:pt x="249527" y="43608"/>
                  <a:pt x="246979" y="41556"/>
                </a:cubicBezTo>
                <a:cubicBezTo>
                  <a:pt x="245677" y="40529"/>
                  <a:pt x="244024" y="40016"/>
                  <a:pt x="242017" y="40016"/>
                </a:cubicBezTo>
                <a:cubicBezTo>
                  <a:pt x="237897" y="40016"/>
                  <a:pt x="234697" y="41825"/>
                  <a:pt x="232420" y="45444"/>
                </a:cubicBezTo>
                <a:cubicBezTo>
                  <a:pt x="228842" y="51009"/>
                  <a:pt x="227052" y="61354"/>
                  <a:pt x="227052" y="76480"/>
                </a:cubicBezTo>
                <a:cubicBezTo>
                  <a:pt x="227052" y="88094"/>
                  <a:pt x="228598" y="96251"/>
                  <a:pt x="231688" y="100951"/>
                </a:cubicBezTo>
                <a:cubicBezTo>
                  <a:pt x="233803" y="104139"/>
                  <a:pt x="236541" y="105732"/>
                  <a:pt x="239903" y="105732"/>
                </a:cubicBezTo>
                <a:cubicBezTo>
                  <a:pt x="241855" y="105732"/>
                  <a:pt x="244064" y="105057"/>
                  <a:pt x="246531" y="103706"/>
                </a:cubicBezTo>
                <a:cubicBezTo>
                  <a:pt x="248998" y="102356"/>
                  <a:pt x="251371" y="100222"/>
                  <a:pt x="253648" y="97304"/>
                </a:cubicBezTo>
                <a:close/>
                <a:moveTo>
                  <a:pt x="398026" y="93062"/>
                </a:moveTo>
                <a:lnTo>
                  <a:pt x="400547" y="95012"/>
                </a:lnTo>
                <a:cubicBezTo>
                  <a:pt x="396968" y="101757"/>
                  <a:pt x="392509" y="106776"/>
                  <a:pt x="387168" y="110068"/>
                </a:cubicBezTo>
                <a:cubicBezTo>
                  <a:pt x="381827" y="113359"/>
                  <a:pt x="376147" y="115004"/>
                  <a:pt x="370129" y="115004"/>
                </a:cubicBezTo>
                <a:cubicBezTo>
                  <a:pt x="359989" y="115004"/>
                  <a:pt x="351883" y="111178"/>
                  <a:pt x="345810" y="103526"/>
                </a:cubicBezTo>
                <a:cubicBezTo>
                  <a:pt x="339737" y="95872"/>
                  <a:pt x="336701" y="86672"/>
                  <a:pt x="336701" y="75926"/>
                </a:cubicBezTo>
                <a:cubicBezTo>
                  <a:pt x="336701" y="65558"/>
                  <a:pt x="339466" y="56440"/>
                  <a:pt x="344997" y="48571"/>
                </a:cubicBezTo>
                <a:cubicBezTo>
                  <a:pt x="351666" y="39072"/>
                  <a:pt x="360857" y="34322"/>
                  <a:pt x="372569" y="34322"/>
                </a:cubicBezTo>
                <a:cubicBezTo>
                  <a:pt x="380431" y="34322"/>
                  <a:pt x="386680" y="36307"/>
                  <a:pt x="391316" y="40277"/>
                </a:cubicBezTo>
                <a:cubicBezTo>
                  <a:pt x="395952" y="44246"/>
                  <a:pt x="398270" y="48677"/>
                  <a:pt x="398270" y="53570"/>
                </a:cubicBezTo>
                <a:cubicBezTo>
                  <a:pt x="398270" y="56669"/>
                  <a:pt x="397334" y="59143"/>
                  <a:pt x="395464" y="60992"/>
                </a:cubicBezTo>
                <a:cubicBezTo>
                  <a:pt x="393593" y="62840"/>
                  <a:pt x="391139" y="63765"/>
                  <a:pt x="388103" y="63765"/>
                </a:cubicBezTo>
                <a:cubicBezTo>
                  <a:pt x="384904" y="63765"/>
                  <a:pt x="382261" y="62704"/>
                  <a:pt x="380173" y="60582"/>
                </a:cubicBezTo>
                <a:cubicBezTo>
                  <a:pt x="378086" y="58459"/>
                  <a:pt x="376798" y="54677"/>
                  <a:pt x="376310" y="49237"/>
                </a:cubicBezTo>
                <a:cubicBezTo>
                  <a:pt x="375985" y="45809"/>
                  <a:pt x="375198" y="43415"/>
                  <a:pt x="373951" y="42054"/>
                </a:cubicBezTo>
                <a:cubicBezTo>
                  <a:pt x="372704" y="40695"/>
                  <a:pt x="371240" y="40016"/>
                  <a:pt x="369559" y="40016"/>
                </a:cubicBezTo>
                <a:cubicBezTo>
                  <a:pt x="366957" y="40016"/>
                  <a:pt x="364734" y="41398"/>
                  <a:pt x="362890" y="44164"/>
                </a:cubicBezTo>
                <a:cubicBezTo>
                  <a:pt x="360070" y="48339"/>
                  <a:pt x="358661" y="54737"/>
                  <a:pt x="358661" y="63358"/>
                </a:cubicBezTo>
                <a:cubicBezTo>
                  <a:pt x="358661" y="70515"/>
                  <a:pt x="359799" y="77361"/>
                  <a:pt x="362077" y="83894"/>
                </a:cubicBezTo>
                <a:cubicBezTo>
                  <a:pt x="364354" y="90428"/>
                  <a:pt x="367472" y="95294"/>
                  <a:pt x="371430" y="98494"/>
                </a:cubicBezTo>
                <a:cubicBezTo>
                  <a:pt x="374412" y="100825"/>
                  <a:pt x="377937" y="101991"/>
                  <a:pt x="382003" y="101991"/>
                </a:cubicBezTo>
                <a:cubicBezTo>
                  <a:pt x="384660" y="101991"/>
                  <a:pt x="387181" y="101369"/>
                  <a:pt x="389567" y="100125"/>
                </a:cubicBezTo>
                <a:cubicBezTo>
                  <a:pt x="391953" y="98880"/>
                  <a:pt x="394772" y="96525"/>
                  <a:pt x="398026" y="93062"/>
                </a:cubicBezTo>
                <a:close/>
                <a:moveTo>
                  <a:pt x="439329" y="2440"/>
                </a:moveTo>
                <a:lnTo>
                  <a:pt x="439329" y="46441"/>
                </a:lnTo>
                <a:cubicBezTo>
                  <a:pt x="443504" y="42018"/>
                  <a:pt x="447327" y="38893"/>
                  <a:pt x="450797" y="37065"/>
                </a:cubicBezTo>
                <a:cubicBezTo>
                  <a:pt x="454267" y="35236"/>
                  <a:pt x="457873" y="34322"/>
                  <a:pt x="461614" y="34322"/>
                </a:cubicBezTo>
                <a:cubicBezTo>
                  <a:pt x="466386" y="34322"/>
                  <a:pt x="470466" y="35678"/>
                  <a:pt x="473855" y="38389"/>
                </a:cubicBezTo>
                <a:cubicBezTo>
                  <a:pt x="477243" y="41100"/>
                  <a:pt x="479494" y="44286"/>
                  <a:pt x="480605" y="47945"/>
                </a:cubicBezTo>
                <a:cubicBezTo>
                  <a:pt x="481717" y="51605"/>
                  <a:pt x="482273" y="57773"/>
                  <a:pt x="482273" y="66449"/>
                </a:cubicBezTo>
                <a:lnTo>
                  <a:pt x="482273" y="96135"/>
                </a:lnTo>
                <a:cubicBezTo>
                  <a:pt x="482273" y="101972"/>
                  <a:pt x="482815" y="105614"/>
                  <a:pt x="483899" y="107059"/>
                </a:cubicBezTo>
                <a:cubicBezTo>
                  <a:pt x="484984" y="108504"/>
                  <a:pt x="487180" y="109418"/>
                  <a:pt x="490487" y="109799"/>
                </a:cubicBezTo>
                <a:lnTo>
                  <a:pt x="490487" y="112727"/>
                </a:lnTo>
                <a:lnTo>
                  <a:pt x="451936" y="112727"/>
                </a:lnTo>
                <a:lnTo>
                  <a:pt x="451936" y="109799"/>
                </a:lnTo>
                <a:cubicBezTo>
                  <a:pt x="454647" y="109418"/>
                  <a:pt x="456680" y="108326"/>
                  <a:pt x="458035" y="106525"/>
                </a:cubicBezTo>
                <a:cubicBezTo>
                  <a:pt x="459011" y="105107"/>
                  <a:pt x="459499" y="101644"/>
                  <a:pt x="459499" y="96135"/>
                </a:cubicBezTo>
                <a:lnTo>
                  <a:pt x="459499" y="62273"/>
                </a:lnTo>
                <a:cubicBezTo>
                  <a:pt x="459499" y="55993"/>
                  <a:pt x="459255" y="52055"/>
                  <a:pt x="458767" y="50459"/>
                </a:cubicBezTo>
                <a:cubicBezTo>
                  <a:pt x="458279" y="48861"/>
                  <a:pt x="457453" y="47616"/>
                  <a:pt x="456287" y="46723"/>
                </a:cubicBezTo>
                <a:cubicBezTo>
                  <a:pt x="455121" y="45830"/>
                  <a:pt x="453806" y="45383"/>
                  <a:pt x="452342" y="45383"/>
                </a:cubicBezTo>
                <a:cubicBezTo>
                  <a:pt x="450173" y="45383"/>
                  <a:pt x="448059" y="46129"/>
                  <a:pt x="445998" y="47620"/>
                </a:cubicBezTo>
                <a:cubicBezTo>
                  <a:pt x="443938" y="49111"/>
                  <a:pt x="441715" y="51727"/>
                  <a:pt x="439329" y="55469"/>
                </a:cubicBezTo>
                <a:lnTo>
                  <a:pt x="439329" y="96135"/>
                </a:lnTo>
                <a:cubicBezTo>
                  <a:pt x="439329" y="101589"/>
                  <a:pt x="439736" y="104998"/>
                  <a:pt x="440549" y="106362"/>
                </a:cubicBezTo>
                <a:cubicBezTo>
                  <a:pt x="441579" y="108216"/>
                  <a:pt x="443694" y="109362"/>
                  <a:pt x="446893" y="109799"/>
                </a:cubicBezTo>
                <a:lnTo>
                  <a:pt x="446893" y="112727"/>
                </a:lnTo>
                <a:lnTo>
                  <a:pt x="408341" y="112727"/>
                </a:lnTo>
                <a:lnTo>
                  <a:pt x="408341" y="109799"/>
                </a:lnTo>
                <a:cubicBezTo>
                  <a:pt x="411540" y="109472"/>
                  <a:pt x="413818" y="108436"/>
                  <a:pt x="415173" y="106690"/>
                </a:cubicBezTo>
                <a:cubicBezTo>
                  <a:pt x="416095" y="105491"/>
                  <a:pt x="416556" y="101972"/>
                  <a:pt x="416556" y="96135"/>
                </a:cubicBezTo>
                <a:lnTo>
                  <a:pt x="416556" y="19032"/>
                </a:lnTo>
                <a:cubicBezTo>
                  <a:pt x="416556" y="13215"/>
                  <a:pt x="416027" y="9593"/>
                  <a:pt x="414970" y="8166"/>
                </a:cubicBezTo>
                <a:cubicBezTo>
                  <a:pt x="413913" y="6740"/>
                  <a:pt x="411703" y="5807"/>
                  <a:pt x="408341" y="5368"/>
                </a:cubicBezTo>
                <a:lnTo>
                  <a:pt x="408341" y="2440"/>
                </a:lnTo>
                <a:lnTo>
                  <a:pt x="439329" y="2440"/>
                </a:lnTo>
                <a:close/>
                <a:moveTo>
                  <a:pt x="563123" y="71898"/>
                </a:moveTo>
                <a:lnTo>
                  <a:pt x="521399" y="71898"/>
                </a:lnTo>
                <a:cubicBezTo>
                  <a:pt x="521887" y="82010"/>
                  <a:pt x="524571" y="90002"/>
                  <a:pt x="529451" y="95873"/>
                </a:cubicBezTo>
                <a:cubicBezTo>
                  <a:pt x="533192" y="100385"/>
                  <a:pt x="537693" y="102642"/>
                  <a:pt x="542952" y="102642"/>
                </a:cubicBezTo>
                <a:cubicBezTo>
                  <a:pt x="546205" y="102642"/>
                  <a:pt x="549161" y="101733"/>
                  <a:pt x="551817" y="99917"/>
                </a:cubicBezTo>
                <a:cubicBezTo>
                  <a:pt x="554474" y="98100"/>
                  <a:pt x="557321" y="94834"/>
                  <a:pt x="560357" y="90116"/>
                </a:cubicBezTo>
                <a:lnTo>
                  <a:pt x="563123" y="91906"/>
                </a:lnTo>
                <a:cubicBezTo>
                  <a:pt x="559002" y="100310"/>
                  <a:pt x="554447" y="106261"/>
                  <a:pt x="549459" y="109758"/>
                </a:cubicBezTo>
                <a:cubicBezTo>
                  <a:pt x="544470" y="113255"/>
                  <a:pt x="538696" y="115004"/>
                  <a:pt x="532135" y="115004"/>
                </a:cubicBezTo>
                <a:cubicBezTo>
                  <a:pt x="520857" y="115004"/>
                  <a:pt x="512317" y="110662"/>
                  <a:pt x="506515" y="101978"/>
                </a:cubicBezTo>
                <a:cubicBezTo>
                  <a:pt x="501852" y="94977"/>
                  <a:pt x="499521" y="86293"/>
                  <a:pt x="499521" y="75926"/>
                </a:cubicBezTo>
                <a:cubicBezTo>
                  <a:pt x="499521" y="63225"/>
                  <a:pt x="502950" y="53116"/>
                  <a:pt x="509809" y="45600"/>
                </a:cubicBezTo>
                <a:cubicBezTo>
                  <a:pt x="516668" y="38081"/>
                  <a:pt x="524707" y="34322"/>
                  <a:pt x="533924" y="34322"/>
                </a:cubicBezTo>
                <a:cubicBezTo>
                  <a:pt x="541624" y="34322"/>
                  <a:pt x="548307" y="37481"/>
                  <a:pt x="553973" y="43798"/>
                </a:cubicBezTo>
                <a:cubicBezTo>
                  <a:pt x="559639" y="50114"/>
                  <a:pt x="562689" y="59481"/>
                  <a:pt x="563123" y="71898"/>
                </a:cubicBezTo>
                <a:moveTo>
                  <a:pt x="543115" y="66530"/>
                </a:moveTo>
                <a:cubicBezTo>
                  <a:pt x="543115" y="57800"/>
                  <a:pt x="542640" y="51809"/>
                  <a:pt x="541692" y="48555"/>
                </a:cubicBezTo>
                <a:cubicBezTo>
                  <a:pt x="540743" y="45302"/>
                  <a:pt x="539265" y="42835"/>
                  <a:pt x="537259" y="41154"/>
                </a:cubicBezTo>
                <a:cubicBezTo>
                  <a:pt x="536120" y="40178"/>
                  <a:pt x="534602" y="39690"/>
                  <a:pt x="532704" y="39690"/>
                </a:cubicBezTo>
                <a:cubicBezTo>
                  <a:pt x="529885" y="39690"/>
                  <a:pt x="527580" y="41073"/>
                  <a:pt x="525791" y="43838"/>
                </a:cubicBezTo>
                <a:cubicBezTo>
                  <a:pt x="522592" y="48664"/>
                  <a:pt x="520992" y="55279"/>
                  <a:pt x="520992" y="63683"/>
                </a:cubicBezTo>
                <a:lnTo>
                  <a:pt x="520992" y="66530"/>
                </a:lnTo>
                <a:lnTo>
                  <a:pt x="543115" y="66530"/>
                </a:lnTo>
                <a:close/>
                <a:moveTo>
                  <a:pt x="633055" y="93062"/>
                </a:moveTo>
                <a:lnTo>
                  <a:pt x="635576" y="95012"/>
                </a:lnTo>
                <a:cubicBezTo>
                  <a:pt x="631998" y="101757"/>
                  <a:pt x="627538" y="106776"/>
                  <a:pt x="622197" y="110068"/>
                </a:cubicBezTo>
                <a:cubicBezTo>
                  <a:pt x="616856" y="113359"/>
                  <a:pt x="611177" y="115004"/>
                  <a:pt x="605158" y="115004"/>
                </a:cubicBezTo>
                <a:cubicBezTo>
                  <a:pt x="595019" y="115004"/>
                  <a:pt x="586912" y="111178"/>
                  <a:pt x="580840" y="103526"/>
                </a:cubicBezTo>
                <a:cubicBezTo>
                  <a:pt x="574767" y="95872"/>
                  <a:pt x="571730" y="86672"/>
                  <a:pt x="571730" y="75926"/>
                </a:cubicBezTo>
                <a:cubicBezTo>
                  <a:pt x="571730" y="65558"/>
                  <a:pt x="574496" y="56440"/>
                  <a:pt x="580026" y="48571"/>
                </a:cubicBezTo>
                <a:cubicBezTo>
                  <a:pt x="586696" y="39072"/>
                  <a:pt x="595886" y="34322"/>
                  <a:pt x="607598" y="34322"/>
                </a:cubicBezTo>
                <a:cubicBezTo>
                  <a:pt x="615460" y="34322"/>
                  <a:pt x="621709" y="36307"/>
                  <a:pt x="626345" y="40277"/>
                </a:cubicBezTo>
                <a:cubicBezTo>
                  <a:pt x="630981" y="44246"/>
                  <a:pt x="633299" y="48677"/>
                  <a:pt x="633299" y="53570"/>
                </a:cubicBezTo>
                <a:cubicBezTo>
                  <a:pt x="633299" y="56669"/>
                  <a:pt x="632364" y="59143"/>
                  <a:pt x="630493" y="60992"/>
                </a:cubicBezTo>
                <a:cubicBezTo>
                  <a:pt x="628622" y="62840"/>
                  <a:pt x="626169" y="63765"/>
                  <a:pt x="623132" y="63765"/>
                </a:cubicBezTo>
                <a:cubicBezTo>
                  <a:pt x="619933" y="63765"/>
                  <a:pt x="617290" y="62704"/>
                  <a:pt x="615203" y="60582"/>
                </a:cubicBezTo>
                <a:cubicBezTo>
                  <a:pt x="613115" y="58459"/>
                  <a:pt x="611827" y="54677"/>
                  <a:pt x="611339" y="49237"/>
                </a:cubicBezTo>
                <a:cubicBezTo>
                  <a:pt x="611014" y="45809"/>
                  <a:pt x="610228" y="43415"/>
                  <a:pt x="608981" y="42054"/>
                </a:cubicBezTo>
                <a:cubicBezTo>
                  <a:pt x="607734" y="40695"/>
                  <a:pt x="606270" y="40016"/>
                  <a:pt x="604589" y="40016"/>
                </a:cubicBezTo>
                <a:cubicBezTo>
                  <a:pt x="601986" y="40016"/>
                  <a:pt x="599763" y="41398"/>
                  <a:pt x="597919" y="44164"/>
                </a:cubicBezTo>
                <a:cubicBezTo>
                  <a:pt x="595100" y="48339"/>
                  <a:pt x="593690" y="54737"/>
                  <a:pt x="593690" y="63358"/>
                </a:cubicBezTo>
                <a:cubicBezTo>
                  <a:pt x="593690" y="70515"/>
                  <a:pt x="594829" y="77361"/>
                  <a:pt x="597106" y="83894"/>
                </a:cubicBezTo>
                <a:cubicBezTo>
                  <a:pt x="599383" y="90428"/>
                  <a:pt x="602501" y="95294"/>
                  <a:pt x="606459" y="98494"/>
                </a:cubicBezTo>
                <a:cubicBezTo>
                  <a:pt x="609441" y="100825"/>
                  <a:pt x="612966" y="101991"/>
                  <a:pt x="617033" y="101991"/>
                </a:cubicBezTo>
                <a:cubicBezTo>
                  <a:pt x="619689" y="101991"/>
                  <a:pt x="622211" y="101369"/>
                  <a:pt x="624596" y="100125"/>
                </a:cubicBezTo>
                <a:cubicBezTo>
                  <a:pt x="626982" y="98880"/>
                  <a:pt x="629802" y="96525"/>
                  <a:pt x="633055" y="93062"/>
                </a:cubicBezTo>
                <a:close/>
                <a:moveTo>
                  <a:pt x="674196" y="2440"/>
                </a:moveTo>
                <a:lnTo>
                  <a:pt x="674196" y="75049"/>
                </a:lnTo>
                <a:lnTo>
                  <a:pt x="691845" y="57698"/>
                </a:lnTo>
                <a:cubicBezTo>
                  <a:pt x="695478" y="54163"/>
                  <a:pt x="697742" y="51599"/>
                  <a:pt x="698636" y="50004"/>
                </a:cubicBezTo>
                <a:cubicBezTo>
                  <a:pt x="699531" y="48410"/>
                  <a:pt x="699978" y="46870"/>
                  <a:pt x="699978" y="45383"/>
                </a:cubicBezTo>
                <a:cubicBezTo>
                  <a:pt x="699978" y="43899"/>
                  <a:pt x="699382" y="42662"/>
                  <a:pt x="698189" y="41673"/>
                </a:cubicBezTo>
                <a:cubicBezTo>
                  <a:pt x="696996" y="40683"/>
                  <a:pt x="694665" y="39968"/>
                  <a:pt x="691194" y="39528"/>
                </a:cubicBezTo>
                <a:lnTo>
                  <a:pt x="691194" y="36600"/>
                </a:lnTo>
                <a:lnTo>
                  <a:pt x="725273" y="36600"/>
                </a:lnTo>
                <a:lnTo>
                  <a:pt x="725273" y="39528"/>
                </a:lnTo>
                <a:cubicBezTo>
                  <a:pt x="722019" y="39692"/>
                  <a:pt x="719173" y="40473"/>
                  <a:pt x="716733" y="41871"/>
                </a:cubicBezTo>
                <a:cubicBezTo>
                  <a:pt x="714293" y="43269"/>
                  <a:pt x="709521" y="47476"/>
                  <a:pt x="702418" y="54493"/>
                </a:cubicBezTo>
                <a:lnTo>
                  <a:pt x="694122" y="62695"/>
                </a:lnTo>
                <a:lnTo>
                  <a:pt x="712016" y="88823"/>
                </a:lnTo>
                <a:cubicBezTo>
                  <a:pt x="719227" y="99447"/>
                  <a:pt x="723511" y="105409"/>
                  <a:pt x="724866" y="106708"/>
                </a:cubicBezTo>
                <a:cubicBezTo>
                  <a:pt x="726710" y="108552"/>
                  <a:pt x="729041" y="109582"/>
                  <a:pt x="731861" y="109799"/>
                </a:cubicBezTo>
                <a:lnTo>
                  <a:pt x="731861" y="112727"/>
                </a:lnTo>
                <a:lnTo>
                  <a:pt x="692577" y="112727"/>
                </a:lnTo>
                <a:lnTo>
                  <a:pt x="692577" y="109799"/>
                </a:lnTo>
                <a:cubicBezTo>
                  <a:pt x="694312" y="109799"/>
                  <a:pt x="695573" y="109473"/>
                  <a:pt x="696359" y="108823"/>
                </a:cubicBezTo>
                <a:cubicBezTo>
                  <a:pt x="697145" y="108170"/>
                  <a:pt x="697538" y="107465"/>
                  <a:pt x="697538" y="106706"/>
                </a:cubicBezTo>
                <a:cubicBezTo>
                  <a:pt x="697538" y="105457"/>
                  <a:pt x="696400" y="103150"/>
                  <a:pt x="694122" y="99785"/>
                </a:cubicBezTo>
                <a:lnTo>
                  <a:pt x="679076" y="77721"/>
                </a:lnTo>
                <a:lnTo>
                  <a:pt x="674196" y="82552"/>
                </a:lnTo>
                <a:lnTo>
                  <a:pt x="674196" y="96135"/>
                </a:lnTo>
                <a:cubicBezTo>
                  <a:pt x="674196" y="101972"/>
                  <a:pt x="674738" y="105614"/>
                  <a:pt x="675823" y="107059"/>
                </a:cubicBezTo>
                <a:cubicBezTo>
                  <a:pt x="676907" y="108504"/>
                  <a:pt x="679130" y="109418"/>
                  <a:pt x="682492" y="109799"/>
                </a:cubicBezTo>
                <a:lnTo>
                  <a:pt x="682492" y="112727"/>
                </a:lnTo>
                <a:lnTo>
                  <a:pt x="643208" y="112727"/>
                </a:lnTo>
                <a:lnTo>
                  <a:pt x="643208" y="109799"/>
                </a:lnTo>
                <a:cubicBezTo>
                  <a:pt x="646407" y="109472"/>
                  <a:pt x="648685" y="108436"/>
                  <a:pt x="650040" y="106690"/>
                </a:cubicBezTo>
                <a:cubicBezTo>
                  <a:pt x="650962" y="105491"/>
                  <a:pt x="651423" y="101972"/>
                  <a:pt x="651423" y="96135"/>
                </a:cubicBezTo>
                <a:lnTo>
                  <a:pt x="651423" y="19032"/>
                </a:lnTo>
                <a:cubicBezTo>
                  <a:pt x="651423" y="13215"/>
                  <a:pt x="650894" y="9593"/>
                  <a:pt x="649837" y="8166"/>
                </a:cubicBezTo>
                <a:cubicBezTo>
                  <a:pt x="648780" y="6740"/>
                  <a:pt x="646570" y="5807"/>
                  <a:pt x="643208" y="5368"/>
                </a:cubicBezTo>
                <a:lnTo>
                  <a:pt x="643208" y="2440"/>
                </a:lnTo>
                <a:lnTo>
                  <a:pt x="674196" y="2440"/>
                </a:lnTo>
                <a:close/>
                <a:moveTo>
                  <a:pt x="781804" y="34648"/>
                </a:moveTo>
                <a:lnTo>
                  <a:pt x="783024" y="60674"/>
                </a:lnTo>
                <a:lnTo>
                  <a:pt x="780259" y="60674"/>
                </a:lnTo>
                <a:cubicBezTo>
                  <a:pt x="776951" y="52912"/>
                  <a:pt x="773522" y="47610"/>
                  <a:pt x="769970" y="44768"/>
                </a:cubicBezTo>
                <a:cubicBezTo>
                  <a:pt x="766419" y="41925"/>
                  <a:pt x="762881" y="40504"/>
                  <a:pt x="759356" y="40504"/>
                </a:cubicBezTo>
                <a:cubicBezTo>
                  <a:pt x="757133" y="40504"/>
                  <a:pt x="755236" y="41249"/>
                  <a:pt x="753663" y="42740"/>
                </a:cubicBezTo>
                <a:cubicBezTo>
                  <a:pt x="752091" y="44231"/>
                  <a:pt x="751305" y="45953"/>
                  <a:pt x="751305" y="47905"/>
                </a:cubicBezTo>
                <a:cubicBezTo>
                  <a:pt x="751305" y="49369"/>
                  <a:pt x="751847" y="50779"/>
                  <a:pt x="752931" y="52134"/>
                </a:cubicBezTo>
                <a:cubicBezTo>
                  <a:pt x="754666" y="54357"/>
                  <a:pt x="759519" y="58166"/>
                  <a:pt x="767490" y="63561"/>
                </a:cubicBezTo>
                <a:cubicBezTo>
                  <a:pt x="775460" y="68956"/>
                  <a:pt x="780706" y="73538"/>
                  <a:pt x="783227" y="77306"/>
                </a:cubicBezTo>
                <a:cubicBezTo>
                  <a:pt x="785749" y="81075"/>
                  <a:pt x="787009" y="85291"/>
                  <a:pt x="787009" y="89954"/>
                </a:cubicBezTo>
                <a:cubicBezTo>
                  <a:pt x="787009" y="94183"/>
                  <a:pt x="785952" y="98331"/>
                  <a:pt x="783837" y="102398"/>
                </a:cubicBezTo>
                <a:cubicBezTo>
                  <a:pt x="781723" y="106464"/>
                  <a:pt x="778741" y="109582"/>
                  <a:pt x="774891" y="111751"/>
                </a:cubicBezTo>
                <a:cubicBezTo>
                  <a:pt x="771041" y="113920"/>
                  <a:pt x="766785" y="115004"/>
                  <a:pt x="762122" y="115004"/>
                </a:cubicBezTo>
                <a:cubicBezTo>
                  <a:pt x="758489" y="115004"/>
                  <a:pt x="753636" y="113844"/>
                  <a:pt x="747563" y="111525"/>
                </a:cubicBezTo>
                <a:cubicBezTo>
                  <a:pt x="745937" y="110916"/>
                  <a:pt x="744825" y="110612"/>
                  <a:pt x="744229" y="110612"/>
                </a:cubicBezTo>
                <a:cubicBezTo>
                  <a:pt x="742439" y="110612"/>
                  <a:pt x="740948" y="111968"/>
                  <a:pt x="739755" y="114679"/>
                </a:cubicBezTo>
                <a:lnTo>
                  <a:pt x="737071" y="114679"/>
                </a:lnTo>
                <a:lnTo>
                  <a:pt x="735770" y="87351"/>
                </a:lnTo>
                <a:lnTo>
                  <a:pt x="738535" y="87351"/>
                </a:lnTo>
                <a:cubicBezTo>
                  <a:pt x="740975" y="94508"/>
                  <a:pt x="744323" y="99876"/>
                  <a:pt x="748580" y="103455"/>
                </a:cubicBezTo>
                <a:cubicBezTo>
                  <a:pt x="752836" y="107033"/>
                  <a:pt x="756862" y="108823"/>
                  <a:pt x="760658" y="108823"/>
                </a:cubicBezTo>
                <a:cubicBezTo>
                  <a:pt x="763260" y="108823"/>
                  <a:pt x="765389" y="108023"/>
                  <a:pt x="767042" y="106423"/>
                </a:cubicBezTo>
                <a:cubicBezTo>
                  <a:pt x="768696" y="104824"/>
                  <a:pt x="769523" y="102886"/>
                  <a:pt x="769523" y="100608"/>
                </a:cubicBezTo>
                <a:cubicBezTo>
                  <a:pt x="769523" y="98006"/>
                  <a:pt x="768710" y="95755"/>
                  <a:pt x="767083" y="93858"/>
                </a:cubicBezTo>
                <a:cubicBezTo>
                  <a:pt x="765456" y="91960"/>
                  <a:pt x="761823" y="89086"/>
                  <a:pt x="756184" y="85236"/>
                </a:cubicBezTo>
                <a:cubicBezTo>
                  <a:pt x="747889" y="79489"/>
                  <a:pt x="742521" y="75097"/>
                  <a:pt x="740081" y="72061"/>
                </a:cubicBezTo>
                <a:cubicBezTo>
                  <a:pt x="736502" y="67614"/>
                  <a:pt x="734713" y="62707"/>
                  <a:pt x="734713" y="57339"/>
                </a:cubicBezTo>
                <a:cubicBezTo>
                  <a:pt x="734713" y="51483"/>
                  <a:pt x="736732" y="46183"/>
                  <a:pt x="740772" y="41439"/>
                </a:cubicBezTo>
                <a:cubicBezTo>
                  <a:pt x="744811" y="36694"/>
                  <a:pt x="750654" y="34322"/>
                  <a:pt x="758299" y="34322"/>
                </a:cubicBezTo>
                <a:cubicBezTo>
                  <a:pt x="762420" y="34322"/>
                  <a:pt x="766405" y="35364"/>
                  <a:pt x="770255" y="37449"/>
                </a:cubicBezTo>
                <a:cubicBezTo>
                  <a:pt x="771719" y="38292"/>
                  <a:pt x="772912" y="38714"/>
                  <a:pt x="773834" y="38714"/>
                </a:cubicBezTo>
                <a:cubicBezTo>
                  <a:pt x="774810" y="38714"/>
                  <a:pt x="775596" y="38511"/>
                  <a:pt x="776192" y="38104"/>
                </a:cubicBezTo>
                <a:cubicBezTo>
                  <a:pt x="776789" y="37698"/>
                  <a:pt x="777738" y="36545"/>
                  <a:pt x="779039" y="34648"/>
                </a:cubicBezTo>
                <a:lnTo>
                  <a:pt x="781804" y="34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proofcomplete">
            <a:extLst xmlns:a="http://schemas.openxmlformats.org/drawingml/2006/main">
              <a:ext uri="{FF2B5EF4-FFF2-40B4-BE49-F238E27FC236}">
                <a16:creationId xmlns:a16="http://schemas.microsoft.com/office/drawing/2014/main" id="{B18EBEFE-4786-4C65-9EA6-ADA06B88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162" y="2460282"/>
            <a:ext cx="1044331" cy="148350"/>
          </a:xfrm>
          <a:custGeom xmlns:a="http://schemas.openxmlformats.org/drawingml/2006/main">
            <a:pathLst>
              <a:path w="1044331" h="148350">
                <a:moveTo>
                  <a:pt x="31882" y="105000"/>
                </a:moveTo>
                <a:lnTo>
                  <a:pt x="31882" y="133223"/>
                </a:lnTo>
                <a:cubicBezTo>
                  <a:pt x="31882" y="137179"/>
                  <a:pt x="32194" y="139871"/>
                  <a:pt x="32818" y="141300"/>
                </a:cubicBezTo>
                <a:cubicBezTo>
                  <a:pt x="33441" y="142730"/>
                  <a:pt x="34404" y="143775"/>
                  <a:pt x="35705" y="144434"/>
                </a:cubicBezTo>
                <a:cubicBezTo>
                  <a:pt x="37006" y="145093"/>
                  <a:pt x="39555" y="145422"/>
                  <a:pt x="43350" y="145422"/>
                </a:cubicBezTo>
                <a:lnTo>
                  <a:pt x="43350" y="148350"/>
                </a:lnTo>
                <a:lnTo>
                  <a:pt x="0" y="148350"/>
                </a:lnTo>
                <a:lnTo>
                  <a:pt x="0" y="145422"/>
                </a:lnTo>
                <a:cubicBezTo>
                  <a:pt x="3362" y="145312"/>
                  <a:pt x="5856" y="144351"/>
                  <a:pt x="7483" y="142538"/>
                </a:cubicBezTo>
                <a:cubicBezTo>
                  <a:pt x="8567" y="141275"/>
                  <a:pt x="9109" y="138008"/>
                  <a:pt x="9109" y="132735"/>
                </a:cubicBezTo>
                <a:lnTo>
                  <a:pt x="9109" y="52541"/>
                </a:lnTo>
                <a:cubicBezTo>
                  <a:pt x="9109" y="47105"/>
                  <a:pt x="8486" y="43632"/>
                  <a:pt x="7239" y="42123"/>
                </a:cubicBezTo>
                <a:cubicBezTo>
                  <a:pt x="5991" y="40613"/>
                  <a:pt x="3579" y="39748"/>
                  <a:pt x="0" y="39528"/>
                </a:cubicBezTo>
                <a:lnTo>
                  <a:pt x="0" y="36600"/>
                </a:lnTo>
                <a:lnTo>
                  <a:pt x="31882" y="36600"/>
                </a:lnTo>
                <a:lnTo>
                  <a:pt x="31882" y="46603"/>
                </a:lnTo>
                <a:cubicBezTo>
                  <a:pt x="34539" y="42700"/>
                  <a:pt x="37250" y="39880"/>
                  <a:pt x="40016" y="38145"/>
                </a:cubicBezTo>
                <a:cubicBezTo>
                  <a:pt x="43974" y="35596"/>
                  <a:pt x="48284" y="34322"/>
                  <a:pt x="52947" y="34322"/>
                </a:cubicBezTo>
                <a:cubicBezTo>
                  <a:pt x="58532" y="34322"/>
                  <a:pt x="63616" y="36086"/>
                  <a:pt x="68197" y="39614"/>
                </a:cubicBezTo>
                <a:cubicBezTo>
                  <a:pt x="72779" y="43142"/>
                  <a:pt x="76263" y="48013"/>
                  <a:pt x="78648" y="54228"/>
                </a:cubicBezTo>
                <a:cubicBezTo>
                  <a:pt x="81034" y="60444"/>
                  <a:pt x="82227" y="67133"/>
                  <a:pt x="82227" y="74297"/>
                </a:cubicBezTo>
                <a:cubicBezTo>
                  <a:pt x="82227" y="82003"/>
                  <a:pt x="80994" y="89045"/>
                  <a:pt x="78526" y="95423"/>
                </a:cubicBezTo>
                <a:cubicBezTo>
                  <a:pt x="76059" y="101801"/>
                  <a:pt x="72481" y="106659"/>
                  <a:pt x="67791" y="109997"/>
                </a:cubicBezTo>
                <a:cubicBezTo>
                  <a:pt x="63100" y="113335"/>
                  <a:pt x="57882" y="115004"/>
                  <a:pt x="52134" y="115004"/>
                </a:cubicBezTo>
                <a:cubicBezTo>
                  <a:pt x="47959" y="115004"/>
                  <a:pt x="44055" y="114082"/>
                  <a:pt x="40422" y="112239"/>
                </a:cubicBezTo>
                <a:cubicBezTo>
                  <a:pt x="37711" y="110829"/>
                  <a:pt x="34865" y="108416"/>
                  <a:pt x="31882" y="105000"/>
                </a:cubicBezTo>
                <a:moveTo>
                  <a:pt x="31882" y="96773"/>
                </a:moveTo>
                <a:cubicBezTo>
                  <a:pt x="36545" y="103396"/>
                  <a:pt x="41534" y="106708"/>
                  <a:pt x="46847" y="106708"/>
                </a:cubicBezTo>
                <a:cubicBezTo>
                  <a:pt x="49775" y="106708"/>
                  <a:pt x="52188" y="105161"/>
                  <a:pt x="54086" y="102067"/>
                </a:cubicBezTo>
                <a:cubicBezTo>
                  <a:pt x="56906" y="97506"/>
                  <a:pt x="58315" y="88818"/>
                  <a:pt x="58315" y="76005"/>
                </a:cubicBezTo>
                <a:cubicBezTo>
                  <a:pt x="58315" y="62867"/>
                  <a:pt x="56770" y="53881"/>
                  <a:pt x="53679" y="49049"/>
                </a:cubicBezTo>
                <a:cubicBezTo>
                  <a:pt x="51619" y="45846"/>
                  <a:pt x="48854" y="44245"/>
                  <a:pt x="45383" y="44245"/>
                </a:cubicBezTo>
                <a:cubicBezTo>
                  <a:pt x="39907" y="44245"/>
                  <a:pt x="35407" y="48208"/>
                  <a:pt x="31882" y="56135"/>
                </a:cubicBezTo>
                <a:lnTo>
                  <a:pt x="31882" y="96773"/>
                </a:lnTo>
                <a:close/>
                <a:moveTo>
                  <a:pt x="126610" y="36600"/>
                </a:moveTo>
                <a:lnTo>
                  <a:pt x="126610" y="53842"/>
                </a:lnTo>
                <a:cubicBezTo>
                  <a:pt x="131653" y="45980"/>
                  <a:pt x="136072" y="40761"/>
                  <a:pt x="139867" y="38186"/>
                </a:cubicBezTo>
                <a:cubicBezTo>
                  <a:pt x="143663" y="35610"/>
                  <a:pt x="147323" y="34322"/>
                  <a:pt x="150847" y="34322"/>
                </a:cubicBezTo>
                <a:cubicBezTo>
                  <a:pt x="153883" y="34322"/>
                  <a:pt x="156310" y="35261"/>
                  <a:pt x="158126" y="37138"/>
                </a:cubicBezTo>
                <a:cubicBezTo>
                  <a:pt x="159943" y="39016"/>
                  <a:pt x="160851" y="41668"/>
                  <a:pt x="160851" y="45096"/>
                </a:cubicBezTo>
                <a:cubicBezTo>
                  <a:pt x="160851" y="48743"/>
                  <a:pt x="159970" y="51573"/>
                  <a:pt x="158208" y="53588"/>
                </a:cubicBezTo>
                <a:cubicBezTo>
                  <a:pt x="156445" y="55601"/>
                  <a:pt x="154317" y="56607"/>
                  <a:pt x="151823" y="56607"/>
                </a:cubicBezTo>
                <a:cubicBezTo>
                  <a:pt x="148949" y="56607"/>
                  <a:pt x="146455" y="55686"/>
                  <a:pt x="144340" y="53842"/>
                </a:cubicBezTo>
                <a:cubicBezTo>
                  <a:pt x="142226" y="51999"/>
                  <a:pt x="140979" y="50968"/>
                  <a:pt x="140599" y="50751"/>
                </a:cubicBezTo>
                <a:cubicBezTo>
                  <a:pt x="140057" y="50426"/>
                  <a:pt x="139433" y="50263"/>
                  <a:pt x="138728" y="50263"/>
                </a:cubicBezTo>
                <a:cubicBezTo>
                  <a:pt x="137156" y="50263"/>
                  <a:pt x="135665" y="50860"/>
                  <a:pt x="134255" y="52053"/>
                </a:cubicBezTo>
                <a:cubicBezTo>
                  <a:pt x="132032" y="53896"/>
                  <a:pt x="130351" y="56526"/>
                  <a:pt x="129213" y="59942"/>
                </a:cubicBezTo>
                <a:cubicBezTo>
                  <a:pt x="127478" y="65201"/>
                  <a:pt x="126610" y="71003"/>
                  <a:pt x="126610" y="77347"/>
                </a:cubicBezTo>
                <a:lnTo>
                  <a:pt x="126610" y="94834"/>
                </a:lnTo>
                <a:lnTo>
                  <a:pt x="126691" y="99388"/>
                </a:lnTo>
                <a:cubicBezTo>
                  <a:pt x="126691" y="102479"/>
                  <a:pt x="126881" y="104458"/>
                  <a:pt x="127261" y="105325"/>
                </a:cubicBezTo>
                <a:cubicBezTo>
                  <a:pt x="127911" y="106789"/>
                  <a:pt x="128874" y="107860"/>
                  <a:pt x="130148" y="108538"/>
                </a:cubicBezTo>
                <a:cubicBezTo>
                  <a:pt x="131422" y="109216"/>
                  <a:pt x="133577" y="109636"/>
                  <a:pt x="136614" y="109799"/>
                </a:cubicBezTo>
                <a:lnTo>
                  <a:pt x="136614" y="112727"/>
                </a:lnTo>
                <a:lnTo>
                  <a:pt x="95541" y="112727"/>
                </a:lnTo>
                <a:lnTo>
                  <a:pt x="95541" y="109799"/>
                </a:lnTo>
                <a:cubicBezTo>
                  <a:pt x="98848" y="109528"/>
                  <a:pt x="101085" y="108619"/>
                  <a:pt x="102251" y="107074"/>
                </a:cubicBezTo>
                <a:cubicBezTo>
                  <a:pt x="103417" y="105529"/>
                  <a:pt x="104000" y="101449"/>
                  <a:pt x="104000" y="94834"/>
                </a:cubicBezTo>
                <a:lnTo>
                  <a:pt x="104000" y="52703"/>
                </a:lnTo>
                <a:cubicBezTo>
                  <a:pt x="104000" y="48339"/>
                  <a:pt x="103783" y="45556"/>
                  <a:pt x="103349" y="44357"/>
                </a:cubicBezTo>
                <a:cubicBezTo>
                  <a:pt x="102807" y="42828"/>
                  <a:pt x="102020" y="41710"/>
                  <a:pt x="100990" y="41002"/>
                </a:cubicBezTo>
                <a:cubicBezTo>
                  <a:pt x="99960" y="40292"/>
                  <a:pt x="98144" y="39800"/>
                  <a:pt x="95541" y="39528"/>
                </a:cubicBezTo>
                <a:lnTo>
                  <a:pt x="95541" y="36600"/>
                </a:lnTo>
                <a:lnTo>
                  <a:pt x="126610" y="36600"/>
                </a:lnTo>
                <a:close/>
                <a:moveTo>
                  <a:pt x="204876" y="34322"/>
                </a:moveTo>
                <a:cubicBezTo>
                  <a:pt x="211491" y="34322"/>
                  <a:pt x="217646" y="36032"/>
                  <a:pt x="223339" y="39451"/>
                </a:cubicBezTo>
                <a:cubicBezTo>
                  <a:pt x="229032" y="42871"/>
                  <a:pt x="233356" y="47729"/>
                  <a:pt x="236311" y="54025"/>
                </a:cubicBezTo>
                <a:cubicBezTo>
                  <a:pt x="239266" y="60322"/>
                  <a:pt x="240744" y="67214"/>
                  <a:pt x="240744" y="74704"/>
                </a:cubicBezTo>
                <a:cubicBezTo>
                  <a:pt x="240744" y="85504"/>
                  <a:pt x="238006" y="94541"/>
                  <a:pt x="232529" y="101815"/>
                </a:cubicBezTo>
                <a:cubicBezTo>
                  <a:pt x="225914" y="110608"/>
                  <a:pt x="216778" y="115004"/>
                  <a:pt x="205120" y="115004"/>
                </a:cubicBezTo>
                <a:cubicBezTo>
                  <a:pt x="193680" y="115004"/>
                  <a:pt x="184869" y="110987"/>
                  <a:pt x="178687" y="102954"/>
                </a:cubicBezTo>
                <a:cubicBezTo>
                  <a:pt x="172506" y="94921"/>
                  <a:pt x="169415" y="85613"/>
                  <a:pt x="169415" y="75029"/>
                </a:cubicBezTo>
                <a:cubicBezTo>
                  <a:pt x="169415" y="64120"/>
                  <a:pt x="172574" y="54609"/>
                  <a:pt x="178891" y="46494"/>
                </a:cubicBezTo>
                <a:cubicBezTo>
                  <a:pt x="185207" y="38380"/>
                  <a:pt x="193869" y="34322"/>
                  <a:pt x="204876" y="34322"/>
                </a:cubicBezTo>
                <a:moveTo>
                  <a:pt x="205202" y="40016"/>
                </a:moveTo>
                <a:cubicBezTo>
                  <a:pt x="202436" y="40016"/>
                  <a:pt x="200064" y="41061"/>
                  <a:pt x="198085" y="43152"/>
                </a:cubicBezTo>
                <a:cubicBezTo>
                  <a:pt x="196106" y="45241"/>
                  <a:pt x="194805" y="49366"/>
                  <a:pt x="194181" y="55527"/>
                </a:cubicBezTo>
                <a:cubicBezTo>
                  <a:pt x="193558" y="61688"/>
                  <a:pt x="193246" y="70252"/>
                  <a:pt x="193246" y="81218"/>
                </a:cubicBezTo>
                <a:cubicBezTo>
                  <a:pt x="193246" y="87027"/>
                  <a:pt x="193625" y="92455"/>
                  <a:pt x="194385" y="97505"/>
                </a:cubicBezTo>
                <a:cubicBezTo>
                  <a:pt x="194981" y="101358"/>
                  <a:pt x="196255" y="104289"/>
                  <a:pt x="198207" y="106299"/>
                </a:cubicBezTo>
                <a:cubicBezTo>
                  <a:pt x="200159" y="108307"/>
                  <a:pt x="202382" y="109311"/>
                  <a:pt x="204876" y="109311"/>
                </a:cubicBezTo>
                <a:cubicBezTo>
                  <a:pt x="207316" y="109311"/>
                  <a:pt x="209350" y="108632"/>
                  <a:pt x="210976" y="107275"/>
                </a:cubicBezTo>
                <a:cubicBezTo>
                  <a:pt x="213091" y="105430"/>
                  <a:pt x="214501" y="102851"/>
                  <a:pt x="215206" y="99538"/>
                </a:cubicBezTo>
                <a:cubicBezTo>
                  <a:pt x="216290" y="94382"/>
                  <a:pt x="216832" y="83960"/>
                  <a:pt x="216832" y="68271"/>
                </a:cubicBezTo>
                <a:cubicBezTo>
                  <a:pt x="216832" y="59043"/>
                  <a:pt x="216317" y="52706"/>
                  <a:pt x="215287" y="49259"/>
                </a:cubicBezTo>
                <a:cubicBezTo>
                  <a:pt x="214257" y="45811"/>
                  <a:pt x="212739" y="43300"/>
                  <a:pt x="210732" y="41726"/>
                </a:cubicBezTo>
                <a:cubicBezTo>
                  <a:pt x="209323" y="40586"/>
                  <a:pt x="207479" y="40016"/>
                  <a:pt x="205202" y="40016"/>
                </a:cubicBezTo>
                <a:close/>
                <a:moveTo>
                  <a:pt x="288161" y="34322"/>
                </a:moveTo>
                <a:cubicBezTo>
                  <a:pt x="294776" y="34322"/>
                  <a:pt x="300931" y="36032"/>
                  <a:pt x="306624" y="39451"/>
                </a:cubicBezTo>
                <a:cubicBezTo>
                  <a:pt x="312317" y="42871"/>
                  <a:pt x="316641" y="47729"/>
                  <a:pt x="319596" y="54025"/>
                </a:cubicBezTo>
                <a:cubicBezTo>
                  <a:pt x="322551" y="60322"/>
                  <a:pt x="324029" y="67214"/>
                  <a:pt x="324029" y="74704"/>
                </a:cubicBezTo>
                <a:cubicBezTo>
                  <a:pt x="324029" y="85504"/>
                  <a:pt x="321291" y="94541"/>
                  <a:pt x="315814" y="101815"/>
                </a:cubicBezTo>
                <a:cubicBezTo>
                  <a:pt x="309199" y="110608"/>
                  <a:pt x="300063" y="115004"/>
                  <a:pt x="288405" y="115004"/>
                </a:cubicBezTo>
                <a:cubicBezTo>
                  <a:pt x="276965" y="115004"/>
                  <a:pt x="268154" y="110987"/>
                  <a:pt x="261972" y="102954"/>
                </a:cubicBezTo>
                <a:cubicBezTo>
                  <a:pt x="255791" y="94921"/>
                  <a:pt x="252700" y="85613"/>
                  <a:pt x="252700" y="75029"/>
                </a:cubicBezTo>
                <a:cubicBezTo>
                  <a:pt x="252700" y="64120"/>
                  <a:pt x="255859" y="54609"/>
                  <a:pt x="262176" y="46494"/>
                </a:cubicBezTo>
                <a:cubicBezTo>
                  <a:pt x="268492" y="38380"/>
                  <a:pt x="277154" y="34322"/>
                  <a:pt x="288161" y="34322"/>
                </a:cubicBezTo>
                <a:moveTo>
                  <a:pt x="288487" y="40016"/>
                </a:moveTo>
                <a:cubicBezTo>
                  <a:pt x="285721" y="40016"/>
                  <a:pt x="283349" y="41061"/>
                  <a:pt x="281370" y="43152"/>
                </a:cubicBezTo>
                <a:cubicBezTo>
                  <a:pt x="279391" y="45241"/>
                  <a:pt x="278090" y="49366"/>
                  <a:pt x="277466" y="55527"/>
                </a:cubicBezTo>
                <a:cubicBezTo>
                  <a:pt x="276843" y="61688"/>
                  <a:pt x="276531" y="70252"/>
                  <a:pt x="276531" y="81218"/>
                </a:cubicBezTo>
                <a:cubicBezTo>
                  <a:pt x="276531" y="87027"/>
                  <a:pt x="276910" y="92455"/>
                  <a:pt x="277669" y="97505"/>
                </a:cubicBezTo>
                <a:cubicBezTo>
                  <a:pt x="278266" y="101358"/>
                  <a:pt x="279540" y="104289"/>
                  <a:pt x="281492" y="106299"/>
                </a:cubicBezTo>
                <a:cubicBezTo>
                  <a:pt x="283444" y="108307"/>
                  <a:pt x="285667" y="109311"/>
                  <a:pt x="288161" y="109311"/>
                </a:cubicBezTo>
                <a:cubicBezTo>
                  <a:pt x="290601" y="109311"/>
                  <a:pt x="292635" y="108632"/>
                  <a:pt x="294261" y="107275"/>
                </a:cubicBezTo>
                <a:cubicBezTo>
                  <a:pt x="296376" y="105430"/>
                  <a:pt x="297786" y="102851"/>
                  <a:pt x="298491" y="99538"/>
                </a:cubicBezTo>
                <a:cubicBezTo>
                  <a:pt x="299575" y="94382"/>
                  <a:pt x="300117" y="83960"/>
                  <a:pt x="300117" y="68271"/>
                </a:cubicBezTo>
                <a:cubicBezTo>
                  <a:pt x="300117" y="59043"/>
                  <a:pt x="299602" y="52706"/>
                  <a:pt x="298572" y="49259"/>
                </a:cubicBezTo>
                <a:cubicBezTo>
                  <a:pt x="297542" y="45811"/>
                  <a:pt x="296024" y="43300"/>
                  <a:pt x="294017" y="41726"/>
                </a:cubicBezTo>
                <a:cubicBezTo>
                  <a:pt x="292608" y="40586"/>
                  <a:pt x="290764" y="40016"/>
                  <a:pt x="288487" y="40016"/>
                </a:cubicBezTo>
                <a:close/>
                <a:moveTo>
                  <a:pt x="369757" y="44570"/>
                </a:moveTo>
                <a:lnTo>
                  <a:pt x="369757" y="97436"/>
                </a:lnTo>
                <a:cubicBezTo>
                  <a:pt x="369757" y="102533"/>
                  <a:pt x="370299" y="105732"/>
                  <a:pt x="371383" y="107033"/>
                </a:cubicBezTo>
                <a:cubicBezTo>
                  <a:pt x="373118" y="109040"/>
                  <a:pt x="376317" y="109961"/>
                  <a:pt x="380980" y="109799"/>
                </a:cubicBezTo>
                <a:lnTo>
                  <a:pt x="380980" y="112727"/>
                </a:lnTo>
                <a:lnTo>
                  <a:pt x="336166" y="112727"/>
                </a:lnTo>
                <a:lnTo>
                  <a:pt x="336166" y="109799"/>
                </a:lnTo>
                <a:cubicBezTo>
                  <a:pt x="339582" y="109745"/>
                  <a:pt x="342009" y="109351"/>
                  <a:pt x="343446" y="108619"/>
                </a:cubicBezTo>
                <a:cubicBezTo>
                  <a:pt x="344882" y="107887"/>
                  <a:pt x="345872" y="106871"/>
                  <a:pt x="346414" y="105569"/>
                </a:cubicBezTo>
                <a:cubicBezTo>
                  <a:pt x="346956" y="104268"/>
                  <a:pt x="347227" y="101557"/>
                  <a:pt x="347227" y="97436"/>
                </a:cubicBezTo>
                <a:lnTo>
                  <a:pt x="347227" y="44570"/>
                </a:lnTo>
                <a:lnTo>
                  <a:pt x="336166" y="44570"/>
                </a:lnTo>
                <a:lnTo>
                  <a:pt x="336166" y="36600"/>
                </a:lnTo>
                <a:lnTo>
                  <a:pt x="347227" y="36600"/>
                </a:lnTo>
                <a:lnTo>
                  <a:pt x="347227" y="31013"/>
                </a:lnTo>
                <a:lnTo>
                  <a:pt x="347146" y="27206"/>
                </a:lnTo>
                <a:cubicBezTo>
                  <a:pt x="347146" y="19433"/>
                  <a:pt x="350006" y="12956"/>
                  <a:pt x="355727" y="7775"/>
                </a:cubicBezTo>
                <a:cubicBezTo>
                  <a:pt x="361447" y="2592"/>
                  <a:pt x="369187" y="0"/>
                  <a:pt x="378947" y="0"/>
                </a:cubicBezTo>
                <a:cubicBezTo>
                  <a:pt x="385616" y="0"/>
                  <a:pt x="390564" y="1252"/>
                  <a:pt x="393790" y="3757"/>
                </a:cubicBezTo>
                <a:cubicBezTo>
                  <a:pt x="397017" y="6259"/>
                  <a:pt x="398630" y="9035"/>
                  <a:pt x="398630" y="12083"/>
                </a:cubicBezTo>
                <a:cubicBezTo>
                  <a:pt x="398630" y="14533"/>
                  <a:pt x="397626" y="16656"/>
                  <a:pt x="395620" y="18452"/>
                </a:cubicBezTo>
                <a:cubicBezTo>
                  <a:pt x="393614" y="20248"/>
                  <a:pt x="390957" y="21146"/>
                  <a:pt x="387650" y="21146"/>
                </a:cubicBezTo>
                <a:cubicBezTo>
                  <a:pt x="384830" y="21146"/>
                  <a:pt x="382594" y="20414"/>
                  <a:pt x="380940" y="18950"/>
                </a:cubicBezTo>
                <a:cubicBezTo>
                  <a:pt x="379286" y="17486"/>
                  <a:pt x="378459" y="15860"/>
                  <a:pt x="378459" y="14071"/>
                </a:cubicBezTo>
                <a:cubicBezTo>
                  <a:pt x="378459" y="13583"/>
                  <a:pt x="378622" y="12579"/>
                  <a:pt x="378947" y="11061"/>
                </a:cubicBezTo>
                <a:cubicBezTo>
                  <a:pt x="379164" y="10139"/>
                  <a:pt x="379272" y="9272"/>
                  <a:pt x="379272" y="8459"/>
                </a:cubicBezTo>
                <a:cubicBezTo>
                  <a:pt x="379272" y="7320"/>
                  <a:pt x="378947" y="6479"/>
                  <a:pt x="378296" y="5937"/>
                </a:cubicBezTo>
                <a:cubicBezTo>
                  <a:pt x="377429" y="5124"/>
                  <a:pt x="376372" y="4717"/>
                  <a:pt x="375125" y="4717"/>
                </a:cubicBezTo>
                <a:cubicBezTo>
                  <a:pt x="373552" y="4717"/>
                  <a:pt x="372237" y="5363"/>
                  <a:pt x="371180" y="6654"/>
                </a:cubicBezTo>
                <a:cubicBezTo>
                  <a:pt x="370123" y="7945"/>
                  <a:pt x="369594" y="10017"/>
                  <a:pt x="369594" y="12868"/>
                </a:cubicBezTo>
                <a:lnTo>
                  <a:pt x="369757" y="26995"/>
                </a:lnTo>
                <a:lnTo>
                  <a:pt x="369757" y="36600"/>
                </a:lnTo>
                <a:lnTo>
                  <a:pt x="380980" y="36600"/>
                </a:lnTo>
                <a:lnTo>
                  <a:pt x="380980" y="44570"/>
                </a:lnTo>
                <a:lnTo>
                  <a:pt x="369757" y="44570"/>
                </a:lnTo>
                <a:close/>
                <a:moveTo>
                  <a:pt x="489960" y="93062"/>
                </a:moveTo>
                <a:lnTo>
                  <a:pt x="492481" y="95012"/>
                </a:lnTo>
                <a:cubicBezTo>
                  <a:pt x="488903" y="101757"/>
                  <a:pt x="484443" y="106776"/>
                  <a:pt x="479102" y="110068"/>
                </a:cubicBezTo>
                <a:cubicBezTo>
                  <a:pt x="473761" y="113359"/>
                  <a:pt x="468082" y="115004"/>
                  <a:pt x="462063" y="115004"/>
                </a:cubicBezTo>
                <a:cubicBezTo>
                  <a:pt x="451924" y="115004"/>
                  <a:pt x="443817" y="111178"/>
                  <a:pt x="437745" y="103526"/>
                </a:cubicBezTo>
                <a:cubicBezTo>
                  <a:pt x="431672" y="95872"/>
                  <a:pt x="428635" y="86672"/>
                  <a:pt x="428635" y="75926"/>
                </a:cubicBezTo>
                <a:cubicBezTo>
                  <a:pt x="428635" y="65558"/>
                  <a:pt x="431401" y="56440"/>
                  <a:pt x="436931" y="48571"/>
                </a:cubicBezTo>
                <a:cubicBezTo>
                  <a:pt x="443601" y="39072"/>
                  <a:pt x="452791" y="34322"/>
                  <a:pt x="464503" y="34322"/>
                </a:cubicBezTo>
                <a:cubicBezTo>
                  <a:pt x="472365" y="34322"/>
                  <a:pt x="478614" y="36307"/>
                  <a:pt x="483250" y="40277"/>
                </a:cubicBezTo>
                <a:cubicBezTo>
                  <a:pt x="487886" y="44246"/>
                  <a:pt x="490204" y="48677"/>
                  <a:pt x="490204" y="53570"/>
                </a:cubicBezTo>
                <a:cubicBezTo>
                  <a:pt x="490204" y="56669"/>
                  <a:pt x="489269" y="59143"/>
                  <a:pt x="487398" y="60992"/>
                </a:cubicBezTo>
                <a:cubicBezTo>
                  <a:pt x="485527" y="62840"/>
                  <a:pt x="483074" y="63765"/>
                  <a:pt x="480038" y="63765"/>
                </a:cubicBezTo>
                <a:cubicBezTo>
                  <a:pt x="476838" y="63765"/>
                  <a:pt x="474195" y="62704"/>
                  <a:pt x="472108" y="60582"/>
                </a:cubicBezTo>
                <a:cubicBezTo>
                  <a:pt x="470020" y="58459"/>
                  <a:pt x="468732" y="54677"/>
                  <a:pt x="468244" y="49237"/>
                </a:cubicBezTo>
                <a:cubicBezTo>
                  <a:pt x="467919" y="45809"/>
                  <a:pt x="467133" y="43415"/>
                  <a:pt x="465886" y="42054"/>
                </a:cubicBezTo>
                <a:cubicBezTo>
                  <a:pt x="464639" y="40695"/>
                  <a:pt x="463175" y="40016"/>
                  <a:pt x="461494" y="40016"/>
                </a:cubicBezTo>
                <a:cubicBezTo>
                  <a:pt x="458891" y="40016"/>
                  <a:pt x="456668" y="41398"/>
                  <a:pt x="454824" y="44164"/>
                </a:cubicBezTo>
                <a:cubicBezTo>
                  <a:pt x="452005" y="48339"/>
                  <a:pt x="450595" y="54737"/>
                  <a:pt x="450595" y="63358"/>
                </a:cubicBezTo>
                <a:cubicBezTo>
                  <a:pt x="450595" y="70515"/>
                  <a:pt x="451734" y="77361"/>
                  <a:pt x="454011" y="83894"/>
                </a:cubicBezTo>
                <a:cubicBezTo>
                  <a:pt x="456288" y="90428"/>
                  <a:pt x="459406" y="95294"/>
                  <a:pt x="463364" y="98494"/>
                </a:cubicBezTo>
                <a:cubicBezTo>
                  <a:pt x="466347" y="100825"/>
                  <a:pt x="469871" y="101991"/>
                  <a:pt x="473938" y="101991"/>
                </a:cubicBezTo>
                <a:cubicBezTo>
                  <a:pt x="476594" y="101991"/>
                  <a:pt x="479116" y="101369"/>
                  <a:pt x="481502" y="100125"/>
                </a:cubicBezTo>
                <a:cubicBezTo>
                  <a:pt x="483887" y="98880"/>
                  <a:pt x="486707" y="96525"/>
                  <a:pt x="489960" y="93062"/>
                </a:cubicBezTo>
                <a:close/>
                <a:moveTo>
                  <a:pt x="536062" y="34322"/>
                </a:moveTo>
                <a:cubicBezTo>
                  <a:pt x="542677" y="34322"/>
                  <a:pt x="548832" y="36032"/>
                  <a:pt x="554525" y="39451"/>
                </a:cubicBezTo>
                <a:cubicBezTo>
                  <a:pt x="560218" y="42871"/>
                  <a:pt x="564542" y="47729"/>
                  <a:pt x="567497" y="54025"/>
                </a:cubicBezTo>
                <a:cubicBezTo>
                  <a:pt x="570452" y="60322"/>
                  <a:pt x="571930" y="67214"/>
                  <a:pt x="571930" y="74704"/>
                </a:cubicBezTo>
                <a:cubicBezTo>
                  <a:pt x="571930" y="85504"/>
                  <a:pt x="569192" y="94541"/>
                  <a:pt x="563715" y="101815"/>
                </a:cubicBezTo>
                <a:cubicBezTo>
                  <a:pt x="557100" y="110608"/>
                  <a:pt x="547964" y="115004"/>
                  <a:pt x="536306" y="115004"/>
                </a:cubicBezTo>
                <a:cubicBezTo>
                  <a:pt x="524866" y="115004"/>
                  <a:pt x="516055" y="110987"/>
                  <a:pt x="509873" y="102954"/>
                </a:cubicBezTo>
                <a:cubicBezTo>
                  <a:pt x="503692" y="94921"/>
                  <a:pt x="500601" y="85613"/>
                  <a:pt x="500601" y="75029"/>
                </a:cubicBezTo>
                <a:cubicBezTo>
                  <a:pt x="500601" y="64120"/>
                  <a:pt x="503760" y="54609"/>
                  <a:pt x="510077" y="46494"/>
                </a:cubicBezTo>
                <a:cubicBezTo>
                  <a:pt x="516393" y="38380"/>
                  <a:pt x="525055" y="34322"/>
                  <a:pt x="536062" y="34322"/>
                </a:cubicBezTo>
                <a:moveTo>
                  <a:pt x="536388" y="40016"/>
                </a:moveTo>
                <a:cubicBezTo>
                  <a:pt x="533622" y="40016"/>
                  <a:pt x="531250" y="41061"/>
                  <a:pt x="529271" y="43152"/>
                </a:cubicBezTo>
                <a:cubicBezTo>
                  <a:pt x="527292" y="45241"/>
                  <a:pt x="525991" y="49366"/>
                  <a:pt x="525367" y="55527"/>
                </a:cubicBezTo>
                <a:cubicBezTo>
                  <a:pt x="524744" y="61688"/>
                  <a:pt x="524432" y="70252"/>
                  <a:pt x="524432" y="81218"/>
                </a:cubicBezTo>
                <a:cubicBezTo>
                  <a:pt x="524432" y="87027"/>
                  <a:pt x="524811" y="92455"/>
                  <a:pt x="525570" y="97505"/>
                </a:cubicBezTo>
                <a:cubicBezTo>
                  <a:pt x="526167" y="101358"/>
                  <a:pt x="527441" y="104289"/>
                  <a:pt x="529393" y="106299"/>
                </a:cubicBezTo>
                <a:cubicBezTo>
                  <a:pt x="531345" y="108307"/>
                  <a:pt x="533568" y="109311"/>
                  <a:pt x="536062" y="109311"/>
                </a:cubicBezTo>
                <a:cubicBezTo>
                  <a:pt x="538502" y="109311"/>
                  <a:pt x="540536" y="108632"/>
                  <a:pt x="542162" y="107275"/>
                </a:cubicBezTo>
                <a:cubicBezTo>
                  <a:pt x="544277" y="105430"/>
                  <a:pt x="545687" y="102851"/>
                  <a:pt x="546392" y="99538"/>
                </a:cubicBezTo>
                <a:cubicBezTo>
                  <a:pt x="547476" y="94382"/>
                  <a:pt x="548018" y="83960"/>
                  <a:pt x="548018" y="68271"/>
                </a:cubicBezTo>
                <a:cubicBezTo>
                  <a:pt x="548018" y="59043"/>
                  <a:pt x="547503" y="52706"/>
                  <a:pt x="546473" y="49259"/>
                </a:cubicBezTo>
                <a:cubicBezTo>
                  <a:pt x="545443" y="45811"/>
                  <a:pt x="543924" y="43300"/>
                  <a:pt x="541918" y="41726"/>
                </a:cubicBezTo>
                <a:cubicBezTo>
                  <a:pt x="540509" y="40586"/>
                  <a:pt x="538665" y="40016"/>
                  <a:pt x="536388" y="40016"/>
                </a:cubicBezTo>
                <a:close/>
                <a:moveTo>
                  <a:pt x="613538" y="36600"/>
                </a:moveTo>
                <a:lnTo>
                  <a:pt x="613538" y="46685"/>
                </a:lnTo>
                <a:cubicBezTo>
                  <a:pt x="617713" y="42100"/>
                  <a:pt x="621576" y="38893"/>
                  <a:pt x="625128" y="37065"/>
                </a:cubicBezTo>
                <a:cubicBezTo>
                  <a:pt x="628679" y="35236"/>
                  <a:pt x="632569" y="34322"/>
                  <a:pt x="636799" y="34322"/>
                </a:cubicBezTo>
                <a:cubicBezTo>
                  <a:pt x="641679" y="34322"/>
                  <a:pt x="645772" y="35468"/>
                  <a:pt x="649080" y="37759"/>
                </a:cubicBezTo>
                <a:cubicBezTo>
                  <a:pt x="652387" y="40049"/>
                  <a:pt x="654936" y="43540"/>
                  <a:pt x="656725" y="48230"/>
                </a:cubicBezTo>
                <a:cubicBezTo>
                  <a:pt x="661063" y="43321"/>
                  <a:pt x="665224" y="39777"/>
                  <a:pt x="669210" y="37596"/>
                </a:cubicBezTo>
                <a:cubicBezTo>
                  <a:pt x="673195" y="35413"/>
                  <a:pt x="677357" y="34322"/>
                  <a:pt x="681694" y="34322"/>
                </a:cubicBezTo>
                <a:cubicBezTo>
                  <a:pt x="686954" y="34322"/>
                  <a:pt x="691142" y="35530"/>
                  <a:pt x="694260" y="37947"/>
                </a:cubicBezTo>
                <a:cubicBezTo>
                  <a:pt x="697378" y="40363"/>
                  <a:pt x="699547" y="43431"/>
                  <a:pt x="700767" y="47150"/>
                </a:cubicBezTo>
                <a:cubicBezTo>
                  <a:pt x="701987" y="50869"/>
                  <a:pt x="702597" y="56801"/>
                  <a:pt x="702597" y="64944"/>
                </a:cubicBezTo>
                <a:lnTo>
                  <a:pt x="702597" y="96135"/>
                </a:lnTo>
                <a:cubicBezTo>
                  <a:pt x="702597" y="101991"/>
                  <a:pt x="703125" y="105624"/>
                  <a:pt x="704183" y="107033"/>
                </a:cubicBezTo>
                <a:cubicBezTo>
                  <a:pt x="705240" y="108443"/>
                  <a:pt x="707450" y="109365"/>
                  <a:pt x="710811" y="109799"/>
                </a:cubicBezTo>
                <a:lnTo>
                  <a:pt x="710811" y="112727"/>
                </a:lnTo>
                <a:lnTo>
                  <a:pt x="671528" y="112727"/>
                </a:lnTo>
                <a:lnTo>
                  <a:pt x="671528" y="109799"/>
                </a:lnTo>
                <a:cubicBezTo>
                  <a:pt x="674618" y="109528"/>
                  <a:pt x="676896" y="108335"/>
                  <a:pt x="678360" y="106220"/>
                </a:cubicBezTo>
                <a:cubicBezTo>
                  <a:pt x="679336" y="104756"/>
                  <a:pt x="679824" y="101394"/>
                  <a:pt x="679824" y="96135"/>
                </a:cubicBezTo>
                <a:lnTo>
                  <a:pt x="679824" y="63439"/>
                </a:lnTo>
                <a:cubicBezTo>
                  <a:pt x="679824" y="56662"/>
                  <a:pt x="679552" y="52351"/>
                  <a:pt x="679010" y="50507"/>
                </a:cubicBezTo>
                <a:cubicBezTo>
                  <a:pt x="678468" y="48664"/>
                  <a:pt x="677614" y="47295"/>
                  <a:pt x="676448" y="46400"/>
                </a:cubicBezTo>
                <a:cubicBezTo>
                  <a:pt x="675283" y="45505"/>
                  <a:pt x="673913" y="45058"/>
                  <a:pt x="672341" y="45058"/>
                </a:cubicBezTo>
                <a:cubicBezTo>
                  <a:pt x="670009" y="45058"/>
                  <a:pt x="667651" y="45912"/>
                  <a:pt x="665265" y="47620"/>
                </a:cubicBezTo>
                <a:cubicBezTo>
                  <a:pt x="662879" y="49328"/>
                  <a:pt x="660466" y="51890"/>
                  <a:pt x="658027" y="55306"/>
                </a:cubicBezTo>
                <a:lnTo>
                  <a:pt x="658027" y="96135"/>
                </a:lnTo>
                <a:cubicBezTo>
                  <a:pt x="658027" y="101611"/>
                  <a:pt x="658487" y="105054"/>
                  <a:pt x="659409" y="106464"/>
                </a:cubicBezTo>
                <a:cubicBezTo>
                  <a:pt x="660656" y="108470"/>
                  <a:pt x="663042" y="109582"/>
                  <a:pt x="666566" y="109799"/>
                </a:cubicBezTo>
                <a:lnTo>
                  <a:pt x="666566" y="112727"/>
                </a:lnTo>
                <a:lnTo>
                  <a:pt x="627202" y="112727"/>
                </a:lnTo>
                <a:lnTo>
                  <a:pt x="627202" y="109799"/>
                </a:lnTo>
                <a:cubicBezTo>
                  <a:pt x="629316" y="109690"/>
                  <a:pt x="630983" y="109162"/>
                  <a:pt x="632203" y="108213"/>
                </a:cubicBezTo>
                <a:cubicBezTo>
                  <a:pt x="633423" y="107264"/>
                  <a:pt x="634237" y="106125"/>
                  <a:pt x="634643" y="104797"/>
                </a:cubicBezTo>
                <a:cubicBezTo>
                  <a:pt x="635050" y="103468"/>
                  <a:pt x="635253" y="100581"/>
                  <a:pt x="635253" y="96135"/>
                </a:cubicBezTo>
                <a:lnTo>
                  <a:pt x="635253" y="63388"/>
                </a:lnTo>
                <a:cubicBezTo>
                  <a:pt x="635253" y="56490"/>
                  <a:pt x="634982" y="52173"/>
                  <a:pt x="634440" y="50436"/>
                </a:cubicBezTo>
                <a:cubicBezTo>
                  <a:pt x="633898" y="48698"/>
                  <a:pt x="632990" y="47340"/>
                  <a:pt x="631715" y="46362"/>
                </a:cubicBezTo>
                <a:cubicBezTo>
                  <a:pt x="630441" y="45384"/>
                  <a:pt x="629072" y="44895"/>
                  <a:pt x="627608" y="44895"/>
                </a:cubicBezTo>
                <a:cubicBezTo>
                  <a:pt x="625439" y="44895"/>
                  <a:pt x="623460" y="45469"/>
                  <a:pt x="621671" y="46616"/>
                </a:cubicBezTo>
                <a:cubicBezTo>
                  <a:pt x="619123" y="48311"/>
                  <a:pt x="616411" y="51207"/>
                  <a:pt x="613538" y="55306"/>
                </a:cubicBezTo>
                <a:lnTo>
                  <a:pt x="613538" y="96135"/>
                </a:lnTo>
                <a:cubicBezTo>
                  <a:pt x="613538" y="101503"/>
                  <a:pt x="614066" y="105041"/>
                  <a:pt x="615124" y="106749"/>
                </a:cubicBezTo>
                <a:cubicBezTo>
                  <a:pt x="616181" y="108457"/>
                  <a:pt x="618391" y="109473"/>
                  <a:pt x="621752" y="109799"/>
                </a:cubicBezTo>
                <a:lnTo>
                  <a:pt x="621752" y="112727"/>
                </a:lnTo>
                <a:lnTo>
                  <a:pt x="582550" y="112727"/>
                </a:lnTo>
                <a:lnTo>
                  <a:pt x="582550" y="109799"/>
                </a:lnTo>
                <a:cubicBezTo>
                  <a:pt x="585749" y="109473"/>
                  <a:pt x="588026" y="108443"/>
                  <a:pt x="589382" y="106708"/>
                </a:cubicBezTo>
                <a:cubicBezTo>
                  <a:pt x="590304" y="105515"/>
                  <a:pt x="590765" y="101991"/>
                  <a:pt x="590765" y="96135"/>
                </a:cubicBezTo>
                <a:lnTo>
                  <a:pt x="590765" y="53191"/>
                </a:lnTo>
                <a:cubicBezTo>
                  <a:pt x="590765" y="47374"/>
                  <a:pt x="590236" y="43753"/>
                  <a:pt x="589179" y="42326"/>
                </a:cubicBezTo>
                <a:cubicBezTo>
                  <a:pt x="588121" y="40899"/>
                  <a:pt x="585912" y="39966"/>
                  <a:pt x="582550" y="39528"/>
                </a:cubicBezTo>
                <a:lnTo>
                  <a:pt x="582550" y="36600"/>
                </a:lnTo>
                <a:lnTo>
                  <a:pt x="613538" y="36600"/>
                </a:lnTo>
                <a:close/>
                <a:moveTo>
                  <a:pt x="748509" y="105000"/>
                </a:moveTo>
                <a:lnTo>
                  <a:pt x="748509" y="133223"/>
                </a:lnTo>
                <a:cubicBezTo>
                  <a:pt x="748509" y="137179"/>
                  <a:pt x="748821" y="139871"/>
                  <a:pt x="749444" y="141300"/>
                </a:cubicBezTo>
                <a:cubicBezTo>
                  <a:pt x="750068" y="142730"/>
                  <a:pt x="751030" y="143775"/>
                  <a:pt x="752332" y="144434"/>
                </a:cubicBezTo>
                <a:cubicBezTo>
                  <a:pt x="753633" y="145093"/>
                  <a:pt x="756181" y="145422"/>
                  <a:pt x="759977" y="145422"/>
                </a:cubicBezTo>
                <a:lnTo>
                  <a:pt x="759977" y="148350"/>
                </a:lnTo>
                <a:lnTo>
                  <a:pt x="716627" y="148350"/>
                </a:lnTo>
                <a:lnTo>
                  <a:pt x="716627" y="145422"/>
                </a:lnTo>
                <a:cubicBezTo>
                  <a:pt x="719988" y="145312"/>
                  <a:pt x="722483" y="144351"/>
                  <a:pt x="724109" y="142538"/>
                </a:cubicBezTo>
                <a:cubicBezTo>
                  <a:pt x="725194" y="141275"/>
                  <a:pt x="725736" y="138008"/>
                  <a:pt x="725736" y="132735"/>
                </a:cubicBezTo>
                <a:lnTo>
                  <a:pt x="725736" y="52541"/>
                </a:lnTo>
                <a:cubicBezTo>
                  <a:pt x="725736" y="47105"/>
                  <a:pt x="725112" y="43632"/>
                  <a:pt x="723865" y="42123"/>
                </a:cubicBezTo>
                <a:cubicBezTo>
                  <a:pt x="722618" y="40613"/>
                  <a:pt x="720205" y="39748"/>
                  <a:pt x="716627" y="39528"/>
                </a:cubicBezTo>
                <a:lnTo>
                  <a:pt x="716627" y="36600"/>
                </a:lnTo>
                <a:lnTo>
                  <a:pt x="748509" y="36600"/>
                </a:lnTo>
                <a:lnTo>
                  <a:pt x="748509" y="46603"/>
                </a:lnTo>
                <a:cubicBezTo>
                  <a:pt x="751166" y="42700"/>
                  <a:pt x="753877" y="39880"/>
                  <a:pt x="756642" y="38145"/>
                </a:cubicBezTo>
                <a:cubicBezTo>
                  <a:pt x="760600" y="35596"/>
                  <a:pt x="764911" y="34322"/>
                  <a:pt x="769574" y="34322"/>
                </a:cubicBezTo>
                <a:cubicBezTo>
                  <a:pt x="775159" y="34322"/>
                  <a:pt x="780242" y="36086"/>
                  <a:pt x="784824" y="39614"/>
                </a:cubicBezTo>
                <a:cubicBezTo>
                  <a:pt x="789406" y="43142"/>
                  <a:pt x="792889" y="48013"/>
                  <a:pt x="795275" y="54228"/>
                </a:cubicBezTo>
                <a:cubicBezTo>
                  <a:pt x="797661" y="60444"/>
                  <a:pt x="798854" y="67133"/>
                  <a:pt x="798854" y="74297"/>
                </a:cubicBezTo>
                <a:cubicBezTo>
                  <a:pt x="798854" y="82003"/>
                  <a:pt x="797620" y="89045"/>
                  <a:pt x="795153" y="95423"/>
                </a:cubicBezTo>
                <a:cubicBezTo>
                  <a:pt x="792686" y="101801"/>
                  <a:pt x="789107" y="106659"/>
                  <a:pt x="784417" y="109997"/>
                </a:cubicBezTo>
                <a:cubicBezTo>
                  <a:pt x="779727" y="113335"/>
                  <a:pt x="774508" y="115004"/>
                  <a:pt x="768761" y="115004"/>
                </a:cubicBezTo>
                <a:cubicBezTo>
                  <a:pt x="764586" y="115004"/>
                  <a:pt x="760682" y="114082"/>
                  <a:pt x="757049" y="112239"/>
                </a:cubicBezTo>
                <a:cubicBezTo>
                  <a:pt x="754338" y="110829"/>
                  <a:pt x="751491" y="108416"/>
                  <a:pt x="748509" y="105000"/>
                </a:cubicBezTo>
                <a:moveTo>
                  <a:pt x="748509" y="96773"/>
                </a:moveTo>
                <a:cubicBezTo>
                  <a:pt x="753172" y="103396"/>
                  <a:pt x="758160" y="106708"/>
                  <a:pt x="763474" y="106708"/>
                </a:cubicBezTo>
                <a:cubicBezTo>
                  <a:pt x="766402" y="106708"/>
                  <a:pt x="768815" y="105161"/>
                  <a:pt x="770713" y="102067"/>
                </a:cubicBezTo>
                <a:cubicBezTo>
                  <a:pt x="773532" y="97506"/>
                  <a:pt x="774942" y="88818"/>
                  <a:pt x="774942" y="76005"/>
                </a:cubicBezTo>
                <a:cubicBezTo>
                  <a:pt x="774942" y="62867"/>
                  <a:pt x="773397" y="53881"/>
                  <a:pt x="770306" y="49049"/>
                </a:cubicBezTo>
                <a:cubicBezTo>
                  <a:pt x="768246" y="45846"/>
                  <a:pt x="765480" y="44245"/>
                  <a:pt x="762010" y="44245"/>
                </a:cubicBezTo>
                <a:cubicBezTo>
                  <a:pt x="756534" y="44245"/>
                  <a:pt x="752033" y="48208"/>
                  <a:pt x="748509" y="56135"/>
                </a:cubicBezTo>
                <a:lnTo>
                  <a:pt x="748509" y="96773"/>
                </a:lnTo>
                <a:close/>
                <a:moveTo>
                  <a:pt x="839283" y="2440"/>
                </a:moveTo>
                <a:lnTo>
                  <a:pt x="839283" y="96948"/>
                </a:lnTo>
                <a:cubicBezTo>
                  <a:pt x="839283" y="102316"/>
                  <a:pt x="839906" y="105746"/>
                  <a:pt x="841153" y="107237"/>
                </a:cubicBezTo>
                <a:cubicBezTo>
                  <a:pt x="842401" y="108728"/>
                  <a:pt x="844841" y="109582"/>
                  <a:pt x="848473" y="109799"/>
                </a:cubicBezTo>
                <a:lnTo>
                  <a:pt x="848473" y="112727"/>
                </a:lnTo>
                <a:lnTo>
                  <a:pt x="807400" y="112727"/>
                </a:lnTo>
                <a:lnTo>
                  <a:pt x="807400" y="109799"/>
                </a:lnTo>
                <a:cubicBezTo>
                  <a:pt x="810762" y="109690"/>
                  <a:pt x="813256" y="108714"/>
                  <a:pt x="814883" y="106871"/>
                </a:cubicBezTo>
                <a:cubicBezTo>
                  <a:pt x="815968" y="105624"/>
                  <a:pt x="816510" y="102316"/>
                  <a:pt x="816510" y="96948"/>
                </a:cubicBezTo>
                <a:lnTo>
                  <a:pt x="816510" y="18218"/>
                </a:lnTo>
                <a:cubicBezTo>
                  <a:pt x="816510" y="12871"/>
                  <a:pt x="815886" y="9447"/>
                  <a:pt x="814639" y="7948"/>
                </a:cubicBezTo>
                <a:cubicBezTo>
                  <a:pt x="813392" y="6446"/>
                  <a:pt x="810979" y="5587"/>
                  <a:pt x="807400" y="5368"/>
                </a:cubicBezTo>
                <a:lnTo>
                  <a:pt x="807400" y="2440"/>
                </a:lnTo>
                <a:lnTo>
                  <a:pt x="839283" y="2440"/>
                </a:lnTo>
                <a:close/>
                <a:moveTo>
                  <a:pt x="918737" y="71898"/>
                </a:moveTo>
                <a:lnTo>
                  <a:pt x="877014" y="71898"/>
                </a:lnTo>
                <a:cubicBezTo>
                  <a:pt x="877502" y="82010"/>
                  <a:pt x="880186" y="90002"/>
                  <a:pt x="885066" y="95873"/>
                </a:cubicBezTo>
                <a:cubicBezTo>
                  <a:pt x="888807" y="100385"/>
                  <a:pt x="893308" y="102642"/>
                  <a:pt x="898567" y="102642"/>
                </a:cubicBezTo>
                <a:cubicBezTo>
                  <a:pt x="901820" y="102642"/>
                  <a:pt x="904775" y="101733"/>
                  <a:pt x="907432" y="99917"/>
                </a:cubicBezTo>
                <a:cubicBezTo>
                  <a:pt x="910089" y="98100"/>
                  <a:pt x="912936" y="94834"/>
                  <a:pt x="915972" y="90116"/>
                </a:cubicBezTo>
                <a:lnTo>
                  <a:pt x="918737" y="91906"/>
                </a:lnTo>
                <a:cubicBezTo>
                  <a:pt x="914617" y="100310"/>
                  <a:pt x="910062" y="106261"/>
                  <a:pt x="905074" y="109758"/>
                </a:cubicBezTo>
                <a:cubicBezTo>
                  <a:pt x="900085" y="113255"/>
                  <a:pt x="894311" y="115004"/>
                  <a:pt x="887750" y="115004"/>
                </a:cubicBezTo>
                <a:cubicBezTo>
                  <a:pt x="876472" y="115004"/>
                  <a:pt x="867932" y="110662"/>
                  <a:pt x="862130" y="101978"/>
                </a:cubicBezTo>
                <a:cubicBezTo>
                  <a:pt x="857467" y="94977"/>
                  <a:pt x="855135" y="86293"/>
                  <a:pt x="855135" y="75926"/>
                </a:cubicBezTo>
                <a:cubicBezTo>
                  <a:pt x="855135" y="63225"/>
                  <a:pt x="858565" y="53116"/>
                  <a:pt x="865424" y="45600"/>
                </a:cubicBezTo>
                <a:cubicBezTo>
                  <a:pt x="872283" y="38081"/>
                  <a:pt x="880321" y="34322"/>
                  <a:pt x="889539" y="34322"/>
                </a:cubicBezTo>
                <a:cubicBezTo>
                  <a:pt x="897239" y="34322"/>
                  <a:pt x="903921" y="37481"/>
                  <a:pt x="909588" y="43798"/>
                </a:cubicBezTo>
                <a:cubicBezTo>
                  <a:pt x="915254" y="50114"/>
                  <a:pt x="918304" y="59481"/>
                  <a:pt x="918737" y="71898"/>
                </a:cubicBezTo>
                <a:moveTo>
                  <a:pt x="898730" y="66530"/>
                </a:moveTo>
                <a:cubicBezTo>
                  <a:pt x="898730" y="57800"/>
                  <a:pt x="898255" y="51809"/>
                  <a:pt x="897306" y="48555"/>
                </a:cubicBezTo>
                <a:cubicBezTo>
                  <a:pt x="896357" y="45302"/>
                  <a:pt x="894880" y="42835"/>
                  <a:pt x="892874" y="41154"/>
                </a:cubicBezTo>
                <a:cubicBezTo>
                  <a:pt x="891735" y="40178"/>
                  <a:pt x="890217" y="39690"/>
                  <a:pt x="888319" y="39690"/>
                </a:cubicBezTo>
                <a:cubicBezTo>
                  <a:pt x="885500" y="39690"/>
                  <a:pt x="883195" y="41073"/>
                  <a:pt x="881406" y="43838"/>
                </a:cubicBezTo>
                <a:cubicBezTo>
                  <a:pt x="878207" y="48664"/>
                  <a:pt x="876607" y="55279"/>
                  <a:pt x="876607" y="63683"/>
                </a:cubicBezTo>
                <a:lnTo>
                  <a:pt x="876607" y="66530"/>
                </a:lnTo>
                <a:lnTo>
                  <a:pt x="898730" y="66530"/>
                </a:lnTo>
                <a:close/>
                <a:moveTo>
                  <a:pt x="956788" y="8621"/>
                </a:moveTo>
                <a:lnTo>
                  <a:pt x="956788" y="36600"/>
                </a:lnTo>
                <a:lnTo>
                  <a:pt x="974844" y="36600"/>
                </a:lnTo>
                <a:lnTo>
                  <a:pt x="974844" y="44570"/>
                </a:lnTo>
                <a:lnTo>
                  <a:pt x="956788" y="44570"/>
                </a:lnTo>
                <a:lnTo>
                  <a:pt x="956788" y="91626"/>
                </a:lnTo>
                <a:cubicBezTo>
                  <a:pt x="956788" y="96030"/>
                  <a:pt x="956991" y="98871"/>
                  <a:pt x="957398" y="100148"/>
                </a:cubicBezTo>
                <a:cubicBezTo>
                  <a:pt x="957804" y="101426"/>
                  <a:pt x="958523" y="102459"/>
                  <a:pt x="959553" y="103249"/>
                </a:cubicBezTo>
                <a:cubicBezTo>
                  <a:pt x="960583" y="104037"/>
                  <a:pt x="961532" y="104431"/>
                  <a:pt x="962400" y="104431"/>
                </a:cubicBezTo>
                <a:cubicBezTo>
                  <a:pt x="965924" y="104431"/>
                  <a:pt x="969259" y="101720"/>
                  <a:pt x="972404" y="96298"/>
                </a:cubicBezTo>
                <a:lnTo>
                  <a:pt x="974844" y="98105"/>
                </a:lnTo>
                <a:cubicBezTo>
                  <a:pt x="970452" y="108612"/>
                  <a:pt x="963322" y="113865"/>
                  <a:pt x="953453" y="113865"/>
                </a:cubicBezTo>
                <a:cubicBezTo>
                  <a:pt x="948627" y="113865"/>
                  <a:pt x="944547" y="112519"/>
                  <a:pt x="941213" y="109827"/>
                </a:cubicBezTo>
                <a:cubicBezTo>
                  <a:pt x="937878" y="107133"/>
                  <a:pt x="935750" y="104126"/>
                  <a:pt x="934828" y="100806"/>
                </a:cubicBezTo>
                <a:cubicBezTo>
                  <a:pt x="934286" y="98956"/>
                  <a:pt x="934015" y="93950"/>
                  <a:pt x="934015" y="85788"/>
                </a:cubicBezTo>
                <a:lnTo>
                  <a:pt x="934015" y="44570"/>
                </a:lnTo>
                <a:lnTo>
                  <a:pt x="924092" y="44570"/>
                </a:lnTo>
                <a:lnTo>
                  <a:pt x="924092" y="41716"/>
                </a:lnTo>
                <a:cubicBezTo>
                  <a:pt x="930924" y="36880"/>
                  <a:pt x="936739" y="31799"/>
                  <a:pt x="941538" y="26474"/>
                </a:cubicBezTo>
                <a:cubicBezTo>
                  <a:pt x="946337" y="21148"/>
                  <a:pt x="950525" y="15197"/>
                  <a:pt x="954104" y="8621"/>
                </a:cubicBezTo>
                <a:lnTo>
                  <a:pt x="956788" y="8621"/>
                </a:lnTo>
                <a:close/>
                <a:moveTo>
                  <a:pt x="1044331" y="71898"/>
                </a:moveTo>
                <a:lnTo>
                  <a:pt x="1002608" y="71898"/>
                </a:lnTo>
                <a:cubicBezTo>
                  <a:pt x="1003096" y="82010"/>
                  <a:pt x="1005780" y="90002"/>
                  <a:pt x="1010660" y="95873"/>
                </a:cubicBezTo>
                <a:cubicBezTo>
                  <a:pt x="1014401" y="100385"/>
                  <a:pt x="1018901" y="102642"/>
                  <a:pt x="1024161" y="102642"/>
                </a:cubicBezTo>
                <a:cubicBezTo>
                  <a:pt x="1027414" y="102642"/>
                  <a:pt x="1030369" y="101733"/>
                  <a:pt x="1033026" y="99917"/>
                </a:cubicBezTo>
                <a:cubicBezTo>
                  <a:pt x="1035683" y="98100"/>
                  <a:pt x="1038530" y="94834"/>
                  <a:pt x="1041566" y="90116"/>
                </a:cubicBezTo>
                <a:lnTo>
                  <a:pt x="1044331" y="91906"/>
                </a:lnTo>
                <a:cubicBezTo>
                  <a:pt x="1040211" y="100310"/>
                  <a:pt x="1035656" y="106261"/>
                  <a:pt x="1030668" y="109758"/>
                </a:cubicBezTo>
                <a:cubicBezTo>
                  <a:pt x="1025679" y="113255"/>
                  <a:pt x="1019905" y="115004"/>
                  <a:pt x="1013344" y="115004"/>
                </a:cubicBezTo>
                <a:cubicBezTo>
                  <a:pt x="1002066" y="115004"/>
                  <a:pt x="993526" y="110662"/>
                  <a:pt x="987724" y="101978"/>
                </a:cubicBezTo>
                <a:cubicBezTo>
                  <a:pt x="983061" y="94977"/>
                  <a:pt x="980729" y="86293"/>
                  <a:pt x="980729" y="75926"/>
                </a:cubicBezTo>
                <a:cubicBezTo>
                  <a:pt x="980729" y="63225"/>
                  <a:pt x="984159" y="53116"/>
                  <a:pt x="991018" y="45600"/>
                </a:cubicBezTo>
                <a:cubicBezTo>
                  <a:pt x="997877" y="38081"/>
                  <a:pt x="1005915" y="34322"/>
                  <a:pt x="1015133" y="34322"/>
                </a:cubicBezTo>
                <a:cubicBezTo>
                  <a:pt x="1022833" y="34322"/>
                  <a:pt x="1029515" y="37481"/>
                  <a:pt x="1035182" y="43798"/>
                </a:cubicBezTo>
                <a:cubicBezTo>
                  <a:pt x="1040848" y="50114"/>
                  <a:pt x="1043898" y="59481"/>
                  <a:pt x="1044331" y="71898"/>
                </a:cubicBezTo>
                <a:moveTo>
                  <a:pt x="1024324" y="66530"/>
                </a:moveTo>
                <a:cubicBezTo>
                  <a:pt x="1024324" y="57800"/>
                  <a:pt x="1023849" y="51809"/>
                  <a:pt x="1022900" y="48555"/>
                </a:cubicBezTo>
                <a:cubicBezTo>
                  <a:pt x="1021951" y="45302"/>
                  <a:pt x="1020474" y="42835"/>
                  <a:pt x="1018468" y="41154"/>
                </a:cubicBezTo>
                <a:cubicBezTo>
                  <a:pt x="1017329" y="40178"/>
                  <a:pt x="1015811" y="39690"/>
                  <a:pt x="1013913" y="39690"/>
                </a:cubicBezTo>
                <a:cubicBezTo>
                  <a:pt x="1011094" y="39690"/>
                  <a:pt x="1008789" y="41073"/>
                  <a:pt x="1007000" y="43838"/>
                </a:cubicBezTo>
                <a:cubicBezTo>
                  <a:pt x="1003801" y="48664"/>
                  <a:pt x="1002201" y="55279"/>
                  <a:pt x="1002201" y="63683"/>
                </a:cubicBezTo>
                <a:lnTo>
                  <a:pt x="1002201" y="66530"/>
                </a:lnTo>
                <a:lnTo>
                  <a:pt x="1024324" y="665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anderror-f">
            <a:extLst xmlns:a="http://schemas.openxmlformats.org/drawingml/2006/main">
              <a:ext uri="{FF2B5EF4-FFF2-40B4-BE49-F238E27FC236}">
                <a16:creationId xmlns:a16="http://schemas.microsoft.com/office/drawing/2014/main" id="{D1811B17-C0BF-4325-BADD-FA253762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1509" y="2660165"/>
            <a:ext cx="808481" cy="115004"/>
          </a:xfrm>
          <a:custGeom xmlns:a="http://schemas.openxmlformats.org/drawingml/2006/main">
            <a:pathLst>
              <a:path w="808481" h="115004">
                <a:moveTo>
                  <a:pt x="40097" y="101503"/>
                </a:moveTo>
                <a:cubicBezTo>
                  <a:pt x="30825" y="109745"/>
                  <a:pt x="22502" y="113865"/>
                  <a:pt x="15128" y="113865"/>
                </a:cubicBezTo>
                <a:cubicBezTo>
                  <a:pt x="10790" y="113865"/>
                  <a:pt x="7184" y="112438"/>
                  <a:pt x="4311" y="109583"/>
                </a:cubicBezTo>
                <a:cubicBezTo>
                  <a:pt x="1437" y="106726"/>
                  <a:pt x="0" y="103149"/>
                  <a:pt x="0" y="98852"/>
                </a:cubicBezTo>
                <a:cubicBezTo>
                  <a:pt x="0" y="93030"/>
                  <a:pt x="2494" y="87793"/>
                  <a:pt x="7483" y="83142"/>
                </a:cubicBezTo>
                <a:cubicBezTo>
                  <a:pt x="12471" y="78491"/>
                  <a:pt x="23342" y="72303"/>
                  <a:pt x="40097" y="64578"/>
                </a:cubicBezTo>
                <a:lnTo>
                  <a:pt x="40097" y="56933"/>
                </a:lnTo>
                <a:cubicBezTo>
                  <a:pt x="40097" y="51185"/>
                  <a:pt x="39785" y="47566"/>
                  <a:pt x="39162" y="46075"/>
                </a:cubicBezTo>
                <a:cubicBezTo>
                  <a:pt x="38538" y="44584"/>
                  <a:pt x="37359" y="43282"/>
                  <a:pt x="35624" y="42171"/>
                </a:cubicBezTo>
                <a:cubicBezTo>
                  <a:pt x="33889" y="41059"/>
                  <a:pt x="31937" y="40504"/>
                  <a:pt x="29768" y="40504"/>
                </a:cubicBezTo>
                <a:cubicBezTo>
                  <a:pt x="26243" y="40504"/>
                  <a:pt x="23342" y="41290"/>
                  <a:pt x="21065" y="42862"/>
                </a:cubicBezTo>
                <a:cubicBezTo>
                  <a:pt x="19655" y="43838"/>
                  <a:pt x="18950" y="44977"/>
                  <a:pt x="18950" y="46278"/>
                </a:cubicBezTo>
                <a:cubicBezTo>
                  <a:pt x="18950" y="47417"/>
                  <a:pt x="19710" y="48827"/>
                  <a:pt x="21228" y="50507"/>
                </a:cubicBezTo>
                <a:cubicBezTo>
                  <a:pt x="23288" y="52839"/>
                  <a:pt x="24318" y="55089"/>
                  <a:pt x="24318" y="57258"/>
                </a:cubicBezTo>
                <a:cubicBezTo>
                  <a:pt x="24318" y="59915"/>
                  <a:pt x="23329" y="62179"/>
                  <a:pt x="21350" y="64049"/>
                </a:cubicBezTo>
                <a:cubicBezTo>
                  <a:pt x="19371" y="65920"/>
                  <a:pt x="16782" y="66855"/>
                  <a:pt x="13583" y="66855"/>
                </a:cubicBezTo>
                <a:cubicBezTo>
                  <a:pt x="10167" y="66855"/>
                  <a:pt x="7306" y="65825"/>
                  <a:pt x="5002" y="63765"/>
                </a:cubicBezTo>
                <a:cubicBezTo>
                  <a:pt x="2698" y="61704"/>
                  <a:pt x="1545" y="59291"/>
                  <a:pt x="1545" y="56526"/>
                </a:cubicBezTo>
                <a:cubicBezTo>
                  <a:pt x="1545" y="52622"/>
                  <a:pt x="3091" y="48894"/>
                  <a:pt x="6181" y="45343"/>
                </a:cubicBezTo>
                <a:cubicBezTo>
                  <a:pt x="9272" y="41791"/>
                  <a:pt x="13583" y="39067"/>
                  <a:pt x="19113" y="37169"/>
                </a:cubicBezTo>
                <a:cubicBezTo>
                  <a:pt x="24644" y="35271"/>
                  <a:pt x="30391" y="34322"/>
                  <a:pt x="36356" y="34322"/>
                </a:cubicBezTo>
                <a:cubicBezTo>
                  <a:pt x="43567" y="34322"/>
                  <a:pt x="49274" y="35858"/>
                  <a:pt x="53476" y="38930"/>
                </a:cubicBezTo>
                <a:cubicBezTo>
                  <a:pt x="57678" y="42001"/>
                  <a:pt x="60403" y="45329"/>
                  <a:pt x="61650" y="48916"/>
                </a:cubicBezTo>
                <a:cubicBezTo>
                  <a:pt x="62409" y="51199"/>
                  <a:pt x="62789" y="56443"/>
                  <a:pt x="62789" y="64649"/>
                </a:cubicBezTo>
                <a:lnTo>
                  <a:pt x="62789" y="94241"/>
                </a:lnTo>
                <a:cubicBezTo>
                  <a:pt x="62789" y="97720"/>
                  <a:pt x="62924" y="99908"/>
                  <a:pt x="63195" y="100806"/>
                </a:cubicBezTo>
                <a:cubicBezTo>
                  <a:pt x="63466" y="101703"/>
                  <a:pt x="63873" y="102369"/>
                  <a:pt x="64415" y="102804"/>
                </a:cubicBezTo>
                <a:cubicBezTo>
                  <a:pt x="64958" y="103238"/>
                  <a:pt x="65581" y="103455"/>
                  <a:pt x="66286" y="103455"/>
                </a:cubicBezTo>
                <a:cubicBezTo>
                  <a:pt x="67696" y="103455"/>
                  <a:pt x="69133" y="102452"/>
                  <a:pt x="70597" y="100446"/>
                </a:cubicBezTo>
                <a:lnTo>
                  <a:pt x="73037" y="102398"/>
                </a:lnTo>
                <a:cubicBezTo>
                  <a:pt x="70325" y="106410"/>
                  <a:pt x="67519" y="109324"/>
                  <a:pt x="64619" y="111141"/>
                </a:cubicBezTo>
                <a:cubicBezTo>
                  <a:pt x="61718" y="112957"/>
                  <a:pt x="58424" y="113865"/>
                  <a:pt x="54737" y="113865"/>
                </a:cubicBezTo>
                <a:cubicBezTo>
                  <a:pt x="50399" y="113865"/>
                  <a:pt x="47010" y="112842"/>
                  <a:pt x="44570" y="110795"/>
                </a:cubicBezTo>
                <a:cubicBezTo>
                  <a:pt x="42130" y="108748"/>
                  <a:pt x="40639" y="105651"/>
                  <a:pt x="40097" y="101503"/>
                </a:cubicBezTo>
                <a:moveTo>
                  <a:pt x="40097" y="95484"/>
                </a:moveTo>
                <a:lnTo>
                  <a:pt x="40097" y="70042"/>
                </a:lnTo>
                <a:cubicBezTo>
                  <a:pt x="33536" y="73911"/>
                  <a:pt x="28656" y="78052"/>
                  <a:pt x="25457" y="82466"/>
                </a:cubicBezTo>
                <a:cubicBezTo>
                  <a:pt x="23342" y="85408"/>
                  <a:pt x="22285" y="88377"/>
                  <a:pt x="22285" y="91374"/>
                </a:cubicBezTo>
                <a:cubicBezTo>
                  <a:pt x="22285" y="93880"/>
                  <a:pt x="23180" y="96087"/>
                  <a:pt x="24969" y="97995"/>
                </a:cubicBezTo>
                <a:cubicBezTo>
                  <a:pt x="26325" y="99466"/>
                  <a:pt x="28222" y="100202"/>
                  <a:pt x="30662" y="100202"/>
                </a:cubicBezTo>
                <a:cubicBezTo>
                  <a:pt x="33373" y="100202"/>
                  <a:pt x="36518" y="98629"/>
                  <a:pt x="40097" y="95484"/>
                </a:cubicBezTo>
                <a:close/>
                <a:moveTo>
                  <a:pt x="112482" y="36600"/>
                </a:moveTo>
                <a:lnTo>
                  <a:pt x="112482" y="46522"/>
                </a:lnTo>
                <a:cubicBezTo>
                  <a:pt x="116386" y="42264"/>
                  <a:pt x="120128" y="39167"/>
                  <a:pt x="123706" y="37230"/>
                </a:cubicBezTo>
                <a:cubicBezTo>
                  <a:pt x="127285" y="35291"/>
                  <a:pt x="131135" y="34322"/>
                  <a:pt x="135256" y="34322"/>
                </a:cubicBezTo>
                <a:cubicBezTo>
                  <a:pt x="140190" y="34322"/>
                  <a:pt x="144283" y="35693"/>
                  <a:pt x="147537" y="38435"/>
                </a:cubicBezTo>
                <a:cubicBezTo>
                  <a:pt x="150790" y="41176"/>
                  <a:pt x="152959" y="44583"/>
                  <a:pt x="154043" y="48655"/>
                </a:cubicBezTo>
                <a:cubicBezTo>
                  <a:pt x="154911" y="51750"/>
                  <a:pt x="155345" y="57696"/>
                  <a:pt x="155345" y="66492"/>
                </a:cubicBezTo>
                <a:lnTo>
                  <a:pt x="155345" y="96135"/>
                </a:lnTo>
                <a:cubicBezTo>
                  <a:pt x="155345" y="101991"/>
                  <a:pt x="155873" y="105637"/>
                  <a:pt x="156931" y="107074"/>
                </a:cubicBezTo>
                <a:cubicBezTo>
                  <a:pt x="157988" y="108511"/>
                  <a:pt x="160197" y="109419"/>
                  <a:pt x="163559" y="109799"/>
                </a:cubicBezTo>
                <a:lnTo>
                  <a:pt x="163559" y="112727"/>
                </a:lnTo>
                <a:lnTo>
                  <a:pt x="125089" y="112727"/>
                </a:lnTo>
                <a:lnTo>
                  <a:pt x="125089" y="109799"/>
                </a:lnTo>
                <a:cubicBezTo>
                  <a:pt x="127963" y="109419"/>
                  <a:pt x="130023" y="108226"/>
                  <a:pt x="131270" y="106220"/>
                </a:cubicBezTo>
                <a:cubicBezTo>
                  <a:pt x="132138" y="104865"/>
                  <a:pt x="132572" y="101503"/>
                  <a:pt x="132572" y="96135"/>
                </a:cubicBezTo>
                <a:lnTo>
                  <a:pt x="132572" y="62301"/>
                </a:lnTo>
                <a:cubicBezTo>
                  <a:pt x="132572" y="56065"/>
                  <a:pt x="132328" y="52134"/>
                  <a:pt x="131840" y="50507"/>
                </a:cubicBezTo>
                <a:cubicBezTo>
                  <a:pt x="131352" y="48881"/>
                  <a:pt x="130525" y="47620"/>
                  <a:pt x="129359" y="46725"/>
                </a:cubicBezTo>
                <a:cubicBezTo>
                  <a:pt x="128193" y="45831"/>
                  <a:pt x="126905" y="45383"/>
                  <a:pt x="125496" y="45383"/>
                </a:cubicBezTo>
                <a:cubicBezTo>
                  <a:pt x="120833" y="45383"/>
                  <a:pt x="116495" y="48745"/>
                  <a:pt x="112482" y="55469"/>
                </a:cubicBezTo>
                <a:lnTo>
                  <a:pt x="112482" y="96135"/>
                </a:lnTo>
                <a:cubicBezTo>
                  <a:pt x="112482" y="101828"/>
                  <a:pt x="113011" y="105434"/>
                  <a:pt x="114068" y="106952"/>
                </a:cubicBezTo>
                <a:cubicBezTo>
                  <a:pt x="115126" y="108470"/>
                  <a:pt x="117091" y="109419"/>
                  <a:pt x="119965" y="109799"/>
                </a:cubicBezTo>
                <a:lnTo>
                  <a:pt x="119965" y="112727"/>
                </a:lnTo>
                <a:lnTo>
                  <a:pt x="81495" y="112727"/>
                </a:lnTo>
                <a:lnTo>
                  <a:pt x="81495" y="109799"/>
                </a:lnTo>
                <a:cubicBezTo>
                  <a:pt x="84694" y="109473"/>
                  <a:pt x="86971" y="108443"/>
                  <a:pt x="88327" y="106708"/>
                </a:cubicBezTo>
                <a:cubicBezTo>
                  <a:pt x="89249" y="105515"/>
                  <a:pt x="89709" y="101991"/>
                  <a:pt x="89709" y="96135"/>
                </a:cubicBezTo>
                <a:lnTo>
                  <a:pt x="89709" y="53191"/>
                </a:lnTo>
                <a:cubicBezTo>
                  <a:pt x="89709" y="47374"/>
                  <a:pt x="89181" y="43753"/>
                  <a:pt x="88123" y="42326"/>
                </a:cubicBezTo>
                <a:cubicBezTo>
                  <a:pt x="87066" y="40899"/>
                  <a:pt x="84857" y="39966"/>
                  <a:pt x="81495" y="39528"/>
                </a:cubicBezTo>
                <a:lnTo>
                  <a:pt x="81495" y="36600"/>
                </a:lnTo>
                <a:lnTo>
                  <a:pt x="112482" y="36600"/>
                </a:lnTo>
                <a:close/>
                <a:moveTo>
                  <a:pt x="247957" y="2440"/>
                </a:moveTo>
                <a:lnTo>
                  <a:pt x="247957" y="89954"/>
                </a:lnTo>
                <a:cubicBezTo>
                  <a:pt x="247957" y="95805"/>
                  <a:pt x="248120" y="99266"/>
                  <a:pt x="248445" y="100339"/>
                </a:cubicBezTo>
                <a:cubicBezTo>
                  <a:pt x="248879" y="102111"/>
                  <a:pt x="249706" y="103427"/>
                  <a:pt x="250926" y="104286"/>
                </a:cubicBezTo>
                <a:cubicBezTo>
                  <a:pt x="252146" y="105143"/>
                  <a:pt x="254274" y="105680"/>
                  <a:pt x="257310" y="105895"/>
                </a:cubicBezTo>
                <a:lnTo>
                  <a:pt x="257310" y="108823"/>
                </a:lnTo>
                <a:lnTo>
                  <a:pt x="225184" y="115004"/>
                </a:lnTo>
                <a:lnTo>
                  <a:pt x="225184" y="102967"/>
                </a:lnTo>
                <a:cubicBezTo>
                  <a:pt x="221334" y="107630"/>
                  <a:pt x="217905" y="110802"/>
                  <a:pt x="214895" y="112483"/>
                </a:cubicBezTo>
                <a:cubicBezTo>
                  <a:pt x="211886" y="114164"/>
                  <a:pt x="208484" y="115004"/>
                  <a:pt x="204688" y="115004"/>
                </a:cubicBezTo>
                <a:cubicBezTo>
                  <a:pt x="194983" y="115004"/>
                  <a:pt x="187310" y="110662"/>
                  <a:pt x="181671" y="101978"/>
                </a:cubicBezTo>
                <a:cubicBezTo>
                  <a:pt x="177117" y="94923"/>
                  <a:pt x="174839" y="86266"/>
                  <a:pt x="174839" y="76008"/>
                </a:cubicBezTo>
                <a:cubicBezTo>
                  <a:pt x="174839" y="67812"/>
                  <a:pt x="176249" y="60471"/>
                  <a:pt x="179069" y="53984"/>
                </a:cubicBezTo>
                <a:cubicBezTo>
                  <a:pt x="181888" y="47498"/>
                  <a:pt x="185751" y="42600"/>
                  <a:pt x="190658" y="39289"/>
                </a:cubicBezTo>
                <a:cubicBezTo>
                  <a:pt x="195565" y="35978"/>
                  <a:pt x="200839" y="34322"/>
                  <a:pt x="206478" y="34322"/>
                </a:cubicBezTo>
                <a:cubicBezTo>
                  <a:pt x="210110" y="34322"/>
                  <a:pt x="213337" y="35033"/>
                  <a:pt x="216156" y="36455"/>
                </a:cubicBezTo>
                <a:cubicBezTo>
                  <a:pt x="218976" y="37876"/>
                  <a:pt x="221985" y="40365"/>
                  <a:pt x="225184" y="43920"/>
                </a:cubicBezTo>
                <a:lnTo>
                  <a:pt x="225184" y="20984"/>
                </a:lnTo>
                <a:cubicBezTo>
                  <a:pt x="225184" y="15182"/>
                  <a:pt x="224940" y="11685"/>
                  <a:pt x="224452" y="10492"/>
                </a:cubicBezTo>
                <a:cubicBezTo>
                  <a:pt x="223801" y="8919"/>
                  <a:pt x="222825" y="7754"/>
                  <a:pt x="221524" y="6995"/>
                </a:cubicBezTo>
                <a:cubicBezTo>
                  <a:pt x="220223" y="6235"/>
                  <a:pt x="217783" y="5856"/>
                  <a:pt x="214204" y="5856"/>
                </a:cubicBezTo>
                <a:lnTo>
                  <a:pt x="214204" y="2440"/>
                </a:lnTo>
                <a:lnTo>
                  <a:pt x="247957" y="2440"/>
                </a:lnTo>
                <a:moveTo>
                  <a:pt x="225184" y="53842"/>
                </a:moveTo>
                <a:cubicBezTo>
                  <a:pt x="221172" y="46251"/>
                  <a:pt x="216265" y="42456"/>
                  <a:pt x="210463" y="42456"/>
                </a:cubicBezTo>
                <a:cubicBezTo>
                  <a:pt x="208457" y="42456"/>
                  <a:pt x="206803" y="42998"/>
                  <a:pt x="205502" y="44082"/>
                </a:cubicBezTo>
                <a:cubicBezTo>
                  <a:pt x="203495" y="45763"/>
                  <a:pt x="201855" y="48718"/>
                  <a:pt x="200581" y="52947"/>
                </a:cubicBezTo>
                <a:cubicBezTo>
                  <a:pt x="199307" y="57177"/>
                  <a:pt x="198670" y="63656"/>
                  <a:pt x="198670" y="72386"/>
                </a:cubicBezTo>
                <a:cubicBezTo>
                  <a:pt x="198670" y="81983"/>
                  <a:pt x="199375" y="89086"/>
                  <a:pt x="200784" y="93695"/>
                </a:cubicBezTo>
                <a:cubicBezTo>
                  <a:pt x="202194" y="98304"/>
                  <a:pt x="204119" y="101638"/>
                  <a:pt x="206559" y="103699"/>
                </a:cubicBezTo>
                <a:cubicBezTo>
                  <a:pt x="207806" y="104729"/>
                  <a:pt x="209514" y="105244"/>
                  <a:pt x="211683" y="105244"/>
                </a:cubicBezTo>
                <a:cubicBezTo>
                  <a:pt x="216454" y="105244"/>
                  <a:pt x="220955" y="101491"/>
                  <a:pt x="225184" y="93985"/>
                </a:cubicBezTo>
                <a:lnTo>
                  <a:pt x="225184" y="53842"/>
                </a:lnTo>
                <a:close/>
                <a:moveTo>
                  <a:pt x="375695" y="71898"/>
                </a:moveTo>
                <a:lnTo>
                  <a:pt x="333971" y="71898"/>
                </a:lnTo>
                <a:cubicBezTo>
                  <a:pt x="334459" y="82010"/>
                  <a:pt x="337143" y="90002"/>
                  <a:pt x="342023" y="95873"/>
                </a:cubicBezTo>
                <a:cubicBezTo>
                  <a:pt x="345765" y="100385"/>
                  <a:pt x="350265" y="102642"/>
                  <a:pt x="355524" y="102642"/>
                </a:cubicBezTo>
                <a:cubicBezTo>
                  <a:pt x="358778" y="102642"/>
                  <a:pt x="361733" y="101733"/>
                  <a:pt x="364390" y="99917"/>
                </a:cubicBezTo>
                <a:cubicBezTo>
                  <a:pt x="367047" y="98100"/>
                  <a:pt x="369893" y="94834"/>
                  <a:pt x="372930" y="90116"/>
                </a:cubicBezTo>
                <a:lnTo>
                  <a:pt x="375695" y="91906"/>
                </a:lnTo>
                <a:cubicBezTo>
                  <a:pt x="371574" y="100310"/>
                  <a:pt x="367019" y="106261"/>
                  <a:pt x="362031" y="109758"/>
                </a:cubicBezTo>
                <a:cubicBezTo>
                  <a:pt x="357043" y="113255"/>
                  <a:pt x="351268" y="115004"/>
                  <a:pt x="344707" y="115004"/>
                </a:cubicBezTo>
                <a:cubicBezTo>
                  <a:pt x="333429" y="115004"/>
                  <a:pt x="324889" y="110662"/>
                  <a:pt x="319088" y="101978"/>
                </a:cubicBezTo>
                <a:cubicBezTo>
                  <a:pt x="314424" y="94977"/>
                  <a:pt x="312093" y="86293"/>
                  <a:pt x="312093" y="75926"/>
                </a:cubicBezTo>
                <a:cubicBezTo>
                  <a:pt x="312093" y="63225"/>
                  <a:pt x="315522" y="53116"/>
                  <a:pt x="322382" y="45600"/>
                </a:cubicBezTo>
                <a:cubicBezTo>
                  <a:pt x="329241" y="38081"/>
                  <a:pt x="337279" y="34322"/>
                  <a:pt x="346497" y="34322"/>
                </a:cubicBezTo>
                <a:cubicBezTo>
                  <a:pt x="354196" y="34322"/>
                  <a:pt x="360879" y="37481"/>
                  <a:pt x="366545" y="43798"/>
                </a:cubicBezTo>
                <a:cubicBezTo>
                  <a:pt x="372211" y="50114"/>
                  <a:pt x="375261" y="59481"/>
                  <a:pt x="375695" y="71898"/>
                </a:cubicBezTo>
                <a:moveTo>
                  <a:pt x="355687" y="66530"/>
                </a:moveTo>
                <a:cubicBezTo>
                  <a:pt x="355687" y="57800"/>
                  <a:pt x="355213" y="51809"/>
                  <a:pt x="354264" y="48555"/>
                </a:cubicBezTo>
                <a:cubicBezTo>
                  <a:pt x="353315" y="45302"/>
                  <a:pt x="351837" y="42835"/>
                  <a:pt x="349831" y="41154"/>
                </a:cubicBezTo>
                <a:cubicBezTo>
                  <a:pt x="348693" y="40178"/>
                  <a:pt x="347174" y="39690"/>
                  <a:pt x="345277" y="39690"/>
                </a:cubicBezTo>
                <a:cubicBezTo>
                  <a:pt x="342457" y="39690"/>
                  <a:pt x="340153" y="41073"/>
                  <a:pt x="338363" y="43838"/>
                </a:cubicBezTo>
                <a:cubicBezTo>
                  <a:pt x="335164" y="48664"/>
                  <a:pt x="333565" y="55279"/>
                  <a:pt x="333565" y="63683"/>
                </a:cubicBezTo>
                <a:lnTo>
                  <a:pt x="333565" y="66530"/>
                </a:lnTo>
                <a:lnTo>
                  <a:pt x="355687" y="66530"/>
                </a:lnTo>
                <a:close/>
                <a:moveTo>
                  <a:pt x="416792" y="36600"/>
                </a:moveTo>
                <a:lnTo>
                  <a:pt x="416792" y="53842"/>
                </a:lnTo>
                <a:cubicBezTo>
                  <a:pt x="421835" y="45980"/>
                  <a:pt x="426254" y="40761"/>
                  <a:pt x="430049" y="38186"/>
                </a:cubicBezTo>
                <a:cubicBezTo>
                  <a:pt x="433845" y="35610"/>
                  <a:pt x="437505" y="34322"/>
                  <a:pt x="441029" y="34322"/>
                </a:cubicBezTo>
                <a:cubicBezTo>
                  <a:pt x="444066" y="34322"/>
                  <a:pt x="446492" y="35261"/>
                  <a:pt x="448308" y="37138"/>
                </a:cubicBezTo>
                <a:cubicBezTo>
                  <a:pt x="450125" y="39016"/>
                  <a:pt x="451033" y="41668"/>
                  <a:pt x="451033" y="45096"/>
                </a:cubicBezTo>
                <a:cubicBezTo>
                  <a:pt x="451033" y="48743"/>
                  <a:pt x="450152" y="51573"/>
                  <a:pt x="448390" y="53588"/>
                </a:cubicBezTo>
                <a:cubicBezTo>
                  <a:pt x="446628" y="55601"/>
                  <a:pt x="444499" y="56607"/>
                  <a:pt x="442005" y="56607"/>
                </a:cubicBezTo>
                <a:cubicBezTo>
                  <a:pt x="439131" y="56607"/>
                  <a:pt x="436637" y="55686"/>
                  <a:pt x="434523" y="53842"/>
                </a:cubicBezTo>
                <a:cubicBezTo>
                  <a:pt x="432408" y="51999"/>
                  <a:pt x="431161" y="50968"/>
                  <a:pt x="430781" y="50751"/>
                </a:cubicBezTo>
                <a:cubicBezTo>
                  <a:pt x="430239" y="50426"/>
                  <a:pt x="429616" y="50263"/>
                  <a:pt x="428911" y="50263"/>
                </a:cubicBezTo>
                <a:cubicBezTo>
                  <a:pt x="427338" y="50263"/>
                  <a:pt x="425847" y="50860"/>
                  <a:pt x="424437" y="52053"/>
                </a:cubicBezTo>
                <a:cubicBezTo>
                  <a:pt x="422214" y="53896"/>
                  <a:pt x="420533" y="56526"/>
                  <a:pt x="419395" y="59942"/>
                </a:cubicBezTo>
                <a:cubicBezTo>
                  <a:pt x="417660" y="65201"/>
                  <a:pt x="416792" y="71003"/>
                  <a:pt x="416792" y="77347"/>
                </a:cubicBezTo>
                <a:lnTo>
                  <a:pt x="416792" y="94834"/>
                </a:lnTo>
                <a:lnTo>
                  <a:pt x="416873" y="99388"/>
                </a:lnTo>
                <a:cubicBezTo>
                  <a:pt x="416873" y="102479"/>
                  <a:pt x="417063" y="104458"/>
                  <a:pt x="417443" y="105325"/>
                </a:cubicBezTo>
                <a:cubicBezTo>
                  <a:pt x="418093" y="106789"/>
                  <a:pt x="419056" y="107860"/>
                  <a:pt x="420330" y="108538"/>
                </a:cubicBezTo>
                <a:cubicBezTo>
                  <a:pt x="421604" y="109216"/>
                  <a:pt x="423760" y="109636"/>
                  <a:pt x="426796" y="109799"/>
                </a:cubicBezTo>
                <a:lnTo>
                  <a:pt x="426796" y="112727"/>
                </a:lnTo>
                <a:lnTo>
                  <a:pt x="385723" y="112727"/>
                </a:lnTo>
                <a:lnTo>
                  <a:pt x="385723" y="109799"/>
                </a:lnTo>
                <a:cubicBezTo>
                  <a:pt x="389031" y="109528"/>
                  <a:pt x="391267" y="108619"/>
                  <a:pt x="392433" y="107074"/>
                </a:cubicBezTo>
                <a:cubicBezTo>
                  <a:pt x="393599" y="105529"/>
                  <a:pt x="394182" y="101449"/>
                  <a:pt x="394182" y="94834"/>
                </a:cubicBezTo>
                <a:lnTo>
                  <a:pt x="394182" y="52703"/>
                </a:lnTo>
                <a:cubicBezTo>
                  <a:pt x="394182" y="48339"/>
                  <a:pt x="393965" y="45556"/>
                  <a:pt x="393531" y="44357"/>
                </a:cubicBezTo>
                <a:cubicBezTo>
                  <a:pt x="392989" y="42828"/>
                  <a:pt x="392203" y="41710"/>
                  <a:pt x="391172" y="41002"/>
                </a:cubicBezTo>
                <a:cubicBezTo>
                  <a:pt x="390142" y="40292"/>
                  <a:pt x="388326" y="39800"/>
                  <a:pt x="385723" y="39528"/>
                </a:cubicBezTo>
                <a:lnTo>
                  <a:pt x="385723" y="36600"/>
                </a:lnTo>
                <a:lnTo>
                  <a:pt x="416792" y="36600"/>
                </a:lnTo>
                <a:close/>
                <a:moveTo>
                  <a:pt x="491081" y="36600"/>
                </a:moveTo>
                <a:lnTo>
                  <a:pt x="491081" y="53842"/>
                </a:lnTo>
                <a:cubicBezTo>
                  <a:pt x="496124" y="45980"/>
                  <a:pt x="500543" y="40761"/>
                  <a:pt x="504339" y="38186"/>
                </a:cubicBezTo>
                <a:cubicBezTo>
                  <a:pt x="508134" y="35610"/>
                  <a:pt x="511794" y="34322"/>
                  <a:pt x="515318" y="34322"/>
                </a:cubicBezTo>
                <a:cubicBezTo>
                  <a:pt x="518355" y="34322"/>
                  <a:pt x="520781" y="35261"/>
                  <a:pt x="522598" y="37138"/>
                </a:cubicBezTo>
                <a:cubicBezTo>
                  <a:pt x="524414" y="39016"/>
                  <a:pt x="525322" y="41668"/>
                  <a:pt x="525322" y="45096"/>
                </a:cubicBezTo>
                <a:cubicBezTo>
                  <a:pt x="525322" y="48743"/>
                  <a:pt x="524441" y="51573"/>
                  <a:pt x="522679" y="53588"/>
                </a:cubicBezTo>
                <a:cubicBezTo>
                  <a:pt x="520917" y="55601"/>
                  <a:pt x="518789" y="56607"/>
                  <a:pt x="516294" y="56607"/>
                </a:cubicBezTo>
                <a:cubicBezTo>
                  <a:pt x="513421" y="56607"/>
                  <a:pt x="510927" y="55686"/>
                  <a:pt x="508812" y="53842"/>
                </a:cubicBezTo>
                <a:cubicBezTo>
                  <a:pt x="506697" y="51999"/>
                  <a:pt x="505450" y="50968"/>
                  <a:pt x="505071" y="50751"/>
                </a:cubicBezTo>
                <a:cubicBezTo>
                  <a:pt x="504528" y="50426"/>
                  <a:pt x="503905" y="50263"/>
                  <a:pt x="503200" y="50263"/>
                </a:cubicBezTo>
                <a:cubicBezTo>
                  <a:pt x="501628" y="50263"/>
                  <a:pt x="500136" y="50860"/>
                  <a:pt x="498727" y="52053"/>
                </a:cubicBezTo>
                <a:cubicBezTo>
                  <a:pt x="496504" y="53896"/>
                  <a:pt x="494823" y="56526"/>
                  <a:pt x="493684" y="59942"/>
                </a:cubicBezTo>
                <a:cubicBezTo>
                  <a:pt x="491949" y="65201"/>
                  <a:pt x="491081" y="71003"/>
                  <a:pt x="491081" y="77347"/>
                </a:cubicBezTo>
                <a:lnTo>
                  <a:pt x="491081" y="94834"/>
                </a:lnTo>
                <a:lnTo>
                  <a:pt x="491163" y="99388"/>
                </a:lnTo>
                <a:cubicBezTo>
                  <a:pt x="491163" y="102479"/>
                  <a:pt x="491353" y="104458"/>
                  <a:pt x="491732" y="105325"/>
                </a:cubicBezTo>
                <a:cubicBezTo>
                  <a:pt x="492383" y="106789"/>
                  <a:pt x="493345" y="107860"/>
                  <a:pt x="494619" y="108538"/>
                </a:cubicBezTo>
                <a:cubicBezTo>
                  <a:pt x="495894" y="109216"/>
                  <a:pt x="498049" y="109636"/>
                  <a:pt x="501085" y="109799"/>
                </a:cubicBezTo>
                <a:lnTo>
                  <a:pt x="501085" y="112727"/>
                </a:lnTo>
                <a:lnTo>
                  <a:pt x="460012" y="112727"/>
                </a:lnTo>
                <a:lnTo>
                  <a:pt x="460012" y="109799"/>
                </a:lnTo>
                <a:cubicBezTo>
                  <a:pt x="463320" y="109528"/>
                  <a:pt x="465557" y="108619"/>
                  <a:pt x="466722" y="107074"/>
                </a:cubicBezTo>
                <a:cubicBezTo>
                  <a:pt x="467888" y="105529"/>
                  <a:pt x="468471" y="101449"/>
                  <a:pt x="468471" y="94834"/>
                </a:cubicBezTo>
                <a:lnTo>
                  <a:pt x="468471" y="52703"/>
                </a:lnTo>
                <a:cubicBezTo>
                  <a:pt x="468471" y="48339"/>
                  <a:pt x="468254" y="45556"/>
                  <a:pt x="467820" y="44357"/>
                </a:cubicBezTo>
                <a:cubicBezTo>
                  <a:pt x="467278" y="42828"/>
                  <a:pt x="466492" y="41710"/>
                  <a:pt x="465462" y="41002"/>
                </a:cubicBezTo>
                <a:cubicBezTo>
                  <a:pt x="464432" y="40292"/>
                  <a:pt x="462615" y="39800"/>
                  <a:pt x="460012" y="39528"/>
                </a:cubicBezTo>
                <a:lnTo>
                  <a:pt x="460012" y="36600"/>
                </a:lnTo>
                <a:lnTo>
                  <a:pt x="491081" y="36600"/>
                </a:lnTo>
                <a:close/>
                <a:moveTo>
                  <a:pt x="569349" y="34322"/>
                </a:moveTo>
                <a:cubicBezTo>
                  <a:pt x="575964" y="34322"/>
                  <a:pt x="582118" y="36032"/>
                  <a:pt x="587811" y="39451"/>
                </a:cubicBezTo>
                <a:cubicBezTo>
                  <a:pt x="593505" y="42871"/>
                  <a:pt x="597829" y="47729"/>
                  <a:pt x="600784" y="54025"/>
                </a:cubicBezTo>
                <a:cubicBezTo>
                  <a:pt x="603739" y="60322"/>
                  <a:pt x="605217" y="67214"/>
                  <a:pt x="605217" y="74704"/>
                </a:cubicBezTo>
                <a:cubicBezTo>
                  <a:pt x="605217" y="85504"/>
                  <a:pt x="602478" y="94541"/>
                  <a:pt x="597002" y="101815"/>
                </a:cubicBezTo>
                <a:cubicBezTo>
                  <a:pt x="590387" y="110608"/>
                  <a:pt x="581251" y="115004"/>
                  <a:pt x="569593" y="115004"/>
                </a:cubicBezTo>
                <a:cubicBezTo>
                  <a:pt x="558152" y="115004"/>
                  <a:pt x="549341" y="110987"/>
                  <a:pt x="543160" y="102954"/>
                </a:cubicBezTo>
                <a:cubicBezTo>
                  <a:pt x="536979" y="94921"/>
                  <a:pt x="533888" y="85613"/>
                  <a:pt x="533888" y="75029"/>
                </a:cubicBezTo>
                <a:cubicBezTo>
                  <a:pt x="533888" y="64120"/>
                  <a:pt x="537046" y="54609"/>
                  <a:pt x="543363" y="46494"/>
                </a:cubicBezTo>
                <a:cubicBezTo>
                  <a:pt x="549680" y="38380"/>
                  <a:pt x="558342" y="34322"/>
                  <a:pt x="569349" y="34322"/>
                </a:cubicBezTo>
                <a:moveTo>
                  <a:pt x="569674" y="40016"/>
                </a:moveTo>
                <a:cubicBezTo>
                  <a:pt x="566909" y="40016"/>
                  <a:pt x="564537" y="41061"/>
                  <a:pt x="562558" y="43152"/>
                </a:cubicBezTo>
                <a:cubicBezTo>
                  <a:pt x="560579" y="45241"/>
                  <a:pt x="559277" y="49366"/>
                  <a:pt x="558654" y="55527"/>
                </a:cubicBezTo>
                <a:cubicBezTo>
                  <a:pt x="558030" y="61688"/>
                  <a:pt x="557718" y="70252"/>
                  <a:pt x="557718" y="81218"/>
                </a:cubicBezTo>
                <a:cubicBezTo>
                  <a:pt x="557718" y="87027"/>
                  <a:pt x="558098" y="92455"/>
                  <a:pt x="558857" y="97505"/>
                </a:cubicBezTo>
                <a:cubicBezTo>
                  <a:pt x="559454" y="101358"/>
                  <a:pt x="560728" y="104289"/>
                  <a:pt x="562680" y="106299"/>
                </a:cubicBezTo>
                <a:cubicBezTo>
                  <a:pt x="564632" y="108307"/>
                  <a:pt x="566855" y="109311"/>
                  <a:pt x="569349" y="109311"/>
                </a:cubicBezTo>
                <a:cubicBezTo>
                  <a:pt x="571789" y="109311"/>
                  <a:pt x="573822" y="108632"/>
                  <a:pt x="575449" y="107275"/>
                </a:cubicBezTo>
                <a:cubicBezTo>
                  <a:pt x="577564" y="105430"/>
                  <a:pt x="578973" y="102851"/>
                  <a:pt x="579678" y="99538"/>
                </a:cubicBezTo>
                <a:cubicBezTo>
                  <a:pt x="580763" y="94382"/>
                  <a:pt x="581305" y="83960"/>
                  <a:pt x="581305" y="68271"/>
                </a:cubicBezTo>
                <a:cubicBezTo>
                  <a:pt x="581305" y="59043"/>
                  <a:pt x="580790" y="52706"/>
                  <a:pt x="579760" y="49259"/>
                </a:cubicBezTo>
                <a:cubicBezTo>
                  <a:pt x="578729" y="45811"/>
                  <a:pt x="577211" y="43300"/>
                  <a:pt x="575205" y="41726"/>
                </a:cubicBezTo>
                <a:cubicBezTo>
                  <a:pt x="573795" y="40586"/>
                  <a:pt x="571952" y="40016"/>
                  <a:pt x="569674" y="40016"/>
                </a:cubicBezTo>
                <a:close/>
                <a:moveTo>
                  <a:pt x="648989" y="36600"/>
                </a:moveTo>
                <a:lnTo>
                  <a:pt x="648989" y="53842"/>
                </a:lnTo>
                <a:cubicBezTo>
                  <a:pt x="654031" y="45980"/>
                  <a:pt x="658451" y="40761"/>
                  <a:pt x="662246" y="38186"/>
                </a:cubicBezTo>
                <a:cubicBezTo>
                  <a:pt x="666042" y="35610"/>
                  <a:pt x="669702" y="34322"/>
                  <a:pt x="673226" y="34322"/>
                </a:cubicBezTo>
                <a:cubicBezTo>
                  <a:pt x="676262" y="34322"/>
                  <a:pt x="678689" y="35261"/>
                  <a:pt x="680505" y="37138"/>
                </a:cubicBezTo>
                <a:cubicBezTo>
                  <a:pt x="682322" y="39016"/>
                  <a:pt x="683230" y="41668"/>
                  <a:pt x="683230" y="45096"/>
                </a:cubicBezTo>
                <a:cubicBezTo>
                  <a:pt x="683230" y="48743"/>
                  <a:pt x="682349" y="51573"/>
                  <a:pt x="680587" y="53588"/>
                </a:cubicBezTo>
                <a:cubicBezTo>
                  <a:pt x="678824" y="55601"/>
                  <a:pt x="676696" y="56607"/>
                  <a:pt x="674202" y="56607"/>
                </a:cubicBezTo>
                <a:cubicBezTo>
                  <a:pt x="671328" y="56607"/>
                  <a:pt x="668834" y="55686"/>
                  <a:pt x="666719" y="53842"/>
                </a:cubicBezTo>
                <a:cubicBezTo>
                  <a:pt x="664605" y="51999"/>
                  <a:pt x="663358" y="50968"/>
                  <a:pt x="662978" y="50751"/>
                </a:cubicBezTo>
                <a:cubicBezTo>
                  <a:pt x="662436" y="50426"/>
                  <a:pt x="661812" y="50263"/>
                  <a:pt x="661107" y="50263"/>
                </a:cubicBezTo>
                <a:cubicBezTo>
                  <a:pt x="659535" y="50263"/>
                  <a:pt x="658044" y="50860"/>
                  <a:pt x="656634" y="52053"/>
                </a:cubicBezTo>
                <a:cubicBezTo>
                  <a:pt x="654411" y="53896"/>
                  <a:pt x="652730" y="56526"/>
                  <a:pt x="651592" y="59942"/>
                </a:cubicBezTo>
                <a:cubicBezTo>
                  <a:pt x="649856" y="65201"/>
                  <a:pt x="648989" y="71003"/>
                  <a:pt x="648989" y="77347"/>
                </a:cubicBezTo>
                <a:lnTo>
                  <a:pt x="648989" y="94834"/>
                </a:lnTo>
                <a:lnTo>
                  <a:pt x="649070" y="99388"/>
                </a:lnTo>
                <a:cubicBezTo>
                  <a:pt x="649070" y="102479"/>
                  <a:pt x="649260" y="104458"/>
                  <a:pt x="649640" y="105325"/>
                </a:cubicBezTo>
                <a:cubicBezTo>
                  <a:pt x="650290" y="106789"/>
                  <a:pt x="651253" y="107860"/>
                  <a:pt x="652527" y="108538"/>
                </a:cubicBezTo>
                <a:cubicBezTo>
                  <a:pt x="653801" y="109216"/>
                  <a:pt x="655956" y="109636"/>
                  <a:pt x="658993" y="109799"/>
                </a:cubicBezTo>
                <a:lnTo>
                  <a:pt x="658993" y="112727"/>
                </a:lnTo>
                <a:lnTo>
                  <a:pt x="617920" y="112727"/>
                </a:lnTo>
                <a:lnTo>
                  <a:pt x="617920" y="109799"/>
                </a:lnTo>
                <a:cubicBezTo>
                  <a:pt x="621227" y="109528"/>
                  <a:pt x="623464" y="108619"/>
                  <a:pt x="624630" y="107074"/>
                </a:cubicBezTo>
                <a:cubicBezTo>
                  <a:pt x="625796" y="105529"/>
                  <a:pt x="626378" y="101449"/>
                  <a:pt x="626378" y="94834"/>
                </a:cubicBezTo>
                <a:lnTo>
                  <a:pt x="626378" y="52703"/>
                </a:lnTo>
                <a:cubicBezTo>
                  <a:pt x="626378" y="48339"/>
                  <a:pt x="626162" y="45556"/>
                  <a:pt x="625728" y="44357"/>
                </a:cubicBezTo>
                <a:cubicBezTo>
                  <a:pt x="625186" y="42828"/>
                  <a:pt x="624399" y="41710"/>
                  <a:pt x="623369" y="41002"/>
                </a:cubicBezTo>
                <a:cubicBezTo>
                  <a:pt x="622339" y="40292"/>
                  <a:pt x="620523" y="39800"/>
                  <a:pt x="617920" y="39528"/>
                </a:cubicBezTo>
                <a:lnTo>
                  <a:pt x="617920" y="36600"/>
                </a:lnTo>
                <a:lnTo>
                  <a:pt x="648989" y="36600"/>
                </a:lnTo>
                <a:close/>
                <a:moveTo>
                  <a:pt x="736927" y="82796"/>
                </a:moveTo>
                <a:lnTo>
                  <a:pt x="689510" y="82796"/>
                </a:lnTo>
                <a:lnTo>
                  <a:pt x="689510" y="65879"/>
                </a:lnTo>
                <a:lnTo>
                  <a:pt x="736927" y="65879"/>
                </a:lnTo>
                <a:lnTo>
                  <a:pt x="736927" y="82796"/>
                </a:lnTo>
                <a:close/>
                <a:moveTo>
                  <a:pt x="779608" y="44570"/>
                </a:moveTo>
                <a:lnTo>
                  <a:pt x="779608" y="97436"/>
                </a:lnTo>
                <a:cubicBezTo>
                  <a:pt x="779608" y="102533"/>
                  <a:pt x="780150" y="105732"/>
                  <a:pt x="781235" y="107033"/>
                </a:cubicBezTo>
                <a:cubicBezTo>
                  <a:pt x="782970" y="109040"/>
                  <a:pt x="786169" y="109961"/>
                  <a:pt x="790832" y="109799"/>
                </a:cubicBezTo>
                <a:lnTo>
                  <a:pt x="790832" y="112727"/>
                </a:lnTo>
                <a:lnTo>
                  <a:pt x="746018" y="112727"/>
                </a:lnTo>
                <a:lnTo>
                  <a:pt x="746018" y="109799"/>
                </a:lnTo>
                <a:cubicBezTo>
                  <a:pt x="749434" y="109745"/>
                  <a:pt x="751860" y="109351"/>
                  <a:pt x="753297" y="108619"/>
                </a:cubicBezTo>
                <a:cubicBezTo>
                  <a:pt x="754734" y="107887"/>
                  <a:pt x="755723" y="106871"/>
                  <a:pt x="756266" y="105569"/>
                </a:cubicBezTo>
                <a:cubicBezTo>
                  <a:pt x="756808" y="104268"/>
                  <a:pt x="757079" y="101557"/>
                  <a:pt x="757079" y="97436"/>
                </a:cubicBezTo>
                <a:lnTo>
                  <a:pt x="757079" y="44570"/>
                </a:lnTo>
                <a:lnTo>
                  <a:pt x="746018" y="44570"/>
                </a:lnTo>
                <a:lnTo>
                  <a:pt x="746018" y="36600"/>
                </a:lnTo>
                <a:lnTo>
                  <a:pt x="757079" y="36600"/>
                </a:lnTo>
                <a:lnTo>
                  <a:pt x="757079" y="31013"/>
                </a:lnTo>
                <a:lnTo>
                  <a:pt x="756998" y="27206"/>
                </a:lnTo>
                <a:cubicBezTo>
                  <a:pt x="756998" y="19433"/>
                  <a:pt x="759858" y="12956"/>
                  <a:pt x="765578" y="7775"/>
                </a:cubicBezTo>
                <a:cubicBezTo>
                  <a:pt x="771299" y="2592"/>
                  <a:pt x="779039" y="0"/>
                  <a:pt x="788799" y="0"/>
                </a:cubicBezTo>
                <a:cubicBezTo>
                  <a:pt x="795468" y="0"/>
                  <a:pt x="800416" y="1252"/>
                  <a:pt x="803642" y="3757"/>
                </a:cubicBezTo>
                <a:cubicBezTo>
                  <a:pt x="806868" y="6259"/>
                  <a:pt x="808481" y="9035"/>
                  <a:pt x="808481" y="12083"/>
                </a:cubicBezTo>
                <a:cubicBezTo>
                  <a:pt x="808481" y="14533"/>
                  <a:pt x="807478" y="16656"/>
                  <a:pt x="805472" y="18452"/>
                </a:cubicBezTo>
                <a:cubicBezTo>
                  <a:pt x="803466" y="20248"/>
                  <a:pt x="800809" y="21146"/>
                  <a:pt x="797501" y="21146"/>
                </a:cubicBezTo>
                <a:cubicBezTo>
                  <a:pt x="794682" y="21146"/>
                  <a:pt x="792445" y="20414"/>
                  <a:pt x="790791" y="18950"/>
                </a:cubicBezTo>
                <a:cubicBezTo>
                  <a:pt x="789137" y="17486"/>
                  <a:pt x="788311" y="15860"/>
                  <a:pt x="788311" y="14071"/>
                </a:cubicBezTo>
                <a:cubicBezTo>
                  <a:pt x="788311" y="13583"/>
                  <a:pt x="788473" y="12579"/>
                  <a:pt x="788799" y="11061"/>
                </a:cubicBezTo>
                <a:cubicBezTo>
                  <a:pt x="789015" y="10139"/>
                  <a:pt x="789124" y="9272"/>
                  <a:pt x="789124" y="8459"/>
                </a:cubicBezTo>
                <a:cubicBezTo>
                  <a:pt x="789124" y="7320"/>
                  <a:pt x="788799" y="6479"/>
                  <a:pt x="788148" y="5937"/>
                </a:cubicBezTo>
                <a:cubicBezTo>
                  <a:pt x="787280" y="5124"/>
                  <a:pt x="786223" y="4717"/>
                  <a:pt x="784976" y="4717"/>
                </a:cubicBezTo>
                <a:cubicBezTo>
                  <a:pt x="783404" y="4717"/>
                  <a:pt x="782089" y="5363"/>
                  <a:pt x="781031" y="6654"/>
                </a:cubicBezTo>
                <a:cubicBezTo>
                  <a:pt x="779974" y="7945"/>
                  <a:pt x="779445" y="10017"/>
                  <a:pt x="779445" y="12868"/>
                </a:cubicBezTo>
                <a:lnTo>
                  <a:pt x="779608" y="26995"/>
                </a:lnTo>
                <a:lnTo>
                  <a:pt x="779608" y="36600"/>
                </a:lnTo>
                <a:lnTo>
                  <a:pt x="790832" y="36600"/>
                </a:lnTo>
                <a:lnTo>
                  <a:pt x="790832" y="44570"/>
                </a:lnTo>
                <a:lnTo>
                  <a:pt x="779608" y="445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ree">
            <a:extLst xmlns:a="http://schemas.openxmlformats.org/drawingml/2006/main">
              <a:ext uri="{FF2B5EF4-FFF2-40B4-BE49-F238E27FC236}">
                <a16:creationId xmlns:a16="http://schemas.microsoft.com/office/drawing/2014/main" id="{B8AA0CE2-B88D-4D15-B22D-170A70EA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561" y="2694487"/>
            <a:ext cx="203844" cy="80682"/>
          </a:xfrm>
          <a:custGeom xmlns:a="http://schemas.openxmlformats.org/drawingml/2006/main">
            <a:pathLst>
              <a:path w="203844" h="80682">
                <a:moveTo>
                  <a:pt x="31069" y="2277"/>
                </a:moveTo>
                <a:lnTo>
                  <a:pt x="31069" y="19520"/>
                </a:lnTo>
                <a:cubicBezTo>
                  <a:pt x="36112" y="11658"/>
                  <a:pt x="40531" y="6439"/>
                  <a:pt x="44326" y="3863"/>
                </a:cubicBezTo>
                <a:cubicBezTo>
                  <a:pt x="48122" y="1288"/>
                  <a:pt x="51782" y="0"/>
                  <a:pt x="55306" y="0"/>
                </a:cubicBezTo>
                <a:cubicBezTo>
                  <a:pt x="58342" y="0"/>
                  <a:pt x="60769" y="939"/>
                  <a:pt x="62585" y="2816"/>
                </a:cubicBezTo>
                <a:cubicBezTo>
                  <a:pt x="64402" y="4694"/>
                  <a:pt x="65310" y="7346"/>
                  <a:pt x="65310" y="10774"/>
                </a:cubicBezTo>
                <a:cubicBezTo>
                  <a:pt x="65310" y="14420"/>
                  <a:pt x="64429" y="17251"/>
                  <a:pt x="62667" y="19266"/>
                </a:cubicBezTo>
                <a:cubicBezTo>
                  <a:pt x="60904" y="21279"/>
                  <a:pt x="58776" y="22285"/>
                  <a:pt x="56282" y="22285"/>
                </a:cubicBezTo>
                <a:cubicBezTo>
                  <a:pt x="53408" y="22285"/>
                  <a:pt x="50914" y="21363"/>
                  <a:pt x="48799" y="19520"/>
                </a:cubicBezTo>
                <a:cubicBezTo>
                  <a:pt x="46685" y="17676"/>
                  <a:pt x="45438" y="16646"/>
                  <a:pt x="45058" y="16429"/>
                </a:cubicBezTo>
                <a:cubicBezTo>
                  <a:pt x="44516" y="16104"/>
                  <a:pt x="43892" y="15941"/>
                  <a:pt x="43188" y="15941"/>
                </a:cubicBezTo>
                <a:cubicBezTo>
                  <a:pt x="41615" y="15941"/>
                  <a:pt x="40124" y="16538"/>
                  <a:pt x="38714" y="17730"/>
                </a:cubicBezTo>
                <a:cubicBezTo>
                  <a:pt x="36491" y="19574"/>
                  <a:pt x="34810" y="22204"/>
                  <a:pt x="33672" y="25620"/>
                </a:cubicBezTo>
                <a:cubicBezTo>
                  <a:pt x="31937" y="30879"/>
                  <a:pt x="31069" y="36681"/>
                  <a:pt x="31069" y="43025"/>
                </a:cubicBezTo>
                <a:lnTo>
                  <a:pt x="31069" y="60511"/>
                </a:lnTo>
                <a:lnTo>
                  <a:pt x="31150" y="65066"/>
                </a:lnTo>
                <a:cubicBezTo>
                  <a:pt x="31150" y="68157"/>
                  <a:pt x="31340" y="70136"/>
                  <a:pt x="31720" y="71003"/>
                </a:cubicBezTo>
                <a:cubicBezTo>
                  <a:pt x="32370" y="72467"/>
                  <a:pt x="33333" y="73538"/>
                  <a:pt x="34607" y="74216"/>
                </a:cubicBezTo>
                <a:cubicBezTo>
                  <a:pt x="35881" y="74894"/>
                  <a:pt x="38036" y="75314"/>
                  <a:pt x="41073" y="75476"/>
                </a:cubicBezTo>
                <a:lnTo>
                  <a:pt x="41073" y="78404"/>
                </a:lnTo>
                <a:lnTo>
                  <a:pt x="0" y="78404"/>
                </a:lnTo>
                <a:lnTo>
                  <a:pt x="0" y="75476"/>
                </a:lnTo>
                <a:cubicBezTo>
                  <a:pt x="3308" y="75205"/>
                  <a:pt x="5544" y="74297"/>
                  <a:pt x="6710" y="72752"/>
                </a:cubicBezTo>
                <a:cubicBezTo>
                  <a:pt x="7876" y="71207"/>
                  <a:pt x="8459" y="67126"/>
                  <a:pt x="8459" y="60511"/>
                </a:cubicBezTo>
                <a:lnTo>
                  <a:pt x="8459" y="18381"/>
                </a:lnTo>
                <a:cubicBezTo>
                  <a:pt x="8459" y="14016"/>
                  <a:pt x="8242" y="11234"/>
                  <a:pt x="7808" y="10034"/>
                </a:cubicBezTo>
                <a:cubicBezTo>
                  <a:pt x="7266" y="8506"/>
                  <a:pt x="6479" y="7388"/>
                  <a:pt x="5449" y="6679"/>
                </a:cubicBezTo>
                <a:cubicBezTo>
                  <a:pt x="4419" y="5969"/>
                  <a:pt x="2603" y="5478"/>
                  <a:pt x="0" y="5205"/>
                </a:cubicBezTo>
                <a:lnTo>
                  <a:pt x="0" y="2277"/>
                </a:lnTo>
                <a:lnTo>
                  <a:pt x="31069" y="2277"/>
                </a:lnTo>
                <a:close/>
                <a:moveTo>
                  <a:pt x="134386" y="37576"/>
                </a:moveTo>
                <a:lnTo>
                  <a:pt x="92662" y="37576"/>
                </a:lnTo>
                <a:cubicBezTo>
                  <a:pt x="93150" y="47688"/>
                  <a:pt x="95834" y="55680"/>
                  <a:pt x="100714" y="61551"/>
                </a:cubicBezTo>
                <a:cubicBezTo>
                  <a:pt x="104455" y="66063"/>
                  <a:pt x="108956" y="68319"/>
                  <a:pt x="114215" y="68319"/>
                </a:cubicBezTo>
                <a:cubicBezTo>
                  <a:pt x="117469" y="68319"/>
                  <a:pt x="120424" y="67411"/>
                  <a:pt x="123081" y="65595"/>
                </a:cubicBezTo>
                <a:cubicBezTo>
                  <a:pt x="125737" y="63778"/>
                  <a:pt x="128584" y="60511"/>
                  <a:pt x="131621" y="55794"/>
                </a:cubicBezTo>
                <a:lnTo>
                  <a:pt x="134386" y="57583"/>
                </a:lnTo>
                <a:cubicBezTo>
                  <a:pt x="130265" y="65988"/>
                  <a:pt x="125710" y="71939"/>
                  <a:pt x="120722" y="75436"/>
                </a:cubicBezTo>
                <a:cubicBezTo>
                  <a:pt x="115734" y="78933"/>
                  <a:pt x="109959" y="80682"/>
                  <a:pt x="103398" y="80682"/>
                </a:cubicBezTo>
                <a:cubicBezTo>
                  <a:pt x="92120" y="80682"/>
                  <a:pt x="83580" y="76340"/>
                  <a:pt x="77778" y="67656"/>
                </a:cubicBezTo>
                <a:cubicBezTo>
                  <a:pt x="73115" y="60655"/>
                  <a:pt x="70784" y="51971"/>
                  <a:pt x="70784" y="41604"/>
                </a:cubicBezTo>
                <a:cubicBezTo>
                  <a:pt x="70784" y="28903"/>
                  <a:pt x="74213" y="18794"/>
                  <a:pt x="81072" y="11277"/>
                </a:cubicBezTo>
                <a:cubicBezTo>
                  <a:pt x="87931" y="3759"/>
                  <a:pt x="95970" y="0"/>
                  <a:pt x="105187" y="0"/>
                </a:cubicBezTo>
                <a:cubicBezTo>
                  <a:pt x="112887" y="0"/>
                  <a:pt x="119570" y="3158"/>
                  <a:pt x="125236" y="9475"/>
                </a:cubicBezTo>
                <a:cubicBezTo>
                  <a:pt x="130902" y="15792"/>
                  <a:pt x="133952" y="25159"/>
                  <a:pt x="134386" y="37576"/>
                </a:cubicBezTo>
                <a:moveTo>
                  <a:pt x="114378" y="32208"/>
                </a:moveTo>
                <a:cubicBezTo>
                  <a:pt x="114378" y="23478"/>
                  <a:pt x="113904" y="17486"/>
                  <a:pt x="112955" y="14233"/>
                </a:cubicBezTo>
                <a:cubicBezTo>
                  <a:pt x="112006" y="10980"/>
                  <a:pt x="110528" y="8513"/>
                  <a:pt x="108522" y="6832"/>
                </a:cubicBezTo>
                <a:cubicBezTo>
                  <a:pt x="107383" y="5856"/>
                  <a:pt x="105865" y="5368"/>
                  <a:pt x="103967" y="5368"/>
                </a:cubicBezTo>
                <a:cubicBezTo>
                  <a:pt x="101148" y="5368"/>
                  <a:pt x="98844" y="6751"/>
                  <a:pt x="97054" y="9516"/>
                </a:cubicBezTo>
                <a:cubicBezTo>
                  <a:pt x="93855" y="14342"/>
                  <a:pt x="92256" y="20957"/>
                  <a:pt x="92256" y="29361"/>
                </a:cubicBezTo>
                <a:lnTo>
                  <a:pt x="92256" y="32208"/>
                </a:lnTo>
                <a:lnTo>
                  <a:pt x="114378" y="32208"/>
                </a:lnTo>
                <a:close/>
                <a:moveTo>
                  <a:pt x="203844" y="37576"/>
                </a:moveTo>
                <a:lnTo>
                  <a:pt x="162121" y="37576"/>
                </a:lnTo>
                <a:cubicBezTo>
                  <a:pt x="162609" y="47688"/>
                  <a:pt x="165293" y="55680"/>
                  <a:pt x="170173" y="61551"/>
                </a:cubicBezTo>
                <a:cubicBezTo>
                  <a:pt x="173914" y="66063"/>
                  <a:pt x="178415" y="68319"/>
                  <a:pt x="183674" y="68319"/>
                </a:cubicBezTo>
                <a:cubicBezTo>
                  <a:pt x="186927" y="68319"/>
                  <a:pt x="189882" y="67411"/>
                  <a:pt x="192539" y="65595"/>
                </a:cubicBezTo>
                <a:cubicBezTo>
                  <a:pt x="195196" y="63778"/>
                  <a:pt x="198043" y="60511"/>
                  <a:pt x="201079" y="55794"/>
                </a:cubicBezTo>
                <a:lnTo>
                  <a:pt x="203844" y="57583"/>
                </a:lnTo>
                <a:cubicBezTo>
                  <a:pt x="199724" y="65988"/>
                  <a:pt x="195169" y="71939"/>
                  <a:pt x="190181" y="75436"/>
                </a:cubicBezTo>
                <a:cubicBezTo>
                  <a:pt x="185192" y="78933"/>
                  <a:pt x="179418" y="80682"/>
                  <a:pt x="172857" y="80682"/>
                </a:cubicBezTo>
                <a:cubicBezTo>
                  <a:pt x="161579" y="80682"/>
                  <a:pt x="153039" y="76340"/>
                  <a:pt x="147237" y="67656"/>
                </a:cubicBezTo>
                <a:cubicBezTo>
                  <a:pt x="142574" y="60655"/>
                  <a:pt x="140243" y="51971"/>
                  <a:pt x="140243" y="41604"/>
                </a:cubicBezTo>
                <a:cubicBezTo>
                  <a:pt x="140243" y="28903"/>
                  <a:pt x="143672" y="18794"/>
                  <a:pt x="150531" y="11277"/>
                </a:cubicBezTo>
                <a:cubicBezTo>
                  <a:pt x="157390" y="3759"/>
                  <a:pt x="165428" y="0"/>
                  <a:pt x="174646" y="0"/>
                </a:cubicBezTo>
                <a:cubicBezTo>
                  <a:pt x="182346" y="0"/>
                  <a:pt x="189028" y="3158"/>
                  <a:pt x="194695" y="9475"/>
                </a:cubicBezTo>
                <a:cubicBezTo>
                  <a:pt x="200361" y="15792"/>
                  <a:pt x="203411" y="25159"/>
                  <a:pt x="203844" y="37576"/>
                </a:cubicBezTo>
                <a:moveTo>
                  <a:pt x="183837" y="32208"/>
                </a:moveTo>
                <a:cubicBezTo>
                  <a:pt x="183837" y="23478"/>
                  <a:pt x="183362" y="17486"/>
                  <a:pt x="182413" y="14233"/>
                </a:cubicBezTo>
                <a:cubicBezTo>
                  <a:pt x="181465" y="10980"/>
                  <a:pt x="179987" y="8513"/>
                  <a:pt x="177981" y="6832"/>
                </a:cubicBezTo>
                <a:cubicBezTo>
                  <a:pt x="176842" y="5856"/>
                  <a:pt x="175324" y="5368"/>
                  <a:pt x="173426" y="5368"/>
                </a:cubicBezTo>
                <a:cubicBezTo>
                  <a:pt x="170607" y="5368"/>
                  <a:pt x="168302" y="6751"/>
                  <a:pt x="166513" y="9516"/>
                </a:cubicBezTo>
                <a:cubicBezTo>
                  <a:pt x="163314" y="14342"/>
                  <a:pt x="161714" y="20957"/>
                  <a:pt x="161714" y="29361"/>
                </a:cubicBezTo>
                <a:lnTo>
                  <a:pt x="161714" y="32208"/>
                </a:lnTo>
                <a:lnTo>
                  <a:pt x="183837" y="3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9104c0d684010"/>
          <a:stretch xmlns:a="http://schemas.openxmlformats.org/drawingml/2006/main"/>
        </p:blipFill>
        <p:spPr>
          <a:xfrm xmlns:a="http://schemas.openxmlformats.org/drawingml/2006/main">
            <a:off x="8852838" y="1783950"/>
            <a:ext cx="92325" cy="92325"/>
          </a:xfrm>
          <a:prstGeom xmlns:a="http://schemas.openxmlformats.org/drawingml/2006/main" prst="rect">
            <a:avLst/>
          </a:prstGeom>
        </p:spPr>
      </p:pic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35379e48049bd"/>
          <a:stretch xmlns:a="http://schemas.openxmlformats.org/drawingml/2006/main"/>
        </p:blipFill>
        <p:spPr>
          <a:xfrm xmlns:a="http://schemas.openxmlformats.org/drawingml/2006/main">
            <a:off x="9048914" y="1783950"/>
            <a:ext cx="92325" cy="92325"/>
          </a:xfrm>
          <a:prstGeom xmlns:a="http://schemas.openxmlformats.org/drawingml/2006/main" prst="rect">
            <a:avLst/>
          </a:prstGeom>
        </p:spPr>
      </p:pic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dcf5bee5143b3"/>
          <a:stretch xmlns:a="http://schemas.openxmlformats.org/drawingml/2006/main"/>
        </p:blipFill>
        <p:spPr>
          <a:xfrm xmlns:a="http://schemas.openxmlformats.org/drawingml/2006/main">
            <a:off x="9244989" y="1783949"/>
            <a:ext cx="92325" cy="92325"/>
          </a:xfrm>
          <a:prstGeom xmlns:a="http://schemas.openxmlformats.org/drawingml/2006/main" prst="rect">
            <a:avLst/>
          </a:prstGeom>
        </p:spPr>
      </p:pic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DE222-FB13-41E7-9502-6A4A048D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317" y="2383596"/>
            <a:ext cx="611546" cy="377239"/>
          </a:xfrm>
          <a:custGeom xmlns:a="http://schemas.openxmlformats.org/drawingml/2006/main">
            <a:pathLst>
              <a:path w="611546" h="377239">
                <a:moveTo>
                  <a:pt x="548725" y="0"/>
                </a:moveTo>
                <a:lnTo>
                  <a:pt x="573155" y="4934"/>
                </a:lnTo>
                <a:lnTo>
                  <a:pt x="593144" y="18402"/>
                </a:lnTo>
                <a:lnTo>
                  <a:pt x="606628" y="38374"/>
                </a:lnTo>
                <a:lnTo>
                  <a:pt x="611546" y="62868"/>
                </a:lnTo>
                <a:lnTo>
                  <a:pt x="611546" y="314371"/>
                </a:lnTo>
                <a:lnTo>
                  <a:pt x="606628" y="338864"/>
                </a:lnTo>
                <a:lnTo>
                  <a:pt x="593144" y="358837"/>
                </a:lnTo>
                <a:lnTo>
                  <a:pt x="573155" y="372305"/>
                </a:lnTo>
                <a:lnTo>
                  <a:pt x="548725" y="377239"/>
                </a:lnTo>
                <a:lnTo>
                  <a:pt x="62820" y="377239"/>
                </a:lnTo>
                <a:lnTo>
                  <a:pt x="38390" y="372305"/>
                </a:lnTo>
                <a:lnTo>
                  <a:pt x="18402" y="358837"/>
                </a:lnTo>
                <a:lnTo>
                  <a:pt x="4918" y="338864"/>
                </a:lnTo>
                <a:lnTo>
                  <a:pt x="0" y="314371"/>
                </a:lnTo>
                <a:lnTo>
                  <a:pt x="0" y="62868"/>
                </a:lnTo>
                <a:lnTo>
                  <a:pt x="4918" y="38374"/>
                </a:lnTo>
                <a:lnTo>
                  <a:pt x="18402" y="18402"/>
                </a:lnTo>
                <a:lnTo>
                  <a:pt x="38390" y="4934"/>
                </a:lnTo>
                <a:lnTo>
                  <a:pt x="62820" y="0"/>
                </a:lnTo>
                <a:lnTo>
                  <a:pt x="548725" y="0"/>
                </a:lnTo>
                <a:close/>
              </a:path>
            </a:pathLst>
          </a:custGeom>
          <a:solidFill xmlns:a="http://schemas.openxmlformats.org/drawingml/2006/main">
            <a:srgbClr val="DCEA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7AB58-E146-4AAC-B70A-64D925A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5318" y="2383596"/>
            <a:ext cx="611546" cy="377239"/>
          </a:xfrm>
          <a:custGeom xmlns:a="http://schemas.openxmlformats.org/drawingml/2006/main">
            <a:pathLst>
              <a:path w="611546" h="377239" fill="none">
                <a:moveTo>
                  <a:pt x="0" y="62868"/>
                </a:moveTo>
                <a:lnTo>
                  <a:pt x="4918" y="38374"/>
                </a:lnTo>
                <a:lnTo>
                  <a:pt x="18402" y="18402"/>
                </a:lnTo>
                <a:lnTo>
                  <a:pt x="38390" y="4934"/>
                </a:lnTo>
                <a:lnTo>
                  <a:pt x="62820" y="0"/>
                </a:lnTo>
                <a:lnTo>
                  <a:pt x="548725" y="0"/>
                </a:lnTo>
                <a:lnTo>
                  <a:pt x="573155" y="4934"/>
                </a:lnTo>
                <a:lnTo>
                  <a:pt x="593144" y="18402"/>
                </a:lnTo>
                <a:lnTo>
                  <a:pt x="606628" y="38374"/>
                </a:lnTo>
                <a:lnTo>
                  <a:pt x="611546" y="62868"/>
                </a:lnTo>
                <a:lnTo>
                  <a:pt x="611546" y="314371"/>
                </a:lnTo>
                <a:lnTo>
                  <a:pt x="606628" y="338864"/>
                </a:lnTo>
                <a:lnTo>
                  <a:pt x="593144" y="358837"/>
                </a:lnTo>
                <a:lnTo>
                  <a:pt x="573155" y="372305"/>
                </a:lnTo>
                <a:lnTo>
                  <a:pt x="548725" y="377239"/>
                </a:lnTo>
                <a:lnTo>
                  <a:pt x="62820" y="377239"/>
                </a:lnTo>
                <a:lnTo>
                  <a:pt x="38390" y="372305"/>
                </a:lnTo>
                <a:lnTo>
                  <a:pt x="18402" y="358837"/>
                </a:lnTo>
                <a:lnTo>
                  <a:pt x="4918" y="338864"/>
                </a:lnTo>
                <a:lnTo>
                  <a:pt x="0" y="314371"/>
                </a:lnTo>
                <a:lnTo>
                  <a:pt x="0" y="62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6169" cap="flat">
            <a:solidFill>
              <a:srgbClr val="163D63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00823-AB60-4659-B25C-B803255D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605" y="2391687"/>
            <a:ext cx="787157" cy="377873"/>
          </a:xfrm>
          <a:custGeom xmlns:a="http://schemas.openxmlformats.org/drawingml/2006/main">
            <a:pathLst>
              <a:path w="787157" h="377873">
                <a:moveTo>
                  <a:pt x="0" y="377873"/>
                </a:moveTo>
                <a:lnTo>
                  <a:pt x="0" y="0"/>
                </a:lnTo>
                <a:lnTo>
                  <a:pt x="787157" y="0"/>
                </a:lnTo>
                <a:lnTo>
                  <a:pt x="787157" y="377873"/>
                </a:lnTo>
                <a:lnTo>
                  <a:pt x="0" y="377873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FA446-05B0-40B0-8B17-1C11D5C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605" y="2391687"/>
            <a:ext cx="787157" cy="377873"/>
          </a:xfrm>
          <a:custGeom xmlns:a="http://schemas.openxmlformats.org/drawingml/2006/main">
            <a:pathLst>
              <a:path w="787157" h="377873" fill="none">
                <a:moveTo>
                  <a:pt x="0" y="377873"/>
                </a:moveTo>
                <a:lnTo>
                  <a:pt x="787157" y="377873"/>
                </a:lnTo>
                <a:lnTo>
                  <a:pt x="787157" y="0"/>
                </a:lnTo>
                <a:lnTo>
                  <a:pt x="0" y="0"/>
                </a:lnTo>
                <a:lnTo>
                  <a:pt x="0" y="3778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86" name="Text Tactic">
            <a:extLst xmlns:a="http://schemas.openxmlformats.org/drawingml/2006/main">
              <a:ext uri="{FF2B5EF4-FFF2-40B4-BE49-F238E27FC236}">
                <a16:creationId xmlns:a16="http://schemas.microsoft.com/office/drawing/2014/main" id="{C77FBB1C-5828-417E-840F-E484A8E4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45" y="2503826"/>
            <a:ext cx="568907" cy="153120"/>
          </a:xfrm>
          <a:custGeom xmlns:a="http://schemas.openxmlformats.org/drawingml/2006/main">
            <a:pathLst>
              <a:path w="568907" h="153120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01042" y="135144"/>
                </a:moveTo>
                <a:cubicBezTo>
                  <a:pt x="188697" y="146117"/>
                  <a:pt x="177615" y="151604"/>
                  <a:pt x="167797" y="151604"/>
                </a:cubicBezTo>
                <a:cubicBezTo>
                  <a:pt x="162022" y="151604"/>
                  <a:pt x="157221" y="149703"/>
                  <a:pt x="153395" y="145902"/>
                </a:cubicBezTo>
                <a:cubicBezTo>
                  <a:pt x="149569" y="142098"/>
                  <a:pt x="147656" y="137336"/>
                  <a:pt x="147656" y="131614"/>
                </a:cubicBezTo>
                <a:cubicBezTo>
                  <a:pt x="147656" y="123863"/>
                  <a:pt x="150977" y="116890"/>
                  <a:pt x="157618" y="110698"/>
                </a:cubicBezTo>
                <a:cubicBezTo>
                  <a:pt x="164260" y="104505"/>
                  <a:pt x="178734" y="96266"/>
                  <a:pt x="201042" y="85981"/>
                </a:cubicBezTo>
                <a:lnTo>
                  <a:pt x="201042" y="75802"/>
                </a:lnTo>
                <a:cubicBezTo>
                  <a:pt x="201042" y="68149"/>
                  <a:pt x="200627" y="63331"/>
                  <a:pt x="199797" y="61345"/>
                </a:cubicBezTo>
                <a:cubicBezTo>
                  <a:pt x="198966" y="59360"/>
                  <a:pt x="197396" y="57627"/>
                  <a:pt x="195086" y="56147"/>
                </a:cubicBezTo>
                <a:cubicBezTo>
                  <a:pt x="192776" y="54668"/>
                  <a:pt x="190177" y="53928"/>
                  <a:pt x="187289" y="53928"/>
                </a:cubicBezTo>
                <a:cubicBezTo>
                  <a:pt x="182597" y="53928"/>
                  <a:pt x="178734" y="54974"/>
                  <a:pt x="175702" y="57068"/>
                </a:cubicBezTo>
                <a:cubicBezTo>
                  <a:pt x="173825" y="58367"/>
                  <a:pt x="172887" y="59883"/>
                  <a:pt x="172887" y="61616"/>
                </a:cubicBezTo>
                <a:cubicBezTo>
                  <a:pt x="172887" y="63132"/>
                  <a:pt x="173898" y="65009"/>
                  <a:pt x="175919" y="67247"/>
                </a:cubicBezTo>
                <a:cubicBezTo>
                  <a:pt x="178662" y="70351"/>
                  <a:pt x="180034" y="73347"/>
                  <a:pt x="180034" y="76235"/>
                </a:cubicBezTo>
                <a:cubicBezTo>
                  <a:pt x="180034" y="79772"/>
                  <a:pt x="178716" y="82786"/>
                  <a:pt x="176081" y="85277"/>
                </a:cubicBezTo>
                <a:cubicBezTo>
                  <a:pt x="173446" y="87768"/>
                  <a:pt x="169999" y="89013"/>
                  <a:pt x="165740" y="89013"/>
                </a:cubicBezTo>
                <a:cubicBezTo>
                  <a:pt x="161192" y="89013"/>
                  <a:pt x="157384" y="87641"/>
                  <a:pt x="154315" y="84898"/>
                </a:cubicBezTo>
                <a:cubicBezTo>
                  <a:pt x="151247" y="82155"/>
                  <a:pt x="149713" y="78942"/>
                  <a:pt x="149713" y="75260"/>
                </a:cubicBezTo>
                <a:cubicBezTo>
                  <a:pt x="149713" y="70063"/>
                  <a:pt x="151771" y="65099"/>
                  <a:pt x="155886" y="60371"/>
                </a:cubicBezTo>
                <a:cubicBezTo>
                  <a:pt x="160001" y="55642"/>
                  <a:pt x="165740" y="52014"/>
                  <a:pt x="173103" y="49488"/>
                </a:cubicBezTo>
                <a:cubicBezTo>
                  <a:pt x="180467" y="46961"/>
                  <a:pt x="188119" y="45698"/>
                  <a:pt x="196061" y="45698"/>
                </a:cubicBezTo>
                <a:cubicBezTo>
                  <a:pt x="205662" y="45698"/>
                  <a:pt x="213260" y="47743"/>
                  <a:pt x="218855" y="51833"/>
                </a:cubicBezTo>
                <a:cubicBezTo>
                  <a:pt x="224450" y="55921"/>
                  <a:pt x="228078" y="60353"/>
                  <a:pt x="229738" y="65129"/>
                </a:cubicBezTo>
                <a:cubicBezTo>
                  <a:pt x="230749" y="68167"/>
                  <a:pt x="231254" y="75150"/>
                  <a:pt x="231254" y="86076"/>
                </a:cubicBezTo>
                <a:lnTo>
                  <a:pt x="231254" y="125476"/>
                </a:lnTo>
                <a:cubicBezTo>
                  <a:pt x="231254" y="130107"/>
                  <a:pt x="231435" y="133021"/>
                  <a:pt x="231796" y="134217"/>
                </a:cubicBezTo>
                <a:cubicBezTo>
                  <a:pt x="232157" y="135410"/>
                  <a:pt x="232698" y="136297"/>
                  <a:pt x="233420" y="136876"/>
                </a:cubicBezTo>
                <a:cubicBezTo>
                  <a:pt x="234142" y="137454"/>
                  <a:pt x="234972" y="137743"/>
                  <a:pt x="235911" y="137743"/>
                </a:cubicBezTo>
                <a:cubicBezTo>
                  <a:pt x="237788" y="137743"/>
                  <a:pt x="239701" y="136407"/>
                  <a:pt x="241650" y="133736"/>
                </a:cubicBezTo>
                <a:lnTo>
                  <a:pt x="244899" y="136335"/>
                </a:lnTo>
                <a:cubicBezTo>
                  <a:pt x="241289" y="141677"/>
                  <a:pt x="237553" y="145558"/>
                  <a:pt x="233691" y="147976"/>
                </a:cubicBezTo>
                <a:cubicBezTo>
                  <a:pt x="229828" y="150394"/>
                  <a:pt x="225443" y="151604"/>
                  <a:pt x="220534" y="151604"/>
                </a:cubicBezTo>
                <a:cubicBezTo>
                  <a:pt x="214758" y="151604"/>
                  <a:pt x="210246" y="150241"/>
                  <a:pt x="206998" y="147516"/>
                </a:cubicBezTo>
                <a:cubicBezTo>
                  <a:pt x="203749" y="144791"/>
                  <a:pt x="201764" y="140667"/>
                  <a:pt x="201042" y="135144"/>
                </a:cubicBezTo>
                <a:moveTo>
                  <a:pt x="201042" y="127130"/>
                </a:moveTo>
                <a:lnTo>
                  <a:pt x="201042" y="93257"/>
                </a:lnTo>
                <a:cubicBezTo>
                  <a:pt x="192307" y="98407"/>
                  <a:pt x="185809" y="103921"/>
                  <a:pt x="181550" y="109798"/>
                </a:cubicBezTo>
                <a:cubicBezTo>
                  <a:pt x="178734" y="113714"/>
                  <a:pt x="177327" y="117668"/>
                  <a:pt x="177327" y="121659"/>
                </a:cubicBezTo>
                <a:cubicBezTo>
                  <a:pt x="177327" y="124995"/>
                  <a:pt x="178518" y="127934"/>
                  <a:pt x="180900" y="130474"/>
                </a:cubicBezTo>
                <a:cubicBezTo>
                  <a:pt x="182705" y="132432"/>
                  <a:pt x="185232" y="133411"/>
                  <a:pt x="188480" y="133411"/>
                </a:cubicBezTo>
                <a:cubicBezTo>
                  <a:pt x="192090" y="133411"/>
                  <a:pt x="196277" y="131318"/>
                  <a:pt x="201042" y="127130"/>
                </a:cubicBezTo>
                <a:close/>
                <a:moveTo>
                  <a:pt x="337345" y="123906"/>
                </a:moveTo>
                <a:lnTo>
                  <a:pt x="340702" y="126501"/>
                </a:lnTo>
                <a:cubicBezTo>
                  <a:pt x="335937" y="135482"/>
                  <a:pt x="329999" y="142165"/>
                  <a:pt x="322889" y="146548"/>
                </a:cubicBezTo>
                <a:cubicBezTo>
                  <a:pt x="315778" y="150929"/>
                  <a:pt x="308215" y="153120"/>
                  <a:pt x="300202" y="153120"/>
                </a:cubicBezTo>
                <a:cubicBezTo>
                  <a:pt x="286702" y="153120"/>
                  <a:pt x="275909" y="148026"/>
                  <a:pt x="267824" y="137837"/>
                </a:cubicBezTo>
                <a:cubicBezTo>
                  <a:pt x="259738" y="127647"/>
                  <a:pt x="255696" y="115398"/>
                  <a:pt x="255696" y="101091"/>
                </a:cubicBezTo>
                <a:cubicBezTo>
                  <a:pt x="255696" y="87286"/>
                  <a:pt x="259377" y="75145"/>
                  <a:pt x="266741" y="64668"/>
                </a:cubicBezTo>
                <a:cubicBezTo>
                  <a:pt x="275621" y="52021"/>
                  <a:pt x="287857" y="45698"/>
                  <a:pt x="303451" y="45698"/>
                </a:cubicBezTo>
                <a:cubicBezTo>
                  <a:pt x="313919" y="45698"/>
                  <a:pt x="322239" y="48341"/>
                  <a:pt x="328411" y="53626"/>
                </a:cubicBezTo>
                <a:cubicBezTo>
                  <a:pt x="334584" y="58910"/>
                  <a:pt x="337670" y="64809"/>
                  <a:pt x="337670" y="71325"/>
                </a:cubicBezTo>
                <a:cubicBezTo>
                  <a:pt x="337670" y="75451"/>
                  <a:pt x="336425" y="78745"/>
                  <a:pt x="333934" y="81206"/>
                </a:cubicBezTo>
                <a:cubicBezTo>
                  <a:pt x="331443" y="83667"/>
                  <a:pt x="328177" y="84898"/>
                  <a:pt x="324134" y="84898"/>
                </a:cubicBezTo>
                <a:cubicBezTo>
                  <a:pt x="319875" y="84898"/>
                  <a:pt x="316355" y="83486"/>
                  <a:pt x="313576" y="80661"/>
                </a:cubicBezTo>
                <a:cubicBezTo>
                  <a:pt x="310796" y="77834"/>
                  <a:pt x="309082" y="72799"/>
                  <a:pt x="308432" y="65555"/>
                </a:cubicBezTo>
                <a:cubicBezTo>
                  <a:pt x="307999" y="60991"/>
                  <a:pt x="306952" y="57803"/>
                  <a:pt x="305292" y="55992"/>
                </a:cubicBezTo>
                <a:cubicBezTo>
                  <a:pt x="303631" y="54183"/>
                  <a:pt x="301682" y="53278"/>
                  <a:pt x="299444" y="53278"/>
                </a:cubicBezTo>
                <a:cubicBezTo>
                  <a:pt x="295979" y="53278"/>
                  <a:pt x="293019" y="55119"/>
                  <a:pt x="290564" y="58801"/>
                </a:cubicBezTo>
                <a:cubicBezTo>
                  <a:pt x="286810" y="64359"/>
                  <a:pt x="284933" y="72878"/>
                  <a:pt x="284933" y="84357"/>
                </a:cubicBezTo>
                <a:cubicBezTo>
                  <a:pt x="284933" y="93886"/>
                  <a:pt x="286450" y="103000"/>
                  <a:pt x="289482" y="111699"/>
                </a:cubicBezTo>
                <a:cubicBezTo>
                  <a:pt x="292514" y="120399"/>
                  <a:pt x="296665" y="126878"/>
                  <a:pt x="301935" y="131137"/>
                </a:cubicBezTo>
                <a:cubicBezTo>
                  <a:pt x="305905" y="134241"/>
                  <a:pt x="310598" y="135794"/>
                  <a:pt x="316012" y="135794"/>
                </a:cubicBezTo>
                <a:cubicBezTo>
                  <a:pt x="319550" y="135794"/>
                  <a:pt x="322907" y="134966"/>
                  <a:pt x="326083" y="133310"/>
                </a:cubicBezTo>
                <a:cubicBezTo>
                  <a:pt x="329259" y="131652"/>
                  <a:pt x="333013" y="128517"/>
                  <a:pt x="337345" y="123906"/>
                </a:cubicBezTo>
                <a:close/>
                <a:moveTo>
                  <a:pt x="390923" y="11479"/>
                </a:moveTo>
                <a:lnTo>
                  <a:pt x="390923" y="48730"/>
                </a:lnTo>
                <a:lnTo>
                  <a:pt x="414963" y="48730"/>
                </a:lnTo>
                <a:lnTo>
                  <a:pt x="414963" y="59342"/>
                </a:lnTo>
                <a:lnTo>
                  <a:pt x="390923" y="59342"/>
                </a:lnTo>
                <a:lnTo>
                  <a:pt x="390923" y="121994"/>
                </a:lnTo>
                <a:cubicBezTo>
                  <a:pt x="390923" y="127857"/>
                  <a:pt x="391194" y="131639"/>
                  <a:pt x="391736" y="133340"/>
                </a:cubicBezTo>
                <a:cubicBezTo>
                  <a:pt x="392277" y="135041"/>
                  <a:pt x="393234" y="136417"/>
                  <a:pt x="394605" y="137469"/>
                </a:cubicBezTo>
                <a:cubicBezTo>
                  <a:pt x="395977" y="138518"/>
                  <a:pt x="397240" y="139042"/>
                  <a:pt x="398395" y="139042"/>
                </a:cubicBezTo>
                <a:cubicBezTo>
                  <a:pt x="403088" y="139042"/>
                  <a:pt x="407528" y="135433"/>
                  <a:pt x="411715" y="128213"/>
                </a:cubicBezTo>
                <a:lnTo>
                  <a:pt x="414963" y="130619"/>
                </a:lnTo>
                <a:cubicBezTo>
                  <a:pt x="409116" y="144609"/>
                  <a:pt x="399623" y="151604"/>
                  <a:pt x="386484" y="151604"/>
                </a:cubicBezTo>
                <a:cubicBezTo>
                  <a:pt x="380059" y="151604"/>
                  <a:pt x="374626" y="149811"/>
                  <a:pt x="370186" y="146226"/>
                </a:cubicBezTo>
                <a:cubicBezTo>
                  <a:pt x="365746" y="142639"/>
                  <a:pt x="362913" y="138636"/>
                  <a:pt x="361686" y="134217"/>
                </a:cubicBezTo>
                <a:cubicBezTo>
                  <a:pt x="360964" y="131753"/>
                  <a:pt x="360603" y="125088"/>
                  <a:pt x="360603" y="114220"/>
                </a:cubicBezTo>
                <a:lnTo>
                  <a:pt x="360603" y="59342"/>
                </a:lnTo>
                <a:lnTo>
                  <a:pt x="347392" y="59342"/>
                </a:lnTo>
                <a:lnTo>
                  <a:pt x="347392" y="55542"/>
                </a:lnTo>
                <a:cubicBezTo>
                  <a:pt x="356488" y="49103"/>
                  <a:pt x="364230" y="42338"/>
                  <a:pt x="370619" y="35248"/>
                </a:cubicBezTo>
                <a:cubicBezTo>
                  <a:pt x="377008" y="28157"/>
                  <a:pt x="382585" y="20234"/>
                  <a:pt x="387350" y="11479"/>
                </a:cubicBezTo>
                <a:lnTo>
                  <a:pt x="390923" y="11479"/>
                </a:lnTo>
                <a:close/>
                <a:moveTo>
                  <a:pt x="447412" y="0"/>
                </a:moveTo>
                <a:cubicBezTo>
                  <a:pt x="452104" y="0"/>
                  <a:pt x="456075" y="1648"/>
                  <a:pt x="459324" y="4944"/>
                </a:cubicBezTo>
                <a:cubicBezTo>
                  <a:pt x="462572" y="8238"/>
                  <a:pt x="464196" y="12203"/>
                  <a:pt x="464196" y="16839"/>
                </a:cubicBezTo>
                <a:cubicBezTo>
                  <a:pt x="464196" y="21475"/>
                  <a:pt x="462554" y="25423"/>
                  <a:pt x="459269" y="28683"/>
                </a:cubicBezTo>
                <a:cubicBezTo>
                  <a:pt x="455985" y="31941"/>
                  <a:pt x="452032" y="33569"/>
                  <a:pt x="447412" y="33569"/>
                </a:cubicBezTo>
                <a:cubicBezTo>
                  <a:pt x="442791" y="33569"/>
                  <a:pt x="438857" y="31941"/>
                  <a:pt x="435608" y="28683"/>
                </a:cubicBezTo>
                <a:cubicBezTo>
                  <a:pt x="432360" y="25423"/>
                  <a:pt x="430735" y="21475"/>
                  <a:pt x="430735" y="16839"/>
                </a:cubicBezTo>
                <a:cubicBezTo>
                  <a:pt x="430735" y="12203"/>
                  <a:pt x="432360" y="8238"/>
                  <a:pt x="435608" y="4944"/>
                </a:cubicBezTo>
                <a:cubicBezTo>
                  <a:pt x="438857" y="1648"/>
                  <a:pt x="442791" y="0"/>
                  <a:pt x="447412" y="0"/>
                </a:cubicBezTo>
                <a:moveTo>
                  <a:pt x="462572" y="48730"/>
                </a:moveTo>
                <a:lnTo>
                  <a:pt x="462572" y="129080"/>
                </a:lnTo>
                <a:cubicBezTo>
                  <a:pt x="462572" y="136227"/>
                  <a:pt x="463402" y="140793"/>
                  <a:pt x="465063" y="142778"/>
                </a:cubicBezTo>
                <a:cubicBezTo>
                  <a:pt x="466723" y="144763"/>
                  <a:pt x="469972" y="145900"/>
                  <a:pt x="474809" y="146189"/>
                </a:cubicBezTo>
                <a:lnTo>
                  <a:pt x="474809" y="150088"/>
                </a:lnTo>
                <a:lnTo>
                  <a:pt x="420123" y="150088"/>
                </a:lnTo>
                <a:lnTo>
                  <a:pt x="420123" y="146189"/>
                </a:lnTo>
                <a:cubicBezTo>
                  <a:pt x="424599" y="146045"/>
                  <a:pt x="427920" y="144745"/>
                  <a:pt x="430086" y="142291"/>
                </a:cubicBezTo>
                <a:cubicBezTo>
                  <a:pt x="431530" y="140630"/>
                  <a:pt x="432251" y="136227"/>
                  <a:pt x="432251" y="129080"/>
                </a:cubicBezTo>
                <a:lnTo>
                  <a:pt x="432251" y="69954"/>
                </a:lnTo>
                <a:cubicBezTo>
                  <a:pt x="432251" y="62717"/>
                  <a:pt x="431421" y="58093"/>
                  <a:pt x="429761" y="56083"/>
                </a:cubicBezTo>
                <a:cubicBezTo>
                  <a:pt x="428100" y="54073"/>
                  <a:pt x="424888" y="52921"/>
                  <a:pt x="420123" y="52628"/>
                </a:cubicBezTo>
                <a:lnTo>
                  <a:pt x="420123" y="48730"/>
                </a:lnTo>
                <a:lnTo>
                  <a:pt x="462572" y="48730"/>
                </a:lnTo>
                <a:close/>
                <a:moveTo>
                  <a:pt x="565550" y="123906"/>
                </a:moveTo>
                <a:lnTo>
                  <a:pt x="568907" y="126501"/>
                </a:lnTo>
                <a:cubicBezTo>
                  <a:pt x="564142" y="135482"/>
                  <a:pt x="558204" y="142165"/>
                  <a:pt x="551093" y="146548"/>
                </a:cubicBezTo>
                <a:cubicBezTo>
                  <a:pt x="543982" y="150929"/>
                  <a:pt x="536420" y="153120"/>
                  <a:pt x="528407" y="153120"/>
                </a:cubicBezTo>
                <a:cubicBezTo>
                  <a:pt x="514907" y="153120"/>
                  <a:pt x="504114" y="148026"/>
                  <a:pt x="496029" y="137837"/>
                </a:cubicBezTo>
                <a:cubicBezTo>
                  <a:pt x="487943" y="127647"/>
                  <a:pt x="483900" y="115398"/>
                  <a:pt x="483900" y="101091"/>
                </a:cubicBezTo>
                <a:cubicBezTo>
                  <a:pt x="483900" y="87286"/>
                  <a:pt x="487582" y="75145"/>
                  <a:pt x="494946" y="64668"/>
                </a:cubicBezTo>
                <a:cubicBezTo>
                  <a:pt x="503825" y="52021"/>
                  <a:pt x="516062" y="45698"/>
                  <a:pt x="531656" y="45698"/>
                </a:cubicBezTo>
                <a:cubicBezTo>
                  <a:pt x="542123" y="45698"/>
                  <a:pt x="550444" y="48341"/>
                  <a:pt x="556616" y="53626"/>
                </a:cubicBezTo>
                <a:cubicBezTo>
                  <a:pt x="562788" y="58910"/>
                  <a:pt x="565875" y="64809"/>
                  <a:pt x="565875" y="71325"/>
                </a:cubicBezTo>
                <a:cubicBezTo>
                  <a:pt x="565875" y="75451"/>
                  <a:pt x="564629" y="78745"/>
                  <a:pt x="562139" y="81206"/>
                </a:cubicBezTo>
                <a:cubicBezTo>
                  <a:pt x="559648" y="83667"/>
                  <a:pt x="556381" y="84898"/>
                  <a:pt x="552339" y="84898"/>
                </a:cubicBezTo>
                <a:cubicBezTo>
                  <a:pt x="548079" y="84898"/>
                  <a:pt x="544560" y="83486"/>
                  <a:pt x="541781" y="80661"/>
                </a:cubicBezTo>
                <a:cubicBezTo>
                  <a:pt x="539001" y="77834"/>
                  <a:pt x="537287" y="72799"/>
                  <a:pt x="536637" y="65555"/>
                </a:cubicBezTo>
                <a:cubicBezTo>
                  <a:pt x="536204" y="60991"/>
                  <a:pt x="535157" y="57803"/>
                  <a:pt x="533496" y="55992"/>
                </a:cubicBezTo>
                <a:cubicBezTo>
                  <a:pt x="531836" y="54183"/>
                  <a:pt x="529887" y="53278"/>
                  <a:pt x="527649" y="53278"/>
                </a:cubicBezTo>
                <a:cubicBezTo>
                  <a:pt x="524184" y="53278"/>
                  <a:pt x="521224" y="55119"/>
                  <a:pt x="518769" y="58801"/>
                </a:cubicBezTo>
                <a:cubicBezTo>
                  <a:pt x="515015" y="64359"/>
                  <a:pt x="513138" y="72878"/>
                  <a:pt x="513138" y="84357"/>
                </a:cubicBezTo>
                <a:cubicBezTo>
                  <a:pt x="513138" y="93886"/>
                  <a:pt x="514654" y="103000"/>
                  <a:pt x="517686" y="111699"/>
                </a:cubicBezTo>
                <a:cubicBezTo>
                  <a:pt x="520718" y="120399"/>
                  <a:pt x="524870" y="126878"/>
                  <a:pt x="530140" y="131137"/>
                </a:cubicBezTo>
                <a:cubicBezTo>
                  <a:pt x="534110" y="134241"/>
                  <a:pt x="538803" y="135794"/>
                  <a:pt x="544217" y="135794"/>
                </a:cubicBezTo>
                <a:cubicBezTo>
                  <a:pt x="547754" y="135794"/>
                  <a:pt x="551111" y="134966"/>
                  <a:pt x="554288" y="133310"/>
                </a:cubicBezTo>
                <a:cubicBezTo>
                  <a:pt x="557464" y="131652"/>
                  <a:pt x="561218" y="128517"/>
                  <a:pt x="565550" y="12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DF88A6-2769-4FFB-88ED-D27E29D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627" y="2597756"/>
            <a:ext cx="81857" cy="39485"/>
          </a:xfrm>
          <a:custGeom xmlns:a="http://schemas.openxmlformats.org/drawingml/2006/main">
            <a:pathLst>
              <a:path w="81857" h="39485">
                <a:moveTo>
                  <a:pt x="81857" y="0"/>
                </a:moveTo>
                <a:lnTo>
                  <a:pt x="0" y="39485"/>
                </a:lnTo>
                <a:lnTo>
                  <a:pt x="476" y="0"/>
                </a:lnTo>
                <a:lnTo>
                  <a:pt x="20464" y="0"/>
                </a:lnTo>
                <a:lnTo>
                  <a:pt x="8185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EB28C-C45B-4E14-B74A-395B2A72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387" y="2517803"/>
            <a:ext cx="441011" cy="79636"/>
          </a:xfrm>
          <a:custGeom xmlns:a="http://schemas.openxmlformats.org/drawingml/2006/main">
            <a:pathLst>
              <a:path w="441011" h="79636">
                <a:moveTo>
                  <a:pt x="441011" y="61630"/>
                </a:moveTo>
                <a:lnTo>
                  <a:pt x="403731" y="79636"/>
                </a:lnTo>
                <a:lnTo>
                  <a:pt x="341704" y="79636"/>
                </a:lnTo>
                <a:lnTo>
                  <a:pt x="321874" y="79636"/>
                </a:lnTo>
                <a:lnTo>
                  <a:pt x="0" y="74369"/>
                </a:lnTo>
                <a:lnTo>
                  <a:pt x="635" y="34567"/>
                </a:lnTo>
                <a:lnTo>
                  <a:pt x="322509" y="39818"/>
                </a:lnTo>
                <a:lnTo>
                  <a:pt x="322509" y="34567"/>
                </a:lnTo>
                <a:lnTo>
                  <a:pt x="323144" y="0"/>
                </a:lnTo>
                <a:lnTo>
                  <a:pt x="441011" y="616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0CC10-CDCB-46A5-8545-04856DA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2333" y="2520199"/>
            <a:ext cx="342656" cy="119438"/>
          </a:xfrm>
          <a:custGeom xmlns:a="http://schemas.openxmlformats.org/drawingml/2006/main">
            <a:pathLst>
              <a:path w="342656" h="119438">
                <a:moveTo>
                  <a:pt x="342656" y="59711"/>
                </a:moveTo>
                <a:lnTo>
                  <a:pt x="302679" y="79779"/>
                </a:lnTo>
                <a:lnTo>
                  <a:pt x="223678" y="119438"/>
                </a:lnTo>
                <a:lnTo>
                  <a:pt x="223678" y="79779"/>
                </a:lnTo>
                <a:lnTo>
                  <a:pt x="0" y="79779"/>
                </a:lnTo>
                <a:lnTo>
                  <a:pt x="0" y="39961"/>
                </a:lnTo>
                <a:lnTo>
                  <a:pt x="223678" y="39961"/>
                </a:lnTo>
                <a:lnTo>
                  <a:pt x="223678" y="0"/>
                </a:lnTo>
                <a:lnTo>
                  <a:pt x="303314" y="39961"/>
                </a:lnTo>
                <a:lnTo>
                  <a:pt x="342656" y="59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8B4C1-246E-462D-8780-E93E6445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266" y="2391687"/>
            <a:ext cx="785253" cy="377873"/>
          </a:xfrm>
          <a:custGeom xmlns:a="http://schemas.openxmlformats.org/drawingml/2006/main">
            <a:pathLst>
              <a:path w="785253" h="377873">
                <a:moveTo>
                  <a:pt x="0" y="377873"/>
                </a:moveTo>
                <a:lnTo>
                  <a:pt x="0" y="0"/>
                </a:lnTo>
                <a:lnTo>
                  <a:pt x="785253" y="0"/>
                </a:lnTo>
                <a:lnTo>
                  <a:pt x="785253" y="377873"/>
                </a:lnTo>
                <a:lnTo>
                  <a:pt x="0" y="377873"/>
                </a:lnTo>
                <a:close/>
              </a:path>
            </a:pathLst>
          </a:custGeom>
          <a:solidFill xmlns:a="http://schemas.openxmlformats.org/drawingml/2006/main">
            <a:srgbClr val="D9F1D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31BBF-76D6-47F3-869F-FC3523E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266" y="2391687"/>
            <a:ext cx="785253" cy="377873"/>
          </a:xfrm>
          <a:custGeom xmlns:a="http://schemas.openxmlformats.org/drawingml/2006/main">
            <a:pathLst>
              <a:path w="785253" h="377873" fill="none">
                <a:moveTo>
                  <a:pt x="0" y="377873"/>
                </a:moveTo>
                <a:lnTo>
                  <a:pt x="785253" y="377873"/>
                </a:lnTo>
                <a:lnTo>
                  <a:pt x="785253" y="0"/>
                </a:lnTo>
                <a:lnTo>
                  <a:pt x="0" y="0"/>
                </a:lnTo>
                <a:lnTo>
                  <a:pt x="0" y="37787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275217"/>
            </a:solidFill>
            <a:round/>
          </a:ln>
        </p:spPr>
      </p:sp>
      <p:sp>
        <p:nvSpPr>
          <p:cNvPr id="92" name="Text Tactic">
            <a:extLst xmlns:a="http://schemas.openxmlformats.org/drawingml/2006/main">
              <a:ext uri="{FF2B5EF4-FFF2-40B4-BE49-F238E27FC236}">
                <a16:creationId xmlns:a16="http://schemas.microsoft.com/office/drawing/2014/main" id="{062BA598-A8AD-48E7-86C8-2346A30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456" y="2503826"/>
            <a:ext cx="568906" cy="153120"/>
          </a:xfrm>
          <a:custGeom xmlns:a="http://schemas.openxmlformats.org/drawingml/2006/main">
            <a:pathLst>
              <a:path w="568906" h="153120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01040" y="135144"/>
                </a:moveTo>
                <a:cubicBezTo>
                  <a:pt x="188696" y="146117"/>
                  <a:pt x="177614" y="151604"/>
                  <a:pt x="167796" y="151604"/>
                </a:cubicBezTo>
                <a:cubicBezTo>
                  <a:pt x="162021" y="151604"/>
                  <a:pt x="157220" y="149703"/>
                  <a:pt x="153394" y="145902"/>
                </a:cubicBezTo>
                <a:cubicBezTo>
                  <a:pt x="149567" y="142098"/>
                  <a:pt x="147654" y="137336"/>
                  <a:pt x="147654" y="131614"/>
                </a:cubicBezTo>
                <a:cubicBezTo>
                  <a:pt x="147654" y="123863"/>
                  <a:pt x="150975" y="116890"/>
                  <a:pt x="157617" y="110698"/>
                </a:cubicBezTo>
                <a:cubicBezTo>
                  <a:pt x="164258" y="104505"/>
                  <a:pt x="178733" y="96266"/>
                  <a:pt x="201040" y="85981"/>
                </a:cubicBezTo>
                <a:lnTo>
                  <a:pt x="201040" y="75802"/>
                </a:lnTo>
                <a:cubicBezTo>
                  <a:pt x="201040" y="68149"/>
                  <a:pt x="200625" y="63331"/>
                  <a:pt x="199795" y="61345"/>
                </a:cubicBezTo>
                <a:cubicBezTo>
                  <a:pt x="198965" y="59360"/>
                  <a:pt x="197395" y="57627"/>
                  <a:pt x="195085" y="56147"/>
                </a:cubicBezTo>
                <a:cubicBezTo>
                  <a:pt x="192774" y="54668"/>
                  <a:pt x="190175" y="53928"/>
                  <a:pt x="187288" y="53928"/>
                </a:cubicBezTo>
                <a:cubicBezTo>
                  <a:pt x="182595" y="53928"/>
                  <a:pt x="178733" y="54974"/>
                  <a:pt x="175701" y="57068"/>
                </a:cubicBezTo>
                <a:cubicBezTo>
                  <a:pt x="173824" y="58367"/>
                  <a:pt x="172885" y="59883"/>
                  <a:pt x="172885" y="61616"/>
                </a:cubicBezTo>
                <a:cubicBezTo>
                  <a:pt x="172885" y="63132"/>
                  <a:pt x="173896" y="65009"/>
                  <a:pt x="175918" y="67247"/>
                </a:cubicBezTo>
                <a:cubicBezTo>
                  <a:pt x="178661" y="70351"/>
                  <a:pt x="180032" y="73347"/>
                  <a:pt x="180032" y="76235"/>
                </a:cubicBezTo>
                <a:cubicBezTo>
                  <a:pt x="180032" y="79772"/>
                  <a:pt x="178715" y="82786"/>
                  <a:pt x="176080" y="85277"/>
                </a:cubicBezTo>
                <a:cubicBezTo>
                  <a:pt x="173445" y="87768"/>
                  <a:pt x="169998" y="89013"/>
                  <a:pt x="165738" y="89013"/>
                </a:cubicBezTo>
                <a:cubicBezTo>
                  <a:pt x="161190" y="89013"/>
                  <a:pt x="157382" y="87641"/>
                  <a:pt x="154314" y="84898"/>
                </a:cubicBezTo>
                <a:cubicBezTo>
                  <a:pt x="151246" y="82155"/>
                  <a:pt x="149712" y="78942"/>
                  <a:pt x="149712" y="75260"/>
                </a:cubicBezTo>
                <a:cubicBezTo>
                  <a:pt x="149712" y="70063"/>
                  <a:pt x="151769" y="65099"/>
                  <a:pt x="155884" y="60371"/>
                </a:cubicBezTo>
                <a:cubicBezTo>
                  <a:pt x="159999" y="55642"/>
                  <a:pt x="165738" y="52014"/>
                  <a:pt x="173102" y="49488"/>
                </a:cubicBezTo>
                <a:cubicBezTo>
                  <a:pt x="180466" y="46961"/>
                  <a:pt x="188118" y="45698"/>
                  <a:pt x="196059" y="45698"/>
                </a:cubicBezTo>
                <a:cubicBezTo>
                  <a:pt x="205661" y="45698"/>
                  <a:pt x="213259" y="47743"/>
                  <a:pt x="218854" y="51833"/>
                </a:cubicBezTo>
                <a:cubicBezTo>
                  <a:pt x="224449" y="55921"/>
                  <a:pt x="228076" y="60353"/>
                  <a:pt x="229737" y="65129"/>
                </a:cubicBezTo>
                <a:cubicBezTo>
                  <a:pt x="230747" y="68167"/>
                  <a:pt x="231253" y="75150"/>
                  <a:pt x="231253" y="86076"/>
                </a:cubicBezTo>
                <a:lnTo>
                  <a:pt x="231253" y="125476"/>
                </a:lnTo>
                <a:cubicBezTo>
                  <a:pt x="231253" y="130107"/>
                  <a:pt x="231433" y="133021"/>
                  <a:pt x="231794" y="134217"/>
                </a:cubicBezTo>
                <a:cubicBezTo>
                  <a:pt x="232155" y="135410"/>
                  <a:pt x="232697" y="136297"/>
                  <a:pt x="233419" y="136876"/>
                </a:cubicBezTo>
                <a:cubicBezTo>
                  <a:pt x="234141" y="137454"/>
                  <a:pt x="234971" y="137743"/>
                  <a:pt x="235909" y="137743"/>
                </a:cubicBezTo>
                <a:cubicBezTo>
                  <a:pt x="237786" y="137743"/>
                  <a:pt x="239699" y="136407"/>
                  <a:pt x="241649" y="133736"/>
                </a:cubicBezTo>
                <a:lnTo>
                  <a:pt x="244897" y="136335"/>
                </a:lnTo>
                <a:cubicBezTo>
                  <a:pt x="241288" y="141677"/>
                  <a:pt x="237552" y="145558"/>
                  <a:pt x="233689" y="147976"/>
                </a:cubicBezTo>
                <a:cubicBezTo>
                  <a:pt x="229827" y="150394"/>
                  <a:pt x="225441" y="151604"/>
                  <a:pt x="220532" y="151604"/>
                </a:cubicBezTo>
                <a:cubicBezTo>
                  <a:pt x="214757" y="151604"/>
                  <a:pt x="210245" y="150241"/>
                  <a:pt x="206996" y="147516"/>
                </a:cubicBezTo>
                <a:cubicBezTo>
                  <a:pt x="203748" y="144791"/>
                  <a:pt x="201762" y="140667"/>
                  <a:pt x="201040" y="135144"/>
                </a:cubicBezTo>
                <a:moveTo>
                  <a:pt x="201040" y="127130"/>
                </a:moveTo>
                <a:lnTo>
                  <a:pt x="201040" y="93257"/>
                </a:lnTo>
                <a:cubicBezTo>
                  <a:pt x="192305" y="98407"/>
                  <a:pt x="185808" y="103921"/>
                  <a:pt x="181549" y="109798"/>
                </a:cubicBezTo>
                <a:cubicBezTo>
                  <a:pt x="178733" y="113714"/>
                  <a:pt x="177325" y="117668"/>
                  <a:pt x="177325" y="121659"/>
                </a:cubicBezTo>
                <a:cubicBezTo>
                  <a:pt x="177325" y="124995"/>
                  <a:pt x="178516" y="127934"/>
                  <a:pt x="180899" y="130474"/>
                </a:cubicBezTo>
                <a:cubicBezTo>
                  <a:pt x="182704" y="132432"/>
                  <a:pt x="185230" y="133411"/>
                  <a:pt x="188479" y="133411"/>
                </a:cubicBezTo>
                <a:cubicBezTo>
                  <a:pt x="192089" y="133411"/>
                  <a:pt x="196276" y="131318"/>
                  <a:pt x="201040" y="127130"/>
                </a:cubicBezTo>
                <a:close/>
                <a:moveTo>
                  <a:pt x="337344" y="123906"/>
                </a:moveTo>
                <a:lnTo>
                  <a:pt x="340701" y="126501"/>
                </a:lnTo>
                <a:cubicBezTo>
                  <a:pt x="335936" y="135482"/>
                  <a:pt x="329999" y="142165"/>
                  <a:pt x="322888" y="146548"/>
                </a:cubicBezTo>
                <a:cubicBezTo>
                  <a:pt x="315777" y="150929"/>
                  <a:pt x="308215" y="153120"/>
                  <a:pt x="300201" y="153120"/>
                </a:cubicBezTo>
                <a:cubicBezTo>
                  <a:pt x="286701" y="153120"/>
                  <a:pt x="275909" y="148026"/>
                  <a:pt x="267823" y="137837"/>
                </a:cubicBezTo>
                <a:cubicBezTo>
                  <a:pt x="259738" y="127647"/>
                  <a:pt x="255695" y="115398"/>
                  <a:pt x="255695" y="101091"/>
                </a:cubicBezTo>
                <a:cubicBezTo>
                  <a:pt x="255695" y="87286"/>
                  <a:pt x="259377" y="75145"/>
                  <a:pt x="266740" y="64668"/>
                </a:cubicBezTo>
                <a:cubicBezTo>
                  <a:pt x="275620" y="52021"/>
                  <a:pt x="287856" y="45698"/>
                  <a:pt x="303450" y="45698"/>
                </a:cubicBezTo>
                <a:cubicBezTo>
                  <a:pt x="313918" y="45698"/>
                  <a:pt x="322238" y="48341"/>
                  <a:pt x="328410" y="53626"/>
                </a:cubicBezTo>
                <a:cubicBezTo>
                  <a:pt x="334583" y="58910"/>
                  <a:pt x="337669" y="64809"/>
                  <a:pt x="337669" y="71325"/>
                </a:cubicBezTo>
                <a:cubicBezTo>
                  <a:pt x="337669" y="75451"/>
                  <a:pt x="336424" y="78745"/>
                  <a:pt x="333933" y="81206"/>
                </a:cubicBezTo>
                <a:cubicBezTo>
                  <a:pt x="331442" y="83667"/>
                  <a:pt x="328176" y="84898"/>
                  <a:pt x="324133" y="84898"/>
                </a:cubicBezTo>
                <a:cubicBezTo>
                  <a:pt x="319874" y="84898"/>
                  <a:pt x="316354" y="83486"/>
                  <a:pt x="313575" y="80661"/>
                </a:cubicBezTo>
                <a:cubicBezTo>
                  <a:pt x="310795" y="77834"/>
                  <a:pt x="309081" y="72799"/>
                  <a:pt x="308431" y="65555"/>
                </a:cubicBezTo>
                <a:cubicBezTo>
                  <a:pt x="307998" y="60991"/>
                  <a:pt x="306951" y="57803"/>
                  <a:pt x="305291" y="55992"/>
                </a:cubicBezTo>
                <a:cubicBezTo>
                  <a:pt x="303630" y="54183"/>
                  <a:pt x="301681" y="53278"/>
                  <a:pt x="299443" y="53278"/>
                </a:cubicBezTo>
                <a:cubicBezTo>
                  <a:pt x="295978" y="53278"/>
                  <a:pt x="293018" y="55119"/>
                  <a:pt x="290564" y="58801"/>
                </a:cubicBezTo>
                <a:cubicBezTo>
                  <a:pt x="286810" y="64359"/>
                  <a:pt x="284933" y="72878"/>
                  <a:pt x="284933" y="84357"/>
                </a:cubicBezTo>
                <a:cubicBezTo>
                  <a:pt x="284933" y="93886"/>
                  <a:pt x="286449" y="103000"/>
                  <a:pt x="289481" y="111699"/>
                </a:cubicBezTo>
                <a:cubicBezTo>
                  <a:pt x="292513" y="120399"/>
                  <a:pt x="296664" y="126878"/>
                  <a:pt x="301934" y="131137"/>
                </a:cubicBezTo>
                <a:cubicBezTo>
                  <a:pt x="305904" y="134241"/>
                  <a:pt x="310597" y="135794"/>
                  <a:pt x="316011" y="135794"/>
                </a:cubicBezTo>
                <a:cubicBezTo>
                  <a:pt x="319549" y="135794"/>
                  <a:pt x="322906" y="134966"/>
                  <a:pt x="326082" y="133310"/>
                </a:cubicBezTo>
                <a:cubicBezTo>
                  <a:pt x="329259" y="131652"/>
                  <a:pt x="333013" y="128517"/>
                  <a:pt x="337344" y="123906"/>
                </a:cubicBezTo>
                <a:close/>
                <a:moveTo>
                  <a:pt x="390922" y="11479"/>
                </a:moveTo>
                <a:lnTo>
                  <a:pt x="390922" y="48730"/>
                </a:lnTo>
                <a:lnTo>
                  <a:pt x="414962" y="48730"/>
                </a:lnTo>
                <a:lnTo>
                  <a:pt x="414962" y="59342"/>
                </a:lnTo>
                <a:lnTo>
                  <a:pt x="390922" y="59342"/>
                </a:lnTo>
                <a:lnTo>
                  <a:pt x="390922" y="121994"/>
                </a:lnTo>
                <a:cubicBezTo>
                  <a:pt x="390922" y="127857"/>
                  <a:pt x="391193" y="131639"/>
                  <a:pt x="391734" y="133340"/>
                </a:cubicBezTo>
                <a:cubicBezTo>
                  <a:pt x="392276" y="135041"/>
                  <a:pt x="393232" y="136417"/>
                  <a:pt x="394604" y="137469"/>
                </a:cubicBezTo>
                <a:cubicBezTo>
                  <a:pt x="395976" y="138518"/>
                  <a:pt x="397239" y="139042"/>
                  <a:pt x="398394" y="139042"/>
                </a:cubicBezTo>
                <a:cubicBezTo>
                  <a:pt x="403087" y="139042"/>
                  <a:pt x="407526" y="135433"/>
                  <a:pt x="411714" y="128213"/>
                </a:cubicBezTo>
                <a:lnTo>
                  <a:pt x="414962" y="130619"/>
                </a:lnTo>
                <a:cubicBezTo>
                  <a:pt x="409115" y="144609"/>
                  <a:pt x="399621" y="151604"/>
                  <a:pt x="386482" y="151604"/>
                </a:cubicBezTo>
                <a:cubicBezTo>
                  <a:pt x="380057" y="151604"/>
                  <a:pt x="374625" y="149811"/>
                  <a:pt x="370185" y="146226"/>
                </a:cubicBezTo>
                <a:cubicBezTo>
                  <a:pt x="365745" y="142639"/>
                  <a:pt x="362912" y="138636"/>
                  <a:pt x="361684" y="134217"/>
                </a:cubicBezTo>
                <a:cubicBezTo>
                  <a:pt x="360963" y="131753"/>
                  <a:pt x="360602" y="125088"/>
                  <a:pt x="360602" y="114220"/>
                </a:cubicBezTo>
                <a:lnTo>
                  <a:pt x="360602" y="59342"/>
                </a:lnTo>
                <a:lnTo>
                  <a:pt x="347390" y="59342"/>
                </a:lnTo>
                <a:lnTo>
                  <a:pt x="347390" y="55542"/>
                </a:lnTo>
                <a:cubicBezTo>
                  <a:pt x="356487" y="49103"/>
                  <a:pt x="364229" y="42338"/>
                  <a:pt x="370618" y="35248"/>
                </a:cubicBezTo>
                <a:cubicBezTo>
                  <a:pt x="377007" y="28157"/>
                  <a:pt x="382584" y="20234"/>
                  <a:pt x="387349" y="11479"/>
                </a:cubicBezTo>
                <a:lnTo>
                  <a:pt x="390922" y="11479"/>
                </a:lnTo>
                <a:close/>
                <a:moveTo>
                  <a:pt x="447412" y="0"/>
                </a:moveTo>
                <a:cubicBezTo>
                  <a:pt x="452104" y="0"/>
                  <a:pt x="456075" y="1648"/>
                  <a:pt x="459324" y="4944"/>
                </a:cubicBezTo>
                <a:cubicBezTo>
                  <a:pt x="462572" y="8238"/>
                  <a:pt x="464196" y="12203"/>
                  <a:pt x="464196" y="16839"/>
                </a:cubicBezTo>
                <a:cubicBezTo>
                  <a:pt x="464196" y="21475"/>
                  <a:pt x="462554" y="25423"/>
                  <a:pt x="459269" y="28683"/>
                </a:cubicBezTo>
                <a:cubicBezTo>
                  <a:pt x="455985" y="31941"/>
                  <a:pt x="452032" y="33569"/>
                  <a:pt x="447412" y="33569"/>
                </a:cubicBezTo>
                <a:cubicBezTo>
                  <a:pt x="442791" y="33569"/>
                  <a:pt x="438857" y="31941"/>
                  <a:pt x="435608" y="28683"/>
                </a:cubicBezTo>
                <a:cubicBezTo>
                  <a:pt x="432360" y="25423"/>
                  <a:pt x="430735" y="21475"/>
                  <a:pt x="430735" y="16839"/>
                </a:cubicBezTo>
                <a:cubicBezTo>
                  <a:pt x="430735" y="12203"/>
                  <a:pt x="432360" y="8238"/>
                  <a:pt x="435608" y="4944"/>
                </a:cubicBezTo>
                <a:cubicBezTo>
                  <a:pt x="438857" y="1648"/>
                  <a:pt x="442791" y="0"/>
                  <a:pt x="447412" y="0"/>
                </a:cubicBezTo>
                <a:moveTo>
                  <a:pt x="462572" y="48730"/>
                </a:moveTo>
                <a:lnTo>
                  <a:pt x="462572" y="129080"/>
                </a:lnTo>
                <a:cubicBezTo>
                  <a:pt x="462572" y="136227"/>
                  <a:pt x="463402" y="140793"/>
                  <a:pt x="465063" y="142778"/>
                </a:cubicBezTo>
                <a:cubicBezTo>
                  <a:pt x="466723" y="144763"/>
                  <a:pt x="469972" y="145900"/>
                  <a:pt x="474809" y="146189"/>
                </a:cubicBezTo>
                <a:lnTo>
                  <a:pt x="474809" y="150088"/>
                </a:lnTo>
                <a:lnTo>
                  <a:pt x="420123" y="150088"/>
                </a:lnTo>
                <a:lnTo>
                  <a:pt x="420123" y="146189"/>
                </a:lnTo>
                <a:cubicBezTo>
                  <a:pt x="424599" y="146045"/>
                  <a:pt x="427920" y="144745"/>
                  <a:pt x="430086" y="142291"/>
                </a:cubicBezTo>
                <a:cubicBezTo>
                  <a:pt x="431530" y="140630"/>
                  <a:pt x="432251" y="136227"/>
                  <a:pt x="432251" y="129080"/>
                </a:cubicBezTo>
                <a:lnTo>
                  <a:pt x="432251" y="69954"/>
                </a:lnTo>
                <a:cubicBezTo>
                  <a:pt x="432251" y="62717"/>
                  <a:pt x="431421" y="58093"/>
                  <a:pt x="429761" y="56083"/>
                </a:cubicBezTo>
                <a:cubicBezTo>
                  <a:pt x="428100" y="54073"/>
                  <a:pt x="424888" y="52921"/>
                  <a:pt x="420123" y="52628"/>
                </a:cubicBezTo>
                <a:lnTo>
                  <a:pt x="420123" y="48730"/>
                </a:lnTo>
                <a:lnTo>
                  <a:pt x="462572" y="48730"/>
                </a:lnTo>
                <a:close/>
                <a:moveTo>
                  <a:pt x="565549" y="123906"/>
                </a:moveTo>
                <a:lnTo>
                  <a:pt x="568906" y="126501"/>
                </a:lnTo>
                <a:cubicBezTo>
                  <a:pt x="564142" y="135482"/>
                  <a:pt x="558204" y="142165"/>
                  <a:pt x="551093" y="146548"/>
                </a:cubicBezTo>
                <a:cubicBezTo>
                  <a:pt x="543982" y="150929"/>
                  <a:pt x="536420" y="153120"/>
                  <a:pt x="528406" y="153120"/>
                </a:cubicBezTo>
                <a:cubicBezTo>
                  <a:pt x="514906" y="153120"/>
                  <a:pt x="504114" y="148026"/>
                  <a:pt x="496028" y="137837"/>
                </a:cubicBezTo>
                <a:cubicBezTo>
                  <a:pt x="487943" y="127647"/>
                  <a:pt x="483900" y="115398"/>
                  <a:pt x="483900" y="101091"/>
                </a:cubicBezTo>
                <a:cubicBezTo>
                  <a:pt x="483900" y="87286"/>
                  <a:pt x="487582" y="75145"/>
                  <a:pt x="494945" y="64668"/>
                </a:cubicBezTo>
                <a:cubicBezTo>
                  <a:pt x="503825" y="52021"/>
                  <a:pt x="516061" y="45698"/>
                  <a:pt x="531655" y="45698"/>
                </a:cubicBezTo>
                <a:cubicBezTo>
                  <a:pt x="542123" y="45698"/>
                  <a:pt x="550443" y="48341"/>
                  <a:pt x="556615" y="53626"/>
                </a:cubicBezTo>
                <a:cubicBezTo>
                  <a:pt x="562788" y="58910"/>
                  <a:pt x="565874" y="64809"/>
                  <a:pt x="565874" y="71325"/>
                </a:cubicBezTo>
                <a:cubicBezTo>
                  <a:pt x="565874" y="75451"/>
                  <a:pt x="564629" y="78745"/>
                  <a:pt x="562138" y="81206"/>
                </a:cubicBezTo>
                <a:cubicBezTo>
                  <a:pt x="559648" y="83667"/>
                  <a:pt x="556381" y="84898"/>
                  <a:pt x="552338" y="84898"/>
                </a:cubicBezTo>
                <a:cubicBezTo>
                  <a:pt x="548079" y="84898"/>
                  <a:pt x="544559" y="83486"/>
                  <a:pt x="541780" y="80661"/>
                </a:cubicBezTo>
                <a:cubicBezTo>
                  <a:pt x="539001" y="77834"/>
                  <a:pt x="537286" y="72799"/>
                  <a:pt x="536636" y="65555"/>
                </a:cubicBezTo>
                <a:cubicBezTo>
                  <a:pt x="536203" y="60991"/>
                  <a:pt x="535156" y="57803"/>
                  <a:pt x="533496" y="55992"/>
                </a:cubicBezTo>
                <a:cubicBezTo>
                  <a:pt x="531835" y="54183"/>
                  <a:pt x="529886" y="53278"/>
                  <a:pt x="527648" y="53278"/>
                </a:cubicBezTo>
                <a:cubicBezTo>
                  <a:pt x="524183" y="53278"/>
                  <a:pt x="521223" y="55119"/>
                  <a:pt x="518769" y="58801"/>
                </a:cubicBezTo>
                <a:cubicBezTo>
                  <a:pt x="515015" y="64359"/>
                  <a:pt x="513138" y="72878"/>
                  <a:pt x="513138" y="84357"/>
                </a:cubicBezTo>
                <a:cubicBezTo>
                  <a:pt x="513138" y="93886"/>
                  <a:pt x="514654" y="103000"/>
                  <a:pt x="517686" y="111699"/>
                </a:cubicBezTo>
                <a:cubicBezTo>
                  <a:pt x="520718" y="120399"/>
                  <a:pt x="524869" y="126878"/>
                  <a:pt x="530139" y="131137"/>
                </a:cubicBezTo>
                <a:cubicBezTo>
                  <a:pt x="534110" y="134241"/>
                  <a:pt x="538802" y="135794"/>
                  <a:pt x="544216" y="135794"/>
                </a:cubicBezTo>
                <a:cubicBezTo>
                  <a:pt x="547754" y="135794"/>
                  <a:pt x="551111" y="134966"/>
                  <a:pt x="554287" y="133310"/>
                </a:cubicBezTo>
                <a:cubicBezTo>
                  <a:pt x="557464" y="131652"/>
                  <a:pt x="561218" y="128517"/>
                  <a:pt x="565549" y="1239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A9F40-3412-4C4B-A949-3CA34CA3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8197" y="2520659"/>
            <a:ext cx="79636" cy="118978"/>
          </a:xfrm>
          <a:custGeom xmlns:a="http://schemas.openxmlformats.org/drawingml/2006/main">
            <a:pathLst>
              <a:path w="79636" h="118978">
                <a:moveTo>
                  <a:pt x="0" y="0"/>
                </a:moveTo>
                <a:lnTo>
                  <a:pt x="79636" y="39818"/>
                </a:lnTo>
                <a:lnTo>
                  <a:pt x="19830" y="39818"/>
                </a:lnTo>
                <a:lnTo>
                  <a:pt x="19830" y="79477"/>
                </a:lnTo>
                <a:lnTo>
                  <a:pt x="79001" y="79477"/>
                </a:lnTo>
                <a:lnTo>
                  <a:pt x="0" y="118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444FFF-5149-420B-89DB-7204AE7E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4520" y="2560476"/>
            <a:ext cx="223678" cy="39659"/>
          </a:xfrm>
          <a:custGeom xmlns:a="http://schemas.openxmlformats.org/drawingml/2006/main">
            <a:pathLst>
              <a:path w="223678" h="39659">
                <a:moveTo>
                  <a:pt x="0" y="39659"/>
                </a:moveTo>
                <a:lnTo>
                  <a:pt x="0" y="0"/>
                </a:lnTo>
                <a:lnTo>
                  <a:pt x="223678" y="0"/>
                </a:lnTo>
                <a:lnTo>
                  <a:pt x="223678" y="39659"/>
                </a:lnTo>
                <a:lnTo>
                  <a:pt x="0" y="396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C17F9C-AA85-466E-BD00-BD0FA25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8027" y="2560477"/>
            <a:ext cx="99148" cy="39659"/>
          </a:xfrm>
          <a:custGeom xmlns:a="http://schemas.openxmlformats.org/drawingml/2006/main">
            <a:pathLst>
              <a:path w="99148" h="39659">
                <a:moveTo>
                  <a:pt x="59806" y="0"/>
                </a:moveTo>
                <a:lnTo>
                  <a:pt x="99148" y="19671"/>
                </a:lnTo>
                <a:lnTo>
                  <a:pt x="59172" y="39659"/>
                </a:lnTo>
                <a:lnTo>
                  <a:pt x="0" y="39659"/>
                </a:lnTo>
                <a:lnTo>
                  <a:pt x="0" y="0"/>
                </a:lnTo>
                <a:lnTo>
                  <a:pt x="598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AttemptN">
            <a:extLst xmlns:a="http://schemas.openxmlformats.org/drawingml/2006/main">
              <a:ext uri="{FF2B5EF4-FFF2-40B4-BE49-F238E27FC236}">
                <a16:creationId xmlns:a16="http://schemas.microsoft.com/office/drawing/2014/main" id="{E693866D-8972-4FB9-AC00-FE19CFDC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522" y="2144672"/>
            <a:ext cx="847297" cy="169543"/>
          </a:xfrm>
          <a:custGeom xmlns:a="http://schemas.openxmlformats.org/drawingml/2006/main">
            <a:pathLst>
              <a:path w="847297" h="169543">
                <a:moveTo>
                  <a:pt x="77707" y="92765"/>
                </a:moveTo>
                <a:lnTo>
                  <a:pt x="33184" y="92765"/>
                </a:lnTo>
                <a:lnTo>
                  <a:pt x="27885" y="105096"/>
                </a:lnTo>
                <a:cubicBezTo>
                  <a:pt x="26150" y="109230"/>
                  <a:pt x="25283" y="112644"/>
                  <a:pt x="25283" y="115338"/>
                </a:cubicBezTo>
                <a:cubicBezTo>
                  <a:pt x="25283" y="118907"/>
                  <a:pt x="26708" y="121538"/>
                  <a:pt x="29559" y="123230"/>
                </a:cubicBezTo>
                <a:cubicBezTo>
                  <a:pt x="31232" y="124231"/>
                  <a:pt x="35352" y="124983"/>
                  <a:pt x="41921" y="125484"/>
                </a:cubicBezTo>
                <a:lnTo>
                  <a:pt x="41921" y="128831"/>
                </a:lnTo>
                <a:lnTo>
                  <a:pt x="0" y="128831"/>
                </a:lnTo>
                <a:lnTo>
                  <a:pt x="0" y="125484"/>
                </a:lnTo>
                <a:cubicBezTo>
                  <a:pt x="4524" y="124797"/>
                  <a:pt x="8242" y="122905"/>
                  <a:pt x="11154" y="119808"/>
                </a:cubicBezTo>
                <a:cubicBezTo>
                  <a:pt x="14067" y="116710"/>
                  <a:pt x="17661" y="110312"/>
                  <a:pt x="21937" y="100614"/>
                </a:cubicBezTo>
                <a:lnTo>
                  <a:pt x="67018" y="0"/>
                </a:lnTo>
                <a:lnTo>
                  <a:pt x="68784" y="0"/>
                </a:lnTo>
                <a:lnTo>
                  <a:pt x="114237" y="103417"/>
                </a:lnTo>
                <a:cubicBezTo>
                  <a:pt x="118575" y="113309"/>
                  <a:pt x="122138" y="119537"/>
                  <a:pt x="124927" y="122103"/>
                </a:cubicBezTo>
                <a:cubicBezTo>
                  <a:pt x="127034" y="124044"/>
                  <a:pt x="130008" y="125171"/>
                  <a:pt x="133850" y="125484"/>
                </a:cubicBezTo>
                <a:lnTo>
                  <a:pt x="133850" y="128831"/>
                </a:lnTo>
                <a:lnTo>
                  <a:pt x="72874" y="128831"/>
                </a:lnTo>
                <a:lnTo>
                  <a:pt x="72874" y="125484"/>
                </a:lnTo>
                <a:lnTo>
                  <a:pt x="75384" y="125484"/>
                </a:lnTo>
                <a:cubicBezTo>
                  <a:pt x="80279" y="125484"/>
                  <a:pt x="83718" y="124791"/>
                  <a:pt x="85701" y="123405"/>
                </a:cubicBezTo>
                <a:cubicBezTo>
                  <a:pt x="87064" y="122398"/>
                  <a:pt x="87746" y="120948"/>
                  <a:pt x="87746" y="119056"/>
                </a:cubicBezTo>
                <a:cubicBezTo>
                  <a:pt x="87746" y="117923"/>
                  <a:pt x="87560" y="116758"/>
                  <a:pt x="87188" y="115559"/>
                </a:cubicBezTo>
                <a:cubicBezTo>
                  <a:pt x="87064" y="114993"/>
                  <a:pt x="86135" y="112631"/>
                  <a:pt x="84400" y="108471"/>
                </a:cubicBezTo>
                <a:lnTo>
                  <a:pt x="77707" y="92765"/>
                </a:lnTo>
                <a:moveTo>
                  <a:pt x="74547" y="85887"/>
                </a:moveTo>
                <a:lnTo>
                  <a:pt x="55771" y="42426"/>
                </a:lnTo>
                <a:lnTo>
                  <a:pt x="36437" y="85887"/>
                </a:lnTo>
                <a:lnTo>
                  <a:pt x="74547" y="85887"/>
                </a:lnTo>
                <a:close/>
                <a:moveTo>
                  <a:pt x="176854" y="9853"/>
                </a:moveTo>
                <a:lnTo>
                  <a:pt x="176854" y="41828"/>
                </a:lnTo>
                <a:lnTo>
                  <a:pt x="197489" y="41828"/>
                </a:lnTo>
                <a:lnTo>
                  <a:pt x="197489" y="50937"/>
                </a:lnTo>
                <a:lnTo>
                  <a:pt x="176854" y="50937"/>
                </a:lnTo>
                <a:lnTo>
                  <a:pt x="176854" y="104715"/>
                </a:lnTo>
                <a:cubicBezTo>
                  <a:pt x="176854" y="109748"/>
                  <a:pt x="177087" y="112995"/>
                  <a:pt x="177551" y="114455"/>
                </a:cubicBezTo>
                <a:cubicBezTo>
                  <a:pt x="178016" y="115915"/>
                  <a:pt x="178837" y="117096"/>
                  <a:pt x="180015" y="117999"/>
                </a:cubicBezTo>
                <a:cubicBezTo>
                  <a:pt x="181192" y="118899"/>
                  <a:pt x="182276" y="119350"/>
                  <a:pt x="183268" y="119350"/>
                </a:cubicBezTo>
                <a:cubicBezTo>
                  <a:pt x="187296" y="119350"/>
                  <a:pt x="191107" y="116251"/>
                  <a:pt x="194701" y="110054"/>
                </a:cubicBezTo>
                <a:lnTo>
                  <a:pt x="197489" y="112120"/>
                </a:lnTo>
                <a:cubicBezTo>
                  <a:pt x="192470" y="124128"/>
                  <a:pt x="184321" y="130132"/>
                  <a:pt x="173043" y="130132"/>
                </a:cubicBezTo>
                <a:cubicBezTo>
                  <a:pt x="167528" y="130132"/>
                  <a:pt x="162865" y="128593"/>
                  <a:pt x="159054" y="125516"/>
                </a:cubicBezTo>
                <a:cubicBezTo>
                  <a:pt x="155243" y="122437"/>
                  <a:pt x="152811" y="119001"/>
                  <a:pt x="151757" y="115207"/>
                </a:cubicBezTo>
                <a:cubicBezTo>
                  <a:pt x="151138" y="113093"/>
                  <a:pt x="150828" y="107371"/>
                  <a:pt x="150828" y="98043"/>
                </a:cubicBezTo>
                <a:lnTo>
                  <a:pt x="150828" y="50937"/>
                </a:lnTo>
                <a:lnTo>
                  <a:pt x="139488" y="50937"/>
                </a:lnTo>
                <a:lnTo>
                  <a:pt x="139488" y="47675"/>
                </a:lnTo>
                <a:cubicBezTo>
                  <a:pt x="147296" y="42149"/>
                  <a:pt x="153942" y="36342"/>
                  <a:pt x="159426" y="30256"/>
                </a:cubicBezTo>
                <a:cubicBezTo>
                  <a:pt x="164910" y="24169"/>
                  <a:pt x="169697" y="17368"/>
                  <a:pt x="173787" y="9853"/>
                </a:cubicBezTo>
                <a:lnTo>
                  <a:pt x="176854" y="9853"/>
                </a:lnTo>
                <a:close/>
                <a:moveTo>
                  <a:pt x="240246" y="9853"/>
                </a:moveTo>
                <a:lnTo>
                  <a:pt x="240246" y="41828"/>
                </a:lnTo>
                <a:lnTo>
                  <a:pt x="260881" y="41828"/>
                </a:lnTo>
                <a:lnTo>
                  <a:pt x="260881" y="50937"/>
                </a:lnTo>
                <a:lnTo>
                  <a:pt x="240246" y="50937"/>
                </a:lnTo>
                <a:lnTo>
                  <a:pt x="240246" y="104715"/>
                </a:lnTo>
                <a:cubicBezTo>
                  <a:pt x="240246" y="109748"/>
                  <a:pt x="240478" y="112995"/>
                  <a:pt x="240943" y="114455"/>
                </a:cubicBezTo>
                <a:cubicBezTo>
                  <a:pt x="241408" y="115915"/>
                  <a:pt x="242229" y="117096"/>
                  <a:pt x="243406" y="117999"/>
                </a:cubicBezTo>
                <a:cubicBezTo>
                  <a:pt x="244584" y="118899"/>
                  <a:pt x="245668" y="119350"/>
                  <a:pt x="246660" y="119350"/>
                </a:cubicBezTo>
                <a:cubicBezTo>
                  <a:pt x="250687" y="119350"/>
                  <a:pt x="254498" y="116251"/>
                  <a:pt x="258093" y="110054"/>
                </a:cubicBezTo>
                <a:lnTo>
                  <a:pt x="260881" y="112120"/>
                </a:lnTo>
                <a:cubicBezTo>
                  <a:pt x="255862" y="124128"/>
                  <a:pt x="247713" y="130132"/>
                  <a:pt x="236435" y="130132"/>
                </a:cubicBezTo>
                <a:cubicBezTo>
                  <a:pt x="230920" y="130132"/>
                  <a:pt x="226257" y="128593"/>
                  <a:pt x="222446" y="125516"/>
                </a:cubicBezTo>
                <a:cubicBezTo>
                  <a:pt x="218635" y="122437"/>
                  <a:pt x="216202" y="119001"/>
                  <a:pt x="215149" y="115207"/>
                </a:cubicBezTo>
                <a:cubicBezTo>
                  <a:pt x="214529" y="113093"/>
                  <a:pt x="214220" y="107371"/>
                  <a:pt x="214220" y="98043"/>
                </a:cubicBezTo>
                <a:lnTo>
                  <a:pt x="214220" y="50937"/>
                </a:lnTo>
                <a:lnTo>
                  <a:pt x="202879" y="50937"/>
                </a:lnTo>
                <a:lnTo>
                  <a:pt x="202879" y="47675"/>
                </a:lnTo>
                <a:cubicBezTo>
                  <a:pt x="210687" y="42149"/>
                  <a:pt x="217333" y="36342"/>
                  <a:pt x="222818" y="30256"/>
                </a:cubicBezTo>
                <a:cubicBezTo>
                  <a:pt x="228302" y="24169"/>
                  <a:pt x="233089" y="17368"/>
                  <a:pt x="237179" y="9853"/>
                </a:cubicBezTo>
                <a:lnTo>
                  <a:pt x="240246" y="9853"/>
                </a:lnTo>
                <a:close/>
                <a:moveTo>
                  <a:pt x="342770" y="82169"/>
                </a:moveTo>
                <a:lnTo>
                  <a:pt x="295086" y="82169"/>
                </a:lnTo>
                <a:cubicBezTo>
                  <a:pt x="295643" y="93726"/>
                  <a:pt x="298711" y="102859"/>
                  <a:pt x="304288" y="109569"/>
                </a:cubicBezTo>
                <a:cubicBezTo>
                  <a:pt x="308564" y="114726"/>
                  <a:pt x="313707" y="117305"/>
                  <a:pt x="319718" y="117305"/>
                </a:cubicBezTo>
                <a:cubicBezTo>
                  <a:pt x="323436" y="117305"/>
                  <a:pt x="326813" y="116267"/>
                  <a:pt x="329850" y="114191"/>
                </a:cubicBezTo>
                <a:cubicBezTo>
                  <a:pt x="332886" y="112115"/>
                  <a:pt x="336139" y="108381"/>
                  <a:pt x="339609" y="102990"/>
                </a:cubicBezTo>
                <a:lnTo>
                  <a:pt x="342770" y="105035"/>
                </a:lnTo>
                <a:cubicBezTo>
                  <a:pt x="338060" y="114640"/>
                  <a:pt x="332855" y="121441"/>
                  <a:pt x="327154" y="125438"/>
                </a:cubicBezTo>
                <a:cubicBezTo>
                  <a:pt x="321453" y="129435"/>
                  <a:pt x="314853" y="131433"/>
                  <a:pt x="307355" y="131433"/>
                </a:cubicBezTo>
                <a:cubicBezTo>
                  <a:pt x="294466" y="131433"/>
                  <a:pt x="284706" y="126471"/>
                  <a:pt x="278076" y="116546"/>
                </a:cubicBezTo>
                <a:cubicBezTo>
                  <a:pt x="272746" y="108545"/>
                  <a:pt x="270082" y="98620"/>
                  <a:pt x="270082" y="86773"/>
                </a:cubicBezTo>
                <a:cubicBezTo>
                  <a:pt x="270082" y="72257"/>
                  <a:pt x="274001" y="60704"/>
                  <a:pt x="281840" y="52114"/>
                </a:cubicBezTo>
                <a:cubicBezTo>
                  <a:pt x="289679" y="43522"/>
                  <a:pt x="298866" y="39225"/>
                  <a:pt x="309400" y="39225"/>
                </a:cubicBezTo>
                <a:cubicBezTo>
                  <a:pt x="318200" y="39225"/>
                  <a:pt x="325837" y="42835"/>
                  <a:pt x="332313" y="50054"/>
                </a:cubicBezTo>
                <a:cubicBezTo>
                  <a:pt x="338788" y="57274"/>
                  <a:pt x="342274" y="67978"/>
                  <a:pt x="342770" y="82169"/>
                </a:cubicBezTo>
                <a:moveTo>
                  <a:pt x="319904" y="76034"/>
                </a:moveTo>
                <a:cubicBezTo>
                  <a:pt x="319904" y="66057"/>
                  <a:pt x="319362" y="59210"/>
                  <a:pt x="318277" y="55492"/>
                </a:cubicBezTo>
                <a:cubicBezTo>
                  <a:pt x="317193" y="51774"/>
                  <a:pt x="315504" y="48954"/>
                  <a:pt x="313211" y="47033"/>
                </a:cubicBezTo>
                <a:cubicBezTo>
                  <a:pt x="311910" y="45918"/>
                  <a:pt x="310175" y="45360"/>
                  <a:pt x="308006" y="45360"/>
                </a:cubicBezTo>
                <a:cubicBezTo>
                  <a:pt x="304784" y="45360"/>
                  <a:pt x="302150" y="46940"/>
                  <a:pt x="300105" y="50101"/>
                </a:cubicBezTo>
                <a:cubicBezTo>
                  <a:pt x="296449" y="55616"/>
                  <a:pt x="294621" y="63176"/>
                  <a:pt x="294621" y="72781"/>
                </a:cubicBezTo>
                <a:lnTo>
                  <a:pt x="294621" y="76034"/>
                </a:lnTo>
                <a:lnTo>
                  <a:pt x="319904" y="76034"/>
                </a:lnTo>
                <a:close/>
                <a:moveTo>
                  <a:pt x="389739" y="41828"/>
                </a:moveTo>
                <a:lnTo>
                  <a:pt x="389739" y="53354"/>
                </a:lnTo>
                <a:cubicBezTo>
                  <a:pt x="394510" y="48114"/>
                  <a:pt x="398926" y="44449"/>
                  <a:pt x="402984" y="42360"/>
                </a:cubicBezTo>
                <a:cubicBezTo>
                  <a:pt x="407043" y="40270"/>
                  <a:pt x="411489" y="39225"/>
                  <a:pt x="416323" y="39225"/>
                </a:cubicBezTo>
                <a:cubicBezTo>
                  <a:pt x="421900" y="39225"/>
                  <a:pt x="426579" y="40535"/>
                  <a:pt x="430359" y="43153"/>
                </a:cubicBezTo>
                <a:cubicBezTo>
                  <a:pt x="434139" y="45771"/>
                  <a:pt x="437051" y="49760"/>
                  <a:pt x="439096" y="55120"/>
                </a:cubicBezTo>
                <a:cubicBezTo>
                  <a:pt x="444053" y="49510"/>
                  <a:pt x="448809" y="45459"/>
                  <a:pt x="453364" y="42967"/>
                </a:cubicBezTo>
                <a:cubicBezTo>
                  <a:pt x="457919" y="40473"/>
                  <a:pt x="462675" y="39225"/>
                  <a:pt x="467632" y="39225"/>
                </a:cubicBezTo>
                <a:cubicBezTo>
                  <a:pt x="473643" y="39225"/>
                  <a:pt x="478430" y="40606"/>
                  <a:pt x="481993" y="43368"/>
                </a:cubicBezTo>
                <a:cubicBezTo>
                  <a:pt x="485556" y="46129"/>
                  <a:pt x="488035" y="49635"/>
                  <a:pt x="489429" y="53886"/>
                </a:cubicBezTo>
                <a:cubicBezTo>
                  <a:pt x="490823" y="58136"/>
                  <a:pt x="491521" y="64915"/>
                  <a:pt x="491521" y="74222"/>
                </a:cubicBezTo>
                <a:lnTo>
                  <a:pt x="491521" y="109868"/>
                </a:lnTo>
                <a:cubicBezTo>
                  <a:pt x="491521" y="116561"/>
                  <a:pt x="492125" y="120713"/>
                  <a:pt x="493333" y="122324"/>
                </a:cubicBezTo>
                <a:cubicBezTo>
                  <a:pt x="494541" y="123935"/>
                  <a:pt x="497067" y="124989"/>
                  <a:pt x="500909" y="125484"/>
                </a:cubicBezTo>
                <a:lnTo>
                  <a:pt x="500909" y="128831"/>
                </a:lnTo>
                <a:lnTo>
                  <a:pt x="456013" y="128831"/>
                </a:lnTo>
                <a:lnTo>
                  <a:pt x="456013" y="125484"/>
                </a:lnTo>
                <a:cubicBezTo>
                  <a:pt x="459545" y="125174"/>
                  <a:pt x="462148" y="123811"/>
                  <a:pt x="463821" y="121394"/>
                </a:cubicBezTo>
                <a:cubicBezTo>
                  <a:pt x="464936" y="119721"/>
                  <a:pt x="465494" y="115879"/>
                  <a:pt x="465494" y="109868"/>
                </a:cubicBezTo>
                <a:lnTo>
                  <a:pt x="465494" y="72502"/>
                </a:lnTo>
                <a:cubicBezTo>
                  <a:pt x="465494" y="64756"/>
                  <a:pt x="465184" y="59830"/>
                  <a:pt x="464565" y="57723"/>
                </a:cubicBezTo>
                <a:cubicBezTo>
                  <a:pt x="463945" y="55616"/>
                  <a:pt x="462969" y="54051"/>
                  <a:pt x="461637" y="53029"/>
                </a:cubicBezTo>
                <a:cubicBezTo>
                  <a:pt x="460304" y="52006"/>
                  <a:pt x="458740" y="51495"/>
                  <a:pt x="456943" y="51495"/>
                </a:cubicBezTo>
                <a:cubicBezTo>
                  <a:pt x="454278" y="51495"/>
                  <a:pt x="451582" y="52471"/>
                  <a:pt x="448856" y="54423"/>
                </a:cubicBezTo>
                <a:cubicBezTo>
                  <a:pt x="446129" y="56375"/>
                  <a:pt x="443372" y="59303"/>
                  <a:pt x="440583" y="63207"/>
                </a:cubicBezTo>
                <a:lnTo>
                  <a:pt x="440583" y="109868"/>
                </a:lnTo>
                <a:cubicBezTo>
                  <a:pt x="440583" y="116127"/>
                  <a:pt x="441110" y="120062"/>
                  <a:pt x="442163" y="121673"/>
                </a:cubicBezTo>
                <a:cubicBezTo>
                  <a:pt x="443589" y="123966"/>
                  <a:pt x="446315" y="125236"/>
                  <a:pt x="450343" y="125484"/>
                </a:cubicBezTo>
                <a:lnTo>
                  <a:pt x="450343" y="128831"/>
                </a:lnTo>
                <a:lnTo>
                  <a:pt x="405355" y="128831"/>
                </a:lnTo>
                <a:lnTo>
                  <a:pt x="405355" y="125484"/>
                </a:lnTo>
                <a:cubicBezTo>
                  <a:pt x="407771" y="125360"/>
                  <a:pt x="409677" y="124756"/>
                  <a:pt x="411071" y="123672"/>
                </a:cubicBezTo>
                <a:cubicBezTo>
                  <a:pt x="412465" y="122587"/>
                  <a:pt x="413395" y="121286"/>
                  <a:pt x="413860" y="119768"/>
                </a:cubicBezTo>
                <a:cubicBezTo>
                  <a:pt x="414324" y="118250"/>
                  <a:pt x="414557" y="114950"/>
                  <a:pt x="414557" y="109868"/>
                </a:cubicBezTo>
                <a:lnTo>
                  <a:pt x="414557" y="72444"/>
                </a:lnTo>
                <a:cubicBezTo>
                  <a:pt x="414557" y="64561"/>
                  <a:pt x="414247" y="59626"/>
                  <a:pt x="413627" y="57641"/>
                </a:cubicBezTo>
                <a:cubicBezTo>
                  <a:pt x="413008" y="55655"/>
                  <a:pt x="411970" y="54103"/>
                  <a:pt x="410513" y="52985"/>
                </a:cubicBezTo>
                <a:cubicBezTo>
                  <a:pt x="409057" y="51868"/>
                  <a:pt x="407493" y="51309"/>
                  <a:pt x="405819" y="51309"/>
                </a:cubicBezTo>
                <a:cubicBezTo>
                  <a:pt x="403341" y="51309"/>
                  <a:pt x="401079" y="51965"/>
                  <a:pt x="399034" y="53276"/>
                </a:cubicBezTo>
                <a:cubicBezTo>
                  <a:pt x="396122" y="55212"/>
                  <a:pt x="393023" y="58523"/>
                  <a:pt x="389739" y="63207"/>
                </a:cubicBezTo>
                <a:lnTo>
                  <a:pt x="389739" y="109868"/>
                </a:lnTo>
                <a:cubicBezTo>
                  <a:pt x="389739" y="116003"/>
                  <a:pt x="390343" y="120047"/>
                  <a:pt x="391551" y="121999"/>
                </a:cubicBezTo>
                <a:cubicBezTo>
                  <a:pt x="392760" y="123951"/>
                  <a:pt x="395285" y="125113"/>
                  <a:pt x="399127" y="125484"/>
                </a:cubicBezTo>
                <a:lnTo>
                  <a:pt x="399127" y="128831"/>
                </a:lnTo>
                <a:lnTo>
                  <a:pt x="354324" y="128831"/>
                </a:lnTo>
                <a:lnTo>
                  <a:pt x="354324" y="125484"/>
                </a:lnTo>
                <a:cubicBezTo>
                  <a:pt x="357980" y="125113"/>
                  <a:pt x="360583" y="123935"/>
                  <a:pt x="362132" y="121952"/>
                </a:cubicBezTo>
                <a:cubicBezTo>
                  <a:pt x="363186" y="120589"/>
                  <a:pt x="363712" y="116561"/>
                  <a:pt x="363712" y="109868"/>
                </a:cubicBezTo>
                <a:lnTo>
                  <a:pt x="363712" y="60790"/>
                </a:lnTo>
                <a:cubicBezTo>
                  <a:pt x="363712" y="54142"/>
                  <a:pt x="363108" y="50003"/>
                  <a:pt x="361900" y="48372"/>
                </a:cubicBezTo>
                <a:cubicBezTo>
                  <a:pt x="360692" y="46742"/>
                  <a:pt x="358166" y="45676"/>
                  <a:pt x="354324" y="45174"/>
                </a:cubicBezTo>
                <a:lnTo>
                  <a:pt x="354324" y="41828"/>
                </a:lnTo>
                <a:lnTo>
                  <a:pt x="389739" y="41828"/>
                </a:lnTo>
                <a:close/>
                <a:moveTo>
                  <a:pt x="546655" y="120000"/>
                </a:moveTo>
                <a:lnTo>
                  <a:pt x="546655" y="152254"/>
                </a:lnTo>
                <a:cubicBezTo>
                  <a:pt x="546655" y="156776"/>
                  <a:pt x="547012" y="159853"/>
                  <a:pt x="547724" y="161486"/>
                </a:cubicBezTo>
                <a:cubicBezTo>
                  <a:pt x="548437" y="163120"/>
                  <a:pt x="549537" y="164314"/>
                  <a:pt x="551024" y="165067"/>
                </a:cubicBezTo>
                <a:cubicBezTo>
                  <a:pt x="552511" y="165820"/>
                  <a:pt x="555424" y="166197"/>
                  <a:pt x="559762" y="166197"/>
                </a:cubicBezTo>
                <a:lnTo>
                  <a:pt x="559762" y="169543"/>
                </a:lnTo>
                <a:lnTo>
                  <a:pt x="510219" y="169543"/>
                </a:lnTo>
                <a:lnTo>
                  <a:pt x="510219" y="166197"/>
                </a:lnTo>
                <a:cubicBezTo>
                  <a:pt x="514061" y="166071"/>
                  <a:pt x="516911" y="164972"/>
                  <a:pt x="518770" y="162900"/>
                </a:cubicBezTo>
                <a:cubicBezTo>
                  <a:pt x="520009" y="161457"/>
                  <a:pt x="520629" y="157723"/>
                  <a:pt x="520629" y="151697"/>
                </a:cubicBezTo>
                <a:lnTo>
                  <a:pt x="520629" y="60047"/>
                </a:lnTo>
                <a:cubicBezTo>
                  <a:pt x="520629" y="53834"/>
                  <a:pt x="519916" y="49865"/>
                  <a:pt x="518491" y="48140"/>
                </a:cubicBezTo>
                <a:cubicBezTo>
                  <a:pt x="517066" y="46415"/>
                  <a:pt x="514308" y="45426"/>
                  <a:pt x="510219" y="45174"/>
                </a:cubicBezTo>
                <a:lnTo>
                  <a:pt x="510219" y="41828"/>
                </a:lnTo>
                <a:lnTo>
                  <a:pt x="546655" y="41828"/>
                </a:lnTo>
                <a:lnTo>
                  <a:pt x="546655" y="53261"/>
                </a:lnTo>
                <a:cubicBezTo>
                  <a:pt x="549692" y="48799"/>
                  <a:pt x="552790" y="45577"/>
                  <a:pt x="555951" y="43594"/>
                </a:cubicBezTo>
                <a:cubicBezTo>
                  <a:pt x="560474" y="40682"/>
                  <a:pt x="565401" y="39225"/>
                  <a:pt x="570730" y="39225"/>
                </a:cubicBezTo>
                <a:cubicBezTo>
                  <a:pt x="577113" y="39225"/>
                  <a:pt x="582922" y="41241"/>
                  <a:pt x="588158" y="45273"/>
                </a:cubicBezTo>
                <a:cubicBezTo>
                  <a:pt x="593394" y="49305"/>
                  <a:pt x="597376" y="54872"/>
                  <a:pt x="600102" y="61975"/>
                </a:cubicBezTo>
                <a:cubicBezTo>
                  <a:pt x="602829" y="69078"/>
                  <a:pt x="604192" y="76724"/>
                  <a:pt x="604192" y="84911"/>
                </a:cubicBezTo>
                <a:cubicBezTo>
                  <a:pt x="604192" y="93718"/>
                  <a:pt x="602783" y="101766"/>
                  <a:pt x="599963" y="109055"/>
                </a:cubicBezTo>
                <a:cubicBezTo>
                  <a:pt x="597144" y="116344"/>
                  <a:pt x="593054" y="121896"/>
                  <a:pt x="587693" y="125711"/>
                </a:cubicBezTo>
                <a:cubicBezTo>
                  <a:pt x="582333" y="129526"/>
                  <a:pt x="576369" y="131433"/>
                  <a:pt x="569800" y="131433"/>
                </a:cubicBezTo>
                <a:cubicBezTo>
                  <a:pt x="565029" y="131433"/>
                  <a:pt x="560567" y="130380"/>
                  <a:pt x="556415" y="128273"/>
                </a:cubicBezTo>
                <a:cubicBezTo>
                  <a:pt x="553317" y="126662"/>
                  <a:pt x="550064" y="123904"/>
                  <a:pt x="546655" y="120000"/>
                </a:cubicBezTo>
                <a:moveTo>
                  <a:pt x="546655" y="110598"/>
                </a:moveTo>
                <a:cubicBezTo>
                  <a:pt x="551985" y="118167"/>
                  <a:pt x="557686" y="121952"/>
                  <a:pt x="563759" y="121952"/>
                </a:cubicBezTo>
                <a:cubicBezTo>
                  <a:pt x="567105" y="121952"/>
                  <a:pt x="569862" y="120184"/>
                  <a:pt x="572031" y="116648"/>
                </a:cubicBezTo>
                <a:cubicBezTo>
                  <a:pt x="575253" y="111435"/>
                  <a:pt x="576865" y="101507"/>
                  <a:pt x="576865" y="86863"/>
                </a:cubicBezTo>
                <a:cubicBezTo>
                  <a:pt x="576865" y="71848"/>
                  <a:pt x="575099" y="61578"/>
                  <a:pt x="571566" y="56055"/>
                </a:cubicBezTo>
                <a:cubicBezTo>
                  <a:pt x="569212" y="52396"/>
                  <a:pt x="566051" y="50566"/>
                  <a:pt x="562085" y="50566"/>
                </a:cubicBezTo>
                <a:cubicBezTo>
                  <a:pt x="555827" y="50566"/>
                  <a:pt x="550683" y="55095"/>
                  <a:pt x="546655" y="64154"/>
                </a:cubicBezTo>
                <a:lnTo>
                  <a:pt x="546655" y="110598"/>
                </a:lnTo>
                <a:close/>
                <a:moveTo>
                  <a:pt x="653336" y="9853"/>
                </a:moveTo>
                <a:lnTo>
                  <a:pt x="653336" y="41828"/>
                </a:lnTo>
                <a:lnTo>
                  <a:pt x="673971" y="41828"/>
                </a:lnTo>
                <a:lnTo>
                  <a:pt x="673971" y="50937"/>
                </a:lnTo>
                <a:lnTo>
                  <a:pt x="653336" y="50937"/>
                </a:lnTo>
                <a:lnTo>
                  <a:pt x="653336" y="104715"/>
                </a:lnTo>
                <a:cubicBezTo>
                  <a:pt x="653336" y="109748"/>
                  <a:pt x="653568" y="112995"/>
                  <a:pt x="654033" y="114455"/>
                </a:cubicBezTo>
                <a:cubicBezTo>
                  <a:pt x="654497" y="115915"/>
                  <a:pt x="655318" y="117096"/>
                  <a:pt x="656496" y="117999"/>
                </a:cubicBezTo>
                <a:cubicBezTo>
                  <a:pt x="657673" y="118899"/>
                  <a:pt x="658758" y="119350"/>
                  <a:pt x="659749" y="119350"/>
                </a:cubicBezTo>
                <a:cubicBezTo>
                  <a:pt x="663777" y="119350"/>
                  <a:pt x="667588" y="116251"/>
                  <a:pt x="671182" y="110054"/>
                </a:cubicBezTo>
                <a:lnTo>
                  <a:pt x="673971" y="112120"/>
                </a:lnTo>
                <a:cubicBezTo>
                  <a:pt x="668951" y="124128"/>
                  <a:pt x="660803" y="130132"/>
                  <a:pt x="649525" y="130132"/>
                </a:cubicBezTo>
                <a:cubicBezTo>
                  <a:pt x="644009" y="130132"/>
                  <a:pt x="639346" y="128593"/>
                  <a:pt x="635535" y="125516"/>
                </a:cubicBezTo>
                <a:cubicBezTo>
                  <a:pt x="631724" y="122437"/>
                  <a:pt x="629292" y="119001"/>
                  <a:pt x="628239" y="115207"/>
                </a:cubicBezTo>
                <a:cubicBezTo>
                  <a:pt x="627619" y="113093"/>
                  <a:pt x="627309" y="107371"/>
                  <a:pt x="627309" y="98043"/>
                </a:cubicBezTo>
                <a:lnTo>
                  <a:pt x="627309" y="50937"/>
                </a:lnTo>
                <a:lnTo>
                  <a:pt x="615969" y="50937"/>
                </a:lnTo>
                <a:lnTo>
                  <a:pt x="615969" y="47675"/>
                </a:lnTo>
                <a:cubicBezTo>
                  <a:pt x="623777" y="42149"/>
                  <a:pt x="630423" y="36342"/>
                  <a:pt x="635907" y="30256"/>
                </a:cubicBezTo>
                <a:cubicBezTo>
                  <a:pt x="641391" y="24169"/>
                  <a:pt x="646178" y="17368"/>
                  <a:pt x="650268" y="9853"/>
                </a:cubicBezTo>
                <a:lnTo>
                  <a:pt x="653336" y="9853"/>
                </a:lnTo>
                <a:close/>
                <a:moveTo>
                  <a:pt x="761689" y="2789"/>
                </a:moveTo>
                <a:lnTo>
                  <a:pt x="823873" y="80804"/>
                </a:lnTo>
                <a:lnTo>
                  <a:pt x="823873" y="26770"/>
                </a:lnTo>
                <a:cubicBezTo>
                  <a:pt x="823873" y="19175"/>
                  <a:pt x="822789" y="14040"/>
                  <a:pt x="820620" y="11363"/>
                </a:cubicBezTo>
                <a:cubicBezTo>
                  <a:pt x="817645" y="7754"/>
                  <a:pt x="812657" y="6011"/>
                  <a:pt x="805655" y="6135"/>
                </a:cubicBezTo>
                <a:lnTo>
                  <a:pt x="805655" y="2789"/>
                </a:lnTo>
                <a:lnTo>
                  <a:pt x="847297" y="2789"/>
                </a:lnTo>
                <a:lnTo>
                  <a:pt x="847297" y="6135"/>
                </a:lnTo>
                <a:cubicBezTo>
                  <a:pt x="841968" y="6820"/>
                  <a:pt x="838389" y="7708"/>
                  <a:pt x="836561" y="8798"/>
                </a:cubicBezTo>
                <a:cubicBezTo>
                  <a:pt x="834733" y="9887"/>
                  <a:pt x="833308" y="11661"/>
                  <a:pt x="832285" y="14120"/>
                </a:cubicBezTo>
                <a:cubicBezTo>
                  <a:pt x="831263" y="16577"/>
                  <a:pt x="830751" y="20794"/>
                  <a:pt x="830751" y="26770"/>
                </a:cubicBezTo>
                <a:lnTo>
                  <a:pt x="830751" y="131619"/>
                </a:lnTo>
                <a:lnTo>
                  <a:pt x="827591" y="131619"/>
                </a:lnTo>
                <a:lnTo>
                  <a:pt x="742355" y="26604"/>
                </a:lnTo>
                <a:lnTo>
                  <a:pt x="742355" y="106894"/>
                </a:lnTo>
                <a:cubicBezTo>
                  <a:pt x="742355" y="114181"/>
                  <a:pt x="744012" y="119102"/>
                  <a:pt x="747328" y="121656"/>
                </a:cubicBezTo>
                <a:cubicBezTo>
                  <a:pt x="750643" y="124208"/>
                  <a:pt x="754438" y="125484"/>
                  <a:pt x="758714" y="125484"/>
                </a:cubicBezTo>
                <a:lnTo>
                  <a:pt x="761689" y="125484"/>
                </a:lnTo>
                <a:lnTo>
                  <a:pt x="761689" y="128831"/>
                </a:lnTo>
                <a:lnTo>
                  <a:pt x="716979" y="128831"/>
                </a:lnTo>
                <a:lnTo>
                  <a:pt x="716979" y="125484"/>
                </a:lnTo>
                <a:cubicBezTo>
                  <a:pt x="723919" y="125422"/>
                  <a:pt x="728753" y="123990"/>
                  <a:pt x="731479" y="121188"/>
                </a:cubicBezTo>
                <a:cubicBezTo>
                  <a:pt x="734206" y="118384"/>
                  <a:pt x="735569" y="113619"/>
                  <a:pt x="735569" y="106894"/>
                </a:cubicBezTo>
                <a:lnTo>
                  <a:pt x="735569" y="17925"/>
                </a:lnTo>
                <a:lnTo>
                  <a:pt x="732874" y="14593"/>
                </a:lnTo>
                <a:cubicBezTo>
                  <a:pt x="730209" y="11210"/>
                  <a:pt x="727854" y="8986"/>
                  <a:pt x="725809" y="7921"/>
                </a:cubicBezTo>
                <a:cubicBezTo>
                  <a:pt x="723764" y="6856"/>
                  <a:pt x="720821" y="6261"/>
                  <a:pt x="716979" y="6135"/>
                </a:cubicBezTo>
                <a:lnTo>
                  <a:pt x="716979" y="2789"/>
                </a:lnTo>
                <a:lnTo>
                  <a:pt x="761689" y="2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TG">
            <a:extLst xmlns:a="http://schemas.openxmlformats.org/drawingml/2006/main">
              <a:ext uri="{FF2B5EF4-FFF2-40B4-BE49-F238E27FC236}">
                <a16:creationId xmlns:a16="http://schemas.microsoft.com/office/drawing/2014/main" id="{CC21B056-8F3B-45B5-862C-901E3D5B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8642" y="2493991"/>
            <a:ext cx="305935" cy="153336"/>
          </a:xfrm>
          <a:custGeom xmlns:a="http://schemas.openxmlformats.org/drawingml/2006/main">
            <a:pathLst>
              <a:path w="305935" h="153336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88717" y="0"/>
                </a:moveTo>
                <a:lnTo>
                  <a:pt x="288717" y="51762"/>
                </a:lnTo>
                <a:lnTo>
                  <a:pt x="284710" y="51762"/>
                </a:lnTo>
                <a:cubicBezTo>
                  <a:pt x="279873" y="37682"/>
                  <a:pt x="272618" y="26980"/>
                  <a:pt x="262944" y="19654"/>
                </a:cubicBezTo>
                <a:cubicBezTo>
                  <a:pt x="253271" y="12327"/>
                  <a:pt x="242694" y="8663"/>
                  <a:pt x="231216" y="8663"/>
                </a:cubicBezTo>
                <a:cubicBezTo>
                  <a:pt x="220243" y="8663"/>
                  <a:pt x="211110" y="11737"/>
                  <a:pt x="203819" y="17884"/>
                </a:cubicBezTo>
                <a:cubicBezTo>
                  <a:pt x="196527" y="24032"/>
                  <a:pt x="191366" y="32607"/>
                  <a:pt x="188334" y="43610"/>
                </a:cubicBezTo>
                <a:cubicBezTo>
                  <a:pt x="185302" y="54612"/>
                  <a:pt x="183785" y="65901"/>
                  <a:pt x="183785" y="77477"/>
                </a:cubicBezTo>
                <a:cubicBezTo>
                  <a:pt x="183785" y="91500"/>
                  <a:pt x="185446" y="103797"/>
                  <a:pt x="188767" y="114366"/>
                </a:cubicBezTo>
                <a:cubicBezTo>
                  <a:pt x="192088" y="124935"/>
                  <a:pt x="197448" y="132702"/>
                  <a:pt x="204848" y="137665"/>
                </a:cubicBezTo>
                <a:cubicBezTo>
                  <a:pt x="212247" y="142626"/>
                  <a:pt x="221037" y="145106"/>
                  <a:pt x="231216" y="145106"/>
                </a:cubicBezTo>
                <a:cubicBezTo>
                  <a:pt x="234753" y="145106"/>
                  <a:pt x="238381" y="144728"/>
                  <a:pt x="242099" y="143973"/>
                </a:cubicBezTo>
                <a:cubicBezTo>
                  <a:pt x="245817" y="143215"/>
                  <a:pt x="249625" y="142115"/>
                  <a:pt x="253523" y="140673"/>
                </a:cubicBezTo>
                <a:lnTo>
                  <a:pt x="253523" y="110238"/>
                </a:lnTo>
                <a:cubicBezTo>
                  <a:pt x="253523" y="104426"/>
                  <a:pt x="253126" y="100668"/>
                  <a:pt x="252332" y="98962"/>
                </a:cubicBezTo>
                <a:cubicBezTo>
                  <a:pt x="251538" y="97254"/>
                  <a:pt x="249896" y="95711"/>
                  <a:pt x="247405" y="94333"/>
                </a:cubicBezTo>
                <a:cubicBezTo>
                  <a:pt x="244914" y="92952"/>
                  <a:pt x="241900" y="92262"/>
                  <a:pt x="238363" y="92262"/>
                </a:cubicBezTo>
                <a:lnTo>
                  <a:pt x="234573" y="92262"/>
                </a:lnTo>
                <a:lnTo>
                  <a:pt x="234573" y="88363"/>
                </a:lnTo>
                <a:lnTo>
                  <a:pt x="305935" y="88363"/>
                </a:lnTo>
                <a:lnTo>
                  <a:pt x="305935" y="92262"/>
                </a:lnTo>
                <a:cubicBezTo>
                  <a:pt x="300520" y="92625"/>
                  <a:pt x="296748" y="93369"/>
                  <a:pt x="294619" y="94495"/>
                </a:cubicBezTo>
                <a:cubicBezTo>
                  <a:pt x="292489" y="95621"/>
                  <a:pt x="290847" y="97491"/>
                  <a:pt x="289691" y="100106"/>
                </a:cubicBezTo>
                <a:cubicBezTo>
                  <a:pt x="289042" y="101486"/>
                  <a:pt x="288717" y="104864"/>
                  <a:pt x="288717" y="110238"/>
                </a:cubicBezTo>
                <a:lnTo>
                  <a:pt x="288717" y="140673"/>
                </a:lnTo>
                <a:cubicBezTo>
                  <a:pt x="279332" y="144858"/>
                  <a:pt x="269568" y="148014"/>
                  <a:pt x="259425" y="150142"/>
                </a:cubicBezTo>
                <a:cubicBezTo>
                  <a:pt x="249282" y="152271"/>
                  <a:pt x="238760" y="153336"/>
                  <a:pt x="227859" y="153336"/>
                </a:cubicBezTo>
                <a:cubicBezTo>
                  <a:pt x="213926" y="153336"/>
                  <a:pt x="202357" y="151447"/>
                  <a:pt x="193152" y="147668"/>
                </a:cubicBezTo>
                <a:cubicBezTo>
                  <a:pt x="183948" y="143887"/>
                  <a:pt x="175826" y="138919"/>
                  <a:pt x="168788" y="132765"/>
                </a:cubicBezTo>
                <a:cubicBezTo>
                  <a:pt x="161749" y="126610"/>
                  <a:pt x="156244" y="119682"/>
                  <a:pt x="152274" y="111980"/>
                </a:cubicBezTo>
                <a:cubicBezTo>
                  <a:pt x="147220" y="102045"/>
                  <a:pt x="144693" y="90922"/>
                  <a:pt x="144693" y="78611"/>
                </a:cubicBezTo>
                <a:cubicBezTo>
                  <a:pt x="144693" y="56583"/>
                  <a:pt x="152454" y="37974"/>
                  <a:pt x="167975" y="22785"/>
                </a:cubicBezTo>
                <a:cubicBezTo>
                  <a:pt x="183497" y="7595"/>
                  <a:pt x="203025" y="0"/>
                  <a:pt x="226559" y="0"/>
                </a:cubicBezTo>
                <a:cubicBezTo>
                  <a:pt x="233851" y="0"/>
                  <a:pt x="240420" y="583"/>
                  <a:pt x="246268" y="1750"/>
                </a:cubicBezTo>
                <a:cubicBezTo>
                  <a:pt x="249444" y="2334"/>
                  <a:pt x="254588" y="3993"/>
                  <a:pt x="261699" y="6727"/>
                </a:cubicBezTo>
                <a:cubicBezTo>
                  <a:pt x="268810" y="9462"/>
                  <a:pt x="273015" y="10829"/>
                  <a:pt x="274315" y="10829"/>
                </a:cubicBezTo>
                <a:cubicBezTo>
                  <a:pt x="276336" y="10829"/>
                  <a:pt x="278213" y="10074"/>
                  <a:pt x="279946" y="8565"/>
                </a:cubicBezTo>
                <a:cubicBezTo>
                  <a:pt x="281678" y="7053"/>
                  <a:pt x="283266" y="4198"/>
                  <a:pt x="284710" y="0"/>
                </a:cubicBezTo>
                <a:lnTo>
                  <a:pt x="2887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DE5D4-B6D3-4F24-9FC9-9EE7EF73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887" y="2092815"/>
            <a:ext cx="5867823" cy="862668"/>
          </a:xfrm>
          <a:custGeom xmlns:a="http://schemas.openxmlformats.org/drawingml/2006/main">
            <a:pathLst>
              <a:path w="5867823" h="862668" fill="none">
                <a:moveTo>
                  <a:pt x="0" y="143725"/>
                </a:moveTo>
                <a:lnTo>
                  <a:pt x="11263" y="87885"/>
                </a:lnTo>
                <a:lnTo>
                  <a:pt x="42197" y="42197"/>
                </a:lnTo>
                <a:lnTo>
                  <a:pt x="87885" y="11263"/>
                </a:lnTo>
                <a:lnTo>
                  <a:pt x="143725" y="0"/>
                </a:lnTo>
                <a:lnTo>
                  <a:pt x="5724098" y="0"/>
                </a:lnTo>
                <a:lnTo>
                  <a:pt x="5779938" y="11263"/>
                </a:lnTo>
                <a:lnTo>
                  <a:pt x="5825625" y="42197"/>
                </a:lnTo>
                <a:lnTo>
                  <a:pt x="5856560" y="87885"/>
                </a:lnTo>
                <a:lnTo>
                  <a:pt x="5867823" y="143725"/>
                </a:lnTo>
                <a:lnTo>
                  <a:pt x="5867823" y="718895"/>
                </a:lnTo>
                <a:lnTo>
                  <a:pt x="5856560" y="774831"/>
                </a:lnTo>
                <a:lnTo>
                  <a:pt x="5825625" y="820534"/>
                </a:lnTo>
                <a:lnTo>
                  <a:pt x="5779938" y="851357"/>
                </a:lnTo>
                <a:lnTo>
                  <a:pt x="5724098" y="862668"/>
                </a:lnTo>
                <a:lnTo>
                  <a:pt x="143725" y="862668"/>
                </a:lnTo>
                <a:lnTo>
                  <a:pt x="87885" y="851357"/>
                </a:lnTo>
                <a:lnTo>
                  <a:pt x="42197" y="820534"/>
                </a:lnTo>
                <a:lnTo>
                  <a:pt x="11263" y="774831"/>
                </a:lnTo>
                <a:lnTo>
                  <a:pt x="0" y="718895"/>
                </a:lnTo>
                <a:lnTo>
                  <a:pt x="0" y="1437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000000"/>
            </a:solidFill>
            <a:custDash>
              <a:ds d="300000" sp="100000"/>
            </a:custDash>
            <a:round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12745784a4332"/>
          <a:stretch xmlns:a="http://schemas.openxmlformats.org/drawingml/2006/main"/>
        </p:blipFill>
        <p:spPr>
          <a:xfrm xmlns:a="http://schemas.openxmlformats.org/drawingml/2006/main">
            <a:off x="11042028" y="2537792"/>
            <a:ext cx="92325" cy="92325"/>
          </a:xfrm>
          <a:prstGeom xmlns:a="http://schemas.openxmlformats.org/drawingml/2006/main" prst="rect">
            <a:avLst/>
          </a:prstGeom>
        </p:spPr>
      </p:pic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0d278cd454ec8"/>
          <a:stretch xmlns:a="http://schemas.openxmlformats.org/drawingml/2006/main"/>
        </p:blipFill>
        <p:spPr>
          <a:xfrm xmlns:a="http://schemas.openxmlformats.org/drawingml/2006/main">
            <a:off x="11238104" y="2537792"/>
            <a:ext cx="92325" cy="92325"/>
          </a:xfrm>
          <a:prstGeom xmlns:a="http://schemas.openxmlformats.org/drawingml/2006/main" prst="rect">
            <a:avLst/>
          </a:prstGeom>
        </p:spPr>
      </p:pic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a6fa1af8749d4"/>
          <a:stretch xmlns:a="http://schemas.openxmlformats.org/drawingml/2006/main"/>
        </p:blipFill>
        <p:spPr>
          <a:xfrm xmlns:a="http://schemas.openxmlformats.org/drawingml/2006/main">
            <a:off x="11434179" y="2537793"/>
            <a:ext cx="92324" cy="92324"/>
          </a:xfrm>
          <a:prstGeom xmlns:a="http://schemas.openxmlformats.org/drawingml/2006/main" prst="rect">
            <a:avLst/>
          </a:prstGeom>
        </p:spPr>
      </p:pic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EDDE4-AC57-4E5D-AD8F-37B31B44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242" y="0"/>
            <a:ext cx="10" cy="3909145"/>
          </a:xfrm>
          <a:custGeom xmlns:a="http://schemas.openxmlformats.org/drawingml/2006/main">
            <a:pathLst>
              <a:path w="1" h="3909145" fill="none">
                <a:moveTo>
                  <a:pt x="0" y="0"/>
                </a:moveTo>
                <a:lnTo>
                  <a:pt x="0" y="3909145"/>
                </a:lnTo>
              </a:path>
            </a:pathLst>
          </a:custGeom>
          <a:noFill xmlns:a="http://schemas.openxmlformats.org/drawingml/2006/main"/>
          <a:ln xmlns:a="http://schemas.openxmlformats.org/drawingml/2006/main" w="23796" cap="flat">
            <a:solidFill>
              <a:srgbClr val="E8E8E8"/>
            </a:solidFill>
            <a:custDash>
              <a:ds d="300000" sp="100000"/>
            </a:custDash>
            <a:round/>
          </a:ln>
        </p:spPr>
      </p:sp>
      <p:sp>
        <p:nvSpPr>
          <p:cNvPr id="103" name="Text Coqf">
            <a:extLst xmlns:a="http://schemas.openxmlformats.org/drawingml/2006/main">
              <a:ext uri="{FF2B5EF4-FFF2-40B4-BE49-F238E27FC236}">
                <a16:creationId xmlns:a16="http://schemas.microsoft.com/office/drawing/2014/main" id="{10AA319A-17B9-4ED3-8DE1-67EE34DB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7866" y="902862"/>
            <a:ext cx="451673" cy="169543"/>
          </a:xfrm>
          <a:custGeom xmlns:a="http://schemas.openxmlformats.org/drawingml/2006/main">
            <a:pathLst>
              <a:path w="451673" h="169543">
                <a:moveTo>
                  <a:pt x="119535" y="0"/>
                </a:moveTo>
                <a:lnTo>
                  <a:pt x="119535" y="43687"/>
                </a:lnTo>
                <a:lnTo>
                  <a:pt x="115910" y="43687"/>
                </a:lnTo>
                <a:cubicBezTo>
                  <a:pt x="113184" y="32225"/>
                  <a:pt x="108102" y="23442"/>
                  <a:pt x="100666" y="17338"/>
                </a:cubicBezTo>
                <a:cubicBezTo>
                  <a:pt x="93230" y="11233"/>
                  <a:pt x="84803" y="8180"/>
                  <a:pt x="75384" y="8180"/>
                </a:cubicBezTo>
                <a:cubicBezTo>
                  <a:pt x="67514" y="8180"/>
                  <a:pt x="60294" y="10442"/>
                  <a:pt x="53726" y="14965"/>
                </a:cubicBezTo>
                <a:cubicBezTo>
                  <a:pt x="47157" y="19489"/>
                  <a:pt x="42355" y="25407"/>
                  <a:pt x="39318" y="32719"/>
                </a:cubicBezTo>
                <a:cubicBezTo>
                  <a:pt x="35414" y="42076"/>
                  <a:pt x="33462" y="52487"/>
                  <a:pt x="33462" y="63951"/>
                </a:cubicBezTo>
                <a:cubicBezTo>
                  <a:pt x="33462" y="75229"/>
                  <a:pt x="34888" y="85500"/>
                  <a:pt x="37738" y="94764"/>
                </a:cubicBezTo>
                <a:cubicBezTo>
                  <a:pt x="40589" y="104028"/>
                  <a:pt x="45050" y="111030"/>
                  <a:pt x="51123" y="115771"/>
                </a:cubicBezTo>
                <a:cubicBezTo>
                  <a:pt x="57196" y="120511"/>
                  <a:pt x="65066" y="122882"/>
                  <a:pt x="74733" y="122882"/>
                </a:cubicBezTo>
                <a:cubicBezTo>
                  <a:pt x="82665" y="122882"/>
                  <a:pt x="89930" y="121147"/>
                  <a:pt x="96530" y="117676"/>
                </a:cubicBezTo>
                <a:cubicBezTo>
                  <a:pt x="103130" y="114206"/>
                  <a:pt x="110085" y="108226"/>
                  <a:pt x="117398" y="99737"/>
                </a:cubicBezTo>
                <a:lnTo>
                  <a:pt x="117398" y="110612"/>
                </a:lnTo>
                <a:cubicBezTo>
                  <a:pt x="110333" y="117986"/>
                  <a:pt x="102975" y="123331"/>
                  <a:pt x="95322" y="126646"/>
                </a:cubicBezTo>
                <a:cubicBezTo>
                  <a:pt x="87669" y="129961"/>
                  <a:pt x="78730" y="131619"/>
                  <a:pt x="68505" y="131619"/>
                </a:cubicBezTo>
                <a:cubicBezTo>
                  <a:pt x="55058" y="131619"/>
                  <a:pt x="43114" y="128927"/>
                  <a:pt x="32672" y="123544"/>
                </a:cubicBezTo>
                <a:cubicBezTo>
                  <a:pt x="22231" y="118161"/>
                  <a:pt x="14175" y="110426"/>
                  <a:pt x="8505" y="100341"/>
                </a:cubicBezTo>
                <a:cubicBezTo>
                  <a:pt x="2835" y="90254"/>
                  <a:pt x="0" y="79517"/>
                  <a:pt x="0" y="68130"/>
                </a:cubicBezTo>
                <a:cubicBezTo>
                  <a:pt x="0" y="56126"/>
                  <a:pt x="3145" y="44741"/>
                  <a:pt x="9435" y="33974"/>
                </a:cubicBezTo>
                <a:cubicBezTo>
                  <a:pt x="15724" y="23205"/>
                  <a:pt x="24214" y="14851"/>
                  <a:pt x="34903" y="8912"/>
                </a:cubicBezTo>
                <a:cubicBezTo>
                  <a:pt x="45593" y="2971"/>
                  <a:pt x="56948" y="0"/>
                  <a:pt x="68970" y="0"/>
                </a:cubicBezTo>
                <a:cubicBezTo>
                  <a:pt x="77831" y="0"/>
                  <a:pt x="87188" y="1921"/>
                  <a:pt x="97041" y="5763"/>
                </a:cubicBezTo>
                <a:cubicBezTo>
                  <a:pt x="102742" y="7994"/>
                  <a:pt x="106367" y="9109"/>
                  <a:pt x="107917" y="9109"/>
                </a:cubicBezTo>
                <a:cubicBezTo>
                  <a:pt x="109899" y="9109"/>
                  <a:pt x="111619" y="8381"/>
                  <a:pt x="113075" y="6925"/>
                </a:cubicBezTo>
                <a:cubicBezTo>
                  <a:pt x="114532" y="5469"/>
                  <a:pt x="115477" y="3160"/>
                  <a:pt x="115910" y="0"/>
                </a:cubicBezTo>
                <a:lnTo>
                  <a:pt x="119535" y="0"/>
                </a:lnTo>
                <a:close/>
                <a:moveTo>
                  <a:pt x="177319" y="39225"/>
                </a:moveTo>
                <a:cubicBezTo>
                  <a:pt x="184879" y="39225"/>
                  <a:pt x="191912" y="41179"/>
                  <a:pt x="198419" y="45087"/>
                </a:cubicBezTo>
                <a:cubicBezTo>
                  <a:pt x="204926" y="48995"/>
                  <a:pt x="209867" y="54547"/>
                  <a:pt x="213245" y="61743"/>
                </a:cubicBezTo>
                <a:cubicBezTo>
                  <a:pt x="216622" y="68939"/>
                  <a:pt x="218311" y="76817"/>
                  <a:pt x="218311" y="85376"/>
                </a:cubicBezTo>
                <a:cubicBezTo>
                  <a:pt x="218311" y="97719"/>
                  <a:pt x="215181" y="108047"/>
                  <a:pt x="208922" y="116361"/>
                </a:cubicBezTo>
                <a:cubicBezTo>
                  <a:pt x="201362" y="126409"/>
                  <a:pt x="190921" y="131433"/>
                  <a:pt x="177598" y="131433"/>
                </a:cubicBezTo>
                <a:cubicBezTo>
                  <a:pt x="164523" y="131433"/>
                  <a:pt x="154453" y="126843"/>
                  <a:pt x="147389" y="117662"/>
                </a:cubicBezTo>
                <a:cubicBezTo>
                  <a:pt x="140324" y="108481"/>
                  <a:pt x="136792" y="97843"/>
                  <a:pt x="136792" y="85748"/>
                </a:cubicBezTo>
                <a:cubicBezTo>
                  <a:pt x="136792" y="73281"/>
                  <a:pt x="140402" y="62410"/>
                  <a:pt x="147621" y="53136"/>
                </a:cubicBezTo>
                <a:cubicBezTo>
                  <a:pt x="154840" y="43862"/>
                  <a:pt x="164740" y="39225"/>
                  <a:pt x="177319" y="39225"/>
                </a:cubicBezTo>
                <a:moveTo>
                  <a:pt x="177691" y="45732"/>
                </a:moveTo>
                <a:cubicBezTo>
                  <a:pt x="174530" y="45732"/>
                  <a:pt x="171819" y="46927"/>
                  <a:pt x="169558" y="49316"/>
                </a:cubicBezTo>
                <a:cubicBezTo>
                  <a:pt x="167296" y="51704"/>
                  <a:pt x="165809" y="56419"/>
                  <a:pt x="165096" y="63460"/>
                </a:cubicBezTo>
                <a:cubicBezTo>
                  <a:pt x="164383" y="70501"/>
                  <a:pt x="164027" y="80288"/>
                  <a:pt x="164027" y="92821"/>
                </a:cubicBezTo>
                <a:cubicBezTo>
                  <a:pt x="164027" y="99459"/>
                  <a:pt x="164461" y="105663"/>
                  <a:pt x="165328" y="111434"/>
                </a:cubicBezTo>
                <a:cubicBezTo>
                  <a:pt x="166010" y="115838"/>
                  <a:pt x="167466" y="119188"/>
                  <a:pt x="169697" y="121485"/>
                </a:cubicBezTo>
                <a:cubicBezTo>
                  <a:pt x="171928" y="123779"/>
                  <a:pt x="174469" y="124927"/>
                  <a:pt x="177319" y="124927"/>
                </a:cubicBezTo>
                <a:cubicBezTo>
                  <a:pt x="180108" y="124927"/>
                  <a:pt x="182431" y="124151"/>
                  <a:pt x="184290" y="122600"/>
                </a:cubicBezTo>
                <a:cubicBezTo>
                  <a:pt x="186707" y="120491"/>
                  <a:pt x="188318" y="117544"/>
                  <a:pt x="189124" y="113758"/>
                </a:cubicBezTo>
                <a:cubicBezTo>
                  <a:pt x="190363" y="107865"/>
                  <a:pt x="190983" y="95954"/>
                  <a:pt x="190983" y="78024"/>
                </a:cubicBezTo>
                <a:cubicBezTo>
                  <a:pt x="190983" y="67478"/>
                  <a:pt x="190394" y="60235"/>
                  <a:pt x="189217" y="56297"/>
                </a:cubicBezTo>
                <a:cubicBezTo>
                  <a:pt x="188039" y="52356"/>
                  <a:pt x="186304" y="49486"/>
                  <a:pt x="184012" y="47687"/>
                </a:cubicBezTo>
                <a:cubicBezTo>
                  <a:pt x="182400" y="46384"/>
                  <a:pt x="180293" y="45732"/>
                  <a:pt x="177691" y="45732"/>
                </a:cubicBezTo>
                <a:close/>
                <a:moveTo>
                  <a:pt x="289883" y="119721"/>
                </a:moveTo>
                <a:cubicBezTo>
                  <a:pt x="286103" y="123687"/>
                  <a:pt x="282571" y="126476"/>
                  <a:pt x="279286" y="128087"/>
                </a:cubicBezTo>
                <a:cubicBezTo>
                  <a:pt x="274949" y="130318"/>
                  <a:pt x="270425" y="131433"/>
                  <a:pt x="265715" y="131433"/>
                </a:cubicBezTo>
                <a:cubicBezTo>
                  <a:pt x="254809" y="131433"/>
                  <a:pt x="246196" y="126564"/>
                  <a:pt x="239875" y="116825"/>
                </a:cubicBezTo>
                <a:cubicBezTo>
                  <a:pt x="234856" y="109072"/>
                  <a:pt x="232346" y="99798"/>
                  <a:pt x="232346" y="89004"/>
                </a:cubicBezTo>
                <a:cubicBezTo>
                  <a:pt x="232346" y="80011"/>
                  <a:pt x="234251" y="71560"/>
                  <a:pt x="238062" y="63651"/>
                </a:cubicBezTo>
                <a:cubicBezTo>
                  <a:pt x="241873" y="55741"/>
                  <a:pt x="247110" y="49692"/>
                  <a:pt x="253771" y="45505"/>
                </a:cubicBezTo>
                <a:cubicBezTo>
                  <a:pt x="260433" y="41319"/>
                  <a:pt x="267482" y="39225"/>
                  <a:pt x="274918" y="39225"/>
                </a:cubicBezTo>
                <a:cubicBezTo>
                  <a:pt x="279875" y="39225"/>
                  <a:pt x="284290" y="40070"/>
                  <a:pt x="288163" y="41758"/>
                </a:cubicBezTo>
                <a:cubicBezTo>
                  <a:pt x="292036" y="43447"/>
                  <a:pt x="295367" y="46011"/>
                  <a:pt x="298155" y="49450"/>
                </a:cubicBezTo>
                <a:lnTo>
                  <a:pt x="312749" y="39225"/>
                </a:lnTo>
                <a:lnTo>
                  <a:pt x="315909" y="39225"/>
                </a:lnTo>
                <a:lnTo>
                  <a:pt x="315909" y="151882"/>
                </a:lnTo>
                <a:cubicBezTo>
                  <a:pt x="315909" y="157620"/>
                  <a:pt x="316405" y="161207"/>
                  <a:pt x="317396" y="162642"/>
                </a:cubicBezTo>
                <a:cubicBezTo>
                  <a:pt x="319008" y="164950"/>
                  <a:pt x="322261" y="166135"/>
                  <a:pt x="327156" y="166197"/>
                </a:cubicBezTo>
                <a:lnTo>
                  <a:pt x="327156" y="169543"/>
                </a:lnTo>
                <a:lnTo>
                  <a:pt x="276963" y="169543"/>
                </a:lnTo>
                <a:lnTo>
                  <a:pt x="276963" y="166197"/>
                </a:lnTo>
                <a:cubicBezTo>
                  <a:pt x="280805" y="166197"/>
                  <a:pt x="283593" y="165760"/>
                  <a:pt x="285328" y="164887"/>
                </a:cubicBezTo>
                <a:cubicBezTo>
                  <a:pt x="287063" y="164014"/>
                  <a:pt x="288256" y="162859"/>
                  <a:pt x="288907" y="161425"/>
                </a:cubicBezTo>
                <a:cubicBezTo>
                  <a:pt x="289557" y="159990"/>
                  <a:pt x="289883" y="157057"/>
                  <a:pt x="289883" y="152626"/>
                </a:cubicBezTo>
                <a:lnTo>
                  <a:pt x="289883" y="119721"/>
                </a:lnTo>
                <a:moveTo>
                  <a:pt x="289883" y="111205"/>
                </a:moveTo>
                <a:lnTo>
                  <a:pt x="289883" y="75552"/>
                </a:lnTo>
                <a:cubicBezTo>
                  <a:pt x="289883" y="65612"/>
                  <a:pt x="289341" y="59037"/>
                  <a:pt x="288256" y="55826"/>
                </a:cubicBezTo>
                <a:cubicBezTo>
                  <a:pt x="287172" y="52615"/>
                  <a:pt x="285173" y="49837"/>
                  <a:pt x="282261" y="47492"/>
                </a:cubicBezTo>
                <a:cubicBezTo>
                  <a:pt x="280774" y="46319"/>
                  <a:pt x="278884" y="45732"/>
                  <a:pt x="276591" y="45732"/>
                </a:cubicBezTo>
                <a:cubicBezTo>
                  <a:pt x="271881" y="45732"/>
                  <a:pt x="268225" y="47800"/>
                  <a:pt x="265623" y="51937"/>
                </a:cubicBezTo>
                <a:cubicBezTo>
                  <a:pt x="261533" y="58296"/>
                  <a:pt x="259488" y="70119"/>
                  <a:pt x="259488" y="87406"/>
                </a:cubicBezTo>
                <a:cubicBezTo>
                  <a:pt x="259488" y="100679"/>
                  <a:pt x="261254" y="110001"/>
                  <a:pt x="264786" y="115373"/>
                </a:cubicBezTo>
                <a:cubicBezTo>
                  <a:pt x="267203" y="119015"/>
                  <a:pt x="270332" y="120837"/>
                  <a:pt x="274174" y="120837"/>
                </a:cubicBezTo>
                <a:cubicBezTo>
                  <a:pt x="276405" y="120837"/>
                  <a:pt x="278930" y="120065"/>
                  <a:pt x="281750" y="118522"/>
                </a:cubicBezTo>
                <a:cubicBezTo>
                  <a:pt x="284569" y="116978"/>
                  <a:pt x="287280" y="114539"/>
                  <a:pt x="289883" y="111205"/>
                </a:cubicBezTo>
                <a:close/>
                <a:moveTo>
                  <a:pt x="418675" y="50937"/>
                </a:moveTo>
                <a:lnTo>
                  <a:pt x="418675" y="111356"/>
                </a:lnTo>
                <a:cubicBezTo>
                  <a:pt x="418675" y="117181"/>
                  <a:pt x="419295" y="120837"/>
                  <a:pt x="420534" y="122324"/>
                </a:cubicBezTo>
                <a:cubicBezTo>
                  <a:pt x="422517" y="124617"/>
                  <a:pt x="426173" y="125670"/>
                  <a:pt x="431502" y="125484"/>
                </a:cubicBezTo>
                <a:lnTo>
                  <a:pt x="431502" y="128831"/>
                </a:lnTo>
                <a:lnTo>
                  <a:pt x="380286" y="128831"/>
                </a:lnTo>
                <a:lnTo>
                  <a:pt x="380286" y="125484"/>
                </a:lnTo>
                <a:cubicBezTo>
                  <a:pt x="384190" y="125422"/>
                  <a:pt x="386963" y="124973"/>
                  <a:pt x="388605" y="124137"/>
                </a:cubicBezTo>
                <a:cubicBezTo>
                  <a:pt x="390248" y="123300"/>
                  <a:pt x="391378" y="122138"/>
                  <a:pt x="391998" y="120651"/>
                </a:cubicBezTo>
                <a:cubicBezTo>
                  <a:pt x="392618" y="119164"/>
                  <a:pt x="392928" y="116065"/>
                  <a:pt x="392928" y="111356"/>
                </a:cubicBezTo>
                <a:lnTo>
                  <a:pt x="392928" y="50937"/>
                </a:lnTo>
                <a:lnTo>
                  <a:pt x="380286" y="50937"/>
                </a:lnTo>
                <a:lnTo>
                  <a:pt x="380286" y="41828"/>
                </a:lnTo>
                <a:lnTo>
                  <a:pt x="392928" y="41828"/>
                </a:lnTo>
                <a:lnTo>
                  <a:pt x="392928" y="35444"/>
                </a:lnTo>
                <a:lnTo>
                  <a:pt x="392835" y="31092"/>
                </a:lnTo>
                <a:cubicBezTo>
                  <a:pt x="392835" y="22210"/>
                  <a:pt x="396104" y="14807"/>
                  <a:pt x="402641" y="8886"/>
                </a:cubicBezTo>
                <a:cubicBezTo>
                  <a:pt x="409179" y="2962"/>
                  <a:pt x="418025" y="0"/>
                  <a:pt x="429179" y="0"/>
                </a:cubicBezTo>
                <a:cubicBezTo>
                  <a:pt x="436801" y="0"/>
                  <a:pt x="442455" y="1431"/>
                  <a:pt x="446142" y="4293"/>
                </a:cubicBezTo>
                <a:cubicBezTo>
                  <a:pt x="449829" y="7153"/>
                  <a:pt x="451673" y="10325"/>
                  <a:pt x="451673" y="13809"/>
                </a:cubicBezTo>
                <a:cubicBezTo>
                  <a:pt x="451673" y="16609"/>
                  <a:pt x="450527" y="19036"/>
                  <a:pt x="448234" y="21088"/>
                </a:cubicBezTo>
                <a:cubicBezTo>
                  <a:pt x="445941" y="23141"/>
                  <a:pt x="442905" y="24167"/>
                  <a:pt x="439124" y="24167"/>
                </a:cubicBezTo>
                <a:cubicBezTo>
                  <a:pt x="435902" y="24167"/>
                  <a:pt x="433346" y="23331"/>
                  <a:pt x="431456" y="21658"/>
                </a:cubicBezTo>
                <a:cubicBezTo>
                  <a:pt x="429566" y="19985"/>
                  <a:pt x="428621" y="18126"/>
                  <a:pt x="428621" y="16081"/>
                </a:cubicBezTo>
                <a:cubicBezTo>
                  <a:pt x="428621" y="15523"/>
                  <a:pt x="428807" y="14376"/>
                  <a:pt x="429179" y="12641"/>
                </a:cubicBezTo>
                <a:cubicBezTo>
                  <a:pt x="429427" y="11588"/>
                  <a:pt x="429551" y="10596"/>
                  <a:pt x="429551" y="9667"/>
                </a:cubicBezTo>
                <a:cubicBezTo>
                  <a:pt x="429551" y="8366"/>
                  <a:pt x="429179" y="7405"/>
                  <a:pt x="428435" y="6785"/>
                </a:cubicBezTo>
                <a:cubicBezTo>
                  <a:pt x="427444" y="5856"/>
                  <a:pt x="426235" y="5391"/>
                  <a:pt x="424810" y="5391"/>
                </a:cubicBezTo>
                <a:cubicBezTo>
                  <a:pt x="423013" y="5391"/>
                  <a:pt x="421510" y="6129"/>
                  <a:pt x="420302" y="7605"/>
                </a:cubicBezTo>
                <a:cubicBezTo>
                  <a:pt x="419093" y="9080"/>
                  <a:pt x="418489" y="11448"/>
                  <a:pt x="418489" y="14707"/>
                </a:cubicBezTo>
                <a:lnTo>
                  <a:pt x="418675" y="30851"/>
                </a:lnTo>
                <a:lnTo>
                  <a:pt x="418675" y="41828"/>
                </a:lnTo>
                <a:lnTo>
                  <a:pt x="431502" y="41828"/>
                </a:lnTo>
                <a:lnTo>
                  <a:pt x="431502" y="50937"/>
                </a:lnTo>
                <a:lnTo>
                  <a:pt x="418675" y="509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inds">
            <a:extLst xmlns:a="http://schemas.openxmlformats.org/drawingml/2006/main">
              <a:ext uri="{FF2B5EF4-FFF2-40B4-BE49-F238E27FC236}">
                <a16:creationId xmlns:a16="http://schemas.microsoft.com/office/drawing/2014/main" id="{99FC4954-54C9-4643-B48E-96A1E75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7789" y="902862"/>
            <a:ext cx="322288" cy="131433"/>
          </a:xfrm>
          <a:custGeom xmlns:a="http://schemas.openxmlformats.org/drawingml/2006/main">
            <a:pathLst>
              <a:path w="322288" h="131433">
                <a:moveTo>
                  <a:pt x="23424" y="0"/>
                </a:moveTo>
                <a:cubicBezTo>
                  <a:pt x="27452" y="0"/>
                  <a:pt x="30860" y="1415"/>
                  <a:pt x="33648" y="4244"/>
                </a:cubicBezTo>
                <a:cubicBezTo>
                  <a:pt x="36437" y="7071"/>
                  <a:pt x="37831" y="10474"/>
                  <a:pt x="37831" y="14454"/>
                </a:cubicBezTo>
                <a:cubicBezTo>
                  <a:pt x="37831" y="18433"/>
                  <a:pt x="36421" y="21822"/>
                  <a:pt x="33602" y="24620"/>
                </a:cubicBezTo>
                <a:cubicBezTo>
                  <a:pt x="30782" y="27417"/>
                  <a:pt x="27390" y="28815"/>
                  <a:pt x="23424" y="28815"/>
                </a:cubicBezTo>
                <a:cubicBezTo>
                  <a:pt x="19458" y="28815"/>
                  <a:pt x="16081" y="27417"/>
                  <a:pt x="13292" y="24620"/>
                </a:cubicBezTo>
                <a:cubicBezTo>
                  <a:pt x="10504" y="21822"/>
                  <a:pt x="9109" y="18433"/>
                  <a:pt x="9109" y="14454"/>
                </a:cubicBezTo>
                <a:cubicBezTo>
                  <a:pt x="9109" y="10474"/>
                  <a:pt x="10504" y="7071"/>
                  <a:pt x="13292" y="4244"/>
                </a:cubicBezTo>
                <a:cubicBezTo>
                  <a:pt x="16081" y="1415"/>
                  <a:pt x="19458" y="0"/>
                  <a:pt x="23424" y="0"/>
                </a:cubicBezTo>
                <a:moveTo>
                  <a:pt x="36437" y="41828"/>
                </a:moveTo>
                <a:lnTo>
                  <a:pt x="36437" y="110798"/>
                </a:lnTo>
                <a:cubicBezTo>
                  <a:pt x="36437" y="116933"/>
                  <a:pt x="37150" y="120852"/>
                  <a:pt x="38575" y="122556"/>
                </a:cubicBezTo>
                <a:cubicBezTo>
                  <a:pt x="40000" y="124260"/>
                  <a:pt x="42789" y="125236"/>
                  <a:pt x="46940" y="125484"/>
                </a:cubicBezTo>
                <a:lnTo>
                  <a:pt x="46940" y="128831"/>
                </a:lnTo>
                <a:lnTo>
                  <a:pt x="0" y="128831"/>
                </a:lnTo>
                <a:lnTo>
                  <a:pt x="0" y="125484"/>
                </a:lnTo>
                <a:cubicBezTo>
                  <a:pt x="3842" y="125360"/>
                  <a:pt x="6692" y="124245"/>
                  <a:pt x="8552" y="122138"/>
                </a:cubicBezTo>
                <a:cubicBezTo>
                  <a:pt x="9791" y="120713"/>
                  <a:pt x="10411" y="116933"/>
                  <a:pt x="10411" y="110798"/>
                </a:cubicBezTo>
                <a:lnTo>
                  <a:pt x="10411" y="60047"/>
                </a:lnTo>
                <a:cubicBezTo>
                  <a:pt x="10411" y="53834"/>
                  <a:pt x="9698" y="49865"/>
                  <a:pt x="8273" y="48140"/>
                </a:cubicBezTo>
                <a:cubicBezTo>
                  <a:pt x="6847" y="46415"/>
                  <a:pt x="4090" y="45426"/>
                  <a:pt x="0" y="45174"/>
                </a:cubicBezTo>
                <a:lnTo>
                  <a:pt x="0" y="41828"/>
                </a:lnTo>
                <a:lnTo>
                  <a:pt x="36437" y="41828"/>
                </a:lnTo>
                <a:close/>
                <a:moveTo>
                  <a:pt x="89417" y="41828"/>
                </a:moveTo>
                <a:lnTo>
                  <a:pt x="89417" y="53168"/>
                </a:lnTo>
                <a:cubicBezTo>
                  <a:pt x="93878" y="48302"/>
                  <a:pt x="98154" y="44762"/>
                  <a:pt x="102244" y="42548"/>
                </a:cubicBezTo>
                <a:cubicBezTo>
                  <a:pt x="106334" y="40333"/>
                  <a:pt x="110734" y="39225"/>
                  <a:pt x="115443" y="39225"/>
                </a:cubicBezTo>
                <a:cubicBezTo>
                  <a:pt x="121082" y="39225"/>
                  <a:pt x="125761" y="40792"/>
                  <a:pt x="129479" y="43925"/>
                </a:cubicBezTo>
                <a:cubicBezTo>
                  <a:pt x="133197" y="47059"/>
                  <a:pt x="135675" y="50952"/>
                  <a:pt x="136915" y="55605"/>
                </a:cubicBezTo>
                <a:cubicBezTo>
                  <a:pt x="137906" y="59143"/>
                  <a:pt x="138402" y="65938"/>
                  <a:pt x="138402" y="75991"/>
                </a:cubicBezTo>
                <a:lnTo>
                  <a:pt x="138402" y="109868"/>
                </a:lnTo>
                <a:cubicBezTo>
                  <a:pt x="138402" y="116561"/>
                  <a:pt x="139006" y="120728"/>
                  <a:pt x="140215" y="122370"/>
                </a:cubicBezTo>
                <a:cubicBezTo>
                  <a:pt x="141423" y="124013"/>
                  <a:pt x="143948" y="125051"/>
                  <a:pt x="147790" y="125484"/>
                </a:cubicBezTo>
                <a:lnTo>
                  <a:pt x="147790" y="128831"/>
                </a:lnTo>
                <a:lnTo>
                  <a:pt x="103824" y="128831"/>
                </a:lnTo>
                <a:lnTo>
                  <a:pt x="103824" y="125484"/>
                </a:lnTo>
                <a:cubicBezTo>
                  <a:pt x="107108" y="125051"/>
                  <a:pt x="109463" y="123687"/>
                  <a:pt x="110888" y="121394"/>
                </a:cubicBezTo>
                <a:cubicBezTo>
                  <a:pt x="111880" y="119845"/>
                  <a:pt x="112376" y="116003"/>
                  <a:pt x="112376" y="109868"/>
                </a:cubicBezTo>
                <a:lnTo>
                  <a:pt x="112376" y="71201"/>
                </a:lnTo>
                <a:cubicBezTo>
                  <a:pt x="112376" y="64074"/>
                  <a:pt x="112097" y="59582"/>
                  <a:pt x="111539" y="57723"/>
                </a:cubicBezTo>
                <a:cubicBezTo>
                  <a:pt x="110981" y="55864"/>
                  <a:pt x="110036" y="54423"/>
                  <a:pt x="108704" y="53401"/>
                </a:cubicBezTo>
                <a:cubicBezTo>
                  <a:pt x="107372" y="52378"/>
                  <a:pt x="105900" y="51867"/>
                  <a:pt x="104289" y="51867"/>
                </a:cubicBezTo>
                <a:cubicBezTo>
                  <a:pt x="98960" y="51867"/>
                  <a:pt x="94002" y="55709"/>
                  <a:pt x="89417" y="63393"/>
                </a:cubicBezTo>
                <a:lnTo>
                  <a:pt x="89417" y="109868"/>
                </a:lnTo>
                <a:cubicBezTo>
                  <a:pt x="89417" y="116375"/>
                  <a:pt x="90021" y="120496"/>
                  <a:pt x="91229" y="122231"/>
                </a:cubicBezTo>
                <a:cubicBezTo>
                  <a:pt x="92438" y="123966"/>
                  <a:pt x="94684" y="125051"/>
                  <a:pt x="97968" y="125484"/>
                </a:cubicBezTo>
                <a:lnTo>
                  <a:pt x="97968" y="128831"/>
                </a:lnTo>
                <a:lnTo>
                  <a:pt x="54002" y="128831"/>
                </a:lnTo>
                <a:lnTo>
                  <a:pt x="54002" y="125484"/>
                </a:lnTo>
                <a:cubicBezTo>
                  <a:pt x="57658" y="125113"/>
                  <a:pt x="60261" y="123935"/>
                  <a:pt x="61810" y="121952"/>
                </a:cubicBezTo>
                <a:cubicBezTo>
                  <a:pt x="62864" y="120589"/>
                  <a:pt x="63390" y="116561"/>
                  <a:pt x="63390" y="109868"/>
                </a:cubicBezTo>
                <a:lnTo>
                  <a:pt x="63390" y="60790"/>
                </a:lnTo>
                <a:cubicBezTo>
                  <a:pt x="63390" y="54142"/>
                  <a:pt x="62786" y="50003"/>
                  <a:pt x="61578" y="48372"/>
                </a:cubicBezTo>
                <a:cubicBezTo>
                  <a:pt x="60369" y="46742"/>
                  <a:pt x="57844" y="45676"/>
                  <a:pt x="54002" y="45174"/>
                </a:cubicBezTo>
                <a:lnTo>
                  <a:pt x="54002" y="41828"/>
                </a:lnTo>
                <a:lnTo>
                  <a:pt x="89417" y="41828"/>
                </a:lnTo>
                <a:close/>
                <a:moveTo>
                  <a:pt x="242150" y="2789"/>
                </a:moveTo>
                <a:lnTo>
                  <a:pt x="242150" y="102804"/>
                </a:lnTo>
                <a:cubicBezTo>
                  <a:pt x="242150" y="109491"/>
                  <a:pt x="242335" y="113447"/>
                  <a:pt x="242707" y="114673"/>
                </a:cubicBezTo>
                <a:cubicBezTo>
                  <a:pt x="243203" y="116698"/>
                  <a:pt x="244148" y="118202"/>
                  <a:pt x="245542" y="119184"/>
                </a:cubicBezTo>
                <a:cubicBezTo>
                  <a:pt x="246937" y="120164"/>
                  <a:pt x="249369" y="120777"/>
                  <a:pt x="252839" y="121023"/>
                </a:cubicBezTo>
                <a:lnTo>
                  <a:pt x="252839" y="124369"/>
                </a:lnTo>
                <a:lnTo>
                  <a:pt x="216123" y="131433"/>
                </a:lnTo>
                <a:lnTo>
                  <a:pt x="216123" y="117676"/>
                </a:lnTo>
                <a:cubicBezTo>
                  <a:pt x="211723" y="123006"/>
                  <a:pt x="207804" y="126631"/>
                  <a:pt x="204365" y="128552"/>
                </a:cubicBezTo>
                <a:cubicBezTo>
                  <a:pt x="200926" y="130473"/>
                  <a:pt x="197037" y="131433"/>
                  <a:pt x="192699" y="131433"/>
                </a:cubicBezTo>
                <a:cubicBezTo>
                  <a:pt x="181607" y="131433"/>
                  <a:pt x="172839" y="126471"/>
                  <a:pt x="166394" y="116546"/>
                </a:cubicBezTo>
                <a:cubicBezTo>
                  <a:pt x="161189" y="108483"/>
                  <a:pt x="158586" y="98589"/>
                  <a:pt x="158586" y="86866"/>
                </a:cubicBezTo>
                <a:cubicBezTo>
                  <a:pt x="158586" y="77499"/>
                  <a:pt x="160197" y="69109"/>
                  <a:pt x="163420" y="61696"/>
                </a:cubicBezTo>
                <a:cubicBezTo>
                  <a:pt x="166642" y="54284"/>
                  <a:pt x="171057" y="48685"/>
                  <a:pt x="176665" y="44901"/>
                </a:cubicBezTo>
                <a:cubicBezTo>
                  <a:pt x="182273" y="41117"/>
                  <a:pt x="188300" y="39225"/>
                  <a:pt x="194744" y="39225"/>
                </a:cubicBezTo>
                <a:cubicBezTo>
                  <a:pt x="198896" y="39225"/>
                  <a:pt x="202583" y="40038"/>
                  <a:pt x="205806" y="41663"/>
                </a:cubicBezTo>
                <a:cubicBezTo>
                  <a:pt x="209028" y="43287"/>
                  <a:pt x="212467" y="46131"/>
                  <a:pt x="216123" y="50194"/>
                </a:cubicBezTo>
                <a:lnTo>
                  <a:pt x="216123" y="23981"/>
                </a:lnTo>
                <a:cubicBezTo>
                  <a:pt x="216123" y="17351"/>
                  <a:pt x="215844" y="13354"/>
                  <a:pt x="215287" y="11991"/>
                </a:cubicBezTo>
                <a:cubicBezTo>
                  <a:pt x="214543" y="10194"/>
                  <a:pt x="213428" y="8861"/>
                  <a:pt x="211940" y="7994"/>
                </a:cubicBezTo>
                <a:cubicBezTo>
                  <a:pt x="210453" y="7126"/>
                  <a:pt x="207665" y="6692"/>
                  <a:pt x="203575" y="6692"/>
                </a:cubicBezTo>
                <a:lnTo>
                  <a:pt x="203575" y="2789"/>
                </a:lnTo>
                <a:lnTo>
                  <a:pt x="242150" y="2789"/>
                </a:lnTo>
                <a:moveTo>
                  <a:pt x="216123" y="61534"/>
                </a:moveTo>
                <a:cubicBezTo>
                  <a:pt x="211538" y="52858"/>
                  <a:pt x="205930" y="48521"/>
                  <a:pt x="199299" y="48521"/>
                </a:cubicBezTo>
                <a:cubicBezTo>
                  <a:pt x="197006" y="48521"/>
                  <a:pt x="195116" y="49140"/>
                  <a:pt x="193629" y="50380"/>
                </a:cubicBezTo>
                <a:cubicBezTo>
                  <a:pt x="191336" y="52301"/>
                  <a:pt x="189462" y="55678"/>
                  <a:pt x="188005" y="60511"/>
                </a:cubicBezTo>
                <a:cubicBezTo>
                  <a:pt x="186549" y="65345"/>
                  <a:pt x="185821" y="72750"/>
                  <a:pt x="185821" y="82727"/>
                </a:cubicBezTo>
                <a:cubicBezTo>
                  <a:pt x="185821" y="93695"/>
                  <a:pt x="186627" y="101813"/>
                  <a:pt x="188238" y="107080"/>
                </a:cubicBezTo>
                <a:cubicBezTo>
                  <a:pt x="189849" y="112347"/>
                  <a:pt x="192049" y="116158"/>
                  <a:pt x="194837" y="118513"/>
                </a:cubicBezTo>
                <a:cubicBezTo>
                  <a:pt x="196263" y="119690"/>
                  <a:pt x="198215" y="120279"/>
                  <a:pt x="200693" y="120279"/>
                </a:cubicBezTo>
                <a:cubicBezTo>
                  <a:pt x="206146" y="120279"/>
                  <a:pt x="211290" y="115990"/>
                  <a:pt x="216123" y="107411"/>
                </a:cubicBezTo>
                <a:lnTo>
                  <a:pt x="216123" y="61534"/>
                </a:lnTo>
                <a:close/>
                <a:moveTo>
                  <a:pt x="316339" y="39597"/>
                </a:moveTo>
                <a:lnTo>
                  <a:pt x="317733" y="69342"/>
                </a:lnTo>
                <a:lnTo>
                  <a:pt x="314573" y="69342"/>
                </a:lnTo>
                <a:cubicBezTo>
                  <a:pt x="310793" y="60471"/>
                  <a:pt x="306874" y="54411"/>
                  <a:pt x="302815" y="51164"/>
                </a:cubicBezTo>
                <a:cubicBezTo>
                  <a:pt x="298756" y="47914"/>
                  <a:pt x="294712" y="46290"/>
                  <a:pt x="290685" y="46290"/>
                </a:cubicBezTo>
                <a:cubicBezTo>
                  <a:pt x="288144" y="46290"/>
                  <a:pt x="285975" y="47142"/>
                  <a:pt x="284178" y="48846"/>
                </a:cubicBezTo>
                <a:cubicBezTo>
                  <a:pt x="282381" y="50550"/>
                  <a:pt x="281482" y="52518"/>
                  <a:pt x="281482" y="54748"/>
                </a:cubicBezTo>
                <a:cubicBezTo>
                  <a:pt x="281482" y="56421"/>
                  <a:pt x="282102" y="58033"/>
                  <a:pt x="283341" y="59582"/>
                </a:cubicBezTo>
                <a:cubicBezTo>
                  <a:pt x="285324" y="62122"/>
                  <a:pt x="290870" y="66476"/>
                  <a:pt x="299980" y="72641"/>
                </a:cubicBezTo>
                <a:cubicBezTo>
                  <a:pt x="309089" y="78807"/>
                  <a:pt x="315084" y="84044"/>
                  <a:pt x="317966" y="88350"/>
                </a:cubicBezTo>
                <a:cubicBezTo>
                  <a:pt x="320847" y="92657"/>
                  <a:pt x="322288" y="97475"/>
                  <a:pt x="322288" y="102804"/>
                </a:cubicBezTo>
                <a:cubicBezTo>
                  <a:pt x="322288" y="107638"/>
                  <a:pt x="321080" y="112378"/>
                  <a:pt x="318663" y="117026"/>
                </a:cubicBezTo>
                <a:cubicBezTo>
                  <a:pt x="316246" y="121673"/>
                  <a:pt x="312838" y="125236"/>
                  <a:pt x="308438" y="127715"/>
                </a:cubicBezTo>
                <a:cubicBezTo>
                  <a:pt x="304039" y="130194"/>
                  <a:pt x="299174" y="131433"/>
                  <a:pt x="293845" y="131433"/>
                </a:cubicBezTo>
                <a:cubicBezTo>
                  <a:pt x="289693" y="131433"/>
                  <a:pt x="284147" y="130108"/>
                  <a:pt x="277207" y="127457"/>
                </a:cubicBezTo>
                <a:cubicBezTo>
                  <a:pt x="275348" y="126761"/>
                  <a:pt x="274077" y="126414"/>
                  <a:pt x="273396" y="126414"/>
                </a:cubicBezTo>
                <a:cubicBezTo>
                  <a:pt x="271351" y="126414"/>
                  <a:pt x="269647" y="127963"/>
                  <a:pt x="268283" y="131061"/>
                </a:cubicBezTo>
                <a:lnTo>
                  <a:pt x="265216" y="131061"/>
                </a:lnTo>
                <a:lnTo>
                  <a:pt x="263729" y="99830"/>
                </a:lnTo>
                <a:lnTo>
                  <a:pt x="266889" y="99830"/>
                </a:lnTo>
                <a:cubicBezTo>
                  <a:pt x="269678" y="108009"/>
                  <a:pt x="273504" y="114144"/>
                  <a:pt x="278369" y="118234"/>
                </a:cubicBezTo>
                <a:cubicBezTo>
                  <a:pt x="283233" y="122324"/>
                  <a:pt x="287834" y="124369"/>
                  <a:pt x="292172" y="124369"/>
                </a:cubicBezTo>
                <a:cubicBezTo>
                  <a:pt x="295146" y="124369"/>
                  <a:pt x="297578" y="123455"/>
                  <a:pt x="299468" y="121627"/>
                </a:cubicBezTo>
                <a:cubicBezTo>
                  <a:pt x="301358" y="119799"/>
                  <a:pt x="302303" y="117583"/>
                  <a:pt x="302303" y="114981"/>
                </a:cubicBezTo>
                <a:cubicBezTo>
                  <a:pt x="302303" y="112006"/>
                  <a:pt x="301374" y="109435"/>
                  <a:pt x="299515" y="107266"/>
                </a:cubicBezTo>
                <a:cubicBezTo>
                  <a:pt x="297656" y="105097"/>
                  <a:pt x="293504" y="101813"/>
                  <a:pt x="287059" y="97413"/>
                </a:cubicBezTo>
                <a:cubicBezTo>
                  <a:pt x="277578" y="90844"/>
                  <a:pt x="271444" y="85825"/>
                  <a:pt x="268655" y="82355"/>
                </a:cubicBezTo>
                <a:cubicBezTo>
                  <a:pt x="264565" y="77274"/>
                  <a:pt x="262520" y="71665"/>
                  <a:pt x="262520" y="65531"/>
                </a:cubicBezTo>
                <a:cubicBezTo>
                  <a:pt x="262520" y="58838"/>
                  <a:pt x="264829" y="52781"/>
                  <a:pt x="269445" y="47359"/>
                </a:cubicBezTo>
                <a:cubicBezTo>
                  <a:pt x="274062" y="41937"/>
                  <a:pt x="280739" y="39225"/>
                  <a:pt x="289476" y="39225"/>
                </a:cubicBezTo>
                <a:cubicBezTo>
                  <a:pt x="294186" y="39225"/>
                  <a:pt x="298740" y="40416"/>
                  <a:pt x="303140" y="42798"/>
                </a:cubicBezTo>
                <a:cubicBezTo>
                  <a:pt x="304813" y="43763"/>
                  <a:pt x="306176" y="44245"/>
                  <a:pt x="307230" y="44245"/>
                </a:cubicBezTo>
                <a:cubicBezTo>
                  <a:pt x="308345" y="44245"/>
                  <a:pt x="309244" y="44012"/>
                  <a:pt x="309926" y="43548"/>
                </a:cubicBezTo>
                <a:cubicBezTo>
                  <a:pt x="310607" y="43083"/>
                  <a:pt x="311692" y="41766"/>
                  <a:pt x="313179" y="39597"/>
                </a:cubicBezTo>
                <a:lnTo>
                  <a:pt x="316339" y="395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error">
            <a:extLst xmlns:a="http://schemas.openxmlformats.org/drawingml/2006/main">
              <a:ext uri="{FF2B5EF4-FFF2-40B4-BE49-F238E27FC236}">
                <a16:creationId xmlns:a16="http://schemas.microsoft.com/office/drawing/2014/main" id="{1BFEC9BE-643E-4483-B4A8-5C820A4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8526" y="1170524"/>
            <a:ext cx="412164" cy="92208"/>
          </a:xfrm>
          <a:custGeom xmlns:a="http://schemas.openxmlformats.org/drawingml/2006/main">
            <a:pathLst>
              <a:path w="412164" h="92208">
                <a:moveTo>
                  <a:pt x="72688" y="42944"/>
                </a:moveTo>
                <a:lnTo>
                  <a:pt x="25004" y="42944"/>
                </a:lnTo>
                <a:cubicBezTo>
                  <a:pt x="25562" y="54500"/>
                  <a:pt x="28629" y="63634"/>
                  <a:pt x="34206" y="70344"/>
                </a:cubicBezTo>
                <a:cubicBezTo>
                  <a:pt x="38482" y="75501"/>
                  <a:pt x="43625" y="78079"/>
                  <a:pt x="49636" y="78079"/>
                </a:cubicBezTo>
                <a:cubicBezTo>
                  <a:pt x="53354" y="78079"/>
                  <a:pt x="56731" y="77041"/>
                  <a:pt x="59768" y="74965"/>
                </a:cubicBezTo>
                <a:cubicBezTo>
                  <a:pt x="62804" y="72889"/>
                  <a:pt x="66057" y="69156"/>
                  <a:pt x="69528" y="63765"/>
                </a:cubicBezTo>
                <a:lnTo>
                  <a:pt x="72688" y="65810"/>
                </a:lnTo>
                <a:cubicBezTo>
                  <a:pt x="67978" y="75415"/>
                  <a:pt x="62773" y="82215"/>
                  <a:pt x="57072" y="86212"/>
                </a:cubicBezTo>
                <a:cubicBezTo>
                  <a:pt x="51371" y="90209"/>
                  <a:pt x="44772" y="92208"/>
                  <a:pt x="37273" y="92208"/>
                </a:cubicBezTo>
                <a:cubicBezTo>
                  <a:pt x="24384" y="92208"/>
                  <a:pt x="14624" y="87245"/>
                  <a:pt x="7994" y="77321"/>
                </a:cubicBezTo>
                <a:cubicBezTo>
                  <a:pt x="2665" y="69319"/>
                  <a:pt x="0" y="59395"/>
                  <a:pt x="0" y="47548"/>
                </a:cubicBezTo>
                <a:cubicBezTo>
                  <a:pt x="0" y="33032"/>
                  <a:pt x="3919" y="21479"/>
                  <a:pt x="11758" y="12888"/>
                </a:cubicBezTo>
                <a:cubicBezTo>
                  <a:pt x="19597" y="4296"/>
                  <a:pt x="28784" y="0"/>
                  <a:pt x="39318" y="0"/>
                </a:cubicBezTo>
                <a:cubicBezTo>
                  <a:pt x="48118" y="0"/>
                  <a:pt x="55755" y="3610"/>
                  <a:pt x="62231" y="10829"/>
                </a:cubicBezTo>
                <a:cubicBezTo>
                  <a:pt x="68707" y="18048"/>
                  <a:pt x="72192" y="28753"/>
                  <a:pt x="72688" y="42944"/>
                </a:cubicBezTo>
                <a:moveTo>
                  <a:pt x="49822" y="36809"/>
                </a:moveTo>
                <a:cubicBezTo>
                  <a:pt x="49822" y="26832"/>
                  <a:pt x="49280" y="19985"/>
                  <a:pt x="48195" y="16266"/>
                </a:cubicBezTo>
                <a:cubicBezTo>
                  <a:pt x="47111" y="12548"/>
                  <a:pt x="45422" y="9729"/>
                  <a:pt x="43129" y="7808"/>
                </a:cubicBezTo>
                <a:cubicBezTo>
                  <a:pt x="41828" y="6692"/>
                  <a:pt x="40093" y="6135"/>
                  <a:pt x="37924" y="6135"/>
                </a:cubicBezTo>
                <a:cubicBezTo>
                  <a:pt x="34702" y="6135"/>
                  <a:pt x="32068" y="7715"/>
                  <a:pt x="30023" y="10875"/>
                </a:cubicBezTo>
                <a:cubicBezTo>
                  <a:pt x="26367" y="16390"/>
                  <a:pt x="24539" y="23950"/>
                  <a:pt x="24539" y="33555"/>
                </a:cubicBezTo>
                <a:lnTo>
                  <a:pt x="24539" y="36809"/>
                </a:lnTo>
                <a:lnTo>
                  <a:pt x="49822" y="36809"/>
                </a:lnTo>
                <a:close/>
                <a:moveTo>
                  <a:pt x="116992" y="2603"/>
                </a:moveTo>
                <a:lnTo>
                  <a:pt x="116992" y="22308"/>
                </a:lnTo>
                <a:cubicBezTo>
                  <a:pt x="122755" y="13323"/>
                  <a:pt x="127806" y="7359"/>
                  <a:pt x="132143" y="4415"/>
                </a:cubicBezTo>
                <a:cubicBezTo>
                  <a:pt x="136481" y="1472"/>
                  <a:pt x="140664" y="0"/>
                  <a:pt x="144692" y="0"/>
                </a:cubicBezTo>
                <a:cubicBezTo>
                  <a:pt x="148162" y="0"/>
                  <a:pt x="150935" y="1073"/>
                  <a:pt x="153011" y="3218"/>
                </a:cubicBezTo>
                <a:cubicBezTo>
                  <a:pt x="155087" y="5364"/>
                  <a:pt x="156125" y="8396"/>
                  <a:pt x="156125" y="12313"/>
                </a:cubicBezTo>
                <a:cubicBezTo>
                  <a:pt x="156125" y="16480"/>
                  <a:pt x="155118" y="19715"/>
                  <a:pt x="153104" y="22018"/>
                </a:cubicBezTo>
                <a:cubicBezTo>
                  <a:pt x="151090" y="24318"/>
                  <a:pt x="148658" y="25469"/>
                  <a:pt x="145807" y="25469"/>
                </a:cubicBezTo>
                <a:cubicBezTo>
                  <a:pt x="142523" y="25469"/>
                  <a:pt x="139673" y="24415"/>
                  <a:pt x="137256" y="22308"/>
                </a:cubicBezTo>
                <a:cubicBezTo>
                  <a:pt x="134839" y="20201"/>
                  <a:pt x="133414" y="19024"/>
                  <a:pt x="132980" y="18776"/>
                </a:cubicBezTo>
                <a:cubicBezTo>
                  <a:pt x="132360" y="18404"/>
                  <a:pt x="131648" y="18218"/>
                  <a:pt x="130842" y="18218"/>
                </a:cubicBezTo>
                <a:cubicBezTo>
                  <a:pt x="129045" y="18218"/>
                  <a:pt x="127341" y="18900"/>
                  <a:pt x="125730" y="20263"/>
                </a:cubicBezTo>
                <a:cubicBezTo>
                  <a:pt x="123189" y="22370"/>
                  <a:pt x="121268" y="25376"/>
                  <a:pt x="119967" y="29280"/>
                </a:cubicBezTo>
                <a:cubicBezTo>
                  <a:pt x="117984" y="35291"/>
                  <a:pt x="116992" y="41921"/>
                  <a:pt x="116992" y="49171"/>
                </a:cubicBezTo>
                <a:lnTo>
                  <a:pt x="116992" y="69156"/>
                </a:lnTo>
                <a:lnTo>
                  <a:pt x="117085" y="74361"/>
                </a:lnTo>
                <a:cubicBezTo>
                  <a:pt x="117085" y="77893"/>
                  <a:pt x="117302" y="80155"/>
                  <a:pt x="117736" y="81147"/>
                </a:cubicBezTo>
                <a:cubicBezTo>
                  <a:pt x="118480" y="82820"/>
                  <a:pt x="119580" y="84044"/>
                  <a:pt x="121036" y="84818"/>
                </a:cubicBezTo>
                <a:cubicBezTo>
                  <a:pt x="122492" y="85593"/>
                  <a:pt x="124955" y="86073"/>
                  <a:pt x="128425" y="86259"/>
                </a:cubicBezTo>
                <a:lnTo>
                  <a:pt x="128425" y="89605"/>
                </a:lnTo>
                <a:lnTo>
                  <a:pt x="81485" y="89605"/>
                </a:lnTo>
                <a:lnTo>
                  <a:pt x="81485" y="86259"/>
                </a:lnTo>
                <a:cubicBezTo>
                  <a:pt x="85265" y="85949"/>
                  <a:pt x="87821" y="84911"/>
                  <a:pt x="89153" y="83145"/>
                </a:cubicBezTo>
                <a:cubicBezTo>
                  <a:pt x="90486" y="81379"/>
                  <a:pt x="91152" y="76716"/>
                  <a:pt x="91152" y="69156"/>
                </a:cubicBezTo>
                <a:lnTo>
                  <a:pt x="91152" y="21007"/>
                </a:lnTo>
                <a:cubicBezTo>
                  <a:pt x="91152" y="16019"/>
                  <a:pt x="90904" y="12839"/>
                  <a:pt x="90408" y="11468"/>
                </a:cubicBezTo>
                <a:cubicBezTo>
                  <a:pt x="89789" y="9721"/>
                  <a:pt x="88890" y="8443"/>
                  <a:pt x="87713" y="7634"/>
                </a:cubicBezTo>
                <a:cubicBezTo>
                  <a:pt x="86535" y="6822"/>
                  <a:pt x="84459" y="6261"/>
                  <a:pt x="81485" y="5949"/>
                </a:cubicBezTo>
                <a:lnTo>
                  <a:pt x="81485" y="2603"/>
                </a:lnTo>
                <a:lnTo>
                  <a:pt x="116992" y="2603"/>
                </a:lnTo>
                <a:close/>
                <a:moveTo>
                  <a:pt x="198848" y="2603"/>
                </a:moveTo>
                <a:lnTo>
                  <a:pt x="198848" y="22308"/>
                </a:lnTo>
                <a:cubicBezTo>
                  <a:pt x="204611" y="13323"/>
                  <a:pt x="209662" y="7359"/>
                  <a:pt x="213999" y="4415"/>
                </a:cubicBezTo>
                <a:cubicBezTo>
                  <a:pt x="218337" y="1472"/>
                  <a:pt x="222520" y="0"/>
                  <a:pt x="226548" y="0"/>
                </a:cubicBezTo>
                <a:cubicBezTo>
                  <a:pt x="230018" y="0"/>
                  <a:pt x="232791" y="1073"/>
                  <a:pt x="234867" y="3218"/>
                </a:cubicBezTo>
                <a:cubicBezTo>
                  <a:pt x="236943" y="5364"/>
                  <a:pt x="237981" y="8396"/>
                  <a:pt x="237981" y="12313"/>
                </a:cubicBezTo>
                <a:cubicBezTo>
                  <a:pt x="237981" y="16480"/>
                  <a:pt x="236974" y="19715"/>
                  <a:pt x="234960" y="22018"/>
                </a:cubicBezTo>
                <a:cubicBezTo>
                  <a:pt x="232946" y="24318"/>
                  <a:pt x="230514" y="25469"/>
                  <a:pt x="227663" y="25469"/>
                </a:cubicBezTo>
                <a:cubicBezTo>
                  <a:pt x="224379" y="25469"/>
                  <a:pt x="221528" y="24415"/>
                  <a:pt x="219112" y="22308"/>
                </a:cubicBezTo>
                <a:cubicBezTo>
                  <a:pt x="216695" y="20201"/>
                  <a:pt x="215270" y="19024"/>
                  <a:pt x="214836" y="18776"/>
                </a:cubicBezTo>
                <a:cubicBezTo>
                  <a:pt x="214216" y="18404"/>
                  <a:pt x="213504" y="18218"/>
                  <a:pt x="212698" y="18218"/>
                </a:cubicBezTo>
                <a:cubicBezTo>
                  <a:pt x="210901" y="18218"/>
                  <a:pt x="209197" y="18900"/>
                  <a:pt x="207586" y="20263"/>
                </a:cubicBezTo>
                <a:cubicBezTo>
                  <a:pt x="205045" y="22370"/>
                  <a:pt x="203124" y="25376"/>
                  <a:pt x="201823" y="29280"/>
                </a:cubicBezTo>
                <a:cubicBezTo>
                  <a:pt x="199840" y="35291"/>
                  <a:pt x="198848" y="41921"/>
                  <a:pt x="198848" y="49171"/>
                </a:cubicBezTo>
                <a:lnTo>
                  <a:pt x="198848" y="69156"/>
                </a:lnTo>
                <a:lnTo>
                  <a:pt x="198941" y="74361"/>
                </a:lnTo>
                <a:cubicBezTo>
                  <a:pt x="198941" y="77893"/>
                  <a:pt x="199158" y="80155"/>
                  <a:pt x="199592" y="81147"/>
                </a:cubicBezTo>
                <a:cubicBezTo>
                  <a:pt x="200336" y="82820"/>
                  <a:pt x="201436" y="84044"/>
                  <a:pt x="202892" y="84818"/>
                </a:cubicBezTo>
                <a:cubicBezTo>
                  <a:pt x="204348" y="85593"/>
                  <a:pt x="206811" y="86073"/>
                  <a:pt x="210281" y="86259"/>
                </a:cubicBezTo>
                <a:lnTo>
                  <a:pt x="210281" y="89605"/>
                </a:lnTo>
                <a:lnTo>
                  <a:pt x="163341" y="89605"/>
                </a:lnTo>
                <a:lnTo>
                  <a:pt x="163341" y="86259"/>
                </a:lnTo>
                <a:cubicBezTo>
                  <a:pt x="167121" y="85949"/>
                  <a:pt x="169677" y="84911"/>
                  <a:pt x="171009" y="83145"/>
                </a:cubicBezTo>
                <a:cubicBezTo>
                  <a:pt x="172342" y="81379"/>
                  <a:pt x="173008" y="76716"/>
                  <a:pt x="173008" y="69156"/>
                </a:cubicBezTo>
                <a:lnTo>
                  <a:pt x="173008" y="21007"/>
                </a:lnTo>
                <a:cubicBezTo>
                  <a:pt x="173008" y="16019"/>
                  <a:pt x="172760" y="12839"/>
                  <a:pt x="172264" y="11468"/>
                </a:cubicBezTo>
                <a:cubicBezTo>
                  <a:pt x="171645" y="9721"/>
                  <a:pt x="170746" y="8443"/>
                  <a:pt x="169569" y="7634"/>
                </a:cubicBezTo>
                <a:cubicBezTo>
                  <a:pt x="168391" y="6822"/>
                  <a:pt x="166315" y="6261"/>
                  <a:pt x="163341" y="5949"/>
                </a:cubicBezTo>
                <a:lnTo>
                  <a:pt x="163341" y="2603"/>
                </a:lnTo>
                <a:lnTo>
                  <a:pt x="198848" y="2603"/>
                </a:lnTo>
                <a:close/>
                <a:moveTo>
                  <a:pt x="285631" y="0"/>
                </a:moveTo>
                <a:cubicBezTo>
                  <a:pt x="293191" y="0"/>
                  <a:pt x="300224" y="1954"/>
                  <a:pt x="306731" y="5862"/>
                </a:cubicBezTo>
                <a:cubicBezTo>
                  <a:pt x="313237" y="9770"/>
                  <a:pt x="318179" y="15321"/>
                  <a:pt x="321556" y="22517"/>
                </a:cubicBezTo>
                <a:cubicBezTo>
                  <a:pt x="324934" y="29713"/>
                  <a:pt x="326622" y="37591"/>
                  <a:pt x="326622" y="46150"/>
                </a:cubicBezTo>
                <a:cubicBezTo>
                  <a:pt x="326622" y="58494"/>
                  <a:pt x="323493" y="68822"/>
                  <a:pt x="317234" y="77135"/>
                </a:cubicBezTo>
                <a:cubicBezTo>
                  <a:pt x="309674" y="87184"/>
                  <a:pt x="299233" y="92208"/>
                  <a:pt x="285910" y="92208"/>
                </a:cubicBezTo>
                <a:cubicBezTo>
                  <a:pt x="272834" y="92208"/>
                  <a:pt x="262765" y="87617"/>
                  <a:pt x="255700" y="78436"/>
                </a:cubicBezTo>
                <a:cubicBezTo>
                  <a:pt x="248636" y="69256"/>
                  <a:pt x="245104" y="58617"/>
                  <a:pt x="245104" y="46522"/>
                </a:cubicBezTo>
                <a:cubicBezTo>
                  <a:pt x="245104" y="34055"/>
                  <a:pt x="248714" y="23185"/>
                  <a:pt x="255933" y="13911"/>
                </a:cubicBezTo>
                <a:cubicBezTo>
                  <a:pt x="263152" y="4637"/>
                  <a:pt x="273051" y="0"/>
                  <a:pt x="285631" y="0"/>
                </a:cubicBezTo>
                <a:moveTo>
                  <a:pt x="286003" y="6507"/>
                </a:moveTo>
                <a:cubicBezTo>
                  <a:pt x="282842" y="6507"/>
                  <a:pt x="280131" y="7701"/>
                  <a:pt x="277869" y="10091"/>
                </a:cubicBezTo>
                <a:cubicBezTo>
                  <a:pt x="275607" y="12479"/>
                  <a:pt x="274120" y="17193"/>
                  <a:pt x="273408" y="24234"/>
                </a:cubicBezTo>
                <a:cubicBezTo>
                  <a:pt x="272695" y="31275"/>
                  <a:pt x="272339" y="41062"/>
                  <a:pt x="272339" y="53595"/>
                </a:cubicBezTo>
                <a:cubicBezTo>
                  <a:pt x="272339" y="60233"/>
                  <a:pt x="272772" y="66438"/>
                  <a:pt x="273640" y="72209"/>
                </a:cubicBezTo>
                <a:cubicBezTo>
                  <a:pt x="274322" y="76612"/>
                  <a:pt x="275778" y="79962"/>
                  <a:pt x="278009" y="82259"/>
                </a:cubicBezTo>
                <a:cubicBezTo>
                  <a:pt x="280240" y="84554"/>
                  <a:pt x="282780" y="85701"/>
                  <a:pt x="285631" y="85701"/>
                </a:cubicBezTo>
                <a:cubicBezTo>
                  <a:pt x="288419" y="85701"/>
                  <a:pt x="290743" y="84926"/>
                  <a:pt x="292602" y="83374"/>
                </a:cubicBezTo>
                <a:cubicBezTo>
                  <a:pt x="295019" y="81266"/>
                  <a:pt x="296630" y="78318"/>
                  <a:pt x="297436" y="74532"/>
                </a:cubicBezTo>
                <a:cubicBezTo>
                  <a:pt x="298675" y="68640"/>
                  <a:pt x="299295" y="56728"/>
                  <a:pt x="299295" y="38798"/>
                </a:cubicBezTo>
                <a:cubicBezTo>
                  <a:pt x="299295" y="28252"/>
                  <a:pt x="298706" y="21010"/>
                  <a:pt x="297528" y="17071"/>
                </a:cubicBezTo>
                <a:cubicBezTo>
                  <a:pt x="296351" y="13130"/>
                  <a:pt x="294616" y="10260"/>
                  <a:pt x="292323" y="8461"/>
                </a:cubicBezTo>
                <a:cubicBezTo>
                  <a:pt x="290712" y="7158"/>
                  <a:pt x="288605" y="6507"/>
                  <a:pt x="286003" y="6507"/>
                </a:cubicBezTo>
                <a:close/>
                <a:moveTo>
                  <a:pt x="373032" y="2603"/>
                </a:moveTo>
                <a:lnTo>
                  <a:pt x="373032" y="22308"/>
                </a:lnTo>
                <a:cubicBezTo>
                  <a:pt x="378795" y="13323"/>
                  <a:pt x="383845" y="7359"/>
                  <a:pt x="388183" y="4415"/>
                </a:cubicBezTo>
                <a:cubicBezTo>
                  <a:pt x="392521" y="1472"/>
                  <a:pt x="396703" y="0"/>
                  <a:pt x="400731" y="0"/>
                </a:cubicBezTo>
                <a:cubicBezTo>
                  <a:pt x="404202" y="0"/>
                  <a:pt x="406975" y="1073"/>
                  <a:pt x="409050" y="3218"/>
                </a:cubicBezTo>
                <a:cubicBezTo>
                  <a:pt x="411126" y="5364"/>
                  <a:pt x="412164" y="8396"/>
                  <a:pt x="412164" y="12313"/>
                </a:cubicBezTo>
                <a:cubicBezTo>
                  <a:pt x="412164" y="16480"/>
                  <a:pt x="411157" y="19715"/>
                  <a:pt x="409143" y="22018"/>
                </a:cubicBezTo>
                <a:cubicBezTo>
                  <a:pt x="407129" y="24318"/>
                  <a:pt x="404697" y="25469"/>
                  <a:pt x="401847" y="25469"/>
                </a:cubicBezTo>
                <a:cubicBezTo>
                  <a:pt x="398562" y="25469"/>
                  <a:pt x="395712" y="24415"/>
                  <a:pt x="393295" y="22308"/>
                </a:cubicBezTo>
                <a:cubicBezTo>
                  <a:pt x="390879" y="20201"/>
                  <a:pt x="389453" y="19024"/>
                  <a:pt x="389019" y="18776"/>
                </a:cubicBezTo>
                <a:cubicBezTo>
                  <a:pt x="388400" y="18404"/>
                  <a:pt x="387687" y="18218"/>
                  <a:pt x="386882" y="18218"/>
                </a:cubicBezTo>
                <a:cubicBezTo>
                  <a:pt x="385085" y="18218"/>
                  <a:pt x="383380" y="18900"/>
                  <a:pt x="381769" y="20263"/>
                </a:cubicBezTo>
                <a:cubicBezTo>
                  <a:pt x="379229" y="22370"/>
                  <a:pt x="377308" y="25376"/>
                  <a:pt x="376006" y="29280"/>
                </a:cubicBezTo>
                <a:cubicBezTo>
                  <a:pt x="374023" y="35291"/>
                  <a:pt x="373032" y="41921"/>
                  <a:pt x="373032" y="49171"/>
                </a:cubicBezTo>
                <a:lnTo>
                  <a:pt x="373032" y="69156"/>
                </a:lnTo>
                <a:lnTo>
                  <a:pt x="373125" y="74361"/>
                </a:lnTo>
                <a:cubicBezTo>
                  <a:pt x="373125" y="77893"/>
                  <a:pt x="373342" y="80155"/>
                  <a:pt x="373775" y="81147"/>
                </a:cubicBezTo>
                <a:cubicBezTo>
                  <a:pt x="374519" y="82820"/>
                  <a:pt x="375619" y="84044"/>
                  <a:pt x="377075" y="84818"/>
                </a:cubicBezTo>
                <a:cubicBezTo>
                  <a:pt x="378531" y="85593"/>
                  <a:pt x="380995" y="86073"/>
                  <a:pt x="384465" y="86259"/>
                </a:cubicBezTo>
                <a:lnTo>
                  <a:pt x="384465" y="89605"/>
                </a:lnTo>
                <a:lnTo>
                  <a:pt x="337524" y="89605"/>
                </a:lnTo>
                <a:lnTo>
                  <a:pt x="337524" y="86259"/>
                </a:lnTo>
                <a:cubicBezTo>
                  <a:pt x="341304" y="85949"/>
                  <a:pt x="343861" y="84911"/>
                  <a:pt x="345193" y="83145"/>
                </a:cubicBezTo>
                <a:cubicBezTo>
                  <a:pt x="346525" y="81379"/>
                  <a:pt x="347191" y="76716"/>
                  <a:pt x="347191" y="69156"/>
                </a:cubicBezTo>
                <a:lnTo>
                  <a:pt x="347191" y="21007"/>
                </a:lnTo>
                <a:cubicBezTo>
                  <a:pt x="347191" y="16019"/>
                  <a:pt x="346943" y="12839"/>
                  <a:pt x="346448" y="11468"/>
                </a:cubicBezTo>
                <a:cubicBezTo>
                  <a:pt x="345828" y="9721"/>
                  <a:pt x="344930" y="8443"/>
                  <a:pt x="343752" y="7634"/>
                </a:cubicBezTo>
                <a:cubicBezTo>
                  <a:pt x="342575" y="6822"/>
                  <a:pt x="340499" y="6261"/>
                  <a:pt x="337524" y="5949"/>
                </a:cubicBezTo>
                <a:lnTo>
                  <a:pt x="337524" y="2603"/>
                </a:lnTo>
                <a:lnTo>
                  <a:pt x="373032" y="26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">
            <a:extLst xmlns:a="http://schemas.openxmlformats.org/drawingml/2006/main">
              <a:ext uri="{FF2B5EF4-FFF2-40B4-BE49-F238E27FC236}">
                <a16:creationId xmlns:a16="http://schemas.microsoft.com/office/drawing/2014/main" id="{26144690-F334-4E0D-B4CE-9902628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0018" y="964311"/>
            <a:ext cx="249110" cy="231511"/>
          </a:xfrm>
          <a:custGeom xmlns:a="http://schemas.openxmlformats.org/drawingml/2006/main">
            <a:pathLst>
              <a:path w="249110" h="231511">
                <a:moveTo>
                  <a:pt x="123192" y="167568"/>
                </a:moveTo>
                <a:lnTo>
                  <a:pt x="119473" y="172797"/>
                </a:lnTo>
                <a:cubicBezTo>
                  <a:pt x="93695" y="211939"/>
                  <a:pt x="72543" y="231511"/>
                  <a:pt x="56019" y="231511"/>
                </a:cubicBezTo>
                <a:cubicBezTo>
                  <a:pt x="37015" y="231511"/>
                  <a:pt x="18342" y="216058"/>
                  <a:pt x="0" y="185151"/>
                </a:cubicBezTo>
                <a:cubicBezTo>
                  <a:pt x="2479" y="185322"/>
                  <a:pt x="4296" y="185407"/>
                  <a:pt x="5453" y="185407"/>
                </a:cubicBezTo>
                <a:cubicBezTo>
                  <a:pt x="27100" y="185407"/>
                  <a:pt x="51227" y="168841"/>
                  <a:pt x="77831" y="135709"/>
                </a:cubicBezTo>
                <a:lnTo>
                  <a:pt x="84524" y="127258"/>
                </a:lnTo>
                <a:lnTo>
                  <a:pt x="75848" y="117831"/>
                </a:lnTo>
                <a:cubicBezTo>
                  <a:pt x="51557" y="92032"/>
                  <a:pt x="39411" y="70119"/>
                  <a:pt x="39411" y="52091"/>
                </a:cubicBezTo>
                <a:cubicBezTo>
                  <a:pt x="39411" y="37374"/>
                  <a:pt x="52714" y="20010"/>
                  <a:pt x="79318" y="0"/>
                </a:cubicBezTo>
                <a:cubicBezTo>
                  <a:pt x="83119" y="25675"/>
                  <a:pt x="94439" y="50687"/>
                  <a:pt x="113277" y="75035"/>
                </a:cubicBezTo>
                <a:lnTo>
                  <a:pt x="120713" y="84477"/>
                </a:lnTo>
                <a:lnTo>
                  <a:pt x="126662" y="76770"/>
                </a:lnTo>
                <a:cubicBezTo>
                  <a:pt x="154258" y="41454"/>
                  <a:pt x="179293" y="23796"/>
                  <a:pt x="201766" y="23796"/>
                </a:cubicBezTo>
                <a:cubicBezTo>
                  <a:pt x="219283" y="23796"/>
                  <a:pt x="232585" y="37181"/>
                  <a:pt x="241674" y="63951"/>
                </a:cubicBezTo>
                <a:cubicBezTo>
                  <a:pt x="239030" y="63620"/>
                  <a:pt x="237129" y="63455"/>
                  <a:pt x="235973" y="63455"/>
                </a:cubicBezTo>
                <a:cubicBezTo>
                  <a:pt x="228041" y="63455"/>
                  <a:pt x="216886" y="68774"/>
                  <a:pt x="202510" y="79411"/>
                </a:cubicBezTo>
                <a:cubicBezTo>
                  <a:pt x="188134" y="90044"/>
                  <a:pt x="175988" y="102037"/>
                  <a:pt x="166073" y="115391"/>
                </a:cubicBezTo>
                <a:lnTo>
                  <a:pt x="158637" y="125531"/>
                </a:lnTo>
                <a:lnTo>
                  <a:pt x="165825" y="132456"/>
                </a:lnTo>
                <a:cubicBezTo>
                  <a:pt x="192430" y="158172"/>
                  <a:pt x="220191" y="171031"/>
                  <a:pt x="249110" y="171031"/>
                </a:cubicBezTo>
                <a:cubicBezTo>
                  <a:pt x="233576" y="202427"/>
                  <a:pt x="217382" y="218126"/>
                  <a:pt x="200527" y="218126"/>
                </a:cubicBezTo>
                <a:cubicBezTo>
                  <a:pt x="185324" y="218126"/>
                  <a:pt x="163347" y="204743"/>
                  <a:pt x="134594" y="177979"/>
                </a:cubicBezTo>
                <a:lnTo>
                  <a:pt x="123192" y="167568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Attempt1">
            <a:extLst xmlns:a="http://schemas.openxmlformats.org/drawingml/2006/main">
              <a:ext uri="{FF2B5EF4-FFF2-40B4-BE49-F238E27FC236}">
                <a16:creationId xmlns:a16="http://schemas.microsoft.com/office/drawing/2014/main" id="{C717F22A-9C51-4F6B-8265-AF510ED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94" y="691874"/>
            <a:ext cx="794872" cy="169543"/>
          </a:xfrm>
          <a:custGeom xmlns:a="http://schemas.openxmlformats.org/drawingml/2006/main">
            <a:pathLst>
              <a:path w="794872" h="169543">
                <a:moveTo>
                  <a:pt x="77707" y="92765"/>
                </a:moveTo>
                <a:lnTo>
                  <a:pt x="33184" y="92765"/>
                </a:lnTo>
                <a:lnTo>
                  <a:pt x="27885" y="105096"/>
                </a:lnTo>
                <a:cubicBezTo>
                  <a:pt x="26150" y="109230"/>
                  <a:pt x="25283" y="112644"/>
                  <a:pt x="25283" y="115338"/>
                </a:cubicBezTo>
                <a:cubicBezTo>
                  <a:pt x="25283" y="118907"/>
                  <a:pt x="26708" y="121538"/>
                  <a:pt x="29559" y="123230"/>
                </a:cubicBezTo>
                <a:cubicBezTo>
                  <a:pt x="31232" y="124231"/>
                  <a:pt x="35352" y="124983"/>
                  <a:pt x="41921" y="125484"/>
                </a:cubicBezTo>
                <a:lnTo>
                  <a:pt x="41921" y="128831"/>
                </a:lnTo>
                <a:lnTo>
                  <a:pt x="0" y="128831"/>
                </a:lnTo>
                <a:lnTo>
                  <a:pt x="0" y="125484"/>
                </a:lnTo>
                <a:cubicBezTo>
                  <a:pt x="4524" y="124797"/>
                  <a:pt x="8242" y="122905"/>
                  <a:pt x="11154" y="119808"/>
                </a:cubicBezTo>
                <a:cubicBezTo>
                  <a:pt x="14067" y="116710"/>
                  <a:pt x="17661" y="110312"/>
                  <a:pt x="21937" y="100614"/>
                </a:cubicBezTo>
                <a:lnTo>
                  <a:pt x="67018" y="0"/>
                </a:lnTo>
                <a:lnTo>
                  <a:pt x="68784" y="0"/>
                </a:lnTo>
                <a:lnTo>
                  <a:pt x="114237" y="103417"/>
                </a:lnTo>
                <a:cubicBezTo>
                  <a:pt x="118575" y="113309"/>
                  <a:pt x="122138" y="119537"/>
                  <a:pt x="124927" y="122103"/>
                </a:cubicBezTo>
                <a:cubicBezTo>
                  <a:pt x="127034" y="124044"/>
                  <a:pt x="130008" y="125171"/>
                  <a:pt x="133850" y="125484"/>
                </a:cubicBezTo>
                <a:lnTo>
                  <a:pt x="133850" y="128831"/>
                </a:lnTo>
                <a:lnTo>
                  <a:pt x="72874" y="128831"/>
                </a:lnTo>
                <a:lnTo>
                  <a:pt x="72874" y="125484"/>
                </a:lnTo>
                <a:lnTo>
                  <a:pt x="75384" y="125484"/>
                </a:lnTo>
                <a:cubicBezTo>
                  <a:pt x="80279" y="125484"/>
                  <a:pt x="83718" y="124791"/>
                  <a:pt x="85701" y="123405"/>
                </a:cubicBezTo>
                <a:cubicBezTo>
                  <a:pt x="87064" y="122398"/>
                  <a:pt x="87746" y="120948"/>
                  <a:pt x="87746" y="119056"/>
                </a:cubicBezTo>
                <a:cubicBezTo>
                  <a:pt x="87746" y="117923"/>
                  <a:pt x="87560" y="116758"/>
                  <a:pt x="87188" y="115559"/>
                </a:cubicBezTo>
                <a:cubicBezTo>
                  <a:pt x="87064" y="114993"/>
                  <a:pt x="86135" y="112631"/>
                  <a:pt x="84400" y="108471"/>
                </a:cubicBezTo>
                <a:lnTo>
                  <a:pt x="77707" y="92765"/>
                </a:lnTo>
                <a:moveTo>
                  <a:pt x="74547" y="85887"/>
                </a:moveTo>
                <a:lnTo>
                  <a:pt x="55771" y="42426"/>
                </a:lnTo>
                <a:lnTo>
                  <a:pt x="36437" y="85887"/>
                </a:lnTo>
                <a:lnTo>
                  <a:pt x="74547" y="85887"/>
                </a:lnTo>
                <a:close/>
                <a:moveTo>
                  <a:pt x="176855" y="9853"/>
                </a:moveTo>
                <a:lnTo>
                  <a:pt x="176855" y="41828"/>
                </a:lnTo>
                <a:lnTo>
                  <a:pt x="197490" y="41828"/>
                </a:lnTo>
                <a:lnTo>
                  <a:pt x="197490" y="50937"/>
                </a:lnTo>
                <a:lnTo>
                  <a:pt x="176855" y="50937"/>
                </a:lnTo>
                <a:lnTo>
                  <a:pt x="176855" y="104715"/>
                </a:lnTo>
                <a:cubicBezTo>
                  <a:pt x="176855" y="109748"/>
                  <a:pt x="177087" y="112995"/>
                  <a:pt x="177552" y="114455"/>
                </a:cubicBezTo>
                <a:cubicBezTo>
                  <a:pt x="178016" y="115915"/>
                  <a:pt x="178838" y="117096"/>
                  <a:pt x="180015" y="117999"/>
                </a:cubicBezTo>
                <a:cubicBezTo>
                  <a:pt x="181192" y="118899"/>
                  <a:pt x="182277" y="119350"/>
                  <a:pt x="183268" y="119350"/>
                </a:cubicBezTo>
                <a:cubicBezTo>
                  <a:pt x="187296" y="119350"/>
                  <a:pt x="191107" y="116251"/>
                  <a:pt x="194701" y="110054"/>
                </a:cubicBezTo>
                <a:lnTo>
                  <a:pt x="197490" y="112120"/>
                </a:lnTo>
                <a:cubicBezTo>
                  <a:pt x="192470" y="124128"/>
                  <a:pt x="184322" y="130132"/>
                  <a:pt x="173044" y="130132"/>
                </a:cubicBezTo>
                <a:cubicBezTo>
                  <a:pt x="167528" y="130132"/>
                  <a:pt x="162865" y="128593"/>
                  <a:pt x="159054" y="125516"/>
                </a:cubicBezTo>
                <a:cubicBezTo>
                  <a:pt x="155243" y="122437"/>
                  <a:pt x="152811" y="119001"/>
                  <a:pt x="151758" y="115207"/>
                </a:cubicBezTo>
                <a:cubicBezTo>
                  <a:pt x="151138" y="113093"/>
                  <a:pt x="150828" y="107371"/>
                  <a:pt x="150828" y="98043"/>
                </a:cubicBezTo>
                <a:lnTo>
                  <a:pt x="150828" y="50937"/>
                </a:lnTo>
                <a:lnTo>
                  <a:pt x="139488" y="50937"/>
                </a:lnTo>
                <a:lnTo>
                  <a:pt x="139488" y="47675"/>
                </a:lnTo>
                <a:cubicBezTo>
                  <a:pt x="147296" y="42149"/>
                  <a:pt x="153942" y="36342"/>
                  <a:pt x="159426" y="30256"/>
                </a:cubicBezTo>
                <a:cubicBezTo>
                  <a:pt x="164910" y="24169"/>
                  <a:pt x="169697" y="17368"/>
                  <a:pt x="173787" y="9853"/>
                </a:cubicBezTo>
                <a:lnTo>
                  <a:pt x="176855" y="9853"/>
                </a:lnTo>
                <a:close/>
                <a:moveTo>
                  <a:pt x="240246" y="9853"/>
                </a:moveTo>
                <a:lnTo>
                  <a:pt x="240246" y="41828"/>
                </a:lnTo>
                <a:lnTo>
                  <a:pt x="260881" y="41828"/>
                </a:lnTo>
                <a:lnTo>
                  <a:pt x="260881" y="50937"/>
                </a:lnTo>
                <a:lnTo>
                  <a:pt x="240246" y="50937"/>
                </a:lnTo>
                <a:lnTo>
                  <a:pt x="240246" y="104715"/>
                </a:lnTo>
                <a:cubicBezTo>
                  <a:pt x="240246" y="109748"/>
                  <a:pt x="240478" y="112995"/>
                  <a:pt x="240943" y="114455"/>
                </a:cubicBezTo>
                <a:cubicBezTo>
                  <a:pt x="241408" y="115915"/>
                  <a:pt x="242229" y="117096"/>
                  <a:pt x="243406" y="117999"/>
                </a:cubicBezTo>
                <a:cubicBezTo>
                  <a:pt x="244583" y="118899"/>
                  <a:pt x="245668" y="119350"/>
                  <a:pt x="246659" y="119350"/>
                </a:cubicBezTo>
                <a:cubicBezTo>
                  <a:pt x="250687" y="119350"/>
                  <a:pt x="254498" y="116251"/>
                  <a:pt x="258092" y="110054"/>
                </a:cubicBezTo>
                <a:lnTo>
                  <a:pt x="260881" y="112120"/>
                </a:lnTo>
                <a:cubicBezTo>
                  <a:pt x="255861" y="124128"/>
                  <a:pt x="247713" y="130132"/>
                  <a:pt x="236435" y="130132"/>
                </a:cubicBezTo>
                <a:cubicBezTo>
                  <a:pt x="230919" y="130132"/>
                  <a:pt x="226256" y="128593"/>
                  <a:pt x="222445" y="125516"/>
                </a:cubicBezTo>
                <a:cubicBezTo>
                  <a:pt x="218634" y="122437"/>
                  <a:pt x="216202" y="119001"/>
                  <a:pt x="215149" y="115207"/>
                </a:cubicBezTo>
                <a:cubicBezTo>
                  <a:pt x="214529" y="113093"/>
                  <a:pt x="214219" y="107371"/>
                  <a:pt x="214219" y="98043"/>
                </a:cubicBezTo>
                <a:lnTo>
                  <a:pt x="214219" y="50937"/>
                </a:lnTo>
                <a:lnTo>
                  <a:pt x="202879" y="50937"/>
                </a:lnTo>
                <a:lnTo>
                  <a:pt x="202879" y="47675"/>
                </a:lnTo>
                <a:cubicBezTo>
                  <a:pt x="210687" y="42149"/>
                  <a:pt x="217333" y="36342"/>
                  <a:pt x="222817" y="30256"/>
                </a:cubicBezTo>
                <a:cubicBezTo>
                  <a:pt x="228301" y="24169"/>
                  <a:pt x="233088" y="17368"/>
                  <a:pt x="237178" y="9853"/>
                </a:cubicBezTo>
                <a:lnTo>
                  <a:pt x="240246" y="9853"/>
                </a:lnTo>
                <a:close/>
                <a:moveTo>
                  <a:pt x="342768" y="82169"/>
                </a:moveTo>
                <a:lnTo>
                  <a:pt x="295084" y="82169"/>
                </a:lnTo>
                <a:cubicBezTo>
                  <a:pt x="295642" y="93726"/>
                  <a:pt x="298709" y="102859"/>
                  <a:pt x="304286" y="109569"/>
                </a:cubicBezTo>
                <a:cubicBezTo>
                  <a:pt x="308562" y="114726"/>
                  <a:pt x="313706" y="117305"/>
                  <a:pt x="319716" y="117305"/>
                </a:cubicBezTo>
                <a:cubicBezTo>
                  <a:pt x="323434" y="117305"/>
                  <a:pt x="326812" y="116267"/>
                  <a:pt x="329848" y="114191"/>
                </a:cubicBezTo>
                <a:cubicBezTo>
                  <a:pt x="332885" y="112115"/>
                  <a:pt x="336138" y="108381"/>
                  <a:pt x="339608" y="102990"/>
                </a:cubicBezTo>
                <a:lnTo>
                  <a:pt x="342768" y="105035"/>
                </a:lnTo>
                <a:cubicBezTo>
                  <a:pt x="338059" y="114640"/>
                  <a:pt x="332854" y="121441"/>
                  <a:pt x="327153" y="125438"/>
                </a:cubicBezTo>
                <a:cubicBezTo>
                  <a:pt x="321452" y="129435"/>
                  <a:pt x="314852" y="131433"/>
                  <a:pt x="307354" y="131433"/>
                </a:cubicBezTo>
                <a:cubicBezTo>
                  <a:pt x="294465" y="131433"/>
                  <a:pt x="284705" y="126471"/>
                  <a:pt x="278074" y="116546"/>
                </a:cubicBezTo>
                <a:cubicBezTo>
                  <a:pt x="272745" y="108545"/>
                  <a:pt x="270080" y="98620"/>
                  <a:pt x="270080" y="86773"/>
                </a:cubicBezTo>
                <a:cubicBezTo>
                  <a:pt x="270080" y="72257"/>
                  <a:pt x="274000" y="60704"/>
                  <a:pt x="281839" y="52114"/>
                </a:cubicBezTo>
                <a:cubicBezTo>
                  <a:pt x="289678" y="43522"/>
                  <a:pt x="298864" y="39225"/>
                  <a:pt x="309399" y="39225"/>
                </a:cubicBezTo>
                <a:cubicBezTo>
                  <a:pt x="318198" y="39225"/>
                  <a:pt x="325836" y="42835"/>
                  <a:pt x="332311" y="50054"/>
                </a:cubicBezTo>
                <a:cubicBezTo>
                  <a:pt x="338787" y="57274"/>
                  <a:pt x="342273" y="67978"/>
                  <a:pt x="342768" y="82169"/>
                </a:cubicBezTo>
                <a:moveTo>
                  <a:pt x="319902" y="76034"/>
                </a:moveTo>
                <a:cubicBezTo>
                  <a:pt x="319902" y="66057"/>
                  <a:pt x="319360" y="59210"/>
                  <a:pt x="318276" y="55492"/>
                </a:cubicBezTo>
                <a:cubicBezTo>
                  <a:pt x="317191" y="51774"/>
                  <a:pt x="315503" y="48954"/>
                  <a:pt x="313210" y="47033"/>
                </a:cubicBezTo>
                <a:cubicBezTo>
                  <a:pt x="311908" y="45918"/>
                  <a:pt x="310173" y="45360"/>
                  <a:pt x="308005" y="45360"/>
                </a:cubicBezTo>
                <a:cubicBezTo>
                  <a:pt x="304782" y="45360"/>
                  <a:pt x="302149" y="46940"/>
                  <a:pt x="300104" y="50101"/>
                </a:cubicBezTo>
                <a:cubicBezTo>
                  <a:pt x="296448" y="55616"/>
                  <a:pt x="294620" y="63176"/>
                  <a:pt x="294620" y="72781"/>
                </a:cubicBezTo>
                <a:lnTo>
                  <a:pt x="294620" y="76034"/>
                </a:lnTo>
                <a:lnTo>
                  <a:pt x="319902" y="76034"/>
                </a:lnTo>
                <a:close/>
                <a:moveTo>
                  <a:pt x="389739" y="41828"/>
                </a:moveTo>
                <a:lnTo>
                  <a:pt x="389739" y="53354"/>
                </a:lnTo>
                <a:cubicBezTo>
                  <a:pt x="394510" y="48114"/>
                  <a:pt x="398925" y="44449"/>
                  <a:pt x="402984" y="42360"/>
                </a:cubicBezTo>
                <a:cubicBezTo>
                  <a:pt x="407043" y="40270"/>
                  <a:pt x="411489" y="39225"/>
                  <a:pt x="416323" y="39225"/>
                </a:cubicBezTo>
                <a:cubicBezTo>
                  <a:pt x="421900" y="39225"/>
                  <a:pt x="426578" y="40535"/>
                  <a:pt x="430358" y="43153"/>
                </a:cubicBezTo>
                <a:cubicBezTo>
                  <a:pt x="434138" y="45771"/>
                  <a:pt x="437051" y="49760"/>
                  <a:pt x="439096" y="55120"/>
                </a:cubicBezTo>
                <a:cubicBezTo>
                  <a:pt x="444053" y="49510"/>
                  <a:pt x="448809" y="45459"/>
                  <a:pt x="453364" y="42967"/>
                </a:cubicBezTo>
                <a:cubicBezTo>
                  <a:pt x="457918" y="40473"/>
                  <a:pt x="462674" y="39225"/>
                  <a:pt x="467632" y="39225"/>
                </a:cubicBezTo>
                <a:cubicBezTo>
                  <a:pt x="473643" y="39225"/>
                  <a:pt x="478430" y="40606"/>
                  <a:pt x="481993" y="43368"/>
                </a:cubicBezTo>
                <a:cubicBezTo>
                  <a:pt x="485556" y="46129"/>
                  <a:pt x="488035" y="49635"/>
                  <a:pt x="489429" y="53886"/>
                </a:cubicBezTo>
                <a:cubicBezTo>
                  <a:pt x="490823" y="58136"/>
                  <a:pt x="491520" y="64915"/>
                  <a:pt x="491520" y="74222"/>
                </a:cubicBezTo>
                <a:lnTo>
                  <a:pt x="491520" y="109868"/>
                </a:lnTo>
                <a:cubicBezTo>
                  <a:pt x="491520" y="116561"/>
                  <a:pt x="492124" y="120713"/>
                  <a:pt x="493333" y="122324"/>
                </a:cubicBezTo>
                <a:cubicBezTo>
                  <a:pt x="494541" y="123935"/>
                  <a:pt x="497066" y="124989"/>
                  <a:pt x="500908" y="125484"/>
                </a:cubicBezTo>
                <a:lnTo>
                  <a:pt x="500908" y="128831"/>
                </a:lnTo>
                <a:lnTo>
                  <a:pt x="456013" y="128831"/>
                </a:lnTo>
                <a:lnTo>
                  <a:pt x="456013" y="125484"/>
                </a:lnTo>
                <a:cubicBezTo>
                  <a:pt x="459545" y="125174"/>
                  <a:pt x="462148" y="123811"/>
                  <a:pt x="463821" y="121394"/>
                </a:cubicBezTo>
                <a:cubicBezTo>
                  <a:pt x="464936" y="119721"/>
                  <a:pt x="465494" y="115879"/>
                  <a:pt x="465494" y="109868"/>
                </a:cubicBezTo>
                <a:lnTo>
                  <a:pt x="465494" y="72502"/>
                </a:lnTo>
                <a:cubicBezTo>
                  <a:pt x="465494" y="64756"/>
                  <a:pt x="465184" y="59830"/>
                  <a:pt x="464564" y="57723"/>
                </a:cubicBezTo>
                <a:cubicBezTo>
                  <a:pt x="463945" y="55616"/>
                  <a:pt x="462969" y="54051"/>
                  <a:pt x="461636" y="53029"/>
                </a:cubicBezTo>
                <a:cubicBezTo>
                  <a:pt x="460304" y="52006"/>
                  <a:pt x="458739" y="51495"/>
                  <a:pt x="456942" y="51495"/>
                </a:cubicBezTo>
                <a:cubicBezTo>
                  <a:pt x="454278" y="51495"/>
                  <a:pt x="451582" y="52471"/>
                  <a:pt x="448856" y="54423"/>
                </a:cubicBezTo>
                <a:cubicBezTo>
                  <a:pt x="446129" y="56375"/>
                  <a:pt x="443371" y="59303"/>
                  <a:pt x="440583" y="63207"/>
                </a:cubicBezTo>
                <a:lnTo>
                  <a:pt x="440583" y="109868"/>
                </a:lnTo>
                <a:cubicBezTo>
                  <a:pt x="440583" y="116127"/>
                  <a:pt x="441110" y="120062"/>
                  <a:pt x="442163" y="121673"/>
                </a:cubicBezTo>
                <a:cubicBezTo>
                  <a:pt x="443588" y="123966"/>
                  <a:pt x="446315" y="125236"/>
                  <a:pt x="450343" y="125484"/>
                </a:cubicBezTo>
                <a:lnTo>
                  <a:pt x="450343" y="128831"/>
                </a:lnTo>
                <a:lnTo>
                  <a:pt x="405354" y="128831"/>
                </a:lnTo>
                <a:lnTo>
                  <a:pt x="405354" y="125484"/>
                </a:lnTo>
                <a:cubicBezTo>
                  <a:pt x="407771" y="125360"/>
                  <a:pt x="409677" y="124756"/>
                  <a:pt x="411071" y="123672"/>
                </a:cubicBezTo>
                <a:cubicBezTo>
                  <a:pt x="412465" y="122587"/>
                  <a:pt x="413395" y="121286"/>
                  <a:pt x="413859" y="119768"/>
                </a:cubicBezTo>
                <a:cubicBezTo>
                  <a:pt x="414324" y="118250"/>
                  <a:pt x="414557" y="114950"/>
                  <a:pt x="414557" y="109868"/>
                </a:cubicBezTo>
                <a:lnTo>
                  <a:pt x="414557" y="72444"/>
                </a:lnTo>
                <a:cubicBezTo>
                  <a:pt x="414557" y="64561"/>
                  <a:pt x="414247" y="59626"/>
                  <a:pt x="413627" y="57641"/>
                </a:cubicBezTo>
                <a:cubicBezTo>
                  <a:pt x="413007" y="55655"/>
                  <a:pt x="411969" y="54103"/>
                  <a:pt x="410513" y="52985"/>
                </a:cubicBezTo>
                <a:cubicBezTo>
                  <a:pt x="409057" y="51868"/>
                  <a:pt x="407492" y="51309"/>
                  <a:pt x="405819" y="51309"/>
                </a:cubicBezTo>
                <a:cubicBezTo>
                  <a:pt x="403340" y="51309"/>
                  <a:pt x="401079" y="51965"/>
                  <a:pt x="399034" y="53276"/>
                </a:cubicBezTo>
                <a:cubicBezTo>
                  <a:pt x="396121" y="55212"/>
                  <a:pt x="393023" y="58523"/>
                  <a:pt x="389739" y="63207"/>
                </a:cubicBezTo>
                <a:lnTo>
                  <a:pt x="389739" y="109868"/>
                </a:lnTo>
                <a:cubicBezTo>
                  <a:pt x="389739" y="116003"/>
                  <a:pt x="390343" y="120047"/>
                  <a:pt x="391551" y="121999"/>
                </a:cubicBezTo>
                <a:cubicBezTo>
                  <a:pt x="392759" y="123951"/>
                  <a:pt x="395285" y="125113"/>
                  <a:pt x="399127" y="125484"/>
                </a:cubicBezTo>
                <a:lnTo>
                  <a:pt x="399127" y="128831"/>
                </a:lnTo>
                <a:lnTo>
                  <a:pt x="354324" y="128831"/>
                </a:lnTo>
                <a:lnTo>
                  <a:pt x="354324" y="125484"/>
                </a:lnTo>
                <a:cubicBezTo>
                  <a:pt x="357980" y="125113"/>
                  <a:pt x="360583" y="123935"/>
                  <a:pt x="362132" y="121952"/>
                </a:cubicBezTo>
                <a:cubicBezTo>
                  <a:pt x="363185" y="120589"/>
                  <a:pt x="363712" y="116561"/>
                  <a:pt x="363712" y="109868"/>
                </a:cubicBezTo>
                <a:lnTo>
                  <a:pt x="363712" y="60790"/>
                </a:lnTo>
                <a:cubicBezTo>
                  <a:pt x="363712" y="54142"/>
                  <a:pt x="363108" y="50003"/>
                  <a:pt x="361900" y="48372"/>
                </a:cubicBezTo>
                <a:cubicBezTo>
                  <a:pt x="360691" y="46742"/>
                  <a:pt x="358166" y="45676"/>
                  <a:pt x="354324" y="45174"/>
                </a:cubicBezTo>
                <a:lnTo>
                  <a:pt x="354324" y="41828"/>
                </a:lnTo>
                <a:lnTo>
                  <a:pt x="389739" y="41828"/>
                </a:lnTo>
                <a:close/>
                <a:moveTo>
                  <a:pt x="546656" y="120000"/>
                </a:moveTo>
                <a:lnTo>
                  <a:pt x="546656" y="152254"/>
                </a:lnTo>
                <a:cubicBezTo>
                  <a:pt x="546656" y="156776"/>
                  <a:pt x="547012" y="159853"/>
                  <a:pt x="547725" y="161486"/>
                </a:cubicBezTo>
                <a:cubicBezTo>
                  <a:pt x="548437" y="163120"/>
                  <a:pt x="549537" y="164314"/>
                  <a:pt x="551024" y="165067"/>
                </a:cubicBezTo>
                <a:cubicBezTo>
                  <a:pt x="552512" y="165820"/>
                  <a:pt x="555424" y="166197"/>
                  <a:pt x="559762" y="166197"/>
                </a:cubicBezTo>
                <a:lnTo>
                  <a:pt x="559762" y="169543"/>
                </a:lnTo>
                <a:lnTo>
                  <a:pt x="510219" y="169543"/>
                </a:lnTo>
                <a:lnTo>
                  <a:pt x="510219" y="166197"/>
                </a:lnTo>
                <a:cubicBezTo>
                  <a:pt x="514061" y="166071"/>
                  <a:pt x="516911" y="164972"/>
                  <a:pt x="518770" y="162900"/>
                </a:cubicBezTo>
                <a:cubicBezTo>
                  <a:pt x="520010" y="161457"/>
                  <a:pt x="520629" y="157723"/>
                  <a:pt x="520629" y="151697"/>
                </a:cubicBezTo>
                <a:lnTo>
                  <a:pt x="520629" y="60047"/>
                </a:lnTo>
                <a:cubicBezTo>
                  <a:pt x="520629" y="53834"/>
                  <a:pt x="519917" y="49865"/>
                  <a:pt x="518491" y="48140"/>
                </a:cubicBezTo>
                <a:cubicBezTo>
                  <a:pt x="517066" y="46415"/>
                  <a:pt x="514309" y="45426"/>
                  <a:pt x="510219" y="45174"/>
                </a:cubicBezTo>
                <a:lnTo>
                  <a:pt x="510219" y="41828"/>
                </a:lnTo>
                <a:lnTo>
                  <a:pt x="546656" y="41828"/>
                </a:lnTo>
                <a:lnTo>
                  <a:pt x="546656" y="53261"/>
                </a:lnTo>
                <a:cubicBezTo>
                  <a:pt x="549692" y="48799"/>
                  <a:pt x="552791" y="45577"/>
                  <a:pt x="555951" y="43594"/>
                </a:cubicBezTo>
                <a:cubicBezTo>
                  <a:pt x="560475" y="40682"/>
                  <a:pt x="565401" y="39225"/>
                  <a:pt x="570730" y="39225"/>
                </a:cubicBezTo>
                <a:cubicBezTo>
                  <a:pt x="577113" y="39225"/>
                  <a:pt x="582922" y="41241"/>
                  <a:pt x="588159" y="45273"/>
                </a:cubicBezTo>
                <a:cubicBezTo>
                  <a:pt x="593395" y="49305"/>
                  <a:pt x="597376" y="54872"/>
                  <a:pt x="600103" y="61975"/>
                </a:cubicBezTo>
                <a:cubicBezTo>
                  <a:pt x="602829" y="69078"/>
                  <a:pt x="604193" y="76724"/>
                  <a:pt x="604193" y="84911"/>
                </a:cubicBezTo>
                <a:cubicBezTo>
                  <a:pt x="604193" y="93718"/>
                  <a:pt x="602783" y="101766"/>
                  <a:pt x="599963" y="109055"/>
                </a:cubicBezTo>
                <a:cubicBezTo>
                  <a:pt x="597144" y="116344"/>
                  <a:pt x="593054" y="121896"/>
                  <a:pt x="587694" y="125711"/>
                </a:cubicBezTo>
                <a:cubicBezTo>
                  <a:pt x="582334" y="129526"/>
                  <a:pt x="576369" y="131433"/>
                  <a:pt x="569801" y="131433"/>
                </a:cubicBezTo>
                <a:cubicBezTo>
                  <a:pt x="565029" y="131433"/>
                  <a:pt x="560567" y="130380"/>
                  <a:pt x="556416" y="128273"/>
                </a:cubicBezTo>
                <a:cubicBezTo>
                  <a:pt x="553317" y="126662"/>
                  <a:pt x="550064" y="123904"/>
                  <a:pt x="546656" y="120000"/>
                </a:cubicBezTo>
                <a:moveTo>
                  <a:pt x="546656" y="110598"/>
                </a:moveTo>
                <a:cubicBezTo>
                  <a:pt x="551985" y="118167"/>
                  <a:pt x="557686" y="121952"/>
                  <a:pt x="563759" y="121952"/>
                </a:cubicBezTo>
                <a:cubicBezTo>
                  <a:pt x="567105" y="121952"/>
                  <a:pt x="569863" y="120184"/>
                  <a:pt x="572031" y="116648"/>
                </a:cubicBezTo>
                <a:cubicBezTo>
                  <a:pt x="575254" y="111435"/>
                  <a:pt x="576865" y="101507"/>
                  <a:pt x="576865" y="86863"/>
                </a:cubicBezTo>
                <a:cubicBezTo>
                  <a:pt x="576865" y="71848"/>
                  <a:pt x="575099" y="61578"/>
                  <a:pt x="571567" y="56055"/>
                </a:cubicBezTo>
                <a:cubicBezTo>
                  <a:pt x="569212" y="52396"/>
                  <a:pt x="566052" y="50566"/>
                  <a:pt x="562086" y="50566"/>
                </a:cubicBezTo>
                <a:cubicBezTo>
                  <a:pt x="555827" y="50566"/>
                  <a:pt x="550684" y="55095"/>
                  <a:pt x="546656" y="64154"/>
                </a:cubicBezTo>
                <a:lnTo>
                  <a:pt x="546656" y="110598"/>
                </a:lnTo>
                <a:close/>
                <a:moveTo>
                  <a:pt x="653334" y="9853"/>
                </a:moveTo>
                <a:lnTo>
                  <a:pt x="653334" y="41828"/>
                </a:lnTo>
                <a:lnTo>
                  <a:pt x="673970" y="41828"/>
                </a:lnTo>
                <a:lnTo>
                  <a:pt x="673970" y="50937"/>
                </a:lnTo>
                <a:lnTo>
                  <a:pt x="653334" y="50937"/>
                </a:lnTo>
                <a:lnTo>
                  <a:pt x="653334" y="104715"/>
                </a:lnTo>
                <a:cubicBezTo>
                  <a:pt x="653334" y="109748"/>
                  <a:pt x="653567" y="112995"/>
                  <a:pt x="654032" y="114455"/>
                </a:cubicBezTo>
                <a:cubicBezTo>
                  <a:pt x="654496" y="115915"/>
                  <a:pt x="655317" y="117096"/>
                  <a:pt x="656495" y="117999"/>
                </a:cubicBezTo>
                <a:cubicBezTo>
                  <a:pt x="657672" y="118899"/>
                  <a:pt x="658757" y="119350"/>
                  <a:pt x="659748" y="119350"/>
                </a:cubicBezTo>
                <a:cubicBezTo>
                  <a:pt x="663776" y="119350"/>
                  <a:pt x="667587" y="116251"/>
                  <a:pt x="671181" y="110054"/>
                </a:cubicBezTo>
                <a:lnTo>
                  <a:pt x="673970" y="112120"/>
                </a:lnTo>
                <a:cubicBezTo>
                  <a:pt x="668950" y="124128"/>
                  <a:pt x="660801" y="130132"/>
                  <a:pt x="649523" y="130132"/>
                </a:cubicBezTo>
                <a:cubicBezTo>
                  <a:pt x="644008" y="130132"/>
                  <a:pt x="639345" y="128593"/>
                  <a:pt x="635534" y="125516"/>
                </a:cubicBezTo>
                <a:cubicBezTo>
                  <a:pt x="631723" y="122437"/>
                  <a:pt x="629291" y="119001"/>
                  <a:pt x="628238" y="115207"/>
                </a:cubicBezTo>
                <a:cubicBezTo>
                  <a:pt x="627618" y="113093"/>
                  <a:pt x="627308" y="107371"/>
                  <a:pt x="627308" y="98043"/>
                </a:cubicBezTo>
                <a:lnTo>
                  <a:pt x="627308" y="50937"/>
                </a:lnTo>
                <a:lnTo>
                  <a:pt x="615968" y="50937"/>
                </a:lnTo>
                <a:lnTo>
                  <a:pt x="615968" y="47675"/>
                </a:lnTo>
                <a:cubicBezTo>
                  <a:pt x="623776" y="42149"/>
                  <a:pt x="630422" y="36342"/>
                  <a:pt x="635906" y="30256"/>
                </a:cubicBezTo>
                <a:cubicBezTo>
                  <a:pt x="641390" y="24169"/>
                  <a:pt x="646177" y="17368"/>
                  <a:pt x="650267" y="9853"/>
                </a:cubicBezTo>
                <a:lnTo>
                  <a:pt x="653334" y="9853"/>
                </a:lnTo>
                <a:close/>
                <a:moveTo>
                  <a:pt x="776282" y="186"/>
                </a:moveTo>
                <a:lnTo>
                  <a:pt x="776282" y="103176"/>
                </a:lnTo>
                <a:cubicBezTo>
                  <a:pt x="776282" y="110988"/>
                  <a:pt x="776622" y="115971"/>
                  <a:pt x="777304" y="118127"/>
                </a:cubicBezTo>
                <a:cubicBezTo>
                  <a:pt x="777986" y="120282"/>
                  <a:pt x="779411" y="122047"/>
                  <a:pt x="781580" y="123422"/>
                </a:cubicBezTo>
                <a:cubicBezTo>
                  <a:pt x="783749" y="124797"/>
                  <a:pt x="787219" y="125484"/>
                  <a:pt x="791990" y="125484"/>
                </a:cubicBezTo>
                <a:lnTo>
                  <a:pt x="794872" y="125484"/>
                </a:lnTo>
                <a:lnTo>
                  <a:pt x="794872" y="128831"/>
                </a:lnTo>
                <a:lnTo>
                  <a:pt x="728505" y="128831"/>
                </a:lnTo>
                <a:lnTo>
                  <a:pt x="728505" y="125484"/>
                </a:lnTo>
                <a:lnTo>
                  <a:pt x="731851" y="125484"/>
                </a:lnTo>
                <a:cubicBezTo>
                  <a:pt x="737242" y="125484"/>
                  <a:pt x="741084" y="124860"/>
                  <a:pt x="743377" y="123611"/>
                </a:cubicBezTo>
                <a:cubicBezTo>
                  <a:pt x="745670" y="122360"/>
                  <a:pt x="747219" y="120641"/>
                  <a:pt x="748024" y="118455"/>
                </a:cubicBezTo>
                <a:cubicBezTo>
                  <a:pt x="748830" y="116267"/>
                  <a:pt x="749233" y="111174"/>
                  <a:pt x="749233" y="103176"/>
                </a:cubicBezTo>
                <a:lnTo>
                  <a:pt x="749233" y="37924"/>
                </a:lnTo>
                <a:cubicBezTo>
                  <a:pt x="749233" y="32099"/>
                  <a:pt x="748954" y="28459"/>
                  <a:pt x="748396" y="27002"/>
                </a:cubicBezTo>
                <a:cubicBezTo>
                  <a:pt x="747839" y="25546"/>
                  <a:pt x="746801" y="24307"/>
                  <a:pt x="745282" y="23284"/>
                </a:cubicBezTo>
                <a:cubicBezTo>
                  <a:pt x="743764" y="22262"/>
                  <a:pt x="742014" y="21751"/>
                  <a:pt x="740031" y="21751"/>
                </a:cubicBezTo>
                <a:cubicBezTo>
                  <a:pt x="736870" y="21751"/>
                  <a:pt x="733028" y="22742"/>
                  <a:pt x="728505" y="24725"/>
                </a:cubicBezTo>
                <a:lnTo>
                  <a:pt x="726832" y="21379"/>
                </a:lnTo>
                <a:lnTo>
                  <a:pt x="773214" y="186"/>
                </a:lnTo>
                <a:lnTo>
                  <a:pt x="776282" y="1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TG">
            <a:extLst xmlns:a="http://schemas.openxmlformats.org/drawingml/2006/main">
              <a:ext uri="{FF2B5EF4-FFF2-40B4-BE49-F238E27FC236}">
                <a16:creationId xmlns:a16="http://schemas.microsoft.com/office/drawing/2014/main" id="{12C35AEB-BBB0-42C3-9A68-5A2FD0AE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237" y="1024695"/>
            <a:ext cx="305935" cy="153336"/>
          </a:xfrm>
          <a:custGeom xmlns:a="http://schemas.openxmlformats.org/drawingml/2006/main">
            <a:pathLst>
              <a:path w="305935" h="153336">
                <a:moveTo>
                  <a:pt x="131895" y="3249"/>
                </a:moveTo>
                <a:lnTo>
                  <a:pt x="131895" y="43099"/>
                </a:lnTo>
                <a:lnTo>
                  <a:pt x="127997" y="43099"/>
                </a:lnTo>
                <a:cubicBezTo>
                  <a:pt x="125687" y="33899"/>
                  <a:pt x="123124" y="27289"/>
                  <a:pt x="120308" y="23268"/>
                </a:cubicBezTo>
                <a:cubicBezTo>
                  <a:pt x="117493" y="19248"/>
                  <a:pt x="113631" y="16042"/>
                  <a:pt x="108721" y="13651"/>
                </a:cubicBezTo>
                <a:cubicBezTo>
                  <a:pt x="105978" y="12347"/>
                  <a:pt x="101177" y="11695"/>
                  <a:pt x="94319" y="11695"/>
                </a:cubicBezTo>
                <a:lnTo>
                  <a:pt x="83382" y="11695"/>
                </a:lnTo>
                <a:lnTo>
                  <a:pt x="83382" y="124965"/>
                </a:lnTo>
                <a:cubicBezTo>
                  <a:pt x="83382" y="132511"/>
                  <a:pt x="83797" y="137228"/>
                  <a:pt x="84627" y="139117"/>
                </a:cubicBezTo>
                <a:cubicBezTo>
                  <a:pt x="85458" y="141003"/>
                  <a:pt x="87082" y="142653"/>
                  <a:pt x="89500" y="144067"/>
                </a:cubicBezTo>
                <a:cubicBezTo>
                  <a:pt x="91919" y="145482"/>
                  <a:pt x="95222" y="146189"/>
                  <a:pt x="99409" y="146189"/>
                </a:cubicBezTo>
                <a:lnTo>
                  <a:pt x="104282" y="146189"/>
                </a:lnTo>
                <a:lnTo>
                  <a:pt x="104282" y="150088"/>
                </a:lnTo>
                <a:lnTo>
                  <a:pt x="27397" y="150088"/>
                </a:lnTo>
                <a:lnTo>
                  <a:pt x="27397" y="146189"/>
                </a:lnTo>
                <a:lnTo>
                  <a:pt x="32270" y="146189"/>
                </a:lnTo>
                <a:cubicBezTo>
                  <a:pt x="36529" y="146189"/>
                  <a:pt x="39958" y="145428"/>
                  <a:pt x="42557" y="143905"/>
                </a:cubicBezTo>
                <a:cubicBezTo>
                  <a:pt x="44434" y="142888"/>
                  <a:pt x="45914" y="141146"/>
                  <a:pt x="46997" y="138680"/>
                </a:cubicBezTo>
                <a:cubicBezTo>
                  <a:pt x="47791" y="136938"/>
                  <a:pt x="48188" y="132367"/>
                  <a:pt x="48188" y="124965"/>
                </a:cubicBezTo>
                <a:lnTo>
                  <a:pt x="48188" y="11695"/>
                </a:lnTo>
                <a:lnTo>
                  <a:pt x="37576" y="11695"/>
                </a:lnTo>
                <a:cubicBezTo>
                  <a:pt x="27686" y="11695"/>
                  <a:pt x="20503" y="13795"/>
                  <a:pt x="16027" y="17996"/>
                </a:cubicBezTo>
                <a:cubicBezTo>
                  <a:pt x="9746" y="23864"/>
                  <a:pt x="5775" y="32232"/>
                  <a:pt x="4115" y="43099"/>
                </a:cubicBezTo>
                <a:lnTo>
                  <a:pt x="0" y="43099"/>
                </a:lnTo>
                <a:lnTo>
                  <a:pt x="0" y="3249"/>
                </a:lnTo>
                <a:lnTo>
                  <a:pt x="131895" y="3249"/>
                </a:lnTo>
                <a:close/>
                <a:moveTo>
                  <a:pt x="288717" y="0"/>
                </a:moveTo>
                <a:lnTo>
                  <a:pt x="288717" y="51762"/>
                </a:lnTo>
                <a:lnTo>
                  <a:pt x="284710" y="51762"/>
                </a:lnTo>
                <a:cubicBezTo>
                  <a:pt x="279874" y="37682"/>
                  <a:pt x="272618" y="26980"/>
                  <a:pt x="262945" y="19654"/>
                </a:cubicBezTo>
                <a:cubicBezTo>
                  <a:pt x="253271" y="12327"/>
                  <a:pt x="242695" y="8663"/>
                  <a:pt x="231216" y="8663"/>
                </a:cubicBezTo>
                <a:cubicBezTo>
                  <a:pt x="220243" y="8663"/>
                  <a:pt x="211111" y="11737"/>
                  <a:pt x="203819" y="17884"/>
                </a:cubicBezTo>
                <a:cubicBezTo>
                  <a:pt x="196528" y="24032"/>
                  <a:pt x="191366" y="32607"/>
                  <a:pt x="188334" y="43610"/>
                </a:cubicBezTo>
                <a:cubicBezTo>
                  <a:pt x="185302" y="54612"/>
                  <a:pt x="183786" y="65901"/>
                  <a:pt x="183786" y="77477"/>
                </a:cubicBezTo>
                <a:cubicBezTo>
                  <a:pt x="183786" y="91500"/>
                  <a:pt x="185446" y="103797"/>
                  <a:pt x="188767" y="114366"/>
                </a:cubicBezTo>
                <a:cubicBezTo>
                  <a:pt x="192088" y="124935"/>
                  <a:pt x="197448" y="132702"/>
                  <a:pt x="204848" y="137665"/>
                </a:cubicBezTo>
                <a:cubicBezTo>
                  <a:pt x="212248" y="142626"/>
                  <a:pt x="221037" y="145106"/>
                  <a:pt x="231216" y="145106"/>
                </a:cubicBezTo>
                <a:cubicBezTo>
                  <a:pt x="234753" y="145106"/>
                  <a:pt x="238381" y="144728"/>
                  <a:pt x="242099" y="143973"/>
                </a:cubicBezTo>
                <a:cubicBezTo>
                  <a:pt x="245817" y="143215"/>
                  <a:pt x="249625" y="142115"/>
                  <a:pt x="253523" y="140673"/>
                </a:cubicBezTo>
                <a:lnTo>
                  <a:pt x="253523" y="110238"/>
                </a:lnTo>
                <a:cubicBezTo>
                  <a:pt x="253523" y="104426"/>
                  <a:pt x="253126" y="100668"/>
                  <a:pt x="252332" y="98962"/>
                </a:cubicBezTo>
                <a:cubicBezTo>
                  <a:pt x="251538" y="97254"/>
                  <a:pt x="249896" y="95711"/>
                  <a:pt x="247405" y="94333"/>
                </a:cubicBezTo>
                <a:cubicBezTo>
                  <a:pt x="244915" y="92952"/>
                  <a:pt x="241901" y="92262"/>
                  <a:pt x="238363" y="92262"/>
                </a:cubicBezTo>
                <a:lnTo>
                  <a:pt x="234573" y="92262"/>
                </a:lnTo>
                <a:lnTo>
                  <a:pt x="234573" y="88363"/>
                </a:lnTo>
                <a:lnTo>
                  <a:pt x="305935" y="88363"/>
                </a:lnTo>
                <a:lnTo>
                  <a:pt x="305935" y="92262"/>
                </a:lnTo>
                <a:cubicBezTo>
                  <a:pt x="300521" y="92625"/>
                  <a:pt x="296749" y="93369"/>
                  <a:pt x="294619" y="94495"/>
                </a:cubicBezTo>
                <a:cubicBezTo>
                  <a:pt x="292489" y="95621"/>
                  <a:pt x="290847" y="97491"/>
                  <a:pt x="289692" y="100106"/>
                </a:cubicBezTo>
                <a:cubicBezTo>
                  <a:pt x="289042" y="101486"/>
                  <a:pt x="288717" y="104864"/>
                  <a:pt x="288717" y="110238"/>
                </a:cubicBezTo>
                <a:lnTo>
                  <a:pt x="288717" y="140673"/>
                </a:lnTo>
                <a:cubicBezTo>
                  <a:pt x="279332" y="144858"/>
                  <a:pt x="269568" y="148014"/>
                  <a:pt x="259425" y="150142"/>
                </a:cubicBezTo>
                <a:cubicBezTo>
                  <a:pt x="249282" y="152271"/>
                  <a:pt x="238760" y="153336"/>
                  <a:pt x="227859" y="153336"/>
                </a:cubicBezTo>
                <a:cubicBezTo>
                  <a:pt x="213926" y="153336"/>
                  <a:pt x="202357" y="151447"/>
                  <a:pt x="193153" y="147668"/>
                </a:cubicBezTo>
                <a:cubicBezTo>
                  <a:pt x="183948" y="143887"/>
                  <a:pt x="175827" y="138919"/>
                  <a:pt x="168788" y="132765"/>
                </a:cubicBezTo>
                <a:cubicBezTo>
                  <a:pt x="161749" y="126610"/>
                  <a:pt x="156244" y="119682"/>
                  <a:pt x="152274" y="111980"/>
                </a:cubicBezTo>
                <a:cubicBezTo>
                  <a:pt x="147220" y="102045"/>
                  <a:pt x="144694" y="90922"/>
                  <a:pt x="144694" y="78611"/>
                </a:cubicBezTo>
                <a:cubicBezTo>
                  <a:pt x="144694" y="56583"/>
                  <a:pt x="152454" y="37974"/>
                  <a:pt x="167976" y="22785"/>
                </a:cubicBezTo>
                <a:cubicBezTo>
                  <a:pt x="183497" y="7595"/>
                  <a:pt x="203025" y="0"/>
                  <a:pt x="226560" y="0"/>
                </a:cubicBezTo>
                <a:cubicBezTo>
                  <a:pt x="233851" y="0"/>
                  <a:pt x="240421" y="583"/>
                  <a:pt x="246268" y="1750"/>
                </a:cubicBezTo>
                <a:cubicBezTo>
                  <a:pt x="249445" y="2334"/>
                  <a:pt x="254588" y="3993"/>
                  <a:pt x="261699" y="6727"/>
                </a:cubicBezTo>
                <a:cubicBezTo>
                  <a:pt x="268810" y="9462"/>
                  <a:pt x="273015" y="10829"/>
                  <a:pt x="274315" y="10829"/>
                </a:cubicBezTo>
                <a:cubicBezTo>
                  <a:pt x="276336" y="10829"/>
                  <a:pt x="278213" y="10074"/>
                  <a:pt x="279946" y="8565"/>
                </a:cubicBezTo>
                <a:cubicBezTo>
                  <a:pt x="281678" y="7053"/>
                  <a:pt x="283267" y="4198"/>
                  <a:pt x="284710" y="0"/>
                </a:cubicBezTo>
                <a:lnTo>
                  <a:pt x="28871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085067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2026-09-05T14:21:39.8870000Z</dcterms:created>
  <dcterms:modified xsi:type="dcterms:W3CDTF">2026-09-05T14:21:39.8870000Z</dcterms:modified>
</coreProperties>
</file>