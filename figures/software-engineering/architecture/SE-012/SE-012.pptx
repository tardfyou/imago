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0b9b44e03c4448" /><Relationship Type="http://schemas.openxmlformats.org/officeDocument/2006/relationships/extended-properties" Target="/docProps/app.xml" Id="Rc5c75f68d21342e2" /><Relationship Type="http://schemas.openxmlformats.org/officeDocument/2006/relationships/officeDocument" Target="/ppt/presentation.xml" Id="Rb86431cc2c5f4c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ee60f803c8451a"/>
  </p:sldMasterIdLst>
  <p:notesMasterIdLst>
    <p:notesMasterId xmlns:r="http://schemas.openxmlformats.org/officeDocument/2006/relationships" r:id="Rf954e5396aca4d3b"/>
  </p:notesMasterIdLst>
  <p:sldIdLst>
    <p:sldId xmlns:r="http://schemas.openxmlformats.org/officeDocument/2006/relationships" id="256" r:id="Ra5e55c42b9de41da"/>
  </p:sldIdLst>
  <p:sldSz cx="6772275" cy="37719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d56aa527bb4c8d" /><Relationship Type="http://schemas.openxmlformats.org/officeDocument/2006/relationships/slideMaster" Target="/ppt/slideMasters/slideMaster1.xml" Id="Ra9ee60f803c8451a" /><Relationship Type="http://schemas.openxmlformats.org/officeDocument/2006/relationships/notesMaster" Target="/ppt/notesMasters/notesMaster1.xml" Id="Rf954e5396aca4d3b" /><Relationship Type="http://schemas.openxmlformats.org/officeDocument/2006/relationships/presProps" Target="/ppt/presProps.xml" Id="Rb73bf1f0cee9488b" /><Relationship Type="http://schemas.openxmlformats.org/officeDocument/2006/relationships/tableStyles" Target="/ppt/tableStyles.xml" Id="R6690b8a23aff42fa" /><Relationship Type="http://schemas.openxmlformats.org/officeDocument/2006/relationships/slide" Target="/ppt/slides/slide1.xml" Id="Ra5e55c42b9de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0fdf3754d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f18439ef2d4272" /><Relationship Type="http://schemas.openxmlformats.org/officeDocument/2006/relationships/notesMaster" Target="/ppt/notesMasters/notesMaster1.xml" Id="R8f69d80a32dd4be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素材ID：SE-012</ns1:t>
            </ns1:r>
          </ns1:p>
          <ns1:p>
            <ns1:r>
              <ns1:t>论文：PreServe: Intelligent Management for LMaaS Systems via Hierarchical Prediction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5，PDF第4页</ns1:t>
            </ns1:r>
          </ns1:p>
          <ns1:p>
            <ns1:r>
              <ns1:t>类型：系统架构</ns1:t>
            </ns1:r>
          </ns1:p>
          <ns1:p>
            <ns1:r>
              <ns1:t>借鉴点：双时间尺度预测配合自动伸缩和请求路由，用三类线型区分请求、数据与管理信号；适合在线自适应服务。</ns1:t>
            </ns1:r>
          </ns1:p>
          <ns1:p>
            <ns1:r>
              <ns1:t>论文URL：https://arxiv.org/pdf/2504.03702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f759642e14c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a76a14388487a" /><Relationship Type="http://schemas.openxmlformats.org/officeDocument/2006/relationships/slideLayout" Target="/ppt/slideLayouts/slideLayout1.xml" Id="R5efc61161e1b46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c61161e1b46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cc82519464d82" /><Relationship Type="http://schemas.openxmlformats.org/officeDocument/2006/relationships/image" Target="/ppt/media/image.png" Id="Red95e6854f52433a" /><Relationship Type="http://schemas.openxmlformats.org/officeDocument/2006/relationships/image" Target="/ppt/media/image2.png" Id="R14312dd0605b4a06" /><Relationship Type="http://schemas.openxmlformats.org/officeDocument/2006/relationships/image" Target="/ppt/media/image3.png" Id="R8d7914d47e4948e6" /><Relationship Type="http://schemas.openxmlformats.org/officeDocument/2006/relationships/image" Target="/ppt/media/image4.png" Id="R7ed0b0c4df614121" /><Relationship Type="http://schemas.openxmlformats.org/officeDocument/2006/relationships/image" Target="/ppt/media/image5.png" Id="R4c111703e6484e58" /><Relationship Type="http://schemas.openxmlformats.org/officeDocument/2006/relationships/image" Target="/ppt/media/image6.png" Id="R0c37980e4ba74cd8" /><Relationship Type="http://schemas.openxmlformats.org/officeDocument/2006/relationships/image" Target="/ppt/media/image7.png" Id="R2da06ae39cbc406d" /><Relationship Type="http://schemas.openxmlformats.org/officeDocument/2006/relationships/image" Target="/ppt/media/image8.png" Id="R44ada484ee364ab5" /><Relationship Type="http://schemas.openxmlformats.org/officeDocument/2006/relationships/image" Target="/ppt/media/image9.png" Id="Rae2b56327fa24761" /><Relationship Type="http://schemas.openxmlformats.org/officeDocument/2006/relationships/image" Target="/ppt/media/image10.png" Id="R5570dc79933e44b6" /><Relationship Type="http://schemas.openxmlformats.org/officeDocument/2006/relationships/notesSlide" Target="/ppt/notesSlides/notesSlide1.xml" Id="Rc8164a7c922948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56CB4-FE4E-44A2-867B-14F2AB4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604"/>
            <a:ext cx="6772275" cy="3677426"/>
          </a:xfrm>
          <a:custGeom xmlns:a="http://schemas.openxmlformats.org/drawingml/2006/main">
            <a:pathLst>
              <a:path w="6772275" h="3677426">
                <a:moveTo>
                  <a:pt x="6772275" y="3677426"/>
                </a:moveTo>
                <a:lnTo>
                  <a:pt x="6772275" y="0"/>
                </a:lnTo>
                <a:lnTo>
                  <a:pt x="0" y="0"/>
                </a:lnTo>
                <a:lnTo>
                  <a:pt x="0" y="3677426"/>
                </a:lnTo>
                <a:lnTo>
                  <a:pt x="6772275" y="36774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08D17E-3B23-4AE6-BC47-AC663ED6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897" y="1478938"/>
            <a:ext cx="2435228" cy="648957"/>
          </a:xfrm>
          <a:custGeom xmlns:a="http://schemas.openxmlformats.org/drawingml/2006/main">
            <a:pathLst>
              <a:path w="2435228" h="648957">
                <a:moveTo>
                  <a:pt x="0" y="0"/>
                </a:moveTo>
                <a:lnTo>
                  <a:pt x="2435228" y="0"/>
                </a:lnTo>
                <a:lnTo>
                  <a:pt x="2435228" y="648957"/>
                </a:lnTo>
                <a:lnTo>
                  <a:pt x="0" y="6489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4D949-DE0B-42C1-9D8D-F0D1420D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897" y="1478938"/>
            <a:ext cx="2435229" cy="648957"/>
          </a:xfrm>
          <a:custGeom xmlns:a="http://schemas.openxmlformats.org/drawingml/2006/main">
            <a:pathLst>
              <a:path w="2435229" h="648957" fill="none">
                <a:moveTo>
                  <a:pt x="0" y="0"/>
                </a:moveTo>
                <a:lnTo>
                  <a:pt x="2435229" y="0"/>
                </a:lnTo>
                <a:lnTo>
                  <a:pt x="2435229" y="648957"/>
                </a:lnTo>
                <a:lnTo>
                  <a:pt x="0" y="64895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18D19-E613-451F-9E7A-B340C193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128" y="1626428"/>
            <a:ext cx="2435229" cy="645680"/>
          </a:xfrm>
          <a:custGeom xmlns:a="http://schemas.openxmlformats.org/drawingml/2006/main">
            <a:pathLst>
              <a:path w="2435229" h="645680">
                <a:moveTo>
                  <a:pt x="0" y="0"/>
                </a:moveTo>
                <a:lnTo>
                  <a:pt x="2435229" y="0"/>
                </a:lnTo>
                <a:lnTo>
                  <a:pt x="2435229" y="645680"/>
                </a:lnTo>
                <a:lnTo>
                  <a:pt x="0" y="6456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7B39D-0C85-4F45-AF45-E21DA7A4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128" y="1626428"/>
            <a:ext cx="2435230" cy="645680"/>
          </a:xfrm>
          <a:custGeom xmlns:a="http://schemas.openxmlformats.org/drawingml/2006/main">
            <a:pathLst>
              <a:path w="2435230" h="645680" fill="none">
                <a:moveTo>
                  <a:pt x="0" y="0"/>
                </a:moveTo>
                <a:lnTo>
                  <a:pt x="2435230" y="0"/>
                </a:lnTo>
                <a:lnTo>
                  <a:pt x="2435230" y="645680"/>
                </a:lnTo>
                <a:lnTo>
                  <a:pt x="0" y="6456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6" name="Text #3">
            <a:extLst xmlns:a="http://schemas.openxmlformats.org/drawingml/2006/main">
              <a:ext uri="{FF2B5EF4-FFF2-40B4-BE49-F238E27FC236}">
                <a16:creationId xmlns:a16="http://schemas.microsoft.com/office/drawing/2014/main" id="{A9746DA5-CC47-4AAD-87C1-AE83B2F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252" y="1511098"/>
            <a:ext cx="121377" cy="79524"/>
          </a:xfrm>
          <a:custGeom xmlns:a="http://schemas.openxmlformats.org/drawingml/2006/main">
            <a:pathLst>
              <a:path w="121377" h="79524">
                <a:moveTo>
                  <a:pt x="58444" y="56727"/>
                </a:moveTo>
                <a:lnTo>
                  <a:pt x="45239" y="56727"/>
                </a:lnTo>
                <a:lnTo>
                  <a:pt x="43048" y="78458"/>
                </a:lnTo>
                <a:lnTo>
                  <a:pt x="34285" y="78458"/>
                </a:lnTo>
                <a:lnTo>
                  <a:pt x="36476" y="56727"/>
                </a:lnTo>
                <a:lnTo>
                  <a:pt x="21376" y="56727"/>
                </a:lnTo>
                <a:lnTo>
                  <a:pt x="19185" y="78458"/>
                </a:lnTo>
                <a:lnTo>
                  <a:pt x="10422" y="78458"/>
                </a:lnTo>
                <a:lnTo>
                  <a:pt x="12613" y="56727"/>
                </a:lnTo>
                <a:lnTo>
                  <a:pt x="0" y="56727"/>
                </a:lnTo>
                <a:lnTo>
                  <a:pt x="0" y="49029"/>
                </a:lnTo>
                <a:lnTo>
                  <a:pt x="13382" y="49029"/>
                </a:lnTo>
                <a:lnTo>
                  <a:pt x="15514" y="28304"/>
                </a:lnTo>
                <a:lnTo>
                  <a:pt x="3020" y="28304"/>
                </a:lnTo>
                <a:lnTo>
                  <a:pt x="3020" y="20606"/>
                </a:lnTo>
                <a:lnTo>
                  <a:pt x="16284" y="20606"/>
                </a:lnTo>
                <a:lnTo>
                  <a:pt x="18297" y="1066"/>
                </a:lnTo>
                <a:lnTo>
                  <a:pt x="26942" y="1066"/>
                </a:lnTo>
                <a:lnTo>
                  <a:pt x="24988" y="20606"/>
                </a:lnTo>
                <a:lnTo>
                  <a:pt x="40147" y="20606"/>
                </a:lnTo>
                <a:lnTo>
                  <a:pt x="42160" y="1066"/>
                </a:lnTo>
                <a:lnTo>
                  <a:pt x="50924" y="1066"/>
                </a:lnTo>
                <a:lnTo>
                  <a:pt x="48851" y="20606"/>
                </a:lnTo>
                <a:lnTo>
                  <a:pt x="61582" y="20606"/>
                </a:lnTo>
                <a:lnTo>
                  <a:pt x="61582" y="28304"/>
                </a:lnTo>
                <a:lnTo>
                  <a:pt x="48082" y="28304"/>
                </a:lnTo>
                <a:lnTo>
                  <a:pt x="46009" y="49029"/>
                </a:lnTo>
                <a:lnTo>
                  <a:pt x="58444" y="49029"/>
                </a:lnTo>
                <a:lnTo>
                  <a:pt x="58444" y="56727"/>
                </a:lnTo>
                <a:moveTo>
                  <a:pt x="37305" y="49029"/>
                </a:moveTo>
                <a:lnTo>
                  <a:pt x="39377" y="28304"/>
                </a:lnTo>
                <a:lnTo>
                  <a:pt x="24218" y="28304"/>
                </a:lnTo>
                <a:lnTo>
                  <a:pt x="22146" y="49029"/>
                </a:lnTo>
                <a:lnTo>
                  <a:pt x="37305" y="49029"/>
                </a:lnTo>
                <a:close/>
                <a:moveTo>
                  <a:pt x="121377" y="54950"/>
                </a:moveTo>
                <a:cubicBezTo>
                  <a:pt x="121377" y="58345"/>
                  <a:pt x="120686" y="61533"/>
                  <a:pt x="119304" y="64513"/>
                </a:cubicBezTo>
                <a:cubicBezTo>
                  <a:pt x="117923" y="67494"/>
                  <a:pt x="115850" y="70099"/>
                  <a:pt x="113087" y="72330"/>
                </a:cubicBezTo>
                <a:cubicBezTo>
                  <a:pt x="110324" y="74560"/>
                  <a:pt x="106850" y="76317"/>
                  <a:pt x="102665" y="77600"/>
                </a:cubicBezTo>
                <a:cubicBezTo>
                  <a:pt x="98481" y="78883"/>
                  <a:pt x="93606" y="79524"/>
                  <a:pt x="88040" y="79524"/>
                </a:cubicBezTo>
                <a:cubicBezTo>
                  <a:pt x="84960" y="79524"/>
                  <a:pt x="82197" y="79425"/>
                  <a:pt x="79750" y="79228"/>
                </a:cubicBezTo>
                <a:cubicBezTo>
                  <a:pt x="77302" y="79031"/>
                  <a:pt x="75012" y="78774"/>
                  <a:pt x="72881" y="78458"/>
                </a:cubicBezTo>
                <a:lnTo>
                  <a:pt x="72881" y="69221"/>
                </a:lnTo>
                <a:cubicBezTo>
                  <a:pt x="75328" y="69655"/>
                  <a:pt x="77914" y="69991"/>
                  <a:pt x="80638" y="70228"/>
                </a:cubicBezTo>
                <a:cubicBezTo>
                  <a:pt x="83362" y="70464"/>
                  <a:pt x="86145" y="70583"/>
                  <a:pt x="88987" y="70583"/>
                </a:cubicBezTo>
                <a:cubicBezTo>
                  <a:pt x="92856" y="70583"/>
                  <a:pt x="96162" y="70237"/>
                  <a:pt x="98905" y="69547"/>
                </a:cubicBezTo>
                <a:cubicBezTo>
                  <a:pt x="101649" y="68856"/>
                  <a:pt x="103889" y="67859"/>
                  <a:pt x="105626" y="66556"/>
                </a:cubicBezTo>
                <a:cubicBezTo>
                  <a:pt x="107363" y="65254"/>
                  <a:pt x="108626" y="63675"/>
                  <a:pt x="109416" y="61819"/>
                </a:cubicBezTo>
                <a:cubicBezTo>
                  <a:pt x="110205" y="59964"/>
                  <a:pt x="110600" y="57872"/>
                  <a:pt x="110600" y="55543"/>
                </a:cubicBezTo>
                <a:cubicBezTo>
                  <a:pt x="110600" y="53411"/>
                  <a:pt x="110126" y="51555"/>
                  <a:pt x="109179" y="49976"/>
                </a:cubicBezTo>
                <a:cubicBezTo>
                  <a:pt x="108231" y="48397"/>
                  <a:pt x="106899" y="47075"/>
                  <a:pt x="105182" y="46009"/>
                </a:cubicBezTo>
                <a:cubicBezTo>
                  <a:pt x="103465" y="44943"/>
                  <a:pt x="101412" y="44144"/>
                  <a:pt x="99024" y="43611"/>
                </a:cubicBezTo>
                <a:cubicBezTo>
                  <a:pt x="96635" y="43078"/>
                  <a:pt x="94020" y="42812"/>
                  <a:pt x="91178" y="42812"/>
                </a:cubicBezTo>
                <a:lnTo>
                  <a:pt x="82355" y="42812"/>
                </a:lnTo>
                <a:lnTo>
                  <a:pt x="82355" y="34344"/>
                </a:lnTo>
                <a:lnTo>
                  <a:pt x="91296" y="34344"/>
                </a:lnTo>
                <a:cubicBezTo>
                  <a:pt x="93625" y="34344"/>
                  <a:pt x="95747" y="34038"/>
                  <a:pt x="97662" y="33426"/>
                </a:cubicBezTo>
                <a:cubicBezTo>
                  <a:pt x="99576" y="32814"/>
                  <a:pt x="101215" y="31936"/>
                  <a:pt x="102577" y="30791"/>
                </a:cubicBezTo>
                <a:cubicBezTo>
                  <a:pt x="103938" y="29646"/>
                  <a:pt x="104985" y="28235"/>
                  <a:pt x="105715" y="26557"/>
                </a:cubicBezTo>
                <a:cubicBezTo>
                  <a:pt x="106445" y="24880"/>
                  <a:pt x="106810" y="22975"/>
                  <a:pt x="106810" y="20843"/>
                </a:cubicBezTo>
                <a:cubicBezTo>
                  <a:pt x="106810" y="16698"/>
                  <a:pt x="105547" y="13678"/>
                  <a:pt x="103021" y="11784"/>
                </a:cubicBezTo>
                <a:cubicBezTo>
                  <a:pt x="100494" y="9889"/>
                  <a:pt x="96783" y="8941"/>
                  <a:pt x="91888" y="8941"/>
                </a:cubicBezTo>
                <a:cubicBezTo>
                  <a:pt x="89283" y="8941"/>
                  <a:pt x="86599" y="9198"/>
                  <a:pt x="83835" y="9711"/>
                </a:cubicBezTo>
                <a:cubicBezTo>
                  <a:pt x="81072" y="10224"/>
                  <a:pt x="78111" y="10994"/>
                  <a:pt x="74953" y="12020"/>
                </a:cubicBezTo>
                <a:lnTo>
                  <a:pt x="74953" y="3020"/>
                </a:lnTo>
                <a:cubicBezTo>
                  <a:pt x="76295" y="2546"/>
                  <a:pt x="77726" y="2122"/>
                  <a:pt x="79246" y="1747"/>
                </a:cubicBezTo>
                <a:cubicBezTo>
                  <a:pt x="80766" y="1372"/>
                  <a:pt x="82286" y="1056"/>
                  <a:pt x="83806" y="799"/>
                </a:cubicBezTo>
                <a:cubicBezTo>
                  <a:pt x="85326" y="543"/>
                  <a:pt x="86836" y="345"/>
                  <a:pt x="88336" y="207"/>
                </a:cubicBezTo>
                <a:cubicBezTo>
                  <a:pt x="89836" y="69"/>
                  <a:pt x="91277" y="0"/>
                  <a:pt x="92658" y="0"/>
                </a:cubicBezTo>
                <a:cubicBezTo>
                  <a:pt x="96764" y="0"/>
                  <a:pt x="100376" y="444"/>
                  <a:pt x="103494" y="1332"/>
                </a:cubicBezTo>
                <a:cubicBezTo>
                  <a:pt x="106613" y="2221"/>
                  <a:pt x="109218" y="3494"/>
                  <a:pt x="111311" y="5152"/>
                </a:cubicBezTo>
                <a:cubicBezTo>
                  <a:pt x="113403" y="6810"/>
                  <a:pt x="114982" y="8823"/>
                  <a:pt x="116048" y="11191"/>
                </a:cubicBezTo>
                <a:cubicBezTo>
                  <a:pt x="117113" y="13560"/>
                  <a:pt x="117646" y="16225"/>
                  <a:pt x="117646" y="19185"/>
                </a:cubicBezTo>
                <a:cubicBezTo>
                  <a:pt x="117646" y="23607"/>
                  <a:pt x="116511" y="27317"/>
                  <a:pt x="114242" y="30317"/>
                </a:cubicBezTo>
                <a:cubicBezTo>
                  <a:pt x="111972" y="33318"/>
                  <a:pt x="108863" y="35706"/>
                  <a:pt x="104915" y="37482"/>
                </a:cubicBezTo>
                <a:cubicBezTo>
                  <a:pt x="106929" y="37798"/>
                  <a:pt x="108912" y="38430"/>
                  <a:pt x="110866" y="39377"/>
                </a:cubicBezTo>
                <a:cubicBezTo>
                  <a:pt x="112820" y="40325"/>
                  <a:pt x="114577" y="41538"/>
                  <a:pt x="116136" y="43019"/>
                </a:cubicBezTo>
                <a:cubicBezTo>
                  <a:pt x="117696" y="44499"/>
                  <a:pt x="118959" y="46246"/>
                  <a:pt x="119926" y="48259"/>
                </a:cubicBezTo>
                <a:cubicBezTo>
                  <a:pt x="120893" y="50272"/>
                  <a:pt x="121377" y="52503"/>
                  <a:pt x="121377" y="54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#2">
            <a:extLst xmlns:a="http://schemas.openxmlformats.org/drawingml/2006/main">
              <a:ext uri="{FF2B5EF4-FFF2-40B4-BE49-F238E27FC236}">
                <a16:creationId xmlns:a16="http://schemas.microsoft.com/office/drawing/2014/main" id="{7F56D2E3-1D59-4975-B144-AB81FADB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868" y="1665143"/>
            <a:ext cx="122858" cy="78458"/>
          </a:xfrm>
          <a:custGeom xmlns:a="http://schemas.openxmlformats.org/drawingml/2006/main">
            <a:pathLst>
              <a:path w="122858" h="78458">
                <a:moveTo>
                  <a:pt x="58444" y="56727"/>
                </a:moveTo>
                <a:lnTo>
                  <a:pt x="45239" y="56727"/>
                </a:lnTo>
                <a:lnTo>
                  <a:pt x="43048" y="78458"/>
                </a:lnTo>
                <a:lnTo>
                  <a:pt x="34285" y="78458"/>
                </a:lnTo>
                <a:lnTo>
                  <a:pt x="36476" y="56727"/>
                </a:lnTo>
                <a:lnTo>
                  <a:pt x="21376" y="56727"/>
                </a:lnTo>
                <a:lnTo>
                  <a:pt x="19185" y="78458"/>
                </a:lnTo>
                <a:lnTo>
                  <a:pt x="10422" y="78458"/>
                </a:lnTo>
                <a:lnTo>
                  <a:pt x="12613" y="56727"/>
                </a:lnTo>
                <a:lnTo>
                  <a:pt x="0" y="56727"/>
                </a:lnTo>
                <a:lnTo>
                  <a:pt x="0" y="49029"/>
                </a:lnTo>
                <a:lnTo>
                  <a:pt x="13382" y="49029"/>
                </a:lnTo>
                <a:lnTo>
                  <a:pt x="15514" y="28304"/>
                </a:lnTo>
                <a:lnTo>
                  <a:pt x="3020" y="28304"/>
                </a:lnTo>
                <a:lnTo>
                  <a:pt x="3020" y="20606"/>
                </a:lnTo>
                <a:lnTo>
                  <a:pt x="16284" y="20606"/>
                </a:lnTo>
                <a:lnTo>
                  <a:pt x="18297" y="1066"/>
                </a:lnTo>
                <a:lnTo>
                  <a:pt x="26942" y="1066"/>
                </a:lnTo>
                <a:lnTo>
                  <a:pt x="24988" y="20606"/>
                </a:lnTo>
                <a:lnTo>
                  <a:pt x="40147" y="20606"/>
                </a:lnTo>
                <a:lnTo>
                  <a:pt x="42160" y="1066"/>
                </a:lnTo>
                <a:lnTo>
                  <a:pt x="50924" y="1066"/>
                </a:lnTo>
                <a:lnTo>
                  <a:pt x="48851" y="20606"/>
                </a:lnTo>
                <a:lnTo>
                  <a:pt x="61582" y="20606"/>
                </a:lnTo>
                <a:lnTo>
                  <a:pt x="61582" y="28304"/>
                </a:lnTo>
                <a:lnTo>
                  <a:pt x="48082" y="28304"/>
                </a:lnTo>
                <a:lnTo>
                  <a:pt x="46009" y="49029"/>
                </a:lnTo>
                <a:lnTo>
                  <a:pt x="58444" y="49029"/>
                </a:lnTo>
                <a:lnTo>
                  <a:pt x="58444" y="56727"/>
                </a:lnTo>
                <a:moveTo>
                  <a:pt x="37305" y="49029"/>
                </a:moveTo>
                <a:lnTo>
                  <a:pt x="39377" y="28304"/>
                </a:lnTo>
                <a:lnTo>
                  <a:pt x="24218" y="28304"/>
                </a:lnTo>
                <a:lnTo>
                  <a:pt x="22146" y="49029"/>
                </a:lnTo>
                <a:lnTo>
                  <a:pt x="37305" y="49029"/>
                </a:lnTo>
                <a:close/>
                <a:moveTo>
                  <a:pt x="122858" y="78458"/>
                </a:moveTo>
                <a:lnTo>
                  <a:pt x="71874" y="78458"/>
                </a:lnTo>
                <a:lnTo>
                  <a:pt x="71874" y="69221"/>
                </a:lnTo>
                <a:lnTo>
                  <a:pt x="91889" y="49325"/>
                </a:lnTo>
                <a:cubicBezTo>
                  <a:pt x="95165" y="46088"/>
                  <a:pt x="97830" y="43285"/>
                  <a:pt x="99883" y="40917"/>
                </a:cubicBezTo>
                <a:cubicBezTo>
                  <a:pt x="101935" y="38548"/>
                  <a:pt x="103534" y="36387"/>
                  <a:pt x="104679" y="34433"/>
                </a:cubicBezTo>
                <a:cubicBezTo>
                  <a:pt x="105824" y="32479"/>
                  <a:pt x="106593" y="30633"/>
                  <a:pt x="106988" y="28896"/>
                </a:cubicBezTo>
                <a:cubicBezTo>
                  <a:pt x="107383" y="27159"/>
                  <a:pt x="107580" y="25284"/>
                  <a:pt x="107580" y="23271"/>
                </a:cubicBezTo>
                <a:cubicBezTo>
                  <a:pt x="107580" y="21376"/>
                  <a:pt x="107324" y="19570"/>
                  <a:pt x="106811" y="17853"/>
                </a:cubicBezTo>
                <a:cubicBezTo>
                  <a:pt x="106297" y="16136"/>
                  <a:pt x="105508" y="14626"/>
                  <a:pt x="104442" y="13323"/>
                </a:cubicBezTo>
                <a:cubicBezTo>
                  <a:pt x="103376" y="12020"/>
                  <a:pt x="101995" y="10994"/>
                  <a:pt x="100297" y="10244"/>
                </a:cubicBezTo>
                <a:cubicBezTo>
                  <a:pt x="98600" y="9494"/>
                  <a:pt x="96567" y="9119"/>
                  <a:pt x="94198" y="9119"/>
                </a:cubicBezTo>
                <a:cubicBezTo>
                  <a:pt x="90922" y="9119"/>
                  <a:pt x="87941" y="9849"/>
                  <a:pt x="85257" y="11310"/>
                </a:cubicBezTo>
                <a:cubicBezTo>
                  <a:pt x="82572" y="12770"/>
                  <a:pt x="80105" y="14665"/>
                  <a:pt x="77855" y="16994"/>
                </a:cubicBezTo>
                <a:lnTo>
                  <a:pt x="72171" y="10185"/>
                </a:lnTo>
                <a:cubicBezTo>
                  <a:pt x="75092" y="7106"/>
                  <a:pt x="78457" y="4638"/>
                  <a:pt x="82266" y="2783"/>
                </a:cubicBezTo>
                <a:cubicBezTo>
                  <a:pt x="86076" y="928"/>
                  <a:pt x="90507" y="0"/>
                  <a:pt x="95560" y="0"/>
                </a:cubicBezTo>
                <a:cubicBezTo>
                  <a:pt x="98994" y="0"/>
                  <a:pt x="102123" y="513"/>
                  <a:pt x="104945" y="1540"/>
                </a:cubicBezTo>
                <a:cubicBezTo>
                  <a:pt x="107768" y="2566"/>
                  <a:pt x="110205" y="4046"/>
                  <a:pt x="112258" y="5981"/>
                </a:cubicBezTo>
                <a:cubicBezTo>
                  <a:pt x="114311" y="7915"/>
                  <a:pt x="115900" y="10283"/>
                  <a:pt x="117025" y="13086"/>
                </a:cubicBezTo>
                <a:cubicBezTo>
                  <a:pt x="118150" y="15889"/>
                  <a:pt x="118713" y="19047"/>
                  <a:pt x="118713" y="22560"/>
                </a:cubicBezTo>
                <a:cubicBezTo>
                  <a:pt x="118713" y="25521"/>
                  <a:pt x="118318" y="28265"/>
                  <a:pt x="117528" y="30791"/>
                </a:cubicBezTo>
                <a:cubicBezTo>
                  <a:pt x="116739" y="33318"/>
                  <a:pt x="115545" y="35834"/>
                  <a:pt x="113946" y="38341"/>
                </a:cubicBezTo>
                <a:cubicBezTo>
                  <a:pt x="112347" y="40848"/>
                  <a:pt x="110334" y="43443"/>
                  <a:pt x="107906" y="46128"/>
                </a:cubicBezTo>
                <a:cubicBezTo>
                  <a:pt x="105478" y="48812"/>
                  <a:pt x="102606" y="51753"/>
                  <a:pt x="99290" y="54950"/>
                </a:cubicBezTo>
                <a:lnTo>
                  <a:pt x="85257" y="68629"/>
                </a:lnTo>
                <a:lnTo>
                  <a:pt x="122858" y="68629"/>
                </a:lnTo>
                <a:lnTo>
                  <a:pt x="122858" y="784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59B36-CF44-4941-8C98-B7C8831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50" y="1780475"/>
            <a:ext cx="2438507" cy="645679"/>
          </a:xfrm>
          <a:custGeom xmlns:a="http://schemas.openxmlformats.org/drawingml/2006/main">
            <a:pathLst>
              <a:path w="2438507" h="645679">
                <a:moveTo>
                  <a:pt x="0" y="0"/>
                </a:moveTo>
                <a:lnTo>
                  <a:pt x="2438507" y="0"/>
                </a:lnTo>
                <a:lnTo>
                  <a:pt x="2438507" y="645679"/>
                </a:lnTo>
                <a:lnTo>
                  <a:pt x="0" y="6456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19102-4B4B-40EB-84E1-04394700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250" y="1780474"/>
            <a:ext cx="2438506" cy="645680"/>
          </a:xfrm>
          <a:custGeom xmlns:a="http://schemas.openxmlformats.org/drawingml/2006/main">
            <a:pathLst>
              <a:path w="2438506" h="645680" fill="none">
                <a:moveTo>
                  <a:pt x="0" y="0"/>
                </a:moveTo>
                <a:lnTo>
                  <a:pt x="2438506" y="0"/>
                </a:lnTo>
                <a:lnTo>
                  <a:pt x="2438506" y="645680"/>
                </a:lnTo>
                <a:lnTo>
                  <a:pt x="0" y="6456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10" name="Text Prediction-basedManagement">
            <a:extLst xmlns:a="http://schemas.openxmlformats.org/drawingml/2006/main">
              <a:ext uri="{FF2B5EF4-FFF2-40B4-BE49-F238E27FC236}">
                <a16:creationId xmlns:a16="http://schemas.microsoft.com/office/drawing/2014/main" id="{0E2F362E-28E0-4140-A1D5-924B155C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802" y="149272"/>
            <a:ext cx="2744467" cy="198600"/>
          </a:xfrm>
          <a:custGeom xmlns:a="http://schemas.openxmlformats.org/drawingml/2006/main">
            <a:pathLst>
              <a:path w="2744467" h="198600">
                <a:moveTo>
                  <a:pt x="97303" y="47217"/>
                </a:moveTo>
                <a:cubicBezTo>
                  <a:pt x="97303" y="63537"/>
                  <a:pt x="91243" y="75589"/>
                  <a:pt x="79122" y="83373"/>
                </a:cubicBezTo>
                <a:cubicBezTo>
                  <a:pt x="67002" y="91157"/>
                  <a:pt x="52134" y="95049"/>
                  <a:pt x="34517" y="95049"/>
                </a:cubicBezTo>
                <a:cubicBezTo>
                  <a:pt x="31308" y="95049"/>
                  <a:pt x="29020" y="94981"/>
                  <a:pt x="27654" y="94844"/>
                </a:cubicBezTo>
                <a:cubicBezTo>
                  <a:pt x="27654" y="107682"/>
                  <a:pt x="28030" y="124616"/>
                  <a:pt x="28781" y="145647"/>
                </a:cubicBezTo>
                <a:lnTo>
                  <a:pt x="0" y="145647"/>
                </a:lnTo>
                <a:cubicBezTo>
                  <a:pt x="888" y="125913"/>
                  <a:pt x="1332" y="102663"/>
                  <a:pt x="1332" y="75896"/>
                </a:cubicBezTo>
                <a:cubicBezTo>
                  <a:pt x="1332" y="51314"/>
                  <a:pt x="888" y="30113"/>
                  <a:pt x="0" y="12291"/>
                </a:cubicBezTo>
                <a:lnTo>
                  <a:pt x="17822" y="12291"/>
                </a:lnTo>
                <a:cubicBezTo>
                  <a:pt x="20348" y="12291"/>
                  <a:pt x="25196" y="12188"/>
                  <a:pt x="32366" y="11984"/>
                </a:cubicBezTo>
                <a:cubicBezTo>
                  <a:pt x="39536" y="11779"/>
                  <a:pt x="45749" y="11676"/>
                  <a:pt x="51007" y="11676"/>
                </a:cubicBezTo>
                <a:cubicBezTo>
                  <a:pt x="63981" y="11676"/>
                  <a:pt x="74940" y="14612"/>
                  <a:pt x="83885" y="20485"/>
                </a:cubicBezTo>
                <a:cubicBezTo>
                  <a:pt x="92830" y="26357"/>
                  <a:pt x="97303" y="35268"/>
                  <a:pt x="97303" y="47217"/>
                </a:cubicBezTo>
                <a:moveTo>
                  <a:pt x="70877" y="52851"/>
                </a:moveTo>
                <a:cubicBezTo>
                  <a:pt x="70877" y="38238"/>
                  <a:pt x="61181" y="30932"/>
                  <a:pt x="41789" y="30932"/>
                </a:cubicBezTo>
                <a:cubicBezTo>
                  <a:pt x="36941" y="30932"/>
                  <a:pt x="31820" y="31444"/>
                  <a:pt x="26425" y="32468"/>
                </a:cubicBezTo>
                <a:cubicBezTo>
                  <a:pt x="27176" y="45374"/>
                  <a:pt x="27552" y="59986"/>
                  <a:pt x="27552" y="76306"/>
                </a:cubicBezTo>
                <a:cubicBezTo>
                  <a:pt x="29259" y="76442"/>
                  <a:pt x="31239" y="76511"/>
                  <a:pt x="33493" y="76511"/>
                </a:cubicBezTo>
                <a:cubicBezTo>
                  <a:pt x="58416" y="76511"/>
                  <a:pt x="70877" y="68624"/>
                  <a:pt x="70877" y="52851"/>
                </a:cubicBezTo>
                <a:close/>
                <a:moveTo>
                  <a:pt x="180639" y="48344"/>
                </a:moveTo>
                <a:lnTo>
                  <a:pt x="174698" y="72311"/>
                </a:lnTo>
                <a:cubicBezTo>
                  <a:pt x="169645" y="70263"/>
                  <a:pt x="164524" y="69239"/>
                  <a:pt x="159335" y="69239"/>
                </a:cubicBezTo>
                <a:cubicBezTo>
                  <a:pt x="149297" y="69239"/>
                  <a:pt x="142674" y="73745"/>
                  <a:pt x="139464" y="82758"/>
                </a:cubicBezTo>
                <a:cubicBezTo>
                  <a:pt x="139464" y="110003"/>
                  <a:pt x="139669" y="130966"/>
                  <a:pt x="140079" y="145647"/>
                </a:cubicBezTo>
                <a:lnTo>
                  <a:pt x="112834" y="145647"/>
                </a:lnTo>
                <a:cubicBezTo>
                  <a:pt x="113995" y="125094"/>
                  <a:pt x="114575" y="108296"/>
                  <a:pt x="114575" y="95254"/>
                </a:cubicBezTo>
                <a:cubicBezTo>
                  <a:pt x="114575" y="79003"/>
                  <a:pt x="112868" y="63605"/>
                  <a:pt x="109454" y="49061"/>
                </a:cubicBezTo>
                <a:lnTo>
                  <a:pt x="135572" y="46193"/>
                </a:lnTo>
                <a:cubicBezTo>
                  <a:pt x="136733" y="53704"/>
                  <a:pt x="137314" y="58108"/>
                  <a:pt x="137314" y="59406"/>
                </a:cubicBezTo>
                <a:lnTo>
                  <a:pt x="138952" y="59406"/>
                </a:lnTo>
                <a:cubicBezTo>
                  <a:pt x="145234" y="49778"/>
                  <a:pt x="153599" y="44964"/>
                  <a:pt x="164046" y="44964"/>
                </a:cubicBezTo>
                <a:cubicBezTo>
                  <a:pt x="168963" y="44964"/>
                  <a:pt x="174493" y="46091"/>
                  <a:pt x="180639" y="48344"/>
                </a:cubicBezTo>
                <a:close/>
                <a:moveTo>
                  <a:pt x="282804" y="86548"/>
                </a:moveTo>
                <a:cubicBezTo>
                  <a:pt x="282804" y="90031"/>
                  <a:pt x="282600" y="94571"/>
                  <a:pt x="282190" y="100171"/>
                </a:cubicBezTo>
                <a:lnTo>
                  <a:pt x="216229" y="101297"/>
                </a:lnTo>
                <a:cubicBezTo>
                  <a:pt x="217185" y="109013"/>
                  <a:pt x="220497" y="115432"/>
                  <a:pt x="226164" y="120553"/>
                </a:cubicBezTo>
                <a:cubicBezTo>
                  <a:pt x="231831" y="125674"/>
                  <a:pt x="239274" y="128235"/>
                  <a:pt x="248492" y="128235"/>
                </a:cubicBezTo>
                <a:cubicBezTo>
                  <a:pt x="258735" y="128235"/>
                  <a:pt x="269626" y="126698"/>
                  <a:pt x="281166" y="123626"/>
                </a:cubicBezTo>
                <a:lnTo>
                  <a:pt x="279117" y="143496"/>
                </a:lnTo>
                <a:cubicBezTo>
                  <a:pt x="269694" y="146910"/>
                  <a:pt x="258018" y="148617"/>
                  <a:pt x="244088" y="148617"/>
                </a:cubicBezTo>
                <a:cubicBezTo>
                  <a:pt x="226471" y="148617"/>
                  <a:pt x="212968" y="143667"/>
                  <a:pt x="203580" y="133766"/>
                </a:cubicBezTo>
                <a:cubicBezTo>
                  <a:pt x="194191" y="123865"/>
                  <a:pt x="189496" y="111949"/>
                  <a:pt x="189496" y="98020"/>
                </a:cubicBezTo>
                <a:cubicBezTo>
                  <a:pt x="189496" y="83475"/>
                  <a:pt x="193952" y="70860"/>
                  <a:pt x="202863" y="60174"/>
                </a:cubicBezTo>
                <a:cubicBezTo>
                  <a:pt x="211773" y="49488"/>
                  <a:pt x="224150" y="44145"/>
                  <a:pt x="239991" y="44145"/>
                </a:cubicBezTo>
                <a:cubicBezTo>
                  <a:pt x="254467" y="44145"/>
                  <a:pt x="265222" y="48071"/>
                  <a:pt x="272255" y="55923"/>
                </a:cubicBezTo>
                <a:cubicBezTo>
                  <a:pt x="279288" y="63776"/>
                  <a:pt x="282804" y="73984"/>
                  <a:pt x="282804" y="86548"/>
                </a:cubicBezTo>
                <a:moveTo>
                  <a:pt x="258837" y="85626"/>
                </a:moveTo>
                <a:cubicBezTo>
                  <a:pt x="258837" y="69921"/>
                  <a:pt x="252146" y="62069"/>
                  <a:pt x="238762" y="62069"/>
                </a:cubicBezTo>
                <a:cubicBezTo>
                  <a:pt x="225993" y="62069"/>
                  <a:pt x="218414" y="70194"/>
                  <a:pt x="216024" y="86446"/>
                </a:cubicBezTo>
                <a:lnTo>
                  <a:pt x="258837" y="85626"/>
                </a:lnTo>
                <a:close/>
                <a:moveTo>
                  <a:pt x="394598" y="145544"/>
                </a:moveTo>
                <a:lnTo>
                  <a:pt x="370324" y="146364"/>
                </a:lnTo>
                <a:cubicBezTo>
                  <a:pt x="369846" y="143974"/>
                  <a:pt x="369607" y="141481"/>
                  <a:pt x="369607" y="138887"/>
                </a:cubicBezTo>
                <a:lnTo>
                  <a:pt x="368070" y="138887"/>
                </a:lnTo>
                <a:cubicBezTo>
                  <a:pt x="360559" y="145374"/>
                  <a:pt x="350965" y="148617"/>
                  <a:pt x="339289" y="148617"/>
                </a:cubicBezTo>
                <a:cubicBezTo>
                  <a:pt x="326179" y="148617"/>
                  <a:pt x="315766" y="143871"/>
                  <a:pt x="308050" y="134380"/>
                </a:cubicBezTo>
                <a:cubicBezTo>
                  <a:pt x="300334" y="124889"/>
                  <a:pt x="296476" y="113622"/>
                  <a:pt x="296476" y="100580"/>
                </a:cubicBezTo>
                <a:cubicBezTo>
                  <a:pt x="296476" y="85626"/>
                  <a:pt x="300675" y="72601"/>
                  <a:pt x="309074" y="61506"/>
                </a:cubicBezTo>
                <a:cubicBezTo>
                  <a:pt x="317473" y="50410"/>
                  <a:pt x="329149" y="44862"/>
                  <a:pt x="344103" y="44862"/>
                </a:cubicBezTo>
                <a:cubicBezTo>
                  <a:pt x="353799" y="44862"/>
                  <a:pt x="361071" y="46671"/>
                  <a:pt x="365919" y="50290"/>
                </a:cubicBezTo>
                <a:lnTo>
                  <a:pt x="367353" y="50290"/>
                </a:lnTo>
                <a:cubicBezTo>
                  <a:pt x="367353" y="34175"/>
                  <a:pt x="366568" y="17958"/>
                  <a:pt x="364997" y="1639"/>
                </a:cubicBezTo>
                <a:lnTo>
                  <a:pt x="393983" y="819"/>
                </a:lnTo>
                <a:cubicBezTo>
                  <a:pt x="392891" y="16729"/>
                  <a:pt x="392345" y="39604"/>
                  <a:pt x="392345" y="69443"/>
                </a:cubicBezTo>
                <a:cubicBezTo>
                  <a:pt x="392345" y="99693"/>
                  <a:pt x="393096" y="125060"/>
                  <a:pt x="394598" y="145544"/>
                </a:cubicBezTo>
                <a:moveTo>
                  <a:pt x="368890" y="122294"/>
                </a:moveTo>
                <a:cubicBezTo>
                  <a:pt x="368890" y="100512"/>
                  <a:pt x="368377" y="82485"/>
                  <a:pt x="367353" y="68214"/>
                </a:cubicBezTo>
                <a:cubicBezTo>
                  <a:pt x="362642" y="64937"/>
                  <a:pt x="357008" y="63298"/>
                  <a:pt x="350453" y="63298"/>
                </a:cubicBezTo>
                <a:cubicBezTo>
                  <a:pt x="341440" y="63298"/>
                  <a:pt x="334748" y="66644"/>
                  <a:pt x="330378" y="73335"/>
                </a:cubicBezTo>
                <a:cubicBezTo>
                  <a:pt x="326008" y="80027"/>
                  <a:pt x="323823" y="88221"/>
                  <a:pt x="323823" y="97917"/>
                </a:cubicBezTo>
                <a:cubicBezTo>
                  <a:pt x="323823" y="106521"/>
                  <a:pt x="325940" y="113947"/>
                  <a:pt x="330173" y="120194"/>
                </a:cubicBezTo>
                <a:cubicBezTo>
                  <a:pt x="334407" y="126442"/>
                  <a:pt x="340279" y="129566"/>
                  <a:pt x="347790" y="129566"/>
                </a:cubicBezTo>
                <a:cubicBezTo>
                  <a:pt x="357828" y="129566"/>
                  <a:pt x="364861" y="127142"/>
                  <a:pt x="368890" y="122294"/>
                </a:cubicBezTo>
                <a:close/>
                <a:moveTo>
                  <a:pt x="446285" y="145647"/>
                </a:moveTo>
                <a:lnTo>
                  <a:pt x="418733" y="145647"/>
                </a:lnTo>
                <a:cubicBezTo>
                  <a:pt x="419689" y="131512"/>
                  <a:pt x="420167" y="115295"/>
                  <a:pt x="420167" y="96995"/>
                </a:cubicBezTo>
                <a:cubicBezTo>
                  <a:pt x="420167" y="78832"/>
                  <a:pt x="419006" y="62922"/>
                  <a:pt x="416685" y="49266"/>
                </a:cubicBezTo>
                <a:lnTo>
                  <a:pt x="446183" y="46296"/>
                </a:lnTo>
                <a:cubicBezTo>
                  <a:pt x="445295" y="59542"/>
                  <a:pt x="444851" y="76442"/>
                  <a:pt x="444851" y="96995"/>
                </a:cubicBezTo>
                <a:cubicBezTo>
                  <a:pt x="444851" y="114544"/>
                  <a:pt x="445329" y="130761"/>
                  <a:pt x="446285" y="145647"/>
                </a:cubicBezTo>
                <a:moveTo>
                  <a:pt x="450997" y="17412"/>
                </a:moveTo>
                <a:cubicBezTo>
                  <a:pt x="450997" y="22055"/>
                  <a:pt x="449409" y="26118"/>
                  <a:pt x="446234" y="29600"/>
                </a:cubicBezTo>
                <a:cubicBezTo>
                  <a:pt x="443059" y="33083"/>
                  <a:pt x="438638" y="34824"/>
                  <a:pt x="432970" y="34824"/>
                </a:cubicBezTo>
                <a:cubicBezTo>
                  <a:pt x="428190" y="34824"/>
                  <a:pt x="424452" y="33322"/>
                  <a:pt x="421755" y="30317"/>
                </a:cubicBezTo>
                <a:cubicBezTo>
                  <a:pt x="419058" y="27313"/>
                  <a:pt x="417709" y="23694"/>
                  <a:pt x="417709" y="19461"/>
                </a:cubicBezTo>
                <a:cubicBezTo>
                  <a:pt x="417709" y="14817"/>
                  <a:pt x="419297" y="10789"/>
                  <a:pt x="422472" y="7375"/>
                </a:cubicBezTo>
                <a:cubicBezTo>
                  <a:pt x="425647" y="3960"/>
                  <a:pt x="430102" y="2253"/>
                  <a:pt x="435838" y="2253"/>
                </a:cubicBezTo>
                <a:cubicBezTo>
                  <a:pt x="440686" y="2253"/>
                  <a:pt x="444425" y="3738"/>
                  <a:pt x="447053" y="6709"/>
                </a:cubicBezTo>
                <a:cubicBezTo>
                  <a:pt x="449682" y="9679"/>
                  <a:pt x="450997" y="13247"/>
                  <a:pt x="450997" y="17412"/>
                </a:cubicBezTo>
                <a:close/>
                <a:moveTo>
                  <a:pt x="547382" y="124138"/>
                </a:moveTo>
                <a:lnTo>
                  <a:pt x="545641" y="143701"/>
                </a:lnTo>
                <a:cubicBezTo>
                  <a:pt x="539427" y="146978"/>
                  <a:pt x="530994" y="148617"/>
                  <a:pt x="520342" y="148617"/>
                </a:cubicBezTo>
                <a:cubicBezTo>
                  <a:pt x="502725" y="148617"/>
                  <a:pt x="489188" y="143701"/>
                  <a:pt x="479731" y="133868"/>
                </a:cubicBezTo>
                <a:cubicBezTo>
                  <a:pt x="470274" y="124035"/>
                  <a:pt x="465546" y="112222"/>
                  <a:pt x="465546" y="98429"/>
                </a:cubicBezTo>
                <a:cubicBezTo>
                  <a:pt x="465546" y="84090"/>
                  <a:pt x="470496" y="71577"/>
                  <a:pt x="480397" y="60891"/>
                </a:cubicBezTo>
                <a:cubicBezTo>
                  <a:pt x="490298" y="50205"/>
                  <a:pt x="503852" y="44862"/>
                  <a:pt x="521059" y="44862"/>
                </a:cubicBezTo>
                <a:cubicBezTo>
                  <a:pt x="529458" y="44862"/>
                  <a:pt x="536935" y="45818"/>
                  <a:pt x="543490" y="47730"/>
                </a:cubicBezTo>
                <a:lnTo>
                  <a:pt x="540008" y="68624"/>
                </a:lnTo>
                <a:cubicBezTo>
                  <a:pt x="533726" y="66029"/>
                  <a:pt x="526693" y="64732"/>
                  <a:pt x="518908" y="64732"/>
                </a:cubicBezTo>
                <a:cubicBezTo>
                  <a:pt x="510646" y="64732"/>
                  <a:pt x="504125" y="67651"/>
                  <a:pt x="499346" y="73489"/>
                </a:cubicBezTo>
                <a:cubicBezTo>
                  <a:pt x="494566" y="79327"/>
                  <a:pt x="492176" y="86514"/>
                  <a:pt x="492176" y="95049"/>
                </a:cubicBezTo>
                <a:cubicBezTo>
                  <a:pt x="492176" y="104336"/>
                  <a:pt x="495010" y="112188"/>
                  <a:pt x="500677" y="118607"/>
                </a:cubicBezTo>
                <a:cubicBezTo>
                  <a:pt x="506344" y="125025"/>
                  <a:pt x="514368" y="128235"/>
                  <a:pt x="524747" y="128235"/>
                </a:cubicBezTo>
                <a:cubicBezTo>
                  <a:pt x="530824" y="128235"/>
                  <a:pt x="538369" y="126869"/>
                  <a:pt x="547382" y="124138"/>
                </a:cubicBezTo>
                <a:close/>
                <a:moveTo>
                  <a:pt x="624559" y="126493"/>
                </a:moveTo>
                <a:lnTo>
                  <a:pt x="622818" y="144725"/>
                </a:lnTo>
                <a:cubicBezTo>
                  <a:pt x="618038" y="146773"/>
                  <a:pt x="612029" y="147798"/>
                  <a:pt x="604791" y="147798"/>
                </a:cubicBezTo>
                <a:cubicBezTo>
                  <a:pt x="593730" y="147798"/>
                  <a:pt x="585399" y="144793"/>
                  <a:pt x="579800" y="138784"/>
                </a:cubicBezTo>
                <a:cubicBezTo>
                  <a:pt x="574201" y="132775"/>
                  <a:pt x="571401" y="121202"/>
                  <a:pt x="571401" y="104063"/>
                </a:cubicBezTo>
                <a:cubicBezTo>
                  <a:pt x="571401" y="93752"/>
                  <a:pt x="571469" y="82076"/>
                  <a:pt x="571606" y="69034"/>
                </a:cubicBezTo>
                <a:cubicBezTo>
                  <a:pt x="568124" y="69034"/>
                  <a:pt x="563412" y="69239"/>
                  <a:pt x="557471" y="69648"/>
                </a:cubicBezTo>
                <a:lnTo>
                  <a:pt x="558188" y="49471"/>
                </a:lnTo>
                <a:cubicBezTo>
                  <a:pt x="563446" y="49880"/>
                  <a:pt x="568328" y="50085"/>
                  <a:pt x="572835" y="50085"/>
                </a:cubicBezTo>
                <a:cubicBezTo>
                  <a:pt x="572903" y="46466"/>
                  <a:pt x="573176" y="36941"/>
                  <a:pt x="573654" y="21509"/>
                </a:cubicBezTo>
                <a:lnTo>
                  <a:pt x="597929" y="18539"/>
                </a:lnTo>
                <a:cubicBezTo>
                  <a:pt x="596905" y="32127"/>
                  <a:pt x="596393" y="42642"/>
                  <a:pt x="596393" y="50085"/>
                </a:cubicBezTo>
                <a:cubicBezTo>
                  <a:pt x="602128" y="50085"/>
                  <a:pt x="610698" y="49812"/>
                  <a:pt x="622101" y="49266"/>
                </a:cubicBezTo>
                <a:lnTo>
                  <a:pt x="621282" y="69648"/>
                </a:lnTo>
                <a:cubicBezTo>
                  <a:pt x="610903" y="69239"/>
                  <a:pt x="602470" y="69034"/>
                  <a:pt x="595983" y="69034"/>
                </a:cubicBezTo>
                <a:cubicBezTo>
                  <a:pt x="595846" y="78115"/>
                  <a:pt x="595778" y="87641"/>
                  <a:pt x="595778" y="97610"/>
                </a:cubicBezTo>
                <a:cubicBezTo>
                  <a:pt x="595778" y="109764"/>
                  <a:pt x="597007" y="117907"/>
                  <a:pt x="599465" y="122038"/>
                </a:cubicBezTo>
                <a:cubicBezTo>
                  <a:pt x="601923" y="126169"/>
                  <a:pt x="606259" y="128235"/>
                  <a:pt x="612473" y="128235"/>
                </a:cubicBezTo>
                <a:cubicBezTo>
                  <a:pt x="616229" y="128235"/>
                  <a:pt x="620257" y="127654"/>
                  <a:pt x="624559" y="126493"/>
                </a:cubicBezTo>
                <a:moveTo>
                  <a:pt x="585945" y="48344"/>
                </a:moveTo>
                <a:lnTo>
                  <a:pt x="585945" y="48344"/>
                </a:lnTo>
                <a:close/>
                <a:moveTo>
                  <a:pt x="669894" y="145647"/>
                </a:moveTo>
                <a:lnTo>
                  <a:pt x="642342" y="145647"/>
                </a:lnTo>
                <a:cubicBezTo>
                  <a:pt x="643298" y="131512"/>
                  <a:pt x="643776" y="115295"/>
                  <a:pt x="643776" y="96995"/>
                </a:cubicBezTo>
                <a:cubicBezTo>
                  <a:pt x="643776" y="78832"/>
                  <a:pt x="642615" y="62922"/>
                  <a:pt x="640293" y="49266"/>
                </a:cubicBezTo>
                <a:lnTo>
                  <a:pt x="669791" y="46296"/>
                </a:lnTo>
                <a:cubicBezTo>
                  <a:pt x="668904" y="59542"/>
                  <a:pt x="668460" y="76442"/>
                  <a:pt x="668460" y="96995"/>
                </a:cubicBezTo>
                <a:cubicBezTo>
                  <a:pt x="668460" y="114544"/>
                  <a:pt x="668938" y="130761"/>
                  <a:pt x="669894" y="145647"/>
                </a:cubicBezTo>
                <a:moveTo>
                  <a:pt x="674605" y="17412"/>
                </a:moveTo>
                <a:cubicBezTo>
                  <a:pt x="674605" y="22055"/>
                  <a:pt x="673018" y="26118"/>
                  <a:pt x="669843" y="29600"/>
                </a:cubicBezTo>
                <a:cubicBezTo>
                  <a:pt x="666667" y="33083"/>
                  <a:pt x="662246" y="34824"/>
                  <a:pt x="656579" y="34824"/>
                </a:cubicBezTo>
                <a:cubicBezTo>
                  <a:pt x="651799" y="34824"/>
                  <a:pt x="648060" y="33322"/>
                  <a:pt x="645363" y="30317"/>
                </a:cubicBezTo>
                <a:cubicBezTo>
                  <a:pt x="642666" y="27313"/>
                  <a:pt x="641318" y="23694"/>
                  <a:pt x="641318" y="19461"/>
                </a:cubicBezTo>
                <a:cubicBezTo>
                  <a:pt x="641318" y="14817"/>
                  <a:pt x="642905" y="10789"/>
                  <a:pt x="646080" y="7375"/>
                </a:cubicBezTo>
                <a:cubicBezTo>
                  <a:pt x="649255" y="3960"/>
                  <a:pt x="653711" y="2253"/>
                  <a:pt x="659447" y="2253"/>
                </a:cubicBezTo>
                <a:cubicBezTo>
                  <a:pt x="664295" y="2253"/>
                  <a:pt x="668033" y="3738"/>
                  <a:pt x="670662" y="6709"/>
                </a:cubicBezTo>
                <a:cubicBezTo>
                  <a:pt x="673291" y="9679"/>
                  <a:pt x="674605" y="13247"/>
                  <a:pt x="674605" y="17412"/>
                </a:cubicBezTo>
                <a:close/>
                <a:moveTo>
                  <a:pt x="792193" y="94742"/>
                </a:moveTo>
                <a:cubicBezTo>
                  <a:pt x="792193" y="111949"/>
                  <a:pt x="786901" y="125401"/>
                  <a:pt x="776317" y="135097"/>
                </a:cubicBezTo>
                <a:cubicBezTo>
                  <a:pt x="765733" y="144793"/>
                  <a:pt x="753271" y="149641"/>
                  <a:pt x="738932" y="149641"/>
                </a:cubicBezTo>
                <a:cubicBezTo>
                  <a:pt x="725276" y="149641"/>
                  <a:pt x="713565" y="145220"/>
                  <a:pt x="703801" y="136377"/>
                </a:cubicBezTo>
                <a:cubicBezTo>
                  <a:pt x="694036" y="127535"/>
                  <a:pt x="689154" y="115090"/>
                  <a:pt x="689154" y="99044"/>
                </a:cubicBezTo>
                <a:cubicBezTo>
                  <a:pt x="689154" y="81768"/>
                  <a:pt x="694480" y="68248"/>
                  <a:pt x="705132" y="58484"/>
                </a:cubicBezTo>
                <a:cubicBezTo>
                  <a:pt x="715784" y="48720"/>
                  <a:pt x="728280" y="43837"/>
                  <a:pt x="742619" y="43837"/>
                </a:cubicBezTo>
                <a:cubicBezTo>
                  <a:pt x="756208" y="43837"/>
                  <a:pt x="767867" y="48293"/>
                  <a:pt x="777597" y="57204"/>
                </a:cubicBezTo>
                <a:cubicBezTo>
                  <a:pt x="787327" y="66115"/>
                  <a:pt x="792193" y="78627"/>
                  <a:pt x="792193" y="94742"/>
                </a:cubicBezTo>
                <a:moveTo>
                  <a:pt x="765460" y="97815"/>
                </a:moveTo>
                <a:cubicBezTo>
                  <a:pt x="765460" y="87914"/>
                  <a:pt x="763138" y="79600"/>
                  <a:pt x="758495" y="72875"/>
                </a:cubicBezTo>
                <a:cubicBezTo>
                  <a:pt x="753852" y="66149"/>
                  <a:pt x="747809" y="62786"/>
                  <a:pt x="740366" y="62786"/>
                </a:cubicBezTo>
                <a:cubicBezTo>
                  <a:pt x="733128" y="62786"/>
                  <a:pt x="727239" y="65927"/>
                  <a:pt x="722698" y="72209"/>
                </a:cubicBezTo>
                <a:cubicBezTo>
                  <a:pt x="718157" y="78491"/>
                  <a:pt x="715887" y="86343"/>
                  <a:pt x="715887" y="95766"/>
                </a:cubicBezTo>
                <a:cubicBezTo>
                  <a:pt x="715887" y="105667"/>
                  <a:pt x="718208" y="113981"/>
                  <a:pt x="722852" y="120706"/>
                </a:cubicBezTo>
                <a:cubicBezTo>
                  <a:pt x="727495" y="127432"/>
                  <a:pt x="733538" y="130795"/>
                  <a:pt x="740981" y="130795"/>
                </a:cubicBezTo>
                <a:cubicBezTo>
                  <a:pt x="748219" y="130795"/>
                  <a:pt x="754108" y="127654"/>
                  <a:pt x="758649" y="121372"/>
                </a:cubicBezTo>
                <a:cubicBezTo>
                  <a:pt x="763190" y="115090"/>
                  <a:pt x="765460" y="107238"/>
                  <a:pt x="765460" y="97815"/>
                </a:cubicBezTo>
                <a:close/>
                <a:moveTo>
                  <a:pt x="904354" y="145647"/>
                </a:moveTo>
                <a:lnTo>
                  <a:pt x="877109" y="145647"/>
                </a:lnTo>
                <a:cubicBezTo>
                  <a:pt x="878612" y="128371"/>
                  <a:pt x="879363" y="110891"/>
                  <a:pt x="879363" y="93206"/>
                </a:cubicBezTo>
                <a:cubicBezTo>
                  <a:pt x="879363" y="82485"/>
                  <a:pt x="877775" y="75213"/>
                  <a:pt x="874600" y="71389"/>
                </a:cubicBezTo>
                <a:cubicBezTo>
                  <a:pt x="871425" y="67566"/>
                  <a:pt x="866594" y="65654"/>
                  <a:pt x="860107" y="65654"/>
                </a:cubicBezTo>
                <a:cubicBezTo>
                  <a:pt x="852323" y="65654"/>
                  <a:pt x="844948" y="68317"/>
                  <a:pt x="837984" y="73643"/>
                </a:cubicBezTo>
                <a:cubicBezTo>
                  <a:pt x="838325" y="100273"/>
                  <a:pt x="838496" y="124274"/>
                  <a:pt x="838496" y="145647"/>
                </a:cubicBezTo>
                <a:lnTo>
                  <a:pt x="810944" y="145647"/>
                </a:lnTo>
                <a:cubicBezTo>
                  <a:pt x="812173" y="124274"/>
                  <a:pt x="812787" y="107477"/>
                  <a:pt x="812787" y="95254"/>
                </a:cubicBezTo>
                <a:cubicBezTo>
                  <a:pt x="812787" y="78935"/>
                  <a:pt x="811114" y="63537"/>
                  <a:pt x="807769" y="49061"/>
                </a:cubicBezTo>
                <a:lnTo>
                  <a:pt x="833989" y="46193"/>
                </a:lnTo>
                <a:lnTo>
                  <a:pt x="835730" y="57050"/>
                </a:lnTo>
                <a:lnTo>
                  <a:pt x="837369" y="57050"/>
                </a:lnTo>
                <a:cubicBezTo>
                  <a:pt x="846724" y="48993"/>
                  <a:pt x="857478" y="44964"/>
                  <a:pt x="869633" y="44964"/>
                </a:cubicBezTo>
                <a:cubicBezTo>
                  <a:pt x="880148" y="44964"/>
                  <a:pt x="888564" y="47439"/>
                  <a:pt x="894880" y="52390"/>
                </a:cubicBezTo>
                <a:cubicBezTo>
                  <a:pt x="901196" y="57340"/>
                  <a:pt x="904354" y="66473"/>
                  <a:pt x="904354" y="79788"/>
                </a:cubicBezTo>
                <a:cubicBezTo>
                  <a:pt x="904354" y="81768"/>
                  <a:pt x="904269" y="84414"/>
                  <a:pt x="904098" y="87726"/>
                </a:cubicBezTo>
                <a:cubicBezTo>
                  <a:pt x="903927" y="91038"/>
                  <a:pt x="903842" y="94435"/>
                  <a:pt x="903842" y="97917"/>
                </a:cubicBezTo>
                <a:cubicBezTo>
                  <a:pt x="903842" y="107135"/>
                  <a:pt x="904013" y="123045"/>
                  <a:pt x="904354" y="145647"/>
                </a:cubicBezTo>
                <a:close/>
                <a:moveTo>
                  <a:pt x="965684" y="83680"/>
                </a:moveTo>
                <a:lnTo>
                  <a:pt x="964455" y="102117"/>
                </a:lnTo>
                <a:lnTo>
                  <a:pt x="920618" y="103653"/>
                </a:lnTo>
                <a:lnTo>
                  <a:pt x="921540" y="85217"/>
                </a:lnTo>
                <a:lnTo>
                  <a:pt x="965684" y="83680"/>
                </a:lnTo>
                <a:close/>
                <a:moveTo>
                  <a:pt x="1078489" y="92796"/>
                </a:moveTo>
                <a:cubicBezTo>
                  <a:pt x="1078489" y="107613"/>
                  <a:pt x="1074255" y="120621"/>
                  <a:pt x="1065788" y="131819"/>
                </a:cubicBezTo>
                <a:cubicBezTo>
                  <a:pt x="1057321" y="143018"/>
                  <a:pt x="1045679" y="148617"/>
                  <a:pt x="1030862" y="148617"/>
                </a:cubicBezTo>
                <a:cubicBezTo>
                  <a:pt x="1019936" y="148617"/>
                  <a:pt x="1012221" y="146295"/>
                  <a:pt x="1007714" y="141652"/>
                </a:cubicBezTo>
                <a:lnTo>
                  <a:pt x="1006382" y="141652"/>
                </a:lnTo>
                <a:lnTo>
                  <a:pt x="1004334" y="145647"/>
                </a:lnTo>
                <a:lnTo>
                  <a:pt x="980264" y="145647"/>
                </a:lnTo>
                <a:cubicBezTo>
                  <a:pt x="981152" y="121680"/>
                  <a:pt x="981596" y="96313"/>
                  <a:pt x="981596" y="69546"/>
                </a:cubicBezTo>
                <a:cubicBezTo>
                  <a:pt x="981596" y="44350"/>
                  <a:pt x="980469" y="21714"/>
                  <a:pt x="978216" y="1639"/>
                </a:cubicBezTo>
                <a:lnTo>
                  <a:pt x="1007611" y="0"/>
                </a:lnTo>
                <a:cubicBezTo>
                  <a:pt x="1006929" y="15910"/>
                  <a:pt x="1006587" y="33902"/>
                  <a:pt x="1006587" y="53977"/>
                </a:cubicBezTo>
                <a:lnTo>
                  <a:pt x="1007816" y="53977"/>
                </a:lnTo>
                <a:cubicBezTo>
                  <a:pt x="1014713" y="47900"/>
                  <a:pt x="1024033" y="44862"/>
                  <a:pt x="1035778" y="44862"/>
                </a:cubicBezTo>
                <a:cubicBezTo>
                  <a:pt x="1048888" y="44862"/>
                  <a:pt x="1059284" y="49590"/>
                  <a:pt x="1066966" y="59047"/>
                </a:cubicBezTo>
                <a:cubicBezTo>
                  <a:pt x="1074648" y="68504"/>
                  <a:pt x="1078489" y="79754"/>
                  <a:pt x="1078489" y="92796"/>
                </a:cubicBezTo>
                <a:moveTo>
                  <a:pt x="1051244" y="95459"/>
                </a:moveTo>
                <a:cubicBezTo>
                  <a:pt x="1051244" y="86924"/>
                  <a:pt x="1049076" y="79532"/>
                  <a:pt x="1044740" y="73284"/>
                </a:cubicBezTo>
                <a:cubicBezTo>
                  <a:pt x="1040404" y="67036"/>
                  <a:pt x="1034447" y="63912"/>
                  <a:pt x="1026867" y="63912"/>
                </a:cubicBezTo>
                <a:cubicBezTo>
                  <a:pt x="1017444" y="63912"/>
                  <a:pt x="1010548" y="66678"/>
                  <a:pt x="1006178" y="72209"/>
                </a:cubicBezTo>
                <a:cubicBezTo>
                  <a:pt x="1006178" y="95561"/>
                  <a:pt x="1006690" y="113144"/>
                  <a:pt x="1007714" y="124957"/>
                </a:cubicBezTo>
                <a:cubicBezTo>
                  <a:pt x="1012016" y="128303"/>
                  <a:pt x="1017581" y="129976"/>
                  <a:pt x="1024409" y="129976"/>
                </a:cubicBezTo>
                <a:cubicBezTo>
                  <a:pt x="1033491" y="129976"/>
                  <a:pt x="1040233" y="126613"/>
                  <a:pt x="1044638" y="119887"/>
                </a:cubicBezTo>
                <a:cubicBezTo>
                  <a:pt x="1049042" y="113161"/>
                  <a:pt x="1051244" y="105019"/>
                  <a:pt x="1051244" y="95459"/>
                </a:cubicBezTo>
                <a:close/>
                <a:moveTo>
                  <a:pt x="1180364" y="145544"/>
                </a:moveTo>
                <a:lnTo>
                  <a:pt x="1156192" y="146364"/>
                </a:lnTo>
                <a:cubicBezTo>
                  <a:pt x="1155099" y="143496"/>
                  <a:pt x="1154553" y="140901"/>
                  <a:pt x="1154553" y="138579"/>
                </a:cubicBezTo>
                <a:lnTo>
                  <a:pt x="1153221" y="138579"/>
                </a:lnTo>
                <a:cubicBezTo>
                  <a:pt x="1145710" y="144998"/>
                  <a:pt x="1135570" y="148207"/>
                  <a:pt x="1122801" y="148207"/>
                </a:cubicBezTo>
                <a:cubicBezTo>
                  <a:pt x="1114266" y="148207"/>
                  <a:pt x="1107182" y="145834"/>
                  <a:pt x="1101549" y="141089"/>
                </a:cubicBezTo>
                <a:cubicBezTo>
                  <a:pt x="1095915" y="136343"/>
                  <a:pt x="1093099" y="130044"/>
                  <a:pt x="1093099" y="122192"/>
                </a:cubicBezTo>
                <a:cubicBezTo>
                  <a:pt x="1093099" y="111813"/>
                  <a:pt x="1097486" y="103312"/>
                  <a:pt x="1106260" y="96688"/>
                </a:cubicBezTo>
                <a:cubicBezTo>
                  <a:pt x="1115034" y="90065"/>
                  <a:pt x="1130415" y="86548"/>
                  <a:pt x="1152402" y="86138"/>
                </a:cubicBezTo>
                <a:cubicBezTo>
                  <a:pt x="1152539" y="84909"/>
                  <a:pt x="1152607" y="83749"/>
                  <a:pt x="1152607" y="82656"/>
                </a:cubicBezTo>
                <a:cubicBezTo>
                  <a:pt x="1152607" y="75282"/>
                  <a:pt x="1150831" y="70416"/>
                  <a:pt x="1147281" y="68061"/>
                </a:cubicBezTo>
                <a:cubicBezTo>
                  <a:pt x="1143730" y="65705"/>
                  <a:pt x="1137209" y="64527"/>
                  <a:pt x="1127718" y="64527"/>
                </a:cubicBezTo>
                <a:cubicBezTo>
                  <a:pt x="1117407" y="64527"/>
                  <a:pt x="1107335" y="65893"/>
                  <a:pt x="1097503" y="68624"/>
                </a:cubicBezTo>
                <a:lnTo>
                  <a:pt x="1099756" y="49778"/>
                </a:lnTo>
                <a:cubicBezTo>
                  <a:pt x="1109043" y="46569"/>
                  <a:pt x="1122153" y="44964"/>
                  <a:pt x="1139087" y="44964"/>
                </a:cubicBezTo>
                <a:cubicBezTo>
                  <a:pt x="1151446" y="44964"/>
                  <a:pt x="1160989" y="47559"/>
                  <a:pt x="1167714" y="52748"/>
                </a:cubicBezTo>
                <a:cubicBezTo>
                  <a:pt x="1174440" y="57938"/>
                  <a:pt x="1177803" y="67019"/>
                  <a:pt x="1177803" y="79993"/>
                </a:cubicBezTo>
                <a:cubicBezTo>
                  <a:pt x="1177803" y="82861"/>
                  <a:pt x="1177684" y="88085"/>
                  <a:pt x="1177445" y="95664"/>
                </a:cubicBezTo>
                <a:cubicBezTo>
                  <a:pt x="1177206" y="103243"/>
                  <a:pt x="1177086" y="108296"/>
                  <a:pt x="1177086" y="110823"/>
                </a:cubicBezTo>
                <a:cubicBezTo>
                  <a:pt x="1177086" y="124957"/>
                  <a:pt x="1178179" y="136531"/>
                  <a:pt x="1180364" y="145544"/>
                </a:cubicBezTo>
                <a:moveTo>
                  <a:pt x="1153017" y="124240"/>
                </a:moveTo>
                <a:cubicBezTo>
                  <a:pt x="1152607" y="115022"/>
                  <a:pt x="1152402" y="107067"/>
                  <a:pt x="1152402" y="100375"/>
                </a:cubicBezTo>
                <a:cubicBezTo>
                  <a:pt x="1129118" y="100375"/>
                  <a:pt x="1117475" y="106282"/>
                  <a:pt x="1117475" y="118095"/>
                </a:cubicBezTo>
                <a:cubicBezTo>
                  <a:pt x="1117475" y="126220"/>
                  <a:pt x="1122597" y="130283"/>
                  <a:pt x="1132839" y="130283"/>
                </a:cubicBezTo>
                <a:cubicBezTo>
                  <a:pt x="1140896" y="130283"/>
                  <a:pt x="1147622" y="128269"/>
                  <a:pt x="1153017" y="124240"/>
                </a:cubicBezTo>
                <a:close/>
                <a:moveTo>
                  <a:pt x="1269927" y="117685"/>
                </a:moveTo>
                <a:cubicBezTo>
                  <a:pt x="1269927" y="138170"/>
                  <a:pt x="1254768" y="148412"/>
                  <a:pt x="1224451" y="148412"/>
                </a:cubicBezTo>
                <a:cubicBezTo>
                  <a:pt x="1213389" y="148412"/>
                  <a:pt x="1203727" y="147217"/>
                  <a:pt x="1195465" y="144827"/>
                </a:cubicBezTo>
                <a:lnTo>
                  <a:pt x="1198947" y="124650"/>
                </a:lnTo>
                <a:cubicBezTo>
                  <a:pt x="1207483" y="127723"/>
                  <a:pt x="1215984" y="129259"/>
                  <a:pt x="1224451" y="129259"/>
                </a:cubicBezTo>
                <a:cubicBezTo>
                  <a:pt x="1232645" y="129259"/>
                  <a:pt x="1238329" y="128576"/>
                  <a:pt x="1241504" y="127210"/>
                </a:cubicBezTo>
                <a:cubicBezTo>
                  <a:pt x="1244679" y="125845"/>
                  <a:pt x="1246267" y="123557"/>
                  <a:pt x="1246267" y="120348"/>
                </a:cubicBezTo>
                <a:cubicBezTo>
                  <a:pt x="1246267" y="115363"/>
                  <a:pt x="1240531" y="110618"/>
                  <a:pt x="1229060" y="106111"/>
                </a:cubicBezTo>
                <a:cubicBezTo>
                  <a:pt x="1219022" y="102151"/>
                  <a:pt x="1211716" y="98259"/>
                  <a:pt x="1207141" y="94435"/>
                </a:cubicBezTo>
                <a:cubicBezTo>
                  <a:pt x="1200859" y="89109"/>
                  <a:pt x="1197718" y="82588"/>
                  <a:pt x="1197718" y="74872"/>
                </a:cubicBezTo>
                <a:cubicBezTo>
                  <a:pt x="1197718" y="65790"/>
                  <a:pt x="1201098" y="58484"/>
                  <a:pt x="1207858" y="52953"/>
                </a:cubicBezTo>
                <a:cubicBezTo>
                  <a:pt x="1214618" y="47422"/>
                  <a:pt x="1224451" y="44657"/>
                  <a:pt x="1237356" y="44657"/>
                </a:cubicBezTo>
                <a:cubicBezTo>
                  <a:pt x="1249442" y="44657"/>
                  <a:pt x="1258933" y="45715"/>
                  <a:pt x="1265830" y="47832"/>
                </a:cubicBezTo>
                <a:lnTo>
                  <a:pt x="1262348" y="68112"/>
                </a:lnTo>
                <a:cubicBezTo>
                  <a:pt x="1254632" y="65107"/>
                  <a:pt x="1246301" y="63605"/>
                  <a:pt x="1237356" y="63605"/>
                </a:cubicBezTo>
                <a:cubicBezTo>
                  <a:pt x="1226431" y="63605"/>
                  <a:pt x="1220968" y="66405"/>
                  <a:pt x="1220968" y="72004"/>
                </a:cubicBezTo>
                <a:cubicBezTo>
                  <a:pt x="1220968" y="74872"/>
                  <a:pt x="1222129" y="77176"/>
                  <a:pt x="1224451" y="78918"/>
                </a:cubicBezTo>
                <a:cubicBezTo>
                  <a:pt x="1226772" y="80659"/>
                  <a:pt x="1231518" y="82861"/>
                  <a:pt x="1238688" y="85524"/>
                </a:cubicBezTo>
                <a:cubicBezTo>
                  <a:pt x="1248589" y="89143"/>
                  <a:pt x="1255792" y="92864"/>
                  <a:pt x="1260299" y="96688"/>
                </a:cubicBezTo>
                <a:cubicBezTo>
                  <a:pt x="1266718" y="102151"/>
                  <a:pt x="1269927" y="109150"/>
                  <a:pt x="1269927" y="117685"/>
                </a:cubicBezTo>
                <a:close/>
                <a:moveTo>
                  <a:pt x="1377533" y="86548"/>
                </a:moveTo>
                <a:cubicBezTo>
                  <a:pt x="1377533" y="90031"/>
                  <a:pt x="1377328" y="94571"/>
                  <a:pt x="1376918" y="100171"/>
                </a:cubicBezTo>
                <a:lnTo>
                  <a:pt x="1310957" y="101297"/>
                </a:lnTo>
                <a:cubicBezTo>
                  <a:pt x="1311913" y="109013"/>
                  <a:pt x="1315225" y="115432"/>
                  <a:pt x="1320892" y="120553"/>
                </a:cubicBezTo>
                <a:cubicBezTo>
                  <a:pt x="1326560" y="125674"/>
                  <a:pt x="1334003" y="128235"/>
                  <a:pt x="1343221" y="128235"/>
                </a:cubicBezTo>
                <a:cubicBezTo>
                  <a:pt x="1353463" y="128235"/>
                  <a:pt x="1364354" y="126698"/>
                  <a:pt x="1375894" y="123626"/>
                </a:cubicBezTo>
                <a:lnTo>
                  <a:pt x="1373845" y="143496"/>
                </a:lnTo>
                <a:cubicBezTo>
                  <a:pt x="1364422" y="146910"/>
                  <a:pt x="1352746" y="148617"/>
                  <a:pt x="1338816" y="148617"/>
                </a:cubicBezTo>
                <a:cubicBezTo>
                  <a:pt x="1321200" y="148617"/>
                  <a:pt x="1307697" y="143667"/>
                  <a:pt x="1298308" y="133766"/>
                </a:cubicBezTo>
                <a:cubicBezTo>
                  <a:pt x="1288919" y="123865"/>
                  <a:pt x="1284225" y="111949"/>
                  <a:pt x="1284225" y="98020"/>
                </a:cubicBezTo>
                <a:cubicBezTo>
                  <a:pt x="1284225" y="83475"/>
                  <a:pt x="1288680" y="70860"/>
                  <a:pt x="1297591" y="60174"/>
                </a:cubicBezTo>
                <a:cubicBezTo>
                  <a:pt x="1306502" y="49488"/>
                  <a:pt x="1318878" y="44145"/>
                  <a:pt x="1334719" y="44145"/>
                </a:cubicBezTo>
                <a:cubicBezTo>
                  <a:pt x="1349195" y="44145"/>
                  <a:pt x="1359950" y="48071"/>
                  <a:pt x="1366983" y="55923"/>
                </a:cubicBezTo>
                <a:cubicBezTo>
                  <a:pt x="1374016" y="63776"/>
                  <a:pt x="1377533" y="73984"/>
                  <a:pt x="1377533" y="86548"/>
                </a:cubicBezTo>
                <a:moveTo>
                  <a:pt x="1353565" y="85626"/>
                </a:moveTo>
                <a:cubicBezTo>
                  <a:pt x="1353565" y="69921"/>
                  <a:pt x="1346874" y="62069"/>
                  <a:pt x="1333490" y="62069"/>
                </a:cubicBezTo>
                <a:cubicBezTo>
                  <a:pt x="1320722" y="62069"/>
                  <a:pt x="1313142" y="70194"/>
                  <a:pt x="1310752" y="86446"/>
                </a:cubicBezTo>
                <a:lnTo>
                  <a:pt x="1353565" y="85626"/>
                </a:lnTo>
                <a:close/>
                <a:moveTo>
                  <a:pt x="1489389" y="145544"/>
                </a:moveTo>
                <a:lnTo>
                  <a:pt x="1465115" y="146364"/>
                </a:lnTo>
                <a:cubicBezTo>
                  <a:pt x="1464637" y="143974"/>
                  <a:pt x="1464398" y="141481"/>
                  <a:pt x="1464398" y="138887"/>
                </a:cubicBezTo>
                <a:lnTo>
                  <a:pt x="1462861" y="138887"/>
                </a:lnTo>
                <a:cubicBezTo>
                  <a:pt x="1455350" y="145374"/>
                  <a:pt x="1445757" y="148617"/>
                  <a:pt x="1434080" y="148617"/>
                </a:cubicBezTo>
                <a:cubicBezTo>
                  <a:pt x="1420970" y="148617"/>
                  <a:pt x="1410557" y="143871"/>
                  <a:pt x="1402841" y="134380"/>
                </a:cubicBezTo>
                <a:cubicBezTo>
                  <a:pt x="1395125" y="124889"/>
                  <a:pt x="1391267" y="113622"/>
                  <a:pt x="1391267" y="100580"/>
                </a:cubicBezTo>
                <a:cubicBezTo>
                  <a:pt x="1391267" y="85626"/>
                  <a:pt x="1395466" y="72601"/>
                  <a:pt x="1403865" y="61506"/>
                </a:cubicBezTo>
                <a:cubicBezTo>
                  <a:pt x="1412264" y="50410"/>
                  <a:pt x="1423940" y="44862"/>
                  <a:pt x="1438894" y="44862"/>
                </a:cubicBezTo>
                <a:cubicBezTo>
                  <a:pt x="1448590" y="44862"/>
                  <a:pt x="1455862" y="46671"/>
                  <a:pt x="1460710" y="50290"/>
                </a:cubicBezTo>
                <a:lnTo>
                  <a:pt x="1462144" y="50290"/>
                </a:lnTo>
                <a:cubicBezTo>
                  <a:pt x="1462144" y="34175"/>
                  <a:pt x="1461359" y="17958"/>
                  <a:pt x="1459789" y="1639"/>
                </a:cubicBezTo>
                <a:lnTo>
                  <a:pt x="1488775" y="819"/>
                </a:lnTo>
                <a:cubicBezTo>
                  <a:pt x="1487682" y="16729"/>
                  <a:pt x="1487136" y="39604"/>
                  <a:pt x="1487136" y="69443"/>
                </a:cubicBezTo>
                <a:cubicBezTo>
                  <a:pt x="1487136" y="99693"/>
                  <a:pt x="1487887" y="125060"/>
                  <a:pt x="1489389" y="145544"/>
                </a:cubicBezTo>
                <a:moveTo>
                  <a:pt x="1463681" y="122294"/>
                </a:moveTo>
                <a:cubicBezTo>
                  <a:pt x="1463681" y="100512"/>
                  <a:pt x="1463169" y="82485"/>
                  <a:pt x="1462144" y="68214"/>
                </a:cubicBezTo>
                <a:cubicBezTo>
                  <a:pt x="1457433" y="64937"/>
                  <a:pt x="1451800" y="63298"/>
                  <a:pt x="1445244" y="63298"/>
                </a:cubicBezTo>
                <a:cubicBezTo>
                  <a:pt x="1436231" y="63298"/>
                  <a:pt x="1429539" y="66644"/>
                  <a:pt x="1425169" y="73335"/>
                </a:cubicBezTo>
                <a:cubicBezTo>
                  <a:pt x="1420799" y="80027"/>
                  <a:pt x="1418614" y="88221"/>
                  <a:pt x="1418614" y="97917"/>
                </a:cubicBezTo>
                <a:cubicBezTo>
                  <a:pt x="1418614" y="106521"/>
                  <a:pt x="1420731" y="113947"/>
                  <a:pt x="1424965" y="120194"/>
                </a:cubicBezTo>
                <a:cubicBezTo>
                  <a:pt x="1429198" y="126442"/>
                  <a:pt x="1435070" y="129566"/>
                  <a:pt x="1442581" y="129566"/>
                </a:cubicBezTo>
                <a:cubicBezTo>
                  <a:pt x="1452619" y="129566"/>
                  <a:pt x="1459652" y="127142"/>
                  <a:pt x="1463681" y="122294"/>
                </a:cubicBezTo>
                <a:close/>
                <a:moveTo>
                  <a:pt x="1714368" y="145647"/>
                </a:moveTo>
                <a:lnTo>
                  <a:pt x="1684563" y="145647"/>
                </a:lnTo>
                <a:cubicBezTo>
                  <a:pt x="1684563" y="134039"/>
                  <a:pt x="1683846" y="114459"/>
                  <a:pt x="1682412" y="86907"/>
                </a:cubicBezTo>
                <a:cubicBezTo>
                  <a:pt x="1680978" y="59355"/>
                  <a:pt x="1680227" y="42164"/>
                  <a:pt x="1680159" y="35336"/>
                </a:cubicBezTo>
                <a:lnTo>
                  <a:pt x="1678622" y="35336"/>
                </a:lnTo>
                <a:cubicBezTo>
                  <a:pt x="1677940" y="39433"/>
                  <a:pt x="1676130" y="47013"/>
                  <a:pt x="1673194" y="58074"/>
                </a:cubicBezTo>
                <a:cubicBezTo>
                  <a:pt x="1670258" y="69136"/>
                  <a:pt x="1664744" y="85439"/>
                  <a:pt x="1656653" y="106982"/>
                </a:cubicBezTo>
                <a:cubicBezTo>
                  <a:pt x="1648561" y="128525"/>
                  <a:pt x="1644515" y="141413"/>
                  <a:pt x="1644515" y="145647"/>
                </a:cubicBezTo>
                <a:lnTo>
                  <a:pt x="1621880" y="145647"/>
                </a:lnTo>
                <a:cubicBezTo>
                  <a:pt x="1621880" y="141277"/>
                  <a:pt x="1618005" y="128269"/>
                  <a:pt x="1610255" y="106623"/>
                </a:cubicBezTo>
                <a:cubicBezTo>
                  <a:pt x="1602504" y="84978"/>
                  <a:pt x="1597434" y="69819"/>
                  <a:pt x="1595045" y="61147"/>
                </a:cubicBezTo>
                <a:cubicBezTo>
                  <a:pt x="1592655" y="52475"/>
                  <a:pt x="1590743" y="43872"/>
                  <a:pt x="1589309" y="35336"/>
                </a:cubicBezTo>
                <a:lnTo>
                  <a:pt x="1587772" y="35336"/>
                </a:lnTo>
                <a:cubicBezTo>
                  <a:pt x="1587704" y="43872"/>
                  <a:pt x="1586868" y="62171"/>
                  <a:pt x="1585263" y="90235"/>
                </a:cubicBezTo>
                <a:cubicBezTo>
                  <a:pt x="1583658" y="118300"/>
                  <a:pt x="1582856" y="136770"/>
                  <a:pt x="1582856" y="145647"/>
                </a:cubicBezTo>
                <a:lnTo>
                  <a:pt x="1555816" y="145647"/>
                </a:lnTo>
                <a:cubicBezTo>
                  <a:pt x="1555816" y="143598"/>
                  <a:pt x="1558291" y="123079"/>
                  <a:pt x="1563242" y="84090"/>
                </a:cubicBezTo>
                <a:cubicBezTo>
                  <a:pt x="1568192" y="45101"/>
                  <a:pt x="1570668" y="21168"/>
                  <a:pt x="1570668" y="12291"/>
                </a:cubicBezTo>
                <a:lnTo>
                  <a:pt x="1610306" y="12291"/>
                </a:lnTo>
                <a:cubicBezTo>
                  <a:pt x="1610306" y="19939"/>
                  <a:pt x="1614488" y="36804"/>
                  <a:pt x="1622853" y="62888"/>
                </a:cubicBezTo>
                <a:cubicBezTo>
                  <a:pt x="1631217" y="88972"/>
                  <a:pt x="1635400" y="105667"/>
                  <a:pt x="1635400" y="112973"/>
                </a:cubicBezTo>
                <a:lnTo>
                  <a:pt x="1636936" y="112973"/>
                </a:lnTo>
                <a:cubicBezTo>
                  <a:pt x="1636936" y="105599"/>
                  <a:pt x="1641699" y="88870"/>
                  <a:pt x="1651224" y="62786"/>
                </a:cubicBezTo>
                <a:cubicBezTo>
                  <a:pt x="1660749" y="36702"/>
                  <a:pt x="1665512" y="19870"/>
                  <a:pt x="1665512" y="12291"/>
                </a:cubicBezTo>
                <a:lnTo>
                  <a:pt x="1704843" y="12291"/>
                </a:lnTo>
                <a:cubicBezTo>
                  <a:pt x="1704843" y="26425"/>
                  <a:pt x="1706430" y="51639"/>
                  <a:pt x="1709606" y="87931"/>
                </a:cubicBezTo>
                <a:cubicBezTo>
                  <a:pt x="1712781" y="124223"/>
                  <a:pt x="1714368" y="143462"/>
                  <a:pt x="1714368" y="145647"/>
                </a:cubicBezTo>
                <a:close/>
                <a:moveTo>
                  <a:pt x="1822557" y="145544"/>
                </a:moveTo>
                <a:lnTo>
                  <a:pt x="1798384" y="146364"/>
                </a:lnTo>
                <a:cubicBezTo>
                  <a:pt x="1797292" y="143496"/>
                  <a:pt x="1796746" y="140901"/>
                  <a:pt x="1796746" y="138579"/>
                </a:cubicBezTo>
                <a:lnTo>
                  <a:pt x="1795414" y="138579"/>
                </a:lnTo>
                <a:cubicBezTo>
                  <a:pt x="1787903" y="144998"/>
                  <a:pt x="1777763" y="148207"/>
                  <a:pt x="1764994" y="148207"/>
                </a:cubicBezTo>
                <a:cubicBezTo>
                  <a:pt x="1756459" y="148207"/>
                  <a:pt x="1749375" y="145834"/>
                  <a:pt x="1743741" y="141089"/>
                </a:cubicBezTo>
                <a:cubicBezTo>
                  <a:pt x="1738108" y="136343"/>
                  <a:pt x="1735291" y="130044"/>
                  <a:pt x="1735291" y="122192"/>
                </a:cubicBezTo>
                <a:cubicBezTo>
                  <a:pt x="1735291" y="111813"/>
                  <a:pt x="1739679" y="103312"/>
                  <a:pt x="1748453" y="96688"/>
                </a:cubicBezTo>
                <a:cubicBezTo>
                  <a:pt x="1757227" y="90065"/>
                  <a:pt x="1772608" y="86548"/>
                  <a:pt x="1794595" y="86138"/>
                </a:cubicBezTo>
                <a:cubicBezTo>
                  <a:pt x="1794731" y="84909"/>
                  <a:pt x="1794800" y="83749"/>
                  <a:pt x="1794800" y="82656"/>
                </a:cubicBezTo>
                <a:cubicBezTo>
                  <a:pt x="1794800" y="75282"/>
                  <a:pt x="1793024" y="70416"/>
                  <a:pt x="1789474" y="68061"/>
                </a:cubicBezTo>
                <a:cubicBezTo>
                  <a:pt x="1785923" y="65705"/>
                  <a:pt x="1779402" y="64527"/>
                  <a:pt x="1769911" y="64527"/>
                </a:cubicBezTo>
                <a:cubicBezTo>
                  <a:pt x="1759600" y="64527"/>
                  <a:pt x="1749528" y="65893"/>
                  <a:pt x="1739696" y="68624"/>
                </a:cubicBezTo>
                <a:lnTo>
                  <a:pt x="1741949" y="49778"/>
                </a:lnTo>
                <a:cubicBezTo>
                  <a:pt x="1751235" y="46569"/>
                  <a:pt x="1764346" y="44964"/>
                  <a:pt x="1781280" y="44964"/>
                </a:cubicBezTo>
                <a:cubicBezTo>
                  <a:pt x="1793639" y="44964"/>
                  <a:pt x="1803181" y="47559"/>
                  <a:pt x="1809907" y="52748"/>
                </a:cubicBezTo>
                <a:cubicBezTo>
                  <a:pt x="1816633" y="57938"/>
                  <a:pt x="1819996" y="67019"/>
                  <a:pt x="1819996" y="79993"/>
                </a:cubicBezTo>
                <a:cubicBezTo>
                  <a:pt x="1819996" y="82861"/>
                  <a:pt x="1819876" y="88085"/>
                  <a:pt x="1819637" y="95664"/>
                </a:cubicBezTo>
                <a:cubicBezTo>
                  <a:pt x="1819398" y="103243"/>
                  <a:pt x="1819279" y="108296"/>
                  <a:pt x="1819279" y="110823"/>
                </a:cubicBezTo>
                <a:cubicBezTo>
                  <a:pt x="1819279" y="124957"/>
                  <a:pt x="1820371" y="136531"/>
                  <a:pt x="1822557" y="145544"/>
                </a:cubicBezTo>
                <a:moveTo>
                  <a:pt x="1795209" y="124240"/>
                </a:moveTo>
                <a:cubicBezTo>
                  <a:pt x="1794800" y="115022"/>
                  <a:pt x="1794595" y="107067"/>
                  <a:pt x="1794595" y="100375"/>
                </a:cubicBezTo>
                <a:cubicBezTo>
                  <a:pt x="1771310" y="100375"/>
                  <a:pt x="1759668" y="106282"/>
                  <a:pt x="1759668" y="118095"/>
                </a:cubicBezTo>
                <a:cubicBezTo>
                  <a:pt x="1759668" y="126220"/>
                  <a:pt x="1764789" y="130283"/>
                  <a:pt x="1775032" y="130283"/>
                </a:cubicBezTo>
                <a:cubicBezTo>
                  <a:pt x="1783089" y="130283"/>
                  <a:pt x="1789815" y="128269"/>
                  <a:pt x="1795209" y="124240"/>
                </a:cubicBezTo>
                <a:close/>
                <a:moveTo>
                  <a:pt x="1935062" y="145647"/>
                </a:moveTo>
                <a:lnTo>
                  <a:pt x="1907817" y="145647"/>
                </a:lnTo>
                <a:cubicBezTo>
                  <a:pt x="1909320" y="128371"/>
                  <a:pt x="1910071" y="110891"/>
                  <a:pt x="1910071" y="93206"/>
                </a:cubicBezTo>
                <a:cubicBezTo>
                  <a:pt x="1910071" y="82485"/>
                  <a:pt x="1908483" y="75213"/>
                  <a:pt x="1905308" y="71389"/>
                </a:cubicBezTo>
                <a:cubicBezTo>
                  <a:pt x="1902133" y="67566"/>
                  <a:pt x="1897302" y="65654"/>
                  <a:pt x="1890815" y="65654"/>
                </a:cubicBezTo>
                <a:cubicBezTo>
                  <a:pt x="1883031" y="65654"/>
                  <a:pt x="1875656" y="68317"/>
                  <a:pt x="1868692" y="73643"/>
                </a:cubicBezTo>
                <a:cubicBezTo>
                  <a:pt x="1869033" y="100273"/>
                  <a:pt x="1869204" y="124274"/>
                  <a:pt x="1869204" y="145647"/>
                </a:cubicBezTo>
                <a:lnTo>
                  <a:pt x="1841652" y="145647"/>
                </a:lnTo>
                <a:cubicBezTo>
                  <a:pt x="1842881" y="124274"/>
                  <a:pt x="1843495" y="107477"/>
                  <a:pt x="1843495" y="95254"/>
                </a:cubicBezTo>
                <a:cubicBezTo>
                  <a:pt x="1843495" y="78935"/>
                  <a:pt x="1841822" y="63537"/>
                  <a:pt x="1838476" y="49061"/>
                </a:cubicBezTo>
                <a:lnTo>
                  <a:pt x="1864697" y="46193"/>
                </a:lnTo>
                <a:lnTo>
                  <a:pt x="1866438" y="57050"/>
                </a:lnTo>
                <a:lnTo>
                  <a:pt x="1868077" y="57050"/>
                </a:lnTo>
                <a:cubicBezTo>
                  <a:pt x="1877432" y="48993"/>
                  <a:pt x="1888186" y="44964"/>
                  <a:pt x="1900340" y="44964"/>
                </a:cubicBezTo>
                <a:cubicBezTo>
                  <a:pt x="1910856" y="44964"/>
                  <a:pt x="1919272" y="47439"/>
                  <a:pt x="1925588" y="52390"/>
                </a:cubicBezTo>
                <a:cubicBezTo>
                  <a:pt x="1931904" y="57340"/>
                  <a:pt x="1935062" y="66473"/>
                  <a:pt x="1935062" y="79788"/>
                </a:cubicBezTo>
                <a:cubicBezTo>
                  <a:pt x="1935062" y="81768"/>
                  <a:pt x="1934977" y="84414"/>
                  <a:pt x="1934806" y="87726"/>
                </a:cubicBezTo>
                <a:cubicBezTo>
                  <a:pt x="1934635" y="91038"/>
                  <a:pt x="1934550" y="94435"/>
                  <a:pt x="1934550" y="97917"/>
                </a:cubicBezTo>
                <a:cubicBezTo>
                  <a:pt x="1934550" y="107135"/>
                  <a:pt x="1934721" y="123045"/>
                  <a:pt x="1935062" y="145647"/>
                </a:cubicBezTo>
                <a:close/>
                <a:moveTo>
                  <a:pt x="2042263" y="145544"/>
                </a:moveTo>
                <a:lnTo>
                  <a:pt x="2018091" y="146364"/>
                </a:lnTo>
                <a:cubicBezTo>
                  <a:pt x="2016999" y="143496"/>
                  <a:pt x="2016453" y="140901"/>
                  <a:pt x="2016453" y="138579"/>
                </a:cubicBezTo>
                <a:lnTo>
                  <a:pt x="2015121" y="138579"/>
                </a:lnTo>
                <a:cubicBezTo>
                  <a:pt x="2007610" y="144998"/>
                  <a:pt x="1997470" y="148207"/>
                  <a:pt x="1984701" y="148207"/>
                </a:cubicBezTo>
                <a:cubicBezTo>
                  <a:pt x="1976166" y="148207"/>
                  <a:pt x="1969082" y="145834"/>
                  <a:pt x="1963448" y="141089"/>
                </a:cubicBezTo>
                <a:cubicBezTo>
                  <a:pt x="1957815" y="136343"/>
                  <a:pt x="1954998" y="130044"/>
                  <a:pt x="1954998" y="122192"/>
                </a:cubicBezTo>
                <a:cubicBezTo>
                  <a:pt x="1954998" y="111813"/>
                  <a:pt x="1959385" y="103312"/>
                  <a:pt x="1968160" y="96688"/>
                </a:cubicBezTo>
                <a:cubicBezTo>
                  <a:pt x="1976934" y="90065"/>
                  <a:pt x="1992315" y="86548"/>
                  <a:pt x="2014302" y="86138"/>
                </a:cubicBezTo>
                <a:cubicBezTo>
                  <a:pt x="2014438" y="84909"/>
                  <a:pt x="2014507" y="83749"/>
                  <a:pt x="2014507" y="82656"/>
                </a:cubicBezTo>
                <a:cubicBezTo>
                  <a:pt x="2014507" y="75282"/>
                  <a:pt x="2012731" y="70416"/>
                  <a:pt x="2009181" y="68061"/>
                </a:cubicBezTo>
                <a:cubicBezTo>
                  <a:pt x="2005630" y="65705"/>
                  <a:pt x="1999109" y="64527"/>
                  <a:pt x="1989618" y="64527"/>
                </a:cubicBezTo>
                <a:cubicBezTo>
                  <a:pt x="1979307" y="64527"/>
                  <a:pt x="1969235" y="65893"/>
                  <a:pt x="1959403" y="68624"/>
                </a:cubicBezTo>
                <a:lnTo>
                  <a:pt x="1961656" y="49778"/>
                </a:lnTo>
                <a:cubicBezTo>
                  <a:pt x="1970942" y="46569"/>
                  <a:pt x="1984053" y="44964"/>
                  <a:pt x="2000987" y="44964"/>
                </a:cubicBezTo>
                <a:cubicBezTo>
                  <a:pt x="2013346" y="44964"/>
                  <a:pt x="2022888" y="47559"/>
                  <a:pt x="2029614" y="52748"/>
                </a:cubicBezTo>
                <a:cubicBezTo>
                  <a:pt x="2036340" y="57938"/>
                  <a:pt x="2039703" y="67019"/>
                  <a:pt x="2039703" y="79993"/>
                </a:cubicBezTo>
                <a:cubicBezTo>
                  <a:pt x="2039703" y="82861"/>
                  <a:pt x="2039583" y="88085"/>
                  <a:pt x="2039344" y="95664"/>
                </a:cubicBezTo>
                <a:cubicBezTo>
                  <a:pt x="2039105" y="103243"/>
                  <a:pt x="2038986" y="108296"/>
                  <a:pt x="2038986" y="110823"/>
                </a:cubicBezTo>
                <a:cubicBezTo>
                  <a:pt x="2038986" y="124957"/>
                  <a:pt x="2040078" y="136531"/>
                  <a:pt x="2042263" y="145544"/>
                </a:cubicBezTo>
                <a:moveTo>
                  <a:pt x="2014916" y="124240"/>
                </a:moveTo>
                <a:cubicBezTo>
                  <a:pt x="2014507" y="115022"/>
                  <a:pt x="2014302" y="107067"/>
                  <a:pt x="2014302" y="100375"/>
                </a:cubicBezTo>
                <a:cubicBezTo>
                  <a:pt x="1991017" y="100375"/>
                  <a:pt x="1979375" y="106282"/>
                  <a:pt x="1979375" y="118095"/>
                </a:cubicBezTo>
                <a:cubicBezTo>
                  <a:pt x="1979375" y="126220"/>
                  <a:pt x="1984496" y="130283"/>
                  <a:pt x="1994739" y="130283"/>
                </a:cubicBezTo>
                <a:cubicBezTo>
                  <a:pt x="2002796" y="130283"/>
                  <a:pt x="2009522" y="128269"/>
                  <a:pt x="2014916" y="124240"/>
                </a:cubicBezTo>
                <a:close/>
                <a:moveTo>
                  <a:pt x="2164397" y="34210"/>
                </a:moveTo>
                <a:lnTo>
                  <a:pt x="2162144" y="53260"/>
                </a:lnTo>
                <a:cubicBezTo>
                  <a:pt x="2151491" y="53260"/>
                  <a:pt x="2144834" y="54797"/>
                  <a:pt x="2142171" y="57869"/>
                </a:cubicBezTo>
                <a:lnTo>
                  <a:pt x="2142171" y="59201"/>
                </a:lnTo>
                <a:cubicBezTo>
                  <a:pt x="2146200" y="64322"/>
                  <a:pt x="2148214" y="70058"/>
                  <a:pt x="2148214" y="76408"/>
                </a:cubicBezTo>
                <a:cubicBezTo>
                  <a:pt x="2148214" y="86173"/>
                  <a:pt x="2144612" y="94503"/>
                  <a:pt x="2137408" y="101400"/>
                </a:cubicBezTo>
                <a:cubicBezTo>
                  <a:pt x="2130204" y="108296"/>
                  <a:pt x="2119467" y="111744"/>
                  <a:pt x="2105196" y="111744"/>
                </a:cubicBezTo>
                <a:cubicBezTo>
                  <a:pt x="2098231" y="111744"/>
                  <a:pt x="2092529" y="111198"/>
                  <a:pt x="2088091" y="110106"/>
                </a:cubicBezTo>
                <a:cubicBezTo>
                  <a:pt x="2084472" y="111744"/>
                  <a:pt x="2082663" y="113895"/>
                  <a:pt x="2082663" y="116558"/>
                </a:cubicBezTo>
                <a:cubicBezTo>
                  <a:pt x="2082663" y="120724"/>
                  <a:pt x="2084831" y="123643"/>
                  <a:pt x="2089167" y="125316"/>
                </a:cubicBezTo>
                <a:cubicBezTo>
                  <a:pt x="2093503" y="126988"/>
                  <a:pt x="2103591" y="127825"/>
                  <a:pt x="2119433" y="127825"/>
                </a:cubicBezTo>
                <a:cubicBezTo>
                  <a:pt x="2146814" y="127825"/>
                  <a:pt x="2160505" y="137146"/>
                  <a:pt x="2160505" y="155787"/>
                </a:cubicBezTo>
                <a:cubicBezTo>
                  <a:pt x="2160505" y="168897"/>
                  <a:pt x="2154803" y="179310"/>
                  <a:pt x="2143400" y="187026"/>
                </a:cubicBezTo>
                <a:cubicBezTo>
                  <a:pt x="2131997" y="194742"/>
                  <a:pt x="2118135" y="198600"/>
                  <a:pt x="2101816" y="198600"/>
                </a:cubicBezTo>
                <a:cubicBezTo>
                  <a:pt x="2069860" y="198600"/>
                  <a:pt x="2053882" y="188562"/>
                  <a:pt x="2053882" y="168487"/>
                </a:cubicBezTo>
                <a:cubicBezTo>
                  <a:pt x="2053882" y="162274"/>
                  <a:pt x="2055674" y="156999"/>
                  <a:pt x="2059259" y="152663"/>
                </a:cubicBezTo>
                <a:cubicBezTo>
                  <a:pt x="2062844" y="148327"/>
                  <a:pt x="2066992" y="145681"/>
                  <a:pt x="2071703" y="144725"/>
                </a:cubicBezTo>
                <a:lnTo>
                  <a:pt x="2071703" y="143189"/>
                </a:lnTo>
                <a:cubicBezTo>
                  <a:pt x="2065968" y="139570"/>
                  <a:pt x="2063100" y="134039"/>
                  <a:pt x="2063100" y="126596"/>
                </a:cubicBezTo>
                <a:cubicBezTo>
                  <a:pt x="2063100" y="119085"/>
                  <a:pt x="2067026" y="112803"/>
                  <a:pt x="2074878" y="107750"/>
                </a:cubicBezTo>
                <a:lnTo>
                  <a:pt x="2074878" y="106316"/>
                </a:lnTo>
                <a:cubicBezTo>
                  <a:pt x="2063817" y="100785"/>
                  <a:pt x="2058286" y="92147"/>
                  <a:pt x="2058286" y="80403"/>
                </a:cubicBezTo>
                <a:cubicBezTo>
                  <a:pt x="2058286" y="70365"/>
                  <a:pt x="2062093" y="61966"/>
                  <a:pt x="2069706" y="55206"/>
                </a:cubicBezTo>
                <a:cubicBezTo>
                  <a:pt x="2077320" y="48446"/>
                  <a:pt x="2089081" y="45066"/>
                  <a:pt x="2104991" y="45066"/>
                </a:cubicBezTo>
                <a:cubicBezTo>
                  <a:pt x="2115848" y="45066"/>
                  <a:pt x="2124656" y="47115"/>
                  <a:pt x="2131416" y="51212"/>
                </a:cubicBezTo>
                <a:lnTo>
                  <a:pt x="2132850" y="51212"/>
                </a:lnTo>
                <a:cubicBezTo>
                  <a:pt x="2134831" y="38307"/>
                  <a:pt x="2141454" y="31854"/>
                  <a:pt x="2152721" y="31854"/>
                </a:cubicBezTo>
                <a:cubicBezTo>
                  <a:pt x="2157159" y="31854"/>
                  <a:pt x="2161051" y="32639"/>
                  <a:pt x="2164397" y="34210"/>
                </a:cubicBezTo>
                <a:moveTo>
                  <a:pt x="2135206" y="163366"/>
                </a:moveTo>
                <a:cubicBezTo>
                  <a:pt x="2135206" y="158313"/>
                  <a:pt x="2133277" y="154660"/>
                  <a:pt x="2129419" y="152407"/>
                </a:cubicBezTo>
                <a:cubicBezTo>
                  <a:pt x="2125561" y="150153"/>
                  <a:pt x="2118921" y="149027"/>
                  <a:pt x="2109498" y="149027"/>
                </a:cubicBezTo>
                <a:cubicBezTo>
                  <a:pt x="2101850" y="149027"/>
                  <a:pt x="2094134" y="148685"/>
                  <a:pt x="2086350" y="148002"/>
                </a:cubicBezTo>
                <a:cubicBezTo>
                  <a:pt x="2080341" y="151553"/>
                  <a:pt x="2077337" y="156845"/>
                  <a:pt x="2077337" y="163878"/>
                </a:cubicBezTo>
                <a:cubicBezTo>
                  <a:pt x="2077337" y="176988"/>
                  <a:pt x="2086077" y="183544"/>
                  <a:pt x="2103557" y="183544"/>
                </a:cubicBezTo>
                <a:cubicBezTo>
                  <a:pt x="2113322" y="183544"/>
                  <a:pt x="2121037" y="181700"/>
                  <a:pt x="2126705" y="178013"/>
                </a:cubicBezTo>
                <a:cubicBezTo>
                  <a:pt x="2132372" y="174325"/>
                  <a:pt x="2135206" y="169443"/>
                  <a:pt x="2135206" y="163366"/>
                </a:cubicBezTo>
                <a:moveTo>
                  <a:pt x="2123120" y="79071"/>
                </a:moveTo>
                <a:cubicBezTo>
                  <a:pt x="2123120" y="72926"/>
                  <a:pt x="2121140" y="68248"/>
                  <a:pt x="2117179" y="65039"/>
                </a:cubicBezTo>
                <a:cubicBezTo>
                  <a:pt x="2113219" y="61830"/>
                  <a:pt x="2108678" y="60225"/>
                  <a:pt x="2103557" y="60225"/>
                </a:cubicBezTo>
                <a:cubicBezTo>
                  <a:pt x="2098436" y="60225"/>
                  <a:pt x="2093946" y="61779"/>
                  <a:pt x="2090088" y="64886"/>
                </a:cubicBezTo>
                <a:cubicBezTo>
                  <a:pt x="2086230" y="67992"/>
                  <a:pt x="2084301" y="72550"/>
                  <a:pt x="2084301" y="78559"/>
                </a:cubicBezTo>
                <a:cubicBezTo>
                  <a:pt x="2084301" y="84636"/>
                  <a:pt x="2086282" y="89245"/>
                  <a:pt x="2090242" y="92386"/>
                </a:cubicBezTo>
                <a:cubicBezTo>
                  <a:pt x="2094202" y="95527"/>
                  <a:pt x="2098811" y="97098"/>
                  <a:pt x="2104069" y="97098"/>
                </a:cubicBezTo>
                <a:cubicBezTo>
                  <a:pt x="2109054" y="97098"/>
                  <a:pt x="2113475" y="95579"/>
                  <a:pt x="2117333" y="92540"/>
                </a:cubicBezTo>
                <a:cubicBezTo>
                  <a:pt x="2121191" y="89501"/>
                  <a:pt x="2123120" y="85012"/>
                  <a:pt x="2123120" y="79071"/>
                </a:cubicBezTo>
                <a:close/>
                <a:moveTo>
                  <a:pt x="2267604" y="86548"/>
                </a:moveTo>
                <a:cubicBezTo>
                  <a:pt x="2267604" y="90031"/>
                  <a:pt x="2267399" y="94571"/>
                  <a:pt x="2266989" y="100171"/>
                </a:cubicBezTo>
                <a:lnTo>
                  <a:pt x="2201028" y="101297"/>
                </a:lnTo>
                <a:cubicBezTo>
                  <a:pt x="2201984" y="109013"/>
                  <a:pt x="2205296" y="115432"/>
                  <a:pt x="2210963" y="120553"/>
                </a:cubicBezTo>
                <a:cubicBezTo>
                  <a:pt x="2216631" y="125674"/>
                  <a:pt x="2224073" y="128235"/>
                  <a:pt x="2233292" y="128235"/>
                </a:cubicBezTo>
                <a:cubicBezTo>
                  <a:pt x="2243534" y="128235"/>
                  <a:pt x="2254425" y="126698"/>
                  <a:pt x="2265965" y="123626"/>
                </a:cubicBezTo>
                <a:lnTo>
                  <a:pt x="2263916" y="143496"/>
                </a:lnTo>
                <a:cubicBezTo>
                  <a:pt x="2254493" y="146910"/>
                  <a:pt x="2242817" y="148617"/>
                  <a:pt x="2228887" y="148617"/>
                </a:cubicBezTo>
                <a:cubicBezTo>
                  <a:pt x="2211271" y="148617"/>
                  <a:pt x="2197768" y="143667"/>
                  <a:pt x="2188379" y="133766"/>
                </a:cubicBezTo>
                <a:cubicBezTo>
                  <a:pt x="2178990" y="123865"/>
                  <a:pt x="2174295" y="111949"/>
                  <a:pt x="2174295" y="98020"/>
                </a:cubicBezTo>
                <a:cubicBezTo>
                  <a:pt x="2174295" y="83475"/>
                  <a:pt x="2178751" y="70860"/>
                  <a:pt x="2187662" y="60174"/>
                </a:cubicBezTo>
                <a:cubicBezTo>
                  <a:pt x="2196573" y="49488"/>
                  <a:pt x="2208949" y="44145"/>
                  <a:pt x="2224790" y="44145"/>
                </a:cubicBezTo>
                <a:cubicBezTo>
                  <a:pt x="2239266" y="44145"/>
                  <a:pt x="2250021" y="48071"/>
                  <a:pt x="2257054" y="55923"/>
                </a:cubicBezTo>
                <a:cubicBezTo>
                  <a:pt x="2264087" y="63776"/>
                  <a:pt x="2267604" y="73984"/>
                  <a:pt x="2267604" y="86548"/>
                </a:cubicBezTo>
                <a:moveTo>
                  <a:pt x="2243636" y="85626"/>
                </a:moveTo>
                <a:cubicBezTo>
                  <a:pt x="2243636" y="69921"/>
                  <a:pt x="2236945" y="62069"/>
                  <a:pt x="2223561" y="62069"/>
                </a:cubicBezTo>
                <a:cubicBezTo>
                  <a:pt x="2210793" y="62069"/>
                  <a:pt x="2203213" y="70194"/>
                  <a:pt x="2200823" y="86446"/>
                </a:cubicBezTo>
                <a:lnTo>
                  <a:pt x="2243636" y="85626"/>
                </a:lnTo>
                <a:close/>
                <a:moveTo>
                  <a:pt x="2437432" y="145647"/>
                </a:moveTo>
                <a:lnTo>
                  <a:pt x="2410290" y="145647"/>
                </a:lnTo>
                <a:cubicBezTo>
                  <a:pt x="2411724" y="128371"/>
                  <a:pt x="2412441" y="111574"/>
                  <a:pt x="2412441" y="95254"/>
                </a:cubicBezTo>
                <a:cubicBezTo>
                  <a:pt x="2412441" y="83032"/>
                  <a:pt x="2410870" y="75043"/>
                  <a:pt x="2407729" y="71287"/>
                </a:cubicBezTo>
                <a:cubicBezTo>
                  <a:pt x="2404588" y="67531"/>
                  <a:pt x="2399569" y="65654"/>
                  <a:pt x="2392673" y="65654"/>
                </a:cubicBezTo>
                <a:cubicBezTo>
                  <a:pt x="2387142" y="65654"/>
                  <a:pt x="2381304" y="67668"/>
                  <a:pt x="2375158" y="71697"/>
                </a:cubicBezTo>
                <a:cubicBezTo>
                  <a:pt x="2374885" y="80232"/>
                  <a:pt x="2374749" y="87880"/>
                  <a:pt x="2374749" y="94640"/>
                </a:cubicBezTo>
                <a:cubicBezTo>
                  <a:pt x="2374749" y="106043"/>
                  <a:pt x="2374953" y="123045"/>
                  <a:pt x="2375363" y="145647"/>
                </a:cubicBezTo>
                <a:lnTo>
                  <a:pt x="2347914" y="145647"/>
                </a:lnTo>
                <a:cubicBezTo>
                  <a:pt x="2349416" y="126937"/>
                  <a:pt x="2350167" y="108740"/>
                  <a:pt x="2350167" y="91055"/>
                </a:cubicBezTo>
                <a:cubicBezTo>
                  <a:pt x="2350167" y="81905"/>
                  <a:pt x="2348887" y="75384"/>
                  <a:pt x="2346326" y="71492"/>
                </a:cubicBezTo>
                <a:cubicBezTo>
                  <a:pt x="2343765" y="67600"/>
                  <a:pt x="2338456" y="65654"/>
                  <a:pt x="2330399" y="65654"/>
                </a:cubicBezTo>
                <a:cubicBezTo>
                  <a:pt x="2322956" y="65654"/>
                  <a:pt x="2316777" y="68146"/>
                  <a:pt x="2311860" y="73131"/>
                </a:cubicBezTo>
                <a:cubicBezTo>
                  <a:pt x="2312202" y="100171"/>
                  <a:pt x="2312372" y="124343"/>
                  <a:pt x="2312372" y="145647"/>
                </a:cubicBezTo>
                <a:lnTo>
                  <a:pt x="2284820" y="145647"/>
                </a:lnTo>
                <a:cubicBezTo>
                  <a:pt x="2286050" y="124343"/>
                  <a:pt x="2286664" y="107545"/>
                  <a:pt x="2286664" y="95254"/>
                </a:cubicBezTo>
                <a:cubicBezTo>
                  <a:pt x="2286664" y="79276"/>
                  <a:pt x="2284991" y="63878"/>
                  <a:pt x="2281645" y="49061"/>
                </a:cubicBezTo>
                <a:lnTo>
                  <a:pt x="2307866" y="46193"/>
                </a:lnTo>
                <a:lnTo>
                  <a:pt x="2309607" y="57050"/>
                </a:lnTo>
                <a:lnTo>
                  <a:pt x="2311246" y="57050"/>
                </a:lnTo>
                <a:cubicBezTo>
                  <a:pt x="2320123" y="48993"/>
                  <a:pt x="2330126" y="44964"/>
                  <a:pt x="2341256" y="44964"/>
                </a:cubicBezTo>
                <a:cubicBezTo>
                  <a:pt x="2355186" y="44964"/>
                  <a:pt x="2364984" y="48993"/>
                  <a:pt x="2370652" y="57050"/>
                </a:cubicBezTo>
                <a:lnTo>
                  <a:pt x="2372290" y="57050"/>
                </a:lnTo>
                <a:cubicBezTo>
                  <a:pt x="2382396" y="48993"/>
                  <a:pt x="2392400" y="44964"/>
                  <a:pt x="2402301" y="44964"/>
                </a:cubicBezTo>
                <a:cubicBezTo>
                  <a:pt x="2413909" y="44964"/>
                  <a:pt x="2422666" y="47473"/>
                  <a:pt x="2428572" y="52492"/>
                </a:cubicBezTo>
                <a:cubicBezTo>
                  <a:pt x="2434479" y="57511"/>
                  <a:pt x="2437432" y="66610"/>
                  <a:pt x="2437432" y="79788"/>
                </a:cubicBezTo>
                <a:cubicBezTo>
                  <a:pt x="2437432" y="81086"/>
                  <a:pt x="2437364" y="83561"/>
                  <a:pt x="2437227" y="87214"/>
                </a:cubicBezTo>
                <a:cubicBezTo>
                  <a:pt x="2437091" y="90867"/>
                  <a:pt x="2437022" y="93342"/>
                  <a:pt x="2437022" y="94640"/>
                </a:cubicBezTo>
                <a:cubicBezTo>
                  <a:pt x="2437022" y="106043"/>
                  <a:pt x="2437159" y="123045"/>
                  <a:pt x="2437432" y="145647"/>
                </a:cubicBezTo>
                <a:close/>
                <a:moveTo>
                  <a:pt x="2549275" y="86548"/>
                </a:moveTo>
                <a:cubicBezTo>
                  <a:pt x="2549275" y="90031"/>
                  <a:pt x="2549070" y="94571"/>
                  <a:pt x="2548660" y="100171"/>
                </a:cubicBezTo>
                <a:lnTo>
                  <a:pt x="2482699" y="101297"/>
                </a:lnTo>
                <a:cubicBezTo>
                  <a:pt x="2483655" y="109013"/>
                  <a:pt x="2486967" y="115432"/>
                  <a:pt x="2492634" y="120553"/>
                </a:cubicBezTo>
                <a:cubicBezTo>
                  <a:pt x="2498302" y="125674"/>
                  <a:pt x="2505745" y="128235"/>
                  <a:pt x="2514963" y="128235"/>
                </a:cubicBezTo>
                <a:cubicBezTo>
                  <a:pt x="2525205" y="128235"/>
                  <a:pt x="2536096" y="126698"/>
                  <a:pt x="2547636" y="123626"/>
                </a:cubicBezTo>
                <a:lnTo>
                  <a:pt x="2545588" y="143496"/>
                </a:lnTo>
                <a:cubicBezTo>
                  <a:pt x="2536165" y="146910"/>
                  <a:pt x="2524488" y="148617"/>
                  <a:pt x="2510559" y="148617"/>
                </a:cubicBezTo>
                <a:cubicBezTo>
                  <a:pt x="2492942" y="148617"/>
                  <a:pt x="2479439" y="143667"/>
                  <a:pt x="2470050" y="133766"/>
                </a:cubicBezTo>
                <a:cubicBezTo>
                  <a:pt x="2460661" y="123865"/>
                  <a:pt x="2455967" y="111949"/>
                  <a:pt x="2455967" y="98020"/>
                </a:cubicBezTo>
                <a:cubicBezTo>
                  <a:pt x="2455967" y="83475"/>
                  <a:pt x="2460422" y="70860"/>
                  <a:pt x="2469333" y="60174"/>
                </a:cubicBezTo>
                <a:cubicBezTo>
                  <a:pt x="2478244" y="49488"/>
                  <a:pt x="2490620" y="44145"/>
                  <a:pt x="2506462" y="44145"/>
                </a:cubicBezTo>
                <a:cubicBezTo>
                  <a:pt x="2520938" y="44145"/>
                  <a:pt x="2531692" y="48071"/>
                  <a:pt x="2538725" y="55923"/>
                </a:cubicBezTo>
                <a:cubicBezTo>
                  <a:pt x="2545758" y="63776"/>
                  <a:pt x="2549275" y="73984"/>
                  <a:pt x="2549275" y="86548"/>
                </a:cubicBezTo>
                <a:moveTo>
                  <a:pt x="2525308" y="85626"/>
                </a:moveTo>
                <a:cubicBezTo>
                  <a:pt x="2525308" y="69921"/>
                  <a:pt x="2518616" y="62069"/>
                  <a:pt x="2505233" y="62069"/>
                </a:cubicBezTo>
                <a:cubicBezTo>
                  <a:pt x="2492464" y="62069"/>
                  <a:pt x="2484884" y="70194"/>
                  <a:pt x="2482494" y="86446"/>
                </a:cubicBezTo>
                <a:lnTo>
                  <a:pt x="2525308" y="85626"/>
                </a:lnTo>
                <a:close/>
                <a:moveTo>
                  <a:pt x="2659902" y="145647"/>
                </a:moveTo>
                <a:lnTo>
                  <a:pt x="2632657" y="145647"/>
                </a:lnTo>
                <a:cubicBezTo>
                  <a:pt x="2634160" y="128371"/>
                  <a:pt x="2634911" y="110891"/>
                  <a:pt x="2634911" y="93206"/>
                </a:cubicBezTo>
                <a:cubicBezTo>
                  <a:pt x="2634911" y="82485"/>
                  <a:pt x="2633323" y="75213"/>
                  <a:pt x="2630148" y="71389"/>
                </a:cubicBezTo>
                <a:cubicBezTo>
                  <a:pt x="2626973" y="67566"/>
                  <a:pt x="2622142" y="65654"/>
                  <a:pt x="2615655" y="65654"/>
                </a:cubicBezTo>
                <a:cubicBezTo>
                  <a:pt x="2607871" y="65654"/>
                  <a:pt x="2600496" y="68317"/>
                  <a:pt x="2593532" y="73643"/>
                </a:cubicBezTo>
                <a:cubicBezTo>
                  <a:pt x="2593873" y="100273"/>
                  <a:pt x="2594044" y="124274"/>
                  <a:pt x="2594044" y="145647"/>
                </a:cubicBezTo>
                <a:lnTo>
                  <a:pt x="2566492" y="145647"/>
                </a:lnTo>
                <a:cubicBezTo>
                  <a:pt x="2567721" y="124274"/>
                  <a:pt x="2568335" y="107477"/>
                  <a:pt x="2568335" y="95254"/>
                </a:cubicBezTo>
                <a:cubicBezTo>
                  <a:pt x="2568335" y="78935"/>
                  <a:pt x="2566662" y="63537"/>
                  <a:pt x="2563316" y="49061"/>
                </a:cubicBezTo>
                <a:lnTo>
                  <a:pt x="2589537" y="46193"/>
                </a:lnTo>
                <a:lnTo>
                  <a:pt x="2591278" y="57050"/>
                </a:lnTo>
                <a:lnTo>
                  <a:pt x="2592917" y="57050"/>
                </a:lnTo>
                <a:cubicBezTo>
                  <a:pt x="2602272" y="48993"/>
                  <a:pt x="2613026" y="44964"/>
                  <a:pt x="2625180" y="44964"/>
                </a:cubicBezTo>
                <a:cubicBezTo>
                  <a:pt x="2635696" y="44964"/>
                  <a:pt x="2644112" y="47439"/>
                  <a:pt x="2650428" y="52390"/>
                </a:cubicBezTo>
                <a:cubicBezTo>
                  <a:pt x="2656744" y="57340"/>
                  <a:pt x="2659902" y="66473"/>
                  <a:pt x="2659902" y="79788"/>
                </a:cubicBezTo>
                <a:cubicBezTo>
                  <a:pt x="2659902" y="81768"/>
                  <a:pt x="2659817" y="84414"/>
                  <a:pt x="2659646" y="87726"/>
                </a:cubicBezTo>
                <a:cubicBezTo>
                  <a:pt x="2659475" y="91038"/>
                  <a:pt x="2659390" y="94435"/>
                  <a:pt x="2659390" y="97917"/>
                </a:cubicBezTo>
                <a:cubicBezTo>
                  <a:pt x="2659390" y="107135"/>
                  <a:pt x="2659561" y="123045"/>
                  <a:pt x="2659902" y="145647"/>
                </a:cubicBezTo>
                <a:close/>
                <a:moveTo>
                  <a:pt x="2744467" y="126493"/>
                </a:moveTo>
                <a:lnTo>
                  <a:pt x="2742726" y="144725"/>
                </a:lnTo>
                <a:cubicBezTo>
                  <a:pt x="2737946" y="146773"/>
                  <a:pt x="2731937" y="147798"/>
                  <a:pt x="2724699" y="147798"/>
                </a:cubicBezTo>
                <a:cubicBezTo>
                  <a:pt x="2713638" y="147798"/>
                  <a:pt x="2705307" y="144793"/>
                  <a:pt x="2699708" y="138784"/>
                </a:cubicBezTo>
                <a:cubicBezTo>
                  <a:pt x="2694109" y="132775"/>
                  <a:pt x="2691309" y="121202"/>
                  <a:pt x="2691309" y="104063"/>
                </a:cubicBezTo>
                <a:cubicBezTo>
                  <a:pt x="2691309" y="93752"/>
                  <a:pt x="2691378" y="82076"/>
                  <a:pt x="2691514" y="69034"/>
                </a:cubicBezTo>
                <a:cubicBezTo>
                  <a:pt x="2688032" y="69034"/>
                  <a:pt x="2683320" y="69239"/>
                  <a:pt x="2677380" y="69648"/>
                </a:cubicBezTo>
                <a:lnTo>
                  <a:pt x="2678097" y="49471"/>
                </a:lnTo>
                <a:cubicBezTo>
                  <a:pt x="2683354" y="49880"/>
                  <a:pt x="2688237" y="50085"/>
                  <a:pt x="2692743" y="50085"/>
                </a:cubicBezTo>
                <a:cubicBezTo>
                  <a:pt x="2692811" y="46466"/>
                  <a:pt x="2693085" y="36941"/>
                  <a:pt x="2693563" y="21509"/>
                </a:cubicBezTo>
                <a:lnTo>
                  <a:pt x="2717837" y="18539"/>
                </a:lnTo>
                <a:cubicBezTo>
                  <a:pt x="2716813" y="32127"/>
                  <a:pt x="2716301" y="42642"/>
                  <a:pt x="2716301" y="50085"/>
                </a:cubicBezTo>
                <a:cubicBezTo>
                  <a:pt x="2722036" y="50085"/>
                  <a:pt x="2730606" y="49812"/>
                  <a:pt x="2742009" y="49266"/>
                </a:cubicBezTo>
                <a:lnTo>
                  <a:pt x="2741190" y="69648"/>
                </a:lnTo>
                <a:cubicBezTo>
                  <a:pt x="2730811" y="69239"/>
                  <a:pt x="2722378" y="69034"/>
                  <a:pt x="2715891" y="69034"/>
                </a:cubicBezTo>
                <a:cubicBezTo>
                  <a:pt x="2715754" y="78115"/>
                  <a:pt x="2715686" y="87641"/>
                  <a:pt x="2715686" y="97610"/>
                </a:cubicBezTo>
                <a:cubicBezTo>
                  <a:pt x="2715686" y="109764"/>
                  <a:pt x="2716915" y="117907"/>
                  <a:pt x="2719373" y="122038"/>
                </a:cubicBezTo>
                <a:cubicBezTo>
                  <a:pt x="2721832" y="126169"/>
                  <a:pt x="2726167" y="128235"/>
                  <a:pt x="2732381" y="128235"/>
                </a:cubicBezTo>
                <a:cubicBezTo>
                  <a:pt x="2736137" y="128235"/>
                  <a:pt x="2740165" y="127654"/>
                  <a:pt x="2744467" y="126493"/>
                </a:cubicBezTo>
                <a:moveTo>
                  <a:pt x="2705853" y="48344"/>
                </a:moveTo>
                <a:lnTo>
                  <a:pt x="2705853" y="483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3CD2E-822D-48FF-978E-E063B69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46" y="1972177"/>
            <a:ext cx="872008" cy="90130"/>
          </a:xfrm>
          <a:custGeom xmlns:a="http://schemas.openxmlformats.org/drawingml/2006/main">
            <a:pathLst>
              <a:path w="872008" h="90130">
                <a:moveTo>
                  <a:pt x="0" y="36839"/>
                </a:moveTo>
                <a:lnTo>
                  <a:pt x="87" y="46853"/>
                </a:lnTo>
                <a:lnTo>
                  <a:pt x="781834" y="40058"/>
                </a:lnTo>
                <a:lnTo>
                  <a:pt x="781922" y="50072"/>
                </a:lnTo>
                <a:lnTo>
                  <a:pt x="174" y="56866"/>
                </a:lnTo>
                <a:lnTo>
                  <a:pt x="261" y="66882"/>
                </a:lnTo>
                <a:lnTo>
                  <a:pt x="782009" y="60087"/>
                </a:lnTo>
                <a:lnTo>
                  <a:pt x="782270" y="90130"/>
                </a:lnTo>
                <a:lnTo>
                  <a:pt x="872008" y="44281"/>
                </a:lnTo>
                <a:lnTo>
                  <a:pt x="781486" y="0"/>
                </a:lnTo>
                <a:lnTo>
                  <a:pt x="781747" y="30043"/>
                </a:lnTo>
                <a:lnTo>
                  <a:pt x="0" y="36839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response">
            <a:extLst xmlns:a="http://schemas.openxmlformats.org/drawingml/2006/main">
              <a:ext uri="{FF2B5EF4-FFF2-40B4-BE49-F238E27FC236}">
                <a16:creationId xmlns:a16="http://schemas.microsoft.com/office/drawing/2014/main" id="{C957D262-916B-4EDA-89A3-0D7B6A0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99" y="1873635"/>
            <a:ext cx="567844" cy="106818"/>
          </a:xfrm>
          <a:custGeom xmlns:a="http://schemas.openxmlformats.org/drawingml/2006/main">
            <a:pathLst>
              <a:path w="567844" h="106818">
                <a:moveTo>
                  <a:pt x="46820" y="3239"/>
                </a:moveTo>
                <a:lnTo>
                  <a:pt x="43508" y="14944"/>
                </a:lnTo>
                <a:cubicBezTo>
                  <a:pt x="39680" y="13423"/>
                  <a:pt x="36121" y="12662"/>
                  <a:pt x="32833" y="12662"/>
                </a:cubicBezTo>
                <a:cubicBezTo>
                  <a:pt x="23607" y="12662"/>
                  <a:pt x="17619" y="17055"/>
                  <a:pt x="14871" y="25840"/>
                </a:cubicBezTo>
                <a:cubicBezTo>
                  <a:pt x="14871" y="48416"/>
                  <a:pt x="15018" y="64194"/>
                  <a:pt x="15312" y="73175"/>
                </a:cubicBezTo>
                <a:lnTo>
                  <a:pt x="2282" y="73175"/>
                </a:lnTo>
                <a:cubicBezTo>
                  <a:pt x="3067" y="57618"/>
                  <a:pt x="3460" y="45544"/>
                  <a:pt x="3460" y="36956"/>
                </a:cubicBezTo>
                <a:cubicBezTo>
                  <a:pt x="3460" y="25324"/>
                  <a:pt x="2307" y="14184"/>
                  <a:pt x="0" y="3534"/>
                </a:cubicBezTo>
                <a:lnTo>
                  <a:pt x="12883" y="1693"/>
                </a:lnTo>
                <a:cubicBezTo>
                  <a:pt x="13815" y="7092"/>
                  <a:pt x="14282" y="10699"/>
                  <a:pt x="14282" y="12515"/>
                </a:cubicBezTo>
                <a:lnTo>
                  <a:pt x="14871" y="12515"/>
                </a:lnTo>
                <a:cubicBezTo>
                  <a:pt x="20171" y="4711"/>
                  <a:pt x="26355" y="810"/>
                  <a:pt x="33422" y="810"/>
                </a:cubicBezTo>
                <a:cubicBezTo>
                  <a:pt x="37152" y="810"/>
                  <a:pt x="41618" y="1620"/>
                  <a:pt x="46820" y="3239"/>
                </a:cubicBezTo>
                <a:close/>
                <a:moveTo>
                  <a:pt x="115300" y="29962"/>
                </a:moveTo>
                <a:cubicBezTo>
                  <a:pt x="115300" y="32023"/>
                  <a:pt x="115201" y="34870"/>
                  <a:pt x="115005" y="38502"/>
                </a:cubicBezTo>
                <a:lnTo>
                  <a:pt x="64430" y="39385"/>
                </a:lnTo>
                <a:cubicBezTo>
                  <a:pt x="64921" y="46551"/>
                  <a:pt x="67694" y="52550"/>
                  <a:pt x="72749" y="57385"/>
                </a:cubicBezTo>
                <a:cubicBezTo>
                  <a:pt x="77804" y="62219"/>
                  <a:pt x="84503" y="64636"/>
                  <a:pt x="92846" y="64636"/>
                </a:cubicBezTo>
                <a:cubicBezTo>
                  <a:pt x="100306" y="64636"/>
                  <a:pt x="107300" y="63728"/>
                  <a:pt x="113827" y="61912"/>
                </a:cubicBezTo>
                <a:lnTo>
                  <a:pt x="112576" y="72292"/>
                </a:lnTo>
                <a:cubicBezTo>
                  <a:pt x="107766" y="74206"/>
                  <a:pt x="100821" y="75163"/>
                  <a:pt x="91742" y="75163"/>
                </a:cubicBezTo>
                <a:cubicBezTo>
                  <a:pt x="78982" y="75163"/>
                  <a:pt x="69252" y="71679"/>
                  <a:pt x="62553" y="64709"/>
                </a:cubicBezTo>
                <a:cubicBezTo>
                  <a:pt x="55854" y="57740"/>
                  <a:pt x="52504" y="49250"/>
                  <a:pt x="52504" y="39238"/>
                </a:cubicBezTo>
                <a:cubicBezTo>
                  <a:pt x="52504" y="28539"/>
                  <a:pt x="55559" y="19324"/>
                  <a:pt x="61669" y="11595"/>
                </a:cubicBezTo>
                <a:cubicBezTo>
                  <a:pt x="67780" y="3865"/>
                  <a:pt x="75988" y="0"/>
                  <a:pt x="86294" y="0"/>
                </a:cubicBezTo>
                <a:cubicBezTo>
                  <a:pt x="95766" y="0"/>
                  <a:pt x="102969" y="2797"/>
                  <a:pt x="107901" y="8392"/>
                </a:cubicBezTo>
                <a:cubicBezTo>
                  <a:pt x="112833" y="13987"/>
                  <a:pt x="115300" y="21177"/>
                  <a:pt x="115300" y="29962"/>
                </a:cubicBezTo>
                <a:moveTo>
                  <a:pt x="103005" y="30109"/>
                </a:moveTo>
                <a:cubicBezTo>
                  <a:pt x="103005" y="16318"/>
                  <a:pt x="97239" y="9423"/>
                  <a:pt x="85705" y="9423"/>
                </a:cubicBezTo>
                <a:cubicBezTo>
                  <a:pt x="73927" y="9423"/>
                  <a:pt x="66982" y="16588"/>
                  <a:pt x="64872" y="30919"/>
                </a:cubicBezTo>
                <a:lnTo>
                  <a:pt x="103005" y="30109"/>
                </a:lnTo>
                <a:close/>
                <a:moveTo>
                  <a:pt x="178663" y="53225"/>
                </a:moveTo>
                <a:cubicBezTo>
                  <a:pt x="178663" y="67556"/>
                  <a:pt x="169509" y="74721"/>
                  <a:pt x="151203" y="74721"/>
                </a:cubicBezTo>
                <a:cubicBezTo>
                  <a:pt x="143105" y="74721"/>
                  <a:pt x="135547" y="73912"/>
                  <a:pt x="128529" y="72292"/>
                </a:cubicBezTo>
                <a:lnTo>
                  <a:pt x="130811" y="61470"/>
                </a:lnTo>
                <a:cubicBezTo>
                  <a:pt x="137192" y="63924"/>
                  <a:pt x="144112" y="65151"/>
                  <a:pt x="151571" y="65151"/>
                </a:cubicBezTo>
                <a:cubicBezTo>
                  <a:pt x="162270" y="65151"/>
                  <a:pt x="167620" y="62108"/>
                  <a:pt x="167620" y="56023"/>
                </a:cubicBezTo>
                <a:cubicBezTo>
                  <a:pt x="167620" y="53078"/>
                  <a:pt x="166430" y="50734"/>
                  <a:pt x="164050" y="48992"/>
                </a:cubicBezTo>
                <a:cubicBezTo>
                  <a:pt x="161669" y="47250"/>
                  <a:pt x="157731" y="45299"/>
                  <a:pt x="152234" y="43140"/>
                </a:cubicBezTo>
                <a:cubicBezTo>
                  <a:pt x="145265" y="40391"/>
                  <a:pt x="140210" y="37741"/>
                  <a:pt x="137069" y="35189"/>
                </a:cubicBezTo>
                <a:cubicBezTo>
                  <a:pt x="132456" y="31410"/>
                  <a:pt x="130149" y="26846"/>
                  <a:pt x="130149" y="21496"/>
                </a:cubicBezTo>
                <a:cubicBezTo>
                  <a:pt x="130149" y="15901"/>
                  <a:pt x="132259" y="11104"/>
                  <a:pt x="136480" y="7104"/>
                </a:cubicBezTo>
                <a:cubicBezTo>
                  <a:pt x="140701" y="3104"/>
                  <a:pt x="147130" y="1104"/>
                  <a:pt x="155768" y="1104"/>
                </a:cubicBezTo>
                <a:cubicBezTo>
                  <a:pt x="164209" y="1104"/>
                  <a:pt x="170982" y="1816"/>
                  <a:pt x="176086" y="3239"/>
                </a:cubicBezTo>
                <a:lnTo>
                  <a:pt x="173804" y="13840"/>
                </a:lnTo>
                <a:cubicBezTo>
                  <a:pt x="168503" y="11730"/>
                  <a:pt x="162369" y="10674"/>
                  <a:pt x="155400" y="10674"/>
                </a:cubicBezTo>
                <a:cubicBezTo>
                  <a:pt x="145977" y="10674"/>
                  <a:pt x="141265" y="13398"/>
                  <a:pt x="141265" y="18846"/>
                </a:cubicBezTo>
                <a:cubicBezTo>
                  <a:pt x="141265" y="21594"/>
                  <a:pt x="142320" y="23815"/>
                  <a:pt x="144431" y="25508"/>
                </a:cubicBezTo>
                <a:cubicBezTo>
                  <a:pt x="146541" y="27202"/>
                  <a:pt x="150663" y="29251"/>
                  <a:pt x="156798" y="31655"/>
                </a:cubicBezTo>
                <a:cubicBezTo>
                  <a:pt x="163424" y="34257"/>
                  <a:pt x="168332" y="36809"/>
                  <a:pt x="171522" y="39312"/>
                </a:cubicBezTo>
                <a:cubicBezTo>
                  <a:pt x="176282" y="43189"/>
                  <a:pt x="178663" y="47827"/>
                  <a:pt x="178663" y="53225"/>
                </a:cubicBezTo>
                <a:close/>
                <a:moveTo>
                  <a:pt x="262552" y="35336"/>
                </a:moveTo>
                <a:cubicBezTo>
                  <a:pt x="262552" y="45937"/>
                  <a:pt x="259521" y="55225"/>
                  <a:pt x="253460" y="63200"/>
                </a:cubicBezTo>
                <a:cubicBezTo>
                  <a:pt x="247399" y="71176"/>
                  <a:pt x="238970" y="75163"/>
                  <a:pt x="228172" y="75163"/>
                </a:cubicBezTo>
                <a:cubicBezTo>
                  <a:pt x="219142" y="75163"/>
                  <a:pt x="213204" y="73544"/>
                  <a:pt x="210357" y="70304"/>
                </a:cubicBezTo>
                <a:lnTo>
                  <a:pt x="209621" y="70304"/>
                </a:lnTo>
                <a:cubicBezTo>
                  <a:pt x="209621" y="83948"/>
                  <a:pt x="209768" y="96119"/>
                  <a:pt x="210063" y="106818"/>
                </a:cubicBezTo>
                <a:lnTo>
                  <a:pt x="196222" y="106818"/>
                </a:lnTo>
                <a:cubicBezTo>
                  <a:pt x="197351" y="93764"/>
                  <a:pt x="197916" y="77642"/>
                  <a:pt x="197916" y="58452"/>
                </a:cubicBezTo>
                <a:cubicBezTo>
                  <a:pt x="197916" y="34796"/>
                  <a:pt x="196689" y="16490"/>
                  <a:pt x="194235" y="3534"/>
                </a:cubicBezTo>
                <a:lnTo>
                  <a:pt x="207191" y="1693"/>
                </a:lnTo>
                <a:lnTo>
                  <a:pt x="208296" y="8981"/>
                </a:lnTo>
                <a:lnTo>
                  <a:pt x="209032" y="8981"/>
                </a:lnTo>
                <a:cubicBezTo>
                  <a:pt x="213792" y="3435"/>
                  <a:pt x="221498" y="663"/>
                  <a:pt x="232148" y="663"/>
                </a:cubicBezTo>
                <a:cubicBezTo>
                  <a:pt x="241522" y="663"/>
                  <a:pt x="248932" y="4086"/>
                  <a:pt x="254380" y="10932"/>
                </a:cubicBezTo>
                <a:cubicBezTo>
                  <a:pt x="259828" y="17779"/>
                  <a:pt x="262552" y="25913"/>
                  <a:pt x="262552" y="35336"/>
                </a:cubicBezTo>
                <a:moveTo>
                  <a:pt x="249448" y="37103"/>
                </a:moveTo>
                <a:cubicBezTo>
                  <a:pt x="249448" y="29839"/>
                  <a:pt x="247534" y="23619"/>
                  <a:pt x="243706" y="18441"/>
                </a:cubicBezTo>
                <a:cubicBezTo>
                  <a:pt x="239877" y="13263"/>
                  <a:pt x="234503" y="10674"/>
                  <a:pt x="227583" y="10674"/>
                </a:cubicBezTo>
                <a:cubicBezTo>
                  <a:pt x="218749" y="10674"/>
                  <a:pt x="212418" y="13349"/>
                  <a:pt x="208590" y="18699"/>
                </a:cubicBezTo>
                <a:cubicBezTo>
                  <a:pt x="209375" y="35189"/>
                  <a:pt x="209768" y="49348"/>
                  <a:pt x="209768" y="61176"/>
                </a:cubicBezTo>
                <a:cubicBezTo>
                  <a:pt x="213743" y="64513"/>
                  <a:pt x="218921" y="66182"/>
                  <a:pt x="225301" y="66182"/>
                </a:cubicBezTo>
                <a:cubicBezTo>
                  <a:pt x="233399" y="66182"/>
                  <a:pt x="239448" y="63335"/>
                  <a:pt x="243448" y="57642"/>
                </a:cubicBezTo>
                <a:cubicBezTo>
                  <a:pt x="247448" y="51949"/>
                  <a:pt x="249448" y="45103"/>
                  <a:pt x="249448" y="37103"/>
                </a:cubicBezTo>
                <a:close/>
                <a:moveTo>
                  <a:pt x="345554" y="36072"/>
                </a:moveTo>
                <a:cubicBezTo>
                  <a:pt x="345554" y="48636"/>
                  <a:pt x="341947" y="58440"/>
                  <a:pt x="334732" y="65482"/>
                </a:cubicBezTo>
                <a:cubicBezTo>
                  <a:pt x="327518" y="72525"/>
                  <a:pt x="319027" y="76047"/>
                  <a:pt x="309261" y="76047"/>
                </a:cubicBezTo>
                <a:cubicBezTo>
                  <a:pt x="300132" y="76047"/>
                  <a:pt x="292292" y="72930"/>
                  <a:pt x="285740" y="66697"/>
                </a:cubicBezTo>
                <a:cubicBezTo>
                  <a:pt x="279188" y="60464"/>
                  <a:pt x="275912" y="51679"/>
                  <a:pt x="275912" y="40342"/>
                </a:cubicBezTo>
                <a:cubicBezTo>
                  <a:pt x="275912" y="27680"/>
                  <a:pt x="279532" y="17791"/>
                  <a:pt x="286771" y="10674"/>
                </a:cubicBezTo>
                <a:cubicBezTo>
                  <a:pt x="294010" y="3558"/>
                  <a:pt x="302512" y="0"/>
                  <a:pt x="312279" y="0"/>
                </a:cubicBezTo>
                <a:cubicBezTo>
                  <a:pt x="321407" y="0"/>
                  <a:pt x="329235" y="3153"/>
                  <a:pt x="335763" y="9460"/>
                </a:cubicBezTo>
                <a:cubicBezTo>
                  <a:pt x="342290" y="15766"/>
                  <a:pt x="345554" y="24637"/>
                  <a:pt x="345554" y="36072"/>
                </a:cubicBezTo>
                <a:moveTo>
                  <a:pt x="332818" y="38649"/>
                </a:moveTo>
                <a:cubicBezTo>
                  <a:pt x="332818" y="30993"/>
                  <a:pt x="330892" y="24183"/>
                  <a:pt x="327039" y="18220"/>
                </a:cubicBezTo>
                <a:cubicBezTo>
                  <a:pt x="323186" y="12257"/>
                  <a:pt x="317702" y="9276"/>
                  <a:pt x="310586" y="9276"/>
                </a:cubicBezTo>
                <a:cubicBezTo>
                  <a:pt x="303518" y="9276"/>
                  <a:pt x="298083" y="12098"/>
                  <a:pt x="294279" y="17742"/>
                </a:cubicBezTo>
                <a:cubicBezTo>
                  <a:pt x="290476" y="23386"/>
                  <a:pt x="288574" y="29938"/>
                  <a:pt x="288574" y="37398"/>
                </a:cubicBezTo>
                <a:cubicBezTo>
                  <a:pt x="288574" y="45103"/>
                  <a:pt x="290500" y="51925"/>
                  <a:pt x="294353" y="57863"/>
                </a:cubicBezTo>
                <a:cubicBezTo>
                  <a:pt x="298206" y="63802"/>
                  <a:pt x="303715" y="66771"/>
                  <a:pt x="310880" y="66771"/>
                </a:cubicBezTo>
                <a:cubicBezTo>
                  <a:pt x="317947" y="66771"/>
                  <a:pt x="323371" y="63936"/>
                  <a:pt x="327150" y="58268"/>
                </a:cubicBezTo>
                <a:cubicBezTo>
                  <a:pt x="330929" y="52599"/>
                  <a:pt x="332818" y="46060"/>
                  <a:pt x="332818" y="38649"/>
                </a:cubicBezTo>
                <a:close/>
                <a:moveTo>
                  <a:pt x="425216" y="73175"/>
                </a:moveTo>
                <a:lnTo>
                  <a:pt x="411817" y="73175"/>
                </a:lnTo>
                <a:cubicBezTo>
                  <a:pt x="412897" y="60268"/>
                  <a:pt x="413437" y="46182"/>
                  <a:pt x="413437" y="30919"/>
                </a:cubicBezTo>
                <a:cubicBezTo>
                  <a:pt x="413437" y="23361"/>
                  <a:pt x="411903" y="18196"/>
                  <a:pt x="408836" y="15423"/>
                </a:cubicBezTo>
                <a:cubicBezTo>
                  <a:pt x="405768" y="12650"/>
                  <a:pt x="401388" y="11263"/>
                  <a:pt x="395695" y="11263"/>
                </a:cubicBezTo>
                <a:cubicBezTo>
                  <a:pt x="388726" y="11263"/>
                  <a:pt x="382297" y="13791"/>
                  <a:pt x="376408" y="18846"/>
                </a:cubicBezTo>
                <a:cubicBezTo>
                  <a:pt x="376408" y="35582"/>
                  <a:pt x="376506" y="53691"/>
                  <a:pt x="376702" y="73175"/>
                </a:cubicBezTo>
                <a:lnTo>
                  <a:pt x="363304" y="73175"/>
                </a:lnTo>
                <a:cubicBezTo>
                  <a:pt x="364138" y="56489"/>
                  <a:pt x="364555" y="44416"/>
                  <a:pt x="364555" y="36956"/>
                </a:cubicBezTo>
                <a:cubicBezTo>
                  <a:pt x="364555" y="25472"/>
                  <a:pt x="363475" y="14331"/>
                  <a:pt x="361316" y="3534"/>
                </a:cubicBezTo>
                <a:lnTo>
                  <a:pt x="374273" y="1693"/>
                </a:lnTo>
                <a:lnTo>
                  <a:pt x="375671" y="10674"/>
                </a:lnTo>
                <a:lnTo>
                  <a:pt x="376260" y="10674"/>
                </a:lnTo>
                <a:cubicBezTo>
                  <a:pt x="383524" y="4098"/>
                  <a:pt x="391303" y="810"/>
                  <a:pt x="399597" y="810"/>
                </a:cubicBezTo>
                <a:cubicBezTo>
                  <a:pt x="407744" y="810"/>
                  <a:pt x="414050" y="2613"/>
                  <a:pt x="418517" y="6221"/>
                </a:cubicBezTo>
                <a:cubicBezTo>
                  <a:pt x="422983" y="9828"/>
                  <a:pt x="425216" y="16245"/>
                  <a:pt x="425216" y="25472"/>
                </a:cubicBezTo>
                <a:cubicBezTo>
                  <a:pt x="425216" y="26404"/>
                  <a:pt x="425167" y="28244"/>
                  <a:pt x="425068" y="30993"/>
                </a:cubicBezTo>
                <a:cubicBezTo>
                  <a:pt x="424970" y="33741"/>
                  <a:pt x="424921" y="35582"/>
                  <a:pt x="424921" y="36514"/>
                </a:cubicBezTo>
                <a:cubicBezTo>
                  <a:pt x="424921" y="44710"/>
                  <a:pt x="425019" y="56931"/>
                  <a:pt x="425216" y="73175"/>
                </a:cubicBezTo>
                <a:close/>
                <a:moveTo>
                  <a:pt x="490360" y="53225"/>
                </a:moveTo>
                <a:cubicBezTo>
                  <a:pt x="490360" y="67556"/>
                  <a:pt x="481207" y="74721"/>
                  <a:pt x="462901" y="74721"/>
                </a:cubicBezTo>
                <a:cubicBezTo>
                  <a:pt x="454803" y="74721"/>
                  <a:pt x="447245" y="73912"/>
                  <a:pt x="440227" y="72292"/>
                </a:cubicBezTo>
                <a:lnTo>
                  <a:pt x="442509" y="61470"/>
                </a:lnTo>
                <a:cubicBezTo>
                  <a:pt x="448889" y="63924"/>
                  <a:pt x="455809" y="65151"/>
                  <a:pt x="463269" y="65151"/>
                </a:cubicBezTo>
                <a:cubicBezTo>
                  <a:pt x="473968" y="65151"/>
                  <a:pt x="479317" y="62108"/>
                  <a:pt x="479317" y="56023"/>
                </a:cubicBezTo>
                <a:cubicBezTo>
                  <a:pt x="479317" y="53078"/>
                  <a:pt x="478127" y="50734"/>
                  <a:pt x="475747" y="48992"/>
                </a:cubicBezTo>
                <a:cubicBezTo>
                  <a:pt x="473367" y="47250"/>
                  <a:pt x="469428" y="45299"/>
                  <a:pt x="463932" y="43140"/>
                </a:cubicBezTo>
                <a:cubicBezTo>
                  <a:pt x="456962" y="40391"/>
                  <a:pt x="451907" y="37741"/>
                  <a:pt x="448766" y="35189"/>
                </a:cubicBezTo>
                <a:cubicBezTo>
                  <a:pt x="444153" y="31410"/>
                  <a:pt x="441846" y="26846"/>
                  <a:pt x="441846" y="21496"/>
                </a:cubicBezTo>
                <a:cubicBezTo>
                  <a:pt x="441846" y="15901"/>
                  <a:pt x="443957" y="11104"/>
                  <a:pt x="448177" y="7104"/>
                </a:cubicBezTo>
                <a:cubicBezTo>
                  <a:pt x="452398" y="3104"/>
                  <a:pt x="458827" y="1104"/>
                  <a:pt x="467465" y="1104"/>
                </a:cubicBezTo>
                <a:cubicBezTo>
                  <a:pt x="475907" y="1104"/>
                  <a:pt x="482679" y="1816"/>
                  <a:pt x="487783" y="3239"/>
                </a:cubicBezTo>
                <a:lnTo>
                  <a:pt x="485501" y="13840"/>
                </a:lnTo>
                <a:cubicBezTo>
                  <a:pt x="480201" y="11730"/>
                  <a:pt x="474066" y="10674"/>
                  <a:pt x="467097" y="10674"/>
                </a:cubicBezTo>
                <a:cubicBezTo>
                  <a:pt x="457674" y="10674"/>
                  <a:pt x="452963" y="13398"/>
                  <a:pt x="452963" y="18846"/>
                </a:cubicBezTo>
                <a:cubicBezTo>
                  <a:pt x="452963" y="21594"/>
                  <a:pt x="454018" y="23815"/>
                  <a:pt x="456128" y="25508"/>
                </a:cubicBezTo>
                <a:cubicBezTo>
                  <a:pt x="458238" y="27202"/>
                  <a:pt x="462361" y="29251"/>
                  <a:pt x="468496" y="31655"/>
                </a:cubicBezTo>
                <a:cubicBezTo>
                  <a:pt x="475121" y="34257"/>
                  <a:pt x="480029" y="36809"/>
                  <a:pt x="483219" y="39312"/>
                </a:cubicBezTo>
                <a:cubicBezTo>
                  <a:pt x="487980" y="43189"/>
                  <a:pt x="490360" y="47827"/>
                  <a:pt x="490360" y="53225"/>
                </a:cubicBezTo>
                <a:close/>
                <a:moveTo>
                  <a:pt x="567844" y="29962"/>
                </a:moveTo>
                <a:cubicBezTo>
                  <a:pt x="567844" y="32023"/>
                  <a:pt x="567746" y="34870"/>
                  <a:pt x="567550" y="38502"/>
                </a:cubicBezTo>
                <a:lnTo>
                  <a:pt x="516975" y="39385"/>
                </a:lnTo>
                <a:cubicBezTo>
                  <a:pt x="517466" y="46551"/>
                  <a:pt x="520239" y="52550"/>
                  <a:pt x="525294" y="57385"/>
                </a:cubicBezTo>
                <a:cubicBezTo>
                  <a:pt x="530349" y="62219"/>
                  <a:pt x="537048" y="64636"/>
                  <a:pt x="545391" y="64636"/>
                </a:cubicBezTo>
                <a:cubicBezTo>
                  <a:pt x="552851" y="64636"/>
                  <a:pt x="559845" y="63728"/>
                  <a:pt x="566372" y="61912"/>
                </a:cubicBezTo>
                <a:lnTo>
                  <a:pt x="565121" y="72292"/>
                </a:lnTo>
                <a:cubicBezTo>
                  <a:pt x="560311" y="74206"/>
                  <a:pt x="553366" y="75163"/>
                  <a:pt x="544287" y="75163"/>
                </a:cubicBezTo>
                <a:cubicBezTo>
                  <a:pt x="531527" y="75163"/>
                  <a:pt x="521797" y="71679"/>
                  <a:pt x="515098" y="64709"/>
                </a:cubicBezTo>
                <a:cubicBezTo>
                  <a:pt x="508399" y="57740"/>
                  <a:pt x="505049" y="49250"/>
                  <a:pt x="505049" y="39238"/>
                </a:cubicBezTo>
                <a:cubicBezTo>
                  <a:pt x="505049" y="28539"/>
                  <a:pt x="508104" y="19324"/>
                  <a:pt x="514214" y="11595"/>
                </a:cubicBezTo>
                <a:cubicBezTo>
                  <a:pt x="520324" y="3865"/>
                  <a:pt x="528533" y="0"/>
                  <a:pt x="538839" y="0"/>
                </a:cubicBezTo>
                <a:cubicBezTo>
                  <a:pt x="548311" y="0"/>
                  <a:pt x="555513" y="2797"/>
                  <a:pt x="560446" y="8392"/>
                </a:cubicBezTo>
                <a:cubicBezTo>
                  <a:pt x="565378" y="13987"/>
                  <a:pt x="567844" y="21177"/>
                  <a:pt x="567844" y="29962"/>
                </a:cubicBezTo>
                <a:moveTo>
                  <a:pt x="555550" y="30109"/>
                </a:moveTo>
                <a:cubicBezTo>
                  <a:pt x="555550" y="16318"/>
                  <a:pt x="549784" y="9423"/>
                  <a:pt x="538250" y="9423"/>
                </a:cubicBezTo>
                <a:cubicBezTo>
                  <a:pt x="526472" y="9423"/>
                  <a:pt x="519527" y="16588"/>
                  <a:pt x="517417" y="30919"/>
                </a:cubicBezTo>
                <a:lnTo>
                  <a:pt x="555550" y="30109"/>
                </a:ln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length">
            <a:extLst xmlns:a="http://schemas.openxmlformats.org/drawingml/2006/main">
              <a:ext uri="{FF2B5EF4-FFF2-40B4-BE49-F238E27FC236}">
                <a16:creationId xmlns:a16="http://schemas.microsoft.com/office/drawing/2014/main" id="{19F8A721-85CB-4E23-A01E-6094CE53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973" y="2058814"/>
            <a:ext cx="389653" cy="142376"/>
          </a:xfrm>
          <a:custGeom xmlns:a="http://schemas.openxmlformats.org/drawingml/2006/main">
            <a:pathLst>
              <a:path w="389653" h="142376">
                <a:moveTo>
                  <a:pt x="14944" y="104315"/>
                </a:moveTo>
                <a:lnTo>
                  <a:pt x="810" y="104315"/>
                </a:lnTo>
                <a:cubicBezTo>
                  <a:pt x="1693" y="88120"/>
                  <a:pt x="2135" y="69814"/>
                  <a:pt x="2135" y="49397"/>
                </a:cubicBezTo>
                <a:cubicBezTo>
                  <a:pt x="2135" y="29570"/>
                  <a:pt x="1423" y="13349"/>
                  <a:pt x="0" y="736"/>
                </a:cubicBezTo>
                <a:lnTo>
                  <a:pt x="14944" y="0"/>
                </a:lnTo>
                <a:cubicBezTo>
                  <a:pt x="14012" y="13349"/>
                  <a:pt x="13546" y="29815"/>
                  <a:pt x="13546" y="49397"/>
                </a:cubicBezTo>
                <a:cubicBezTo>
                  <a:pt x="13546" y="69568"/>
                  <a:pt x="14012" y="87874"/>
                  <a:pt x="14944" y="104315"/>
                </a:cubicBezTo>
                <a:close/>
                <a:moveTo>
                  <a:pt x="94904" y="61102"/>
                </a:moveTo>
                <a:cubicBezTo>
                  <a:pt x="94904" y="63164"/>
                  <a:pt x="94806" y="66010"/>
                  <a:pt x="94610" y="69642"/>
                </a:cubicBezTo>
                <a:lnTo>
                  <a:pt x="44035" y="70525"/>
                </a:lnTo>
                <a:cubicBezTo>
                  <a:pt x="44526" y="77691"/>
                  <a:pt x="47299" y="83690"/>
                  <a:pt x="52354" y="88525"/>
                </a:cubicBezTo>
                <a:cubicBezTo>
                  <a:pt x="57409" y="93359"/>
                  <a:pt x="64108" y="95776"/>
                  <a:pt x="72451" y="95776"/>
                </a:cubicBezTo>
                <a:cubicBezTo>
                  <a:pt x="79911" y="95776"/>
                  <a:pt x="86905" y="94868"/>
                  <a:pt x="93432" y="93052"/>
                </a:cubicBezTo>
                <a:lnTo>
                  <a:pt x="92181" y="103432"/>
                </a:lnTo>
                <a:cubicBezTo>
                  <a:pt x="87371" y="105346"/>
                  <a:pt x="80426" y="106303"/>
                  <a:pt x="71347" y="106303"/>
                </a:cubicBezTo>
                <a:cubicBezTo>
                  <a:pt x="58587" y="106303"/>
                  <a:pt x="48857" y="102819"/>
                  <a:pt x="42158" y="95850"/>
                </a:cubicBezTo>
                <a:cubicBezTo>
                  <a:pt x="35459" y="88880"/>
                  <a:pt x="32109" y="80390"/>
                  <a:pt x="32109" y="70378"/>
                </a:cubicBezTo>
                <a:cubicBezTo>
                  <a:pt x="32109" y="59679"/>
                  <a:pt x="35164" y="50465"/>
                  <a:pt x="41274" y="42735"/>
                </a:cubicBezTo>
                <a:cubicBezTo>
                  <a:pt x="47385" y="35005"/>
                  <a:pt x="55593" y="31140"/>
                  <a:pt x="65899" y="31140"/>
                </a:cubicBezTo>
                <a:cubicBezTo>
                  <a:pt x="75371" y="31140"/>
                  <a:pt x="82574" y="33938"/>
                  <a:pt x="87506" y="39532"/>
                </a:cubicBezTo>
                <a:cubicBezTo>
                  <a:pt x="92438" y="45127"/>
                  <a:pt x="94904" y="52317"/>
                  <a:pt x="94904" y="61102"/>
                </a:cubicBezTo>
                <a:moveTo>
                  <a:pt x="82610" y="61249"/>
                </a:moveTo>
                <a:cubicBezTo>
                  <a:pt x="82610" y="47459"/>
                  <a:pt x="76844" y="40563"/>
                  <a:pt x="65310" y="40563"/>
                </a:cubicBezTo>
                <a:cubicBezTo>
                  <a:pt x="53532" y="40563"/>
                  <a:pt x="46587" y="47728"/>
                  <a:pt x="44477" y="62059"/>
                </a:cubicBezTo>
                <a:lnTo>
                  <a:pt x="82610" y="61249"/>
                </a:lnTo>
                <a:close/>
                <a:moveTo>
                  <a:pt x="173814" y="104315"/>
                </a:moveTo>
                <a:lnTo>
                  <a:pt x="160416" y="104315"/>
                </a:lnTo>
                <a:cubicBezTo>
                  <a:pt x="161495" y="91408"/>
                  <a:pt x="162035" y="77323"/>
                  <a:pt x="162035" y="62059"/>
                </a:cubicBezTo>
                <a:cubicBezTo>
                  <a:pt x="162035" y="54501"/>
                  <a:pt x="160502" y="49336"/>
                  <a:pt x="157434" y="46563"/>
                </a:cubicBezTo>
                <a:cubicBezTo>
                  <a:pt x="154367" y="43790"/>
                  <a:pt x="149987" y="42403"/>
                  <a:pt x="144294" y="42403"/>
                </a:cubicBezTo>
                <a:cubicBezTo>
                  <a:pt x="137324" y="42403"/>
                  <a:pt x="130895" y="44931"/>
                  <a:pt x="125006" y="49986"/>
                </a:cubicBezTo>
                <a:cubicBezTo>
                  <a:pt x="125006" y="66722"/>
                  <a:pt x="125104" y="84831"/>
                  <a:pt x="125300" y="104315"/>
                </a:cubicBezTo>
                <a:lnTo>
                  <a:pt x="111902" y="104315"/>
                </a:lnTo>
                <a:cubicBezTo>
                  <a:pt x="112736" y="87629"/>
                  <a:pt x="113153" y="75556"/>
                  <a:pt x="113153" y="68096"/>
                </a:cubicBezTo>
                <a:cubicBezTo>
                  <a:pt x="113153" y="56612"/>
                  <a:pt x="112074" y="45471"/>
                  <a:pt x="109914" y="34674"/>
                </a:cubicBezTo>
                <a:lnTo>
                  <a:pt x="122871" y="32833"/>
                </a:lnTo>
                <a:lnTo>
                  <a:pt x="124270" y="41815"/>
                </a:lnTo>
                <a:lnTo>
                  <a:pt x="124859" y="41815"/>
                </a:lnTo>
                <a:cubicBezTo>
                  <a:pt x="132122" y="35238"/>
                  <a:pt x="139901" y="31950"/>
                  <a:pt x="148195" y="31950"/>
                </a:cubicBezTo>
                <a:cubicBezTo>
                  <a:pt x="156342" y="31950"/>
                  <a:pt x="162649" y="33753"/>
                  <a:pt x="167115" y="37361"/>
                </a:cubicBezTo>
                <a:cubicBezTo>
                  <a:pt x="171581" y="40968"/>
                  <a:pt x="173814" y="47385"/>
                  <a:pt x="173814" y="56612"/>
                </a:cubicBezTo>
                <a:cubicBezTo>
                  <a:pt x="173814" y="57544"/>
                  <a:pt x="173765" y="59384"/>
                  <a:pt x="173667" y="62133"/>
                </a:cubicBezTo>
                <a:cubicBezTo>
                  <a:pt x="173569" y="64881"/>
                  <a:pt x="173520" y="66722"/>
                  <a:pt x="173520" y="67654"/>
                </a:cubicBezTo>
                <a:cubicBezTo>
                  <a:pt x="173520" y="75850"/>
                  <a:pt x="173618" y="88071"/>
                  <a:pt x="173814" y="104315"/>
                </a:cubicBezTo>
                <a:close/>
                <a:moveTo>
                  <a:pt x="261351" y="25103"/>
                </a:moveTo>
                <a:lnTo>
                  <a:pt x="260173" y="35263"/>
                </a:lnTo>
                <a:cubicBezTo>
                  <a:pt x="251045" y="35263"/>
                  <a:pt x="246014" y="36735"/>
                  <a:pt x="245082" y="39680"/>
                </a:cubicBezTo>
                <a:lnTo>
                  <a:pt x="245082" y="40416"/>
                </a:lnTo>
                <a:cubicBezTo>
                  <a:pt x="248223" y="44244"/>
                  <a:pt x="249793" y="48612"/>
                  <a:pt x="249793" y="53520"/>
                </a:cubicBezTo>
                <a:cubicBezTo>
                  <a:pt x="249793" y="61176"/>
                  <a:pt x="247278" y="67495"/>
                  <a:pt x="242248" y="72476"/>
                </a:cubicBezTo>
                <a:cubicBezTo>
                  <a:pt x="237217" y="77457"/>
                  <a:pt x="229451" y="79948"/>
                  <a:pt x="218948" y="79948"/>
                </a:cubicBezTo>
                <a:cubicBezTo>
                  <a:pt x="214285" y="79948"/>
                  <a:pt x="210580" y="79457"/>
                  <a:pt x="207832" y="78476"/>
                </a:cubicBezTo>
                <a:cubicBezTo>
                  <a:pt x="205427" y="80194"/>
                  <a:pt x="204224" y="82329"/>
                  <a:pt x="204224" y="84881"/>
                </a:cubicBezTo>
                <a:cubicBezTo>
                  <a:pt x="204224" y="88022"/>
                  <a:pt x="205648" y="90107"/>
                  <a:pt x="208494" y="91138"/>
                </a:cubicBezTo>
                <a:cubicBezTo>
                  <a:pt x="212126" y="92512"/>
                  <a:pt x="219709" y="93199"/>
                  <a:pt x="231242" y="93199"/>
                </a:cubicBezTo>
                <a:cubicBezTo>
                  <a:pt x="249892" y="93199"/>
                  <a:pt x="259216" y="99383"/>
                  <a:pt x="259216" y="111751"/>
                </a:cubicBezTo>
                <a:cubicBezTo>
                  <a:pt x="259216" y="120585"/>
                  <a:pt x="255585" y="127898"/>
                  <a:pt x="248321" y="133689"/>
                </a:cubicBezTo>
                <a:cubicBezTo>
                  <a:pt x="241058" y="139480"/>
                  <a:pt x="231659" y="142376"/>
                  <a:pt x="220126" y="142376"/>
                </a:cubicBezTo>
                <a:cubicBezTo>
                  <a:pt x="208298" y="142376"/>
                  <a:pt x="199869" y="140228"/>
                  <a:pt x="194838" y="135934"/>
                </a:cubicBezTo>
                <a:cubicBezTo>
                  <a:pt x="189808" y="131640"/>
                  <a:pt x="187292" y="126474"/>
                  <a:pt x="187292" y="120438"/>
                </a:cubicBezTo>
                <a:cubicBezTo>
                  <a:pt x="187292" y="114941"/>
                  <a:pt x="188532" y="110524"/>
                  <a:pt x="191010" y="107187"/>
                </a:cubicBezTo>
                <a:cubicBezTo>
                  <a:pt x="193489" y="103849"/>
                  <a:pt x="196568" y="101788"/>
                  <a:pt x="200249" y="101003"/>
                </a:cubicBezTo>
                <a:lnTo>
                  <a:pt x="200249" y="100340"/>
                </a:lnTo>
                <a:cubicBezTo>
                  <a:pt x="196372" y="98475"/>
                  <a:pt x="194433" y="94892"/>
                  <a:pt x="194433" y="89592"/>
                </a:cubicBezTo>
                <a:cubicBezTo>
                  <a:pt x="194433" y="84782"/>
                  <a:pt x="196887" y="80562"/>
                  <a:pt x="201795" y="76930"/>
                </a:cubicBezTo>
                <a:lnTo>
                  <a:pt x="201795" y="76341"/>
                </a:lnTo>
                <a:cubicBezTo>
                  <a:pt x="199194" y="75065"/>
                  <a:pt x="196715" y="72906"/>
                  <a:pt x="194360" y="69863"/>
                </a:cubicBezTo>
                <a:cubicBezTo>
                  <a:pt x="192004" y="66820"/>
                  <a:pt x="190826" y="63041"/>
                  <a:pt x="190826" y="58526"/>
                </a:cubicBezTo>
                <a:cubicBezTo>
                  <a:pt x="190826" y="50722"/>
                  <a:pt x="193403" y="44367"/>
                  <a:pt x="198556" y="39459"/>
                </a:cubicBezTo>
                <a:cubicBezTo>
                  <a:pt x="203709" y="34551"/>
                  <a:pt x="211169" y="32097"/>
                  <a:pt x="220936" y="32097"/>
                </a:cubicBezTo>
                <a:cubicBezTo>
                  <a:pt x="228935" y="32097"/>
                  <a:pt x="235217" y="33545"/>
                  <a:pt x="239781" y="36440"/>
                </a:cubicBezTo>
                <a:lnTo>
                  <a:pt x="240591" y="36440"/>
                </a:lnTo>
                <a:cubicBezTo>
                  <a:pt x="242162" y="28146"/>
                  <a:pt x="246284" y="23999"/>
                  <a:pt x="252959" y="23999"/>
                </a:cubicBezTo>
                <a:cubicBezTo>
                  <a:pt x="256591" y="23999"/>
                  <a:pt x="259388" y="24367"/>
                  <a:pt x="261351" y="25103"/>
                </a:cubicBezTo>
                <a:moveTo>
                  <a:pt x="248174" y="116757"/>
                </a:moveTo>
                <a:cubicBezTo>
                  <a:pt x="248174" y="112143"/>
                  <a:pt x="246493" y="108892"/>
                  <a:pt x="243131" y="107003"/>
                </a:cubicBezTo>
                <a:cubicBezTo>
                  <a:pt x="239769" y="105113"/>
                  <a:pt x="233450" y="104168"/>
                  <a:pt x="224175" y="104168"/>
                </a:cubicBezTo>
                <a:cubicBezTo>
                  <a:pt x="217893" y="104168"/>
                  <a:pt x="212151" y="103874"/>
                  <a:pt x="206948" y="103285"/>
                </a:cubicBezTo>
                <a:cubicBezTo>
                  <a:pt x="200961" y="106180"/>
                  <a:pt x="197967" y="110426"/>
                  <a:pt x="197967" y="116021"/>
                </a:cubicBezTo>
                <a:cubicBezTo>
                  <a:pt x="197967" y="127996"/>
                  <a:pt x="205819" y="133983"/>
                  <a:pt x="221524" y="133983"/>
                </a:cubicBezTo>
                <a:cubicBezTo>
                  <a:pt x="229720" y="133983"/>
                  <a:pt x="236211" y="132388"/>
                  <a:pt x="240996" y="129198"/>
                </a:cubicBezTo>
                <a:cubicBezTo>
                  <a:pt x="245781" y="126008"/>
                  <a:pt x="248174" y="121861"/>
                  <a:pt x="248174" y="116757"/>
                </a:cubicBezTo>
                <a:moveTo>
                  <a:pt x="237941" y="56538"/>
                </a:moveTo>
                <a:cubicBezTo>
                  <a:pt x="237941" y="51139"/>
                  <a:pt x="236236" y="47005"/>
                  <a:pt x="232825" y="44133"/>
                </a:cubicBezTo>
                <a:cubicBezTo>
                  <a:pt x="229414" y="41262"/>
                  <a:pt x="225083" y="39827"/>
                  <a:pt x="219831" y="39827"/>
                </a:cubicBezTo>
                <a:cubicBezTo>
                  <a:pt x="214874" y="39827"/>
                  <a:pt x="210727" y="41213"/>
                  <a:pt x="207390" y="43986"/>
                </a:cubicBezTo>
                <a:cubicBezTo>
                  <a:pt x="204053" y="46759"/>
                  <a:pt x="202384" y="50698"/>
                  <a:pt x="202384" y="55802"/>
                </a:cubicBezTo>
                <a:cubicBezTo>
                  <a:pt x="202384" y="61151"/>
                  <a:pt x="204089" y="65225"/>
                  <a:pt x="207500" y="68022"/>
                </a:cubicBezTo>
                <a:cubicBezTo>
                  <a:pt x="210911" y="70820"/>
                  <a:pt x="215292" y="72218"/>
                  <a:pt x="220641" y="72218"/>
                </a:cubicBezTo>
                <a:cubicBezTo>
                  <a:pt x="225549" y="72218"/>
                  <a:pt x="229659" y="70856"/>
                  <a:pt x="232972" y="68133"/>
                </a:cubicBezTo>
                <a:cubicBezTo>
                  <a:pt x="236285" y="65409"/>
                  <a:pt x="237941" y="61544"/>
                  <a:pt x="237941" y="56538"/>
                </a:cubicBezTo>
                <a:close/>
                <a:moveTo>
                  <a:pt x="313184" y="94156"/>
                </a:moveTo>
                <a:lnTo>
                  <a:pt x="312301" y="103727"/>
                </a:lnTo>
                <a:cubicBezTo>
                  <a:pt x="308424" y="105150"/>
                  <a:pt x="304767" y="105861"/>
                  <a:pt x="301332" y="105861"/>
                </a:cubicBezTo>
                <a:cubicBezTo>
                  <a:pt x="292498" y="105861"/>
                  <a:pt x="286461" y="103616"/>
                  <a:pt x="283222" y="99125"/>
                </a:cubicBezTo>
                <a:cubicBezTo>
                  <a:pt x="279983" y="94635"/>
                  <a:pt x="278363" y="86598"/>
                  <a:pt x="278363" y="75016"/>
                </a:cubicBezTo>
                <a:cubicBezTo>
                  <a:pt x="278363" y="67507"/>
                  <a:pt x="278412" y="57716"/>
                  <a:pt x="278511" y="45643"/>
                </a:cubicBezTo>
                <a:cubicBezTo>
                  <a:pt x="275762" y="45643"/>
                  <a:pt x="271713" y="45790"/>
                  <a:pt x="266364" y="46084"/>
                </a:cubicBezTo>
                <a:lnTo>
                  <a:pt x="266806" y="35410"/>
                </a:lnTo>
                <a:cubicBezTo>
                  <a:pt x="271468" y="35704"/>
                  <a:pt x="275640" y="35852"/>
                  <a:pt x="279320" y="35852"/>
                </a:cubicBezTo>
                <a:cubicBezTo>
                  <a:pt x="279320" y="32907"/>
                  <a:pt x="279566" y="25913"/>
                  <a:pt x="280057" y="14871"/>
                </a:cubicBezTo>
                <a:lnTo>
                  <a:pt x="291614" y="13693"/>
                </a:lnTo>
                <a:cubicBezTo>
                  <a:pt x="290780" y="23999"/>
                  <a:pt x="290363" y="31385"/>
                  <a:pt x="290363" y="35852"/>
                </a:cubicBezTo>
                <a:cubicBezTo>
                  <a:pt x="295173" y="35852"/>
                  <a:pt x="302240" y="35606"/>
                  <a:pt x="311565" y="35115"/>
                </a:cubicBezTo>
                <a:lnTo>
                  <a:pt x="311049" y="46084"/>
                </a:lnTo>
                <a:cubicBezTo>
                  <a:pt x="302215" y="45790"/>
                  <a:pt x="295124" y="45643"/>
                  <a:pt x="289774" y="45643"/>
                </a:cubicBezTo>
                <a:cubicBezTo>
                  <a:pt x="289676" y="53053"/>
                  <a:pt x="289627" y="61397"/>
                  <a:pt x="289627" y="70672"/>
                </a:cubicBezTo>
                <a:cubicBezTo>
                  <a:pt x="289627" y="80783"/>
                  <a:pt x="290694" y="87469"/>
                  <a:pt x="292829" y="90733"/>
                </a:cubicBezTo>
                <a:cubicBezTo>
                  <a:pt x="294964" y="93997"/>
                  <a:pt x="298927" y="95629"/>
                  <a:pt x="304718" y="95629"/>
                </a:cubicBezTo>
                <a:cubicBezTo>
                  <a:pt x="306632" y="95629"/>
                  <a:pt x="309454" y="95138"/>
                  <a:pt x="313184" y="94156"/>
                </a:cubicBezTo>
                <a:close/>
                <a:moveTo>
                  <a:pt x="389653" y="104315"/>
                </a:moveTo>
                <a:lnTo>
                  <a:pt x="376255" y="104315"/>
                </a:lnTo>
                <a:cubicBezTo>
                  <a:pt x="377335" y="91408"/>
                  <a:pt x="377874" y="77519"/>
                  <a:pt x="377874" y="62648"/>
                </a:cubicBezTo>
                <a:cubicBezTo>
                  <a:pt x="377874" y="54698"/>
                  <a:pt x="376390" y="49336"/>
                  <a:pt x="373421" y="46563"/>
                </a:cubicBezTo>
                <a:cubicBezTo>
                  <a:pt x="370451" y="43790"/>
                  <a:pt x="366341" y="42403"/>
                  <a:pt x="361090" y="42403"/>
                </a:cubicBezTo>
                <a:cubicBezTo>
                  <a:pt x="353728" y="42403"/>
                  <a:pt x="346833" y="44931"/>
                  <a:pt x="340403" y="49986"/>
                </a:cubicBezTo>
                <a:cubicBezTo>
                  <a:pt x="340403" y="76783"/>
                  <a:pt x="340600" y="94892"/>
                  <a:pt x="340992" y="104315"/>
                </a:cubicBezTo>
                <a:lnTo>
                  <a:pt x="328036" y="104315"/>
                </a:lnTo>
                <a:cubicBezTo>
                  <a:pt x="328477" y="91359"/>
                  <a:pt x="328698" y="73053"/>
                  <a:pt x="328698" y="49397"/>
                </a:cubicBezTo>
                <a:cubicBezTo>
                  <a:pt x="328698" y="28686"/>
                  <a:pt x="327987" y="12466"/>
                  <a:pt x="326563" y="736"/>
                </a:cubicBezTo>
                <a:lnTo>
                  <a:pt x="340551" y="0"/>
                </a:lnTo>
                <a:cubicBezTo>
                  <a:pt x="340158" y="14969"/>
                  <a:pt x="339962" y="28858"/>
                  <a:pt x="339962" y="41667"/>
                </a:cubicBezTo>
                <a:lnTo>
                  <a:pt x="340403" y="41667"/>
                </a:lnTo>
                <a:cubicBezTo>
                  <a:pt x="347765" y="35189"/>
                  <a:pt x="355838" y="31950"/>
                  <a:pt x="364623" y="31950"/>
                </a:cubicBezTo>
                <a:cubicBezTo>
                  <a:pt x="372476" y="31950"/>
                  <a:pt x="378611" y="33778"/>
                  <a:pt x="383028" y="37434"/>
                </a:cubicBezTo>
                <a:cubicBezTo>
                  <a:pt x="387445" y="41091"/>
                  <a:pt x="389653" y="47508"/>
                  <a:pt x="389653" y="56685"/>
                </a:cubicBezTo>
                <a:cubicBezTo>
                  <a:pt x="389653" y="57618"/>
                  <a:pt x="389604" y="59446"/>
                  <a:pt x="389506" y="62170"/>
                </a:cubicBezTo>
                <a:cubicBezTo>
                  <a:pt x="389408" y="64894"/>
                  <a:pt x="389359" y="67286"/>
                  <a:pt x="389359" y="69347"/>
                </a:cubicBezTo>
                <a:cubicBezTo>
                  <a:pt x="389359" y="76415"/>
                  <a:pt x="389457" y="88071"/>
                  <a:pt x="389653" y="104315"/>
                </a:cubicBezTo>
                <a:close/>
              </a:path>
            </a:pathLst>
          </a:custGeom>
          <a:solidFill xmlns:a="http://schemas.openxmlformats.org/drawingml/2006/main">
            <a:srgbClr val="0B76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A9F7D-5870-434D-804F-C9A59613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51" y="417009"/>
            <a:ext cx="2084530" cy="675194"/>
          </a:xfrm>
          <a:custGeom xmlns:a="http://schemas.openxmlformats.org/drawingml/2006/main">
            <a:pathLst>
              <a:path w="2084530" h="675194">
                <a:moveTo>
                  <a:pt x="0" y="112533"/>
                </a:moveTo>
                <a:cubicBezTo>
                  <a:pt x="0" y="50383"/>
                  <a:pt x="50383" y="0"/>
                  <a:pt x="112534" y="0"/>
                </a:cubicBezTo>
                <a:lnTo>
                  <a:pt x="1971996" y="0"/>
                </a:lnTo>
                <a:cubicBezTo>
                  <a:pt x="2034147" y="0"/>
                  <a:pt x="2084530" y="50383"/>
                  <a:pt x="2084530" y="112533"/>
                </a:cubicBezTo>
                <a:lnTo>
                  <a:pt x="2084530" y="562660"/>
                </a:lnTo>
                <a:cubicBezTo>
                  <a:pt x="2084530" y="624809"/>
                  <a:pt x="2034147" y="675194"/>
                  <a:pt x="1971996" y="675194"/>
                </a:cubicBezTo>
                <a:lnTo>
                  <a:pt x="112534" y="675194"/>
                </a:lnTo>
                <a:cubicBezTo>
                  <a:pt x="50383" y="675194"/>
                  <a:pt x="0" y="624809"/>
                  <a:pt x="0" y="562660"/>
                </a:cubicBezTo>
                <a:lnTo>
                  <a:pt x="0" y="112533"/>
                </a:lnTo>
                <a:close/>
              </a:path>
            </a:pathLst>
          </a:custGeom>
          <a:solidFill xmlns:a="http://schemas.openxmlformats.org/drawingml/2006/main">
            <a:srgbClr val="CAEEFB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83A75-5CD9-4170-98D5-76AD1858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451" y="417009"/>
            <a:ext cx="2084530" cy="675194"/>
          </a:xfrm>
          <a:custGeom xmlns:a="http://schemas.openxmlformats.org/drawingml/2006/main">
            <a:pathLst>
              <a:path w="2084530" h="675194" fill="none">
                <a:moveTo>
                  <a:pt x="0" y="112534"/>
                </a:moveTo>
                <a:cubicBezTo>
                  <a:pt x="0" y="50383"/>
                  <a:pt x="50383" y="0"/>
                  <a:pt x="112534" y="0"/>
                </a:cubicBezTo>
                <a:lnTo>
                  <a:pt x="1971996" y="0"/>
                </a:lnTo>
                <a:cubicBezTo>
                  <a:pt x="2034146" y="0"/>
                  <a:pt x="2084530" y="50383"/>
                  <a:pt x="2084530" y="112534"/>
                </a:cubicBezTo>
                <a:lnTo>
                  <a:pt x="2084530" y="562660"/>
                </a:lnTo>
                <a:cubicBezTo>
                  <a:pt x="2084530" y="624811"/>
                  <a:pt x="2034146" y="675194"/>
                  <a:pt x="1971996" y="675194"/>
                </a:cubicBezTo>
                <a:lnTo>
                  <a:pt x="112534" y="675194"/>
                </a:lnTo>
                <a:cubicBezTo>
                  <a:pt x="50383" y="675194"/>
                  <a:pt x="0" y="624811"/>
                  <a:pt x="0" y="562660"/>
                </a:cubicBezTo>
                <a:lnTo>
                  <a:pt x="0" y="1125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A1DD4-E892-4B4F-BC96-32A42C45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4" y="1747699"/>
            <a:ext cx="2087808" cy="609626"/>
          </a:xfrm>
          <a:custGeom xmlns:a="http://schemas.openxmlformats.org/drawingml/2006/main">
            <a:pathLst>
              <a:path w="2087808" h="609626">
                <a:moveTo>
                  <a:pt x="0" y="101607"/>
                </a:moveTo>
                <a:cubicBezTo>
                  <a:pt x="0" y="45490"/>
                  <a:pt x="45491" y="0"/>
                  <a:pt x="101607" y="0"/>
                </a:cubicBezTo>
                <a:lnTo>
                  <a:pt x="1986201" y="0"/>
                </a:lnTo>
                <a:cubicBezTo>
                  <a:pt x="2042316" y="0"/>
                  <a:pt x="2087808" y="45490"/>
                  <a:pt x="2087808" y="101607"/>
                </a:cubicBezTo>
                <a:lnTo>
                  <a:pt x="2087808" y="508019"/>
                </a:lnTo>
                <a:cubicBezTo>
                  <a:pt x="2087808" y="564135"/>
                  <a:pt x="2042316" y="609626"/>
                  <a:pt x="1986201" y="609626"/>
                </a:cubicBezTo>
                <a:lnTo>
                  <a:pt x="101607" y="609626"/>
                </a:lnTo>
                <a:cubicBezTo>
                  <a:pt x="45491" y="609626"/>
                  <a:pt x="0" y="564135"/>
                  <a:pt x="0" y="508019"/>
                </a:cubicBezTo>
                <a:lnTo>
                  <a:pt x="0" y="101607"/>
                </a:lnTo>
                <a:close/>
              </a:path>
            </a:pathLst>
          </a:custGeom>
          <a:solidFill xmlns:a="http://schemas.openxmlformats.org/drawingml/2006/main">
            <a:srgbClr val="C2F1C8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A722D-319C-4D94-836E-1726C760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4" y="1747699"/>
            <a:ext cx="2087807" cy="609627"/>
          </a:xfrm>
          <a:custGeom xmlns:a="http://schemas.openxmlformats.org/drawingml/2006/main">
            <a:pathLst>
              <a:path w="2087807" h="609627" fill="none">
                <a:moveTo>
                  <a:pt x="0" y="101607"/>
                </a:moveTo>
                <a:cubicBezTo>
                  <a:pt x="0" y="45491"/>
                  <a:pt x="45491" y="0"/>
                  <a:pt x="101607" y="0"/>
                </a:cubicBezTo>
                <a:lnTo>
                  <a:pt x="1986201" y="0"/>
                </a:lnTo>
                <a:cubicBezTo>
                  <a:pt x="2042316" y="0"/>
                  <a:pt x="2087807" y="45491"/>
                  <a:pt x="2087807" y="101607"/>
                </a:cubicBezTo>
                <a:lnTo>
                  <a:pt x="2087807" y="508020"/>
                </a:lnTo>
                <a:cubicBezTo>
                  <a:pt x="2087807" y="564136"/>
                  <a:pt x="2042316" y="609627"/>
                  <a:pt x="1986201" y="609627"/>
                </a:cubicBezTo>
                <a:lnTo>
                  <a:pt x="101607" y="609627"/>
                </a:lnTo>
                <a:cubicBezTo>
                  <a:pt x="45491" y="609627"/>
                  <a:pt x="0" y="564136"/>
                  <a:pt x="0" y="508020"/>
                </a:cubicBezTo>
                <a:lnTo>
                  <a:pt x="0" y="1016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18" name="Text HierarchicalPrediction">
            <a:extLst xmlns:a="http://schemas.openxmlformats.org/drawingml/2006/main">
              <a:ext uri="{FF2B5EF4-FFF2-40B4-BE49-F238E27FC236}">
                <a16:creationId xmlns:a16="http://schemas.microsoft.com/office/drawing/2014/main" id="{B782D5C4-3709-4F61-A738-C3786C79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8" y="152549"/>
            <a:ext cx="2025123" cy="149641"/>
          </a:xfrm>
          <a:custGeom xmlns:a="http://schemas.openxmlformats.org/drawingml/2006/main">
            <a:pathLst>
              <a:path w="2025123" h="149641">
                <a:moveTo>
                  <a:pt x="107545" y="145647"/>
                </a:moveTo>
                <a:lnTo>
                  <a:pt x="78559" y="145647"/>
                </a:lnTo>
                <a:cubicBezTo>
                  <a:pt x="79242" y="123045"/>
                  <a:pt x="79583" y="103448"/>
                  <a:pt x="79583" y="86855"/>
                </a:cubicBezTo>
                <a:lnTo>
                  <a:pt x="27962" y="86855"/>
                </a:lnTo>
                <a:cubicBezTo>
                  <a:pt x="27962" y="101741"/>
                  <a:pt x="28303" y="121338"/>
                  <a:pt x="28986" y="145647"/>
                </a:cubicBezTo>
                <a:lnTo>
                  <a:pt x="0" y="145647"/>
                </a:lnTo>
                <a:cubicBezTo>
                  <a:pt x="888" y="123113"/>
                  <a:pt x="1332" y="99863"/>
                  <a:pt x="1332" y="75896"/>
                </a:cubicBezTo>
                <a:cubicBezTo>
                  <a:pt x="1332" y="51656"/>
                  <a:pt x="888" y="30454"/>
                  <a:pt x="0" y="12291"/>
                </a:cubicBezTo>
                <a:lnTo>
                  <a:pt x="28986" y="12291"/>
                </a:lnTo>
                <a:cubicBezTo>
                  <a:pt x="28167" y="31478"/>
                  <a:pt x="27757" y="49232"/>
                  <a:pt x="27757" y="65551"/>
                </a:cubicBezTo>
                <a:lnTo>
                  <a:pt x="79788" y="65551"/>
                </a:lnTo>
                <a:cubicBezTo>
                  <a:pt x="79788" y="51144"/>
                  <a:pt x="79378" y="33390"/>
                  <a:pt x="78559" y="12291"/>
                </a:cubicBezTo>
                <a:lnTo>
                  <a:pt x="107545" y="12291"/>
                </a:lnTo>
                <a:cubicBezTo>
                  <a:pt x="106589" y="29635"/>
                  <a:pt x="106111" y="50836"/>
                  <a:pt x="106111" y="75896"/>
                </a:cubicBezTo>
                <a:cubicBezTo>
                  <a:pt x="106111" y="102048"/>
                  <a:pt x="106589" y="125298"/>
                  <a:pt x="107545" y="145647"/>
                </a:cubicBezTo>
                <a:close/>
                <a:moveTo>
                  <a:pt x="162789" y="145647"/>
                </a:moveTo>
                <a:lnTo>
                  <a:pt x="135237" y="145647"/>
                </a:lnTo>
                <a:cubicBezTo>
                  <a:pt x="136193" y="131512"/>
                  <a:pt x="136671" y="115295"/>
                  <a:pt x="136671" y="96995"/>
                </a:cubicBezTo>
                <a:cubicBezTo>
                  <a:pt x="136671" y="78832"/>
                  <a:pt x="135510" y="62922"/>
                  <a:pt x="133189" y="49266"/>
                </a:cubicBezTo>
                <a:lnTo>
                  <a:pt x="162687" y="46296"/>
                </a:lnTo>
                <a:cubicBezTo>
                  <a:pt x="161799" y="59542"/>
                  <a:pt x="161355" y="76442"/>
                  <a:pt x="161355" y="96995"/>
                </a:cubicBezTo>
                <a:cubicBezTo>
                  <a:pt x="161355" y="114544"/>
                  <a:pt x="161833" y="130761"/>
                  <a:pt x="162789" y="145647"/>
                </a:cubicBezTo>
                <a:moveTo>
                  <a:pt x="167501" y="17412"/>
                </a:moveTo>
                <a:cubicBezTo>
                  <a:pt x="167501" y="22055"/>
                  <a:pt x="165913" y="26118"/>
                  <a:pt x="162738" y="29600"/>
                </a:cubicBezTo>
                <a:cubicBezTo>
                  <a:pt x="159563" y="33083"/>
                  <a:pt x="155142" y="34824"/>
                  <a:pt x="149474" y="34824"/>
                </a:cubicBezTo>
                <a:cubicBezTo>
                  <a:pt x="144694" y="34824"/>
                  <a:pt x="140956" y="33322"/>
                  <a:pt x="138259" y="30317"/>
                </a:cubicBezTo>
                <a:cubicBezTo>
                  <a:pt x="135562" y="27313"/>
                  <a:pt x="134213" y="23694"/>
                  <a:pt x="134213" y="19461"/>
                </a:cubicBezTo>
                <a:cubicBezTo>
                  <a:pt x="134213" y="14817"/>
                  <a:pt x="135801" y="10789"/>
                  <a:pt x="138976" y="7375"/>
                </a:cubicBezTo>
                <a:cubicBezTo>
                  <a:pt x="142151" y="3960"/>
                  <a:pt x="146606" y="2253"/>
                  <a:pt x="152342" y="2253"/>
                </a:cubicBezTo>
                <a:cubicBezTo>
                  <a:pt x="157190" y="2253"/>
                  <a:pt x="160929" y="3738"/>
                  <a:pt x="163557" y="6709"/>
                </a:cubicBezTo>
                <a:cubicBezTo>
                  <a:pt x="166186" y="9679"/>
                  <a:pt x="167501" y="13247"/>
                  <a:pt x="167501" y="17412"/>
                </a:cubicBezTo>
                <a:close/>
                <a:moveTo>
                  <a:pt x="275253" y="86548"/>
                </a:moveTo>
                <a:cubicBezTo>
                  <a:pt x="275253" y="90031"/>
                  <a:pt x="275048" y="94571"/>
                  <a:pt x="274639" y="100171"/>
                </a:cubicBezTo>
                <a:lnTo>
                  <a:pt x="208678" y="101297"/>
                </a:lnTo>
                <a:cubicBezTo>
                  <a:pt x="209634" y="109013"/>
                  <a:pt x="212945" y="115432"/>
                  <a:pt x="218613" y="120553"/>
                </a:cubicBezTo>
                <a:cubicBezTo>
                  <a:pt x="224280" y="125674"/>
                  <a:pt x="231723" y="128235"/>
                  <a:pt x="240941" y="128235"/>
                </a:cubicBezTo>
                <a:cubicBezTo>
                  <a:pt x="251183" y="128235"/>
                  <a:pt x="262075" y="126698"/>
                  <a:pt x="273614" y="123626"/>
                </a:cubicBezTo>
                <a:lnTo>
                  <a:pt x="271566" y="143496"/>
                </a:lnTo>
                <a:cubicBezTo>
                  <a:pt x="262143" y="146910"/>
                  <a:pt x="250466" y="148617"/>
                  <a:pt x="236537" y="148617"/>
                </a:cubicBezTo>
                <a:cubicBezTo>
                  <a:pt x="218920" y="148617"/>
                  <a:pt x="205417" y="143667"/>
                  <a:pt x="196028" y="133766"/>
                </a:cubicBezTo>
                <a:cubicBezTo>
                  <a:pt x="186639" y="123865"/>
                  <a:pt x="181945" y="111949"/>
                  <a:pt x="181945" y="98020"/>
                </a:cubicBezTo>
                <a:cubicBezTo>
                  <a:pt x="181945" y="83475"/>
                  <a:pt x="186400" y="70860"/>
                  <a:pt x="195311" y="60174"/>
                </a:cubicBezTo>
                <a:cubicBezTo>
                  <a:pt x="204222" y="49488"/>
                  <a:pt x="216598" y="44145"/>
                  <a:pt x="232440" y="44145"/>
                </a:cubicBezTo>
                <a:cubicBezTo>
                  <a:pt x="246916" y="44145"/>
                  <a:pt x="257670" y="48071"/>
                  <a:pt x="264703" y="55923"/>
                </a:cubicBezTo>
                <a:cubicBezTo>
                  <a:pt x="271737" y="63776"/>
                  <a:pt x="275253" y="73984"/>
                  <a:pt x="275253" y="86548"/>
                </a:cubicBezTo>
                <a:moveTo>
                  <a:pt x="251286" y="85626"/>
                </a:moveTo>
                <a:cubicBezTo>
                  <a:pt x="251286" y="69921"/>
                  <a:pt x="244594" y="62069"/>
                  <a:pt x="231211" y="62069"/>
                </a:cubicBezTo>
                <a:cubicBezTo>
                  <a:pt x="218442" y="62069"/>
                  <a:pt x="210863" y="70194"/>
                  <a:pt x="208473" y="86446"/>
                </a:cubicBezTo>
                <a:lnTo>
                  <a:pt x="251286" y="85626"/>
                </a:lnTo>
                <a:close/>
                <a:moveTo>
                  <a:pt x="360931" y="48344"/>
                </a:moveTo>
                <a:lnTo>
                  <a:pt x="354990" y="72311"/>
                </a:lnTo>
                <a:cubicBezTo>
                  <a:pt x="349938" y="70263"/>
                  <a:pt x="344816" y="69239"/>
                  <a:pt x="339627" y="69239"/>
                </a:cubicBezTo>
                <a:cubicBezTo>
                  <a:pt x="329589" y="69239"/>
                  <a:pt x="322966" y="73745"/>
                  <a:pt x="319757" y="82758"/>
                </a:cubicBezTo>
                <a:cubicBezTo>
                  <a:pt x="319757" y="110003"/>
                  <a:pt x="319961" y="130966"/>
                  <a:pt x="320371" y="145647"/>
                </a:cubicBezTo>
                <a:lnTo>
                  <a:pt x="293126" y="145647"/>
                </a:lnTo>
                <a:cubicBezTo>
                  <a:pt x="294287" y="125094"/>
                  <a:pt x="294868" y="108296"/>
                  <a:pt x="294868" y="95254"/>
                </a:cubicBezTo>
                <a:cubicBezTo>
                  <a:pt x="294868" y="79003"/>
                  <a:pt x="293161" y="63605"/>
                  <a:pt x="289746" y="49061"/>
                </a:cubicBezTo>
                <a:lnTo>
                  <a:pt x="315865" y="46193"/>
                </a:lnTo>
                <a:cubicBezTo>
                  <a:pt x="317025" y="53704"/>
                  <a:pt x="317606" y="58108"/>
                  <a:pt x="317606" y="59406"/>
                </a:cubicBezTo>
                <a:lnTo>
                  <a:pt x="319245" y="59406"/>
                </a:lnTo>
                <a:cubicBezTo>
                  <a:pt x="325527" y="49778"/>
                  <a:pt x="333891" y="44964"/>
                  <a:pt x="344338" y="44964"/>
                </a:cubicBezTo>
                <a:cubicBezTo>
                  <a:pt x="349255" y="44964"/>
                  <a:pt x="354786" y="46091"/>
                  <a:pt x="360931" y="48344"/>
                </a:cubicBezTo>
                <a:close/>
                <a:moveTo>
                  <a:pt x="457359" y="145544"/>
                </a:moveTo>
                <a:lnTo>
                  <a:pt x="433187" y="146364"/>
                </a:lnTo>
                <a:cubicBezTo>
                  <a:pt x="432094" y="143496"/>
                  <a:pt x="431548" y="140901"/>
                  <a:pt x="431548" y="138579"/>
                </a:cubicBezTo>
                <a:lnTo>
                  <a:pt x="430216" y="138579"/>
                </a:lnTo>
                <a:cubicBezTo>
                  <a:pt x="422705" y="144998"/>
                  <a:pt x="412565" y="148207"/>
                  <a:pt x="399796" y="148207"/>
                </a:cubicBezTo>
                <a:cubicBezTo>
                  <a:pt x="391261" y="148207"/>
                  <a:pt x="384177" y="145834"/>
                  <a:pt x="378543" y="141089"/>
                </a:cubicBezTo>
                <a:cubicBezTo>
                  <a:pt x="372910" y="136343"/>
                  <a:pt x="370093" y="130044"/>
                  <a:pt x="370093" y="122192"/>
                </a:cubicBezTo>
                <a:cubicBezTo>
                  <a:pt x="370093" y="111813"/>
                  <a:pt x="374481" y="103312"/>
                  <a:pt x="383255" y="96688"/>
                </a:cubicBezTo>
                <a:cubicBezTo>
                  <a:pt x="392029" y="90065"/>
                  <a:pt x="407410" y="86548"/>
                  <a:pt x="429397" y="86138"/>
                </a:cubicBezTo>
                <a:cubicBezTo>
                  <a:pt x="429533" y="84909"/>
                  <a:pt x="429602" y="83749"/>
                  <a:pt x="429602" y="82656"/>
                </a:cubicBezTo>
                <a:cubicBezTo>
                  <a:pt x="429602" y="75282"/>
                  <a:pt x="427826" y="70416"/>
                  <a:pt x="424276" y="68061"/>
                </a:cubicBezTo>
                <a:cubicBezTo>
                  <a:pt x="420725" y="65705"/>
                  <a:pt x="414204" y="64527"/>
                  <a:pt x="404713" y="64527"/>
                </a:cubicBezTo>
                <a:cubicBezTo>
                  <a:pt x="394402" y="64527"/>
                  <a:pt x="384330" y="65893"/>
                  <a:pt x="374498" y="68624"/>
                </a:cubicBezTo>
                <a:lnTo>
                  <a:pt x="376751" y="49778"/>
                </a:lnTo>
                <a:cubicBezTo>
                  <a:pt x="386037" y="46569"/>
                  <a:pt x="399148" y="44964"/>
                  <a:pt x="416082" y="44964"/>
                </a:cubicBezTo>
                <a:cubicBezTo>
                  <a:pt x="428441" y="44964"/>
                  <a:pt x="437983" y="47559"/>
                  <a:pt x="444709" y="52748"/>
                </a:cubicBezTo>
                <a:cubicBezTo>
                  <a:pt x="451435" y="57938"/>
                  <a:pt x="454798" y="67019"/>
                  <a:pt x="454798" y="79993"/>
                </a:cubicBezTo>
                <a:cubicBezTo>
                  <a:pt x="454798" y="82861"/>
                  <a:pt x="454678" y="88085"/>
                  <a:pt x="454440" y="95664"/>
                </a:cubicBezTo>
                <a:cubicBezTo>
                  <a:pt x="454201" y="103243"/>
                  <a:pt x="454081" y="108296"/>
                  <a:pt x="454081" y="110823"/>
                </a:cubicBezTo>
                <a:cubicBezTo>
                  <a:pt x="454081" y="124957"/>
                  <a:pt x="455174" y="136531"/>
                  <a:pt x="457359" y="145544"/>
                </a:cubicBezTo>
                <a:moveTo>
                  <a:pt x="430011" y="124240"/>
                </a:moveTo>
                <a:cubicBezTo>
                  <a:pt x="429602" y="115022"/>
                  <a:pt x="429397" y="107067"/>
                  <a:pt x="429397" y="100375"/>
                </a:cubicBezTo>
                <a:cubicBezTo>
                  <a:pt x="406113" y="100375"/>
                  <a:pt x="394470" y="106282"/>
                  <a:pt x="394470" y="118095"/>
                </a:cubicBezTo>
                <a:cubicBezTo>
                  <a:pt x="394470" y="126220"/>
                  <a:pt x="399592" y="130283"/>
                  <a:pt x="409834" y="130283"/>
                </a:cubicBezTo>
                <a:cubicBezTo>
                  <a:pt x="417891" y="130283"/>
                  <a:pt x="424617" y="128269"/>
                  <a:pt x="430011" y="124240"/>
                </a:cubicBezTo>
                <a:close/>
                <a:moveTo>
                  <a:pt x="544894" y="48344"/>
                </a:moveTo>
                <a:lnTo>
                  <a:pt x="538953" y="72311"/>
                </a:lnTo>
                <a:cubicBezTo>
                  <a:pt x="533901" y="70263"/>
                  <a:pt x="528779" y="69239"/>
                  <a:pt x="523590" y="69239"/>
                </a:cubicBezTo>
                <a:cubicBezTo>
                  <a:pt x="513552" y="69239"/>
                  <a:pt x="506929" y="73745"/>
                  <a:pt x="503720" y="82758"/>
                </a:cubicBezTo>
                <a:cubicBezTo>
                  <a:pt x="503720" y="110003"/>
                  <a:pt x="503924" y="130966"/>
                  <a:pt x="504334" y="145647"/>
                </a:cubicBezTo>
                <a:lnTo>
                  <a:pt x="477089" y="145647"/>
                </a:lnTo>
                <a:cubicBezTo>
                  <a:pt x="478250" y="125094"/>
                  <a:pt x="478831" y="108296"/>
                  <a:pt x="478831" y="95254"/>
                </a:cubicBezTo>
                <a:cubicBezTo>
                  <a:pt x="478831" y="79003"/>
                  <a:pt x="477124" y="63605"/>
                  <a:pt x="473709" y="49061"/>
                </a:cubicBezTo>
                <a:lnTo>
                  <a:pt x="499828" y="46193"/>
                </a:lnTo>
                <a:cubicBezTo>
                  <a:pt x="500988" y="53704"/>
                  <a:pt x="501569" y="58108"/>
                  <a:pt x="501569" y="59406"/>
                </a:cubicBezTo>
                <a:lnTo>
                  <a:pt x="503208" y="59406"/>
                </a:lnTo>
                <a:cubicBezTo>
                  <a:pt x="509490" y="49778"/>
                  <a:pt x="517854" y="44964"/>
                  <a:pt x="528301" y="44964"/>
                </a:cubicBezTo>
                <a:cubicBezTo>
                  <a:pt x="533218" y="44964"/>
                  <a:pt x="538749" y="46091"/>
                  <a:pt x="544894" y="48344"/>
                </a:cubicBezTo>
                <a:close/>
                <a:moveTo>
                  <a:pt x="635483" y="124138"/>
                </a:moveTo>
                <a:lnTo>
                  <a:pt x="633742" y="143701"/>
                </a:lnTo>
                <a:cubicBezTo>
                  <a:pt x="627529" y="146978"/>
                  <a:pt x="619096" y="148617"/>
                  <a:pt x="608444" y="148617"/>
                </a:cubicBezTo>
                <a:cubicBezTo>
                  <a:pt x="590827" y="148617"/>
                  <a:pt x="577290" y="143701"/>
                  <a:pt x="567832" y="133868"/>
                </a:cubicBezTo>
                <a:cubicBezTo>
                  <a:pt x="558375" y="124035"/>
                  <a:pt x="553647" y="112222"/>
                  <a:pt x="553647" y="98429"/>
                </a:cubicBezTo>
                <a:cubicBezTo>
                  <a:pt x="553647" y="84090"/>
                  <a:pt x="558597" y="71577"/>
                  <a:pt x="568498" y="60891"/>
                </a:cubicBezTo>
                <a:cubicBezTo>
                  <a:pt x="578399" y="50205"/>
                  <a:pt x="591953" y="44862"/>
                  <a:pt x="609161" y="44862"/>
                </a:cubicBezTo>
                <a:cubicBezTo>
                  <a:pt x="617559" y="44862"/>
                  <a:pt x="625036" y="45818"/>
                  <a:pt x="631591" y="47730"/>
                </a:cubicBezTo>
                <a:lnTo>
                  <a:pt x="628109" y="68624"/>
                </a:lnTo>
                <a:cubicBezTo>
                  <a:pt x="621827" y="66029"/>
                  <a:pt x="614794" y="64732"/>
                  <a:pt x="607010" y="64732"/>
                </a:cubicBezTo>
                <a:cubicBezTo>
                  <a:pt x="598747" y="64732"/>
                  <a:pt x="592226" y="67651"/>
                  <a:pt x="587447" y="73489"/>
                </a:cubicBezTo>
                <a:cubicBezTo>
                  <a:pt x="582667" y="79327"/>
                  <a:pt x="580277" y="86514"/>
                  <a:pt x="580277" y="95049"/>
                </a:cubicBezTo>
                <a:cubicBezTo>
                  <a:pt x="580277" y="104336"/>
                  <a:pt x="583111" y="112188"/>
                  <a:pt x="588778" y="118607"/>
                </a:cubicBezTo>
                <a:cubicBezTo>
                  <a:pt x="594446" y="125025"/>
                  <a:pt x="602469" y="128235"/>
                  <a:pt x="612848" y="128235"/>
                </a:cubicBezTo>
                <a:cubicBezTo>
                  <a:pt x="618925" y="128235"/>
                  <a:pt x="626470" y="126869"/>
                  <a:pt x="635483" y="124138"/>
                </a:cubicBezTo>
                <a:close/>
                <a:moveTo>
                  <a:pt x="744409" y="145647"/>
                </a:moveTo>
                <a:lnTo>
                  <a:pt x="717164" y="145647"/>
                </a:lnTo>
                <a:cubicBezTo>
                  <a:pt x="718667" y="128371"/>
                  <a:pt x="719418" y="111574"/>
                  <a:pt x="719418" y="95254"/>
                </a:cubicBezTo>
                <a:cubicBezTo>
                  <a:pt x="719418" y="83100"/>
                  <a:pt x="717881" y="75128"/>
                  <a:pt x="714809" y="71338"/>
                </a:cubicBezTo>
                <a:cubicBezTo>
                  <a:pt x="711736" y="67549"/>
                  <a:pt x="706683" y="65654"/>
                  <a:pt x="699650" y="65654"/>
                </a:cubicBezTo>
                <a:cubicBezTo>
                  <a:pt x="692207" y="65654"/>
                  <a:pt x="684901" y="68146"/>
                  <a:pt x="677731" y="73131"/>
                </a:cubicBezTo>
                <a:cubicBezTo>
                  <a:pt x="677731" y="102151"/>
                  <a:pt x="678073" y="126323"/>
                  <a:pt x="678755" y="145647"/>
                </a:cubicBezTo>
                <a:lnTo>
                  <a:pt x="651511" y="145647"/>
                </a:lnTo>
                <a:cubicBezTo>
                  <a:pt x="652262" y="124479"/>
                  <a:pt x="652637" y="99112"/>
                  <a:pt x="652637" y="69546"/>
                </a:cubicBezTo>
                <a:cubicBezTo>
                  <a:pt x="652637" y="42301"/>
                  <a:pt x="651579" y="19665"/>
                  <a:pt x="649462" y="1639"/>
                </a:cubicBezTo>
                <a:lnTo>
                  <a:pt x="678448" y="0"/>
                </a:lnTo>
                <a:cubicBezTo>
                  <a:pt x="677424" y="21987"/>
                  <a:pt x="676912" y="41106"/>
                  <a:pt x="676912" y="57357"/>
                </a:cubicBezTo>
                <a:lnTo>
                  <a:pt x="678243" y="57357"/>
                </a:lnTo>
                <a:cubicBezTo>
                  <a:pt x="687257" y="49095"/>
                  <a:pt x="697567" y="44964"/>
                  <a:pt x="709175" y="44964"/>
                </a:cubicBezTo>
                <a:cubicBezTo>
                  <a:pt x="720169" y="44964"/>
                  <a:pt x="728790" y="47456"/>
                  <a:pt x="735037" y="52441"/>
                </a:cubicBezTo>
                <a:cubicBezTo>
                  <a:pt x="741285" y="57426"/>
                  <a:pt x="744409" y="66200"/>
                  <a:pt x="744409" y="78764"/>
                </a:cubicBezTo>
                <a:cubicBezTo>
                  <a:pt x="744409" y="80061"/>
                  <a:pt x="744324" y="82707"/>
                  <a:pt x="744153" y="86702"/>
                </a:cubicBezTo>
                <a:cubicBezTo>
                  <a:pt x="743982" y="90696"/>
                  <a:pt x="743897" y="93342"/>
                  <a:pt x="743897" y="94640"/>
                </a:cubicBezTo>
                <a:cubicBezTo>
                  <a:pt x="743897" y="106043"/>
                  <a:pt x="744068" y="123045"/>
                  <a:pt x="744409" y="145647"/>
                </a:cubicBezTo>
                <a:close/>
                <a:moveTo>
                  <a:pt x="797430" y="145647"/>
                </a:moveTo>
                <a:lnTo>
                  <a:pt x="769878" y="145647"/>
                </a:lnTo>
                <a:cubicBezTo>
                  <a:pt x="770834" y="131512"/>
                  <a:pt x="771312" y="115295"/>
                  <a:pt x="771312" y="96995"/>
                </a:cubicBezTo>
                <a:cubicBezTo>
                  <a:pt x="771312" y="78832"/>
                  <a:pt x="770151" y="62922"/>
                  <a:pt x="767830" y="49266"/>
                </a:cubicBezTo>
                <a:lnTo>
                  <a:pt x="797328" y="46296"/>
                </a:lnTo>
                <a:cubicBezTo>
                  <a:pt x="796440" y="59542"/>
                  <a:pt x="795996" y="76442"/>
                  <a:pt x="795996" y="96995"/>
                </a:cubicBezTo>
                <a:cubicBezTo>
                  <a:pt x="795996" y="114544"/>
                  <a:pt x="796474" y="130761"/>
                  <a:pt x="797430" y="145647"/>
                </a:cubicBezTo>
                <a:moveTo>
                  <a:pt x="802142" y="17412"/>
                </a:moveTo>
                <a:cubicBezTo>
                  <a:pt x="802142" y="22055"/>
                  <a:pt x="800554" y="26118"/>
                  <a:pt x="797379" y="29600"/>
                </a:cubicBezTo>
                <a:cubicBezTo>
                  <a:pt x="794204" y="33083"/>
                  <a:pt x="789783" y="34824"/>
                  <a:pt x="784115" y="34824"/>
                </a:cubicBezTo>
                <a:cubicBezTo>
                  <a:pt x="779335" y="34824"/>
                  <a:pt x="775597" y="33322"/>
                  <a:pt x="772900" y="30317"/>
                </a:cubicBezTo>
                <a:cubicBezTo>
                  <a:pt x="770203" y="27313"/>
                  <a:pt x="768854" y="23694"/>
                  <a:pt x="768854" y="19461"/>
                </a:cubicBezTo>
                <a:cubicBezTo>
                  <a:pt x="768854" y="14817"/>
                  <a:pt x="770442" y="10789"/>
                  <a:pt x="773617" y="7375"/>
                </a:cubicBezTo>
                <a:cubicBezTo>
                  <a:pt x="776792" y="3960"/>
                  <a:pt x="781247" y="2253"/>
                  <a:pt x="786983" y="2253"/>
                </a:cubicBezTo>
                <a:cubicBezTo>
                  <a:pt x="791831" y="2253"/>
                  <a:pt x="795570" y="3738"/>
                  <a:pt x="798198" y="6709"/>
                </a:cubicBezTo>
                <a:cubicBezTo>
                  <a:pt x="800827" y="9679"/>
                  <a:pt x="802142" y="13247"/>
                  <a:pt x="802142" y="17412"/>
                </a:cubicBezTo>
                <a:close/>
                <a:moveTo>
                  <a:pt x="898423" y="124138"/>
                </a:moveTo>
                <a:lnTo>
                  <a:pt x="896681" y="143701"/>
                </a:lnTo>
                <a:cubicBezTo>
                  <a:pt x="890468" y="146978"/>
                  <a:pt x="882035" y="148617"/>
                  <a:pt x="871383" y="148617"/>
                </a:cubicBezTo>
                <a:cubicBezTo>
                  <a:pt x="853766" y="148617"/>
                  <a:pt x="840229" y="143701"/>
                  <a:pt x="830772" y="133868"/>
                </a:cubicBezTo>
                <a:cubicBezTo>
                  <a:pt x="821315" y="124035"/>
                  <a:pt x="816586" y="112222"/>
                  <a:pt x="816586" y="98429"/>
                </a:cubicBezTo>
                <a:cubicBezTo>
                  <a:pt x="816586" y="84090"/>
                  <a:pt x="821536" y="71577"/>
                  <a:pt x="831437" y="60891"/>
                </a:cubicBezTo>
                <a:cubicBezTo>
                  <a:pt x="841338" y="50205"/>
                  <a:pt x="854892" y="44862"/>
                  <a:pt x="872100" y="44862"/>
                </a:cubicBezTo>
                <a:cubicBezTo>
                  <a:pt x="880498" y="44862"/>
                  <a:pt x="887975" y="45818"/>
                  <a:pt x="894531" y="47730"/>
                </a:cubicBezTo>
                <a:lnTo>
                  <a:pt x="891048" y="68624"/>
                </a:lnTo>
                <a:cubicBezTo>
                  <a:pt x="884766" y="66029"/>
                  <a:pt x="877733" y="64732"/>
                  <a:pt x="869949" y="64732"/>
                </a:cubicBezTo>
                <a:cubicBezTo>
                  <a:pt x="861687" y="64732"/>
                  <a:pt x="855166" y="67651"/>
                  <a:pt x="850386" y="73489"/>
                </a:cubicBezTo>
                <a:cubicBezTo>
                  <a:pt x="845606" y="79327"/>
                  <a:pt x="843216" y="86514"/>
                  <a:pt x="843216" y="95049"/>
                </a:cubicBezTo>
                <a:cubicBezTo>
                  <a:pt x="843216" y="104336"/>
                  <a:pt x="846050" y="112188"/>
                  <a:pt x="851717" y="118607"/>
                </a:cubicBezTo>
                <a:cubicBezTo>
                  <a:pt x="857385" y="125025"/>
                  <a:pt x="865408" y="128235"/>
                  <a:pt x="875787" y="128235"/>
                </a:cubicBezTo>
                <a:cubicBezTo>
                  <a:pt x="881864" y="128235"/>
                  <a:pt x="889409" y="126869"/>
                  <a:pt x="898423" y="124138"/>
                </a:cubicBezTo>
                <a:close/>
                <a:moveTo>
                  <a:pt x="998130" y="145544"/>
                </a:moveTo>
                <a:lnTo>
                  <a:pt x="973958" y="146364"/>
                </a:lnTo>
                <a:cubicBezTo>
                  <a:pt x="972866" y="143496"/>
                  <a:pt x="972319" y="140901"/>
                  <a:pt x="972319" y="138579"/>
                </a:cubicBezTo>
                <a:lnTo>
                  <a:pt x="970988" y="138579"/>
                </a:lnTo>
                <a:cubicBezTo>
                  <a:pt x="963477" y="144998"/>
                  <a:pt x="953337" y="148207"/>
                  <a:pt x="940568" y="148207"/>
                </a:cubicBezTo>
                <a:cubicBezTo>
                  <a:pt x="932033" y="148207"/>
                  <a:pt x="924948" y="145834"/>
                  <a:pt x="919315" y="141089"/>
                </a:cubicBezTo>
                <a:cubicBezTo>
                  <a:pt x="913682" y="136343"/>
                  <a:pt x="910865" y="130044"/>
                  <a:pt x="910865" y="122192"/>
                </a:cubicBezTo>
                <a:cubicBezTo>
                  <a:pt x="910865" y="111813"/>
                  <a:pt x="915252" y="103312"/>
                  <a:pt x="924027" y="96688"/>
                </a:cubicBezTo>
                <a:cubicBezTo>
                  <a:pt x="932801" y="90065"/>
                  <a:pt x="948182" y="86548"/>
                  <a:pt x="970168" y="86138"/>
                </a:cubicBezTo>
                <a:cubicBezTo>
                  <a:pt x="970305" y="84909"/>
                  <a:pt x="970373" y="83749"/>
                  <a:pt x="970373" y="82656"/>
                </a:cubicBezTo>
                <a:cubicBezTo>
                  <a:pt x="970373" y="75282"/>
                  <a:pt x="968598" y="70416"/>
                  <a:pt x="965047" y="68061"/>
                </a:cubicBezTo>
                <a:cubicBezTo>
                  <a:pt x="961497" y="65705"/>
                  <a:pt x="954976" y="64527"/>
                  <a:pt x="945484" y="64527"/>
                </a:cubicBezTo>
                <a:cubicBezTo>
                  <a:pt x="935174" y="64527"/>
                  <a:pt x="925102" y="65893"/>
                  <a:pt x="915269" y="68624"/>
                </a:cubicBezTo>
                <a:lnTo>
                  <a:pt x="917523" y="49778"/>
                </a:lnTo>
                <a:cubicBezTo>
                  <a:pt x="926809" y="46569"/>
                  <a:pt x="939919" y="44964"/>
                  <a:pt x="956853" y="44964"/>
                </a:cubicBezTo>
                <a:cubicBezTo>
                  <a:pt x="969213" y="44964"/>
                  <a:pt x="978755" y="47559"/>
                  <a:pt x="985481" y="52748"/>
                </a:cubicBezTo>
                <a:cubicBezTo>
                  <a:pt x="992207" y="57938"/>
                  <a:pt x="995570" y="67019"/>
                  <a:pt x="995570" y="79993"/>
                </a:cubicBezTo>
                <a:cubicBezTo>
                  <a:pt x="995570" y="82861"/>
                  <a:pt x="995450" y="88085"/>
                  <a:pt x="995211" y="95664"/>
                </a:cubicBezTo>
                <a:cubicBezTo>
                  <a:pt x="994972" y="103243"/>
                  <a:pt x="994853" y="108296"/>
                  <a:pt x="994853" y="110823"/>
                </a:cubicBezTo>
                <a:cubicBezTo>
                  <a:pt x="994853" y="124957"/>
                  <a:pt x="995945" y="136531"/>
                  <a:pt x="998130" y="145544"/>
                </a:cubicBezTo>
                <a:moveTo>
                  <a:pt x="970783" y="124240"/>
                </a:moveTo>
                <a:cubicBezTo>
                  <a:pt x="970373" y="115022"/>
                  <a:pt x="970168" y="107067"/>
                  <a:pt x="970168" y="100375"/>
                </a:cubicBezTo>
                <a:cubicBezTo>
                  <a:pt x="946884" y="100375"/>
                  <a:pt x="935242" y="106282"/>
                  <a:pt x="935242" y="118095"/>
                </a:cubicBezTo>
                <a:cubicBezTo>
                  <a:pt x="935242" y="126220"/>
                  <a:pt x="940363" y="130283"/>
                  <a:pt x="950606" y="130283"/>
                </a:cubicBezTo>
                <a:cubicBezTo>
                  <a:pt x="958663" y="130283"/>
                  <a:pt x="965389" y="128269"/>
                  <a:pt x="970783" y="124240"/>
                </a:cubicBezTo>
                <a:close/>
                <a:moveTo>
                  <a:pt x="1048691" y="145647"/>
                </a:moveTo>
                <a:lnTo>
                  <a:pt x="1020729" y="145647"/>
                </a:lnTo>
                <a:cubicBezTo>
                  <a:pt x="1021753" y="122226"/>
                  <a:pt x="1022265" y="96859"/>
                  <a:pt x="1022265" y="69546"/>
                </a:cubicBezTo>
                <a:cubicBezTo>
                  <a:pt x="1022265" y="42916"/>
                  <a:pt x="1021207" y="20280"/>
                  <a:pt x="1019090" y="1639"/>
                </a:cubicBezTo>
                <a:lnTo>
                  <a:pt x="1048691" y="0"/>
                </a:lnTo>
                <a:cubicBezTo>
                  <a:pt x="1047666" y="19324"/>
                  <a:pt x="1047154" y="42506"/>
                  <a:pt x="1047154" y="69546"/>
                </a:cubicBezTo>
                <a:cubicBezTo>
                  <a:pt x="1047154" y="96995"/>
                  <a:pt x="1047666" y="122362"/>
                  <a:pt x="1048691" y="145647"/>
                </a:cubicBezTo>
                <a:close/>
                <a:moveTo>
                  <a:pt x="1218177" y="47217"/>
                </a:moveTo>
                <a:cubicBezTo>
                  <a:pt x="1218177" y="63537"/>
                  <a:pt x="1212117" y="75589"/>
                  <a:pt x="1199996" y="83373"/>
                </a:cubicBezTo>
                <a:cubicBezTo>
                  <a:pt x="1187876" y="91157"/>
                  <a:pt x="1173008" y="95049"/>
                  <a:pt x="1155391" y="95049"/>
                </a:cubicBezTo>
                <a:cubicBezTo>
                  <a:pt x="1152182" y="95049"/>
                  <a:pt x="1149894" y="94981"/>
                  <a:pt x="1148528" y="94844"/>
                </a:cubicBezTo>
                <a:cubicBezTo>
                  <a:pt x="1148528" y="107682"/>
                  <a:pt x="1148904" y="124616"/>
                  <a:pt x="1149655" y="145647"/>
                </a:cubicBezTo>
                <a:lnTo>
                  <a:pt x="1120874" y="145647"/>
                </a:lnTo>
                <a:cubicBezTo>
                  <a:pt x="1121762" y="125913"/>
                  <a:pt x="1122206" y="102663"/>
                  <a:pt x="1122206" y="75896"/>
                </a:cubicBezTo>
                <a:cubicBezTo>
                  <a:pt x="1122206" y="51314"/>
                  <a:pt x="1121762" y="30113"/>
                  <a:pt x="1120874" y="12291"/>
                </a:cubicBezTo>
                <a:lnTo>
                  <a:pt x="1138696" y="12291"/>
                </a:lnTo>
                <a:cubicBezTo>
                  <a:pt x="1141222" y="12291"/>
                  <a:pt x="1146070" y="12188"/>
                  <a:pt x="1153240" y="11984"/>
                </a:cubicBezTo>
                <a:cubicBezTo>
                  <a:pt x="1160410" y="11779"/>
                  <a:pt x="1166623" y="11676"/>
                  <a:pt x="1171881" y="11676"/>
                </a:cubicBezTo>
                <a:cubicBezTo>
                  <a:pt x="1184855" y="11676"/>
                  <a:pt x="1195814" y="14612"/>
                  <a:pt x="1204759" y="20485"/>
                </a:cubicBezTo>
                <a:cubicBezTo>
                  <a:pt x="1213704" y="26357"/>
                  <a:pt x="1218177" y="35268"/>
                  <a:pt x="1218177" y="47217"/>
                </a:cubicBezTo>
                <a:moveTo>
                  <a:pt x="1191751" y="52851"/>
                </a:moveTo>
                <a:cubicBezTo>
                  <a:pt x="1191751" y="38238"/>
                  <a:pt x="1182055" y="30932"/>
                  <a:pt x="1162663" y="30932"/>
                </a:cubicBezTo>
                <a:cubicBezTo>
                  <a:pt x="1157815" y="30932"/>
                  <a:pt x="1152694" y="31444"/>
                  <a:pt x="1147299" y="32468"/>
                </a:cubicBezTo>
                <a:cubicBezTo>
                  <a:pt x="1148051" y="45374"/>
                  <a:pt x="1148426" y="59986"/>
                  <a:pt x="1148426" y="76306"/>
                </a:cubicBezTo>
                <a:cubicBezTo>
                  <a:pt x="1150133" y="76442"/>
                  <a:pt x="1152113" y="76511"/>
                  <a:pt x="1154367" y="76511"/>
                </a:cubicBezTo>
                <a:cubicBezTo>
                  <a:pt x="1179290" y="76511"/>
                  <a:pt x="1191751" y="68624"/>
                  <a:pt x="1191751" y="52851"/>
                </a:cubicBezTo>
                <a:close/>
                <a:moveTo>
                  <a:pt x="1301408" y="48344"/>
                </a:moveTo>
                <a:lnTo>
                  <a:pt x="1295468" y="72311"/>
                </a:lnTo>
                <a:cubicBezTo>
                  <a:pt x="1290415" y="70263"/>
                  <a:pt x="1285293" y="69239"/>
                  <a:pt x="1280104" y="69239"/>
                </a:cubicBezTo>
                <a:cubicBezTo>
                  <a:pt x="1270066" y="69239"/>
                  <a:pt x="1263443" y="73745"/>
                  <a:pt x="1260234" y="82758"/>
                </a:cubicBezTo>
                <a:cubicBezTo>
                  <a:pt x="1260234" y="110003"/>
                  <a:pt x="1260439" y="130966"/>
                  <a:pt x="1260848" y="145647"/>
                </a:cubicBezTo>
                <a:lnTo>
                  <a:pt x="1233604" y="145647"/>
                </a:lnTo>
                <a:cubicBezTo>
                  <a:pt x="1234764" y="125094"/>
                  <a:pt x="1235345" y="108296"/>
                  <a:pt x="1235345" y="95254"/>
                </a:cubicBezTo>
                <a:cubicBezTo>
                  <a:pt x="1235345" y="79003"/>
                  <a:pt x="1233638" y="63605"/>
                  <a:pt x="1230224" y="49061"/>
                </a:cubicBezTo>
                <a:lnTo>
                  <a:pt x="1256342" y="46193"/>
                </a:lnTo>
                <a:cubicBezTo>
                  <a:pt x="1257502" y="53704"/>
                  <a:pt x="1258083" y="58108"/>
                  <a:pt x="1258083" y="59406"/>
                </a:cubicBezTo>
                <a:lnTo>
                  <a:pt x="1259722" y="59406"/>
                </a:lnTo>
                <a:cubicBezTo>
                  <a:pt x="1266004" y="49778"/>
                  <a:pt x="1274368" y="44964"/>
                  <a:pt x="1284815" y="44964"/>
                </a:cubicBezTo>
                <a:cubicBezTo>
                  <a:pt x="1289732" y="44964"/>
                  <a:pt x="1295263" y="46091"/>
                  <a:pt x="1301408" y="48344"/>
                </a:cubicBezTo>
                <a:close/>
                <a:moveTo>
                  <a:pt x="1403469" y="86548"/>
                </a:moveTo>
                <a:cubicBezTo>
                  <a:pt x="1403469" y="90031"/>
                  <a:pt x="1403264" y="94571"/>
                  <a:pt x="1402854" y="100171"/>
                </a:cubicBezTo>
                <a:lnTo>
                  <a:pt x="1336893" y="101297"/>
                </a:lnTo>
                <a:cubicBezTo>
                  <a:pt x="1337849" y="109013"/>
                  <a:pt x="1341161" y="115432"/>
                  <a:pt x="1346828" y="120553"/>
                </a:cubicBezTo>
                <a:cubicBezTo>
                  <a:pt x="1352496" y="125674"/>
                  <a:pt x="1359939" y="128235"/>
                  <a:pt x="1369157" y="128235"/>
                </a:cubicBezTo>
                <a:cubicBezTo>
                  <a:pt x="1379399" y="128235"/>
                  <a:pt x="1390290" y="126698"/>
                  <a:pt x="1401830" y="123626"/>
                </a:cubicBezTo>
                <a:lnTo>
                  <a:pt x="1399781" y="143496"/>
                </a:lnTo>
                <a:cubicBezTo>
                  <a:pt x="1390359" y="146910"/>
                  <a:pt x="1378682" y="148617"/>
                  <a:pt x="1364753" y="148617"/>
                </a:cubicBezTo>
                <a:cubicBezTo>
                  <a:pt x="1347136" y="148617"/>
                  <a:pt x="1333633" y="143667"/>
                  <a:pt x="1324244" y="133766"/>
                </a:cubicBezTo>
                <a:cubicBezTo>
                  <a:pt x="1314855" y="123865"/>
                  <a:pt x="1310161" y="111949"/>
                  <a:pt x="1310161" y="98020"/>
                </a:cubicBezTo>
                <a:cubicBezTo>
                  <a:pt x="1310161" y="83475"/>
                  <a:pt x="1314616" y="70860"/>
                  <a:pt x="1323527" y="60174"/>
                </a:cubicBezTo>
                <a:cubicBezTo>
                  <a:pt x="1332438" y="49488"/>
                  <a:pt x="1344814" y="44145"/>
                  <a:pt x="1360656" y="44145"/>
                </a:cubicBezTo>
                <a:cubicBezTo>
                  <a:pt x="1375131" y="44145"/>
                  <a:pt x="1385886" y="48071"/>
                  <a:pt x="1392919" y="55923"/>
                </a:cubicBezTo>
                <a:cubicBezTo>
                  <a:pt x="1399952" y="63776"/>
                  <a:pt x="1403469" y="73984"/>
                  <a:pt x="1403469" y="86548"/>
                </a:cubicBezTo>
                <a:moveTo>
                  <a:pt x="1379502" y="85626"/>
                </a:moveTo>
                <a:cubicBezTo>
                  <a:pt x="1379502" y="69921"/>
                  <a:pt x="1372810" y="62069"/>
                  <a:pt x="1359427" y="62069"/>
                </a:cubicBezTo>
                <a:cubicBezTo>
                  <a:pt x="1346658" y="62069"/>
                  <a:pt x="1339078" y="70194"/>
                  <a:pt x="1336688" y="86446"/>
                </a:cubicBezTo>
                <a:lnTo>
                  <a:pt x="1379502" y="85626"/>
                </a:lnTo>
                <a:close/>
                <a:moveTo>
                  <a:pt x="1515367" y="145544"/>
                </a:moveTo>
                <a:lnTo>
                  <a:pt x="1491093" y="146364"/>
                </a:lnTo>
                <a:cubicBezTo>
                  <a:pt x="1490615" y="143974"/>
                  <a:pt x="1490376" y="141481"/>
                  <a:pt x="1490376" y="138887"/>
                </a:cubicBezTo>
                <a:lnTo>
                  <a:pt x="1488840" y="138887"/>
                </a:lnTo>
                <a:cubicBezTo>
                  <a:pt x="1481329" y="145374"/>
                  <a:pt x="1471735" y="148617"/>
                  <a:pt x="1460059" y="148617"/>
                </a:cubicBezTo>
                <a:cubicBezTo>
                  <a:pt x="1446948" y="148617"/>
                  <a:pt x="1436535" y="143871"/>
                  <a:pt x="1428819" y="134380"/>
                </a:cubicBezTo>
                <a:cubicBezTo>
                  <a:pt x="1421103" y="124889"/>
                  <a:pt x="1417245" y="113622"/>
                  <a:pt x="1417245" y="100580"/>
                </a:cubicBezTo>
                <a:cubicBezTo>
                  <a:pt x="1417245" y="85626"/>
                  <a:pt x="1421445" y="72601"/>
                  <a:pt x="1429844" y="61506"/>
                </a:cubicBezTo>
                <a:cubicBezTo>
                  <a:pt x="1438242" y="50410"/>
                  <a:pt x="1449919" y="44862"/>
                  <a:pt x="1464873" y="44862"/>
                </a:cubicBezTo>
                <a:cubicBezTo>
                  <a:pt x="1474569" y="44862"/>
                  <a:pt x="1481841" y="46671"/>
                  <a:pt x="1486689" y="50290"/>
                </a:cubicBezTo>
                <a:lnTo>
                  <a:pt x="1488123" y="50290"/>
                </a:lnTo>
                <a:cubicBezTo>
                  <a:pt x="1488123" y="34175"/>
                  <a:pt x="1487337" y="17958"/>
                  <a:pt x="1485767" y="1639"/>
                </a:cubicBezTo>
                <a:lnTo>
                  <a:pt x="1514753" y="819"/>
                </a:lnTo>
                <a:cubicBezTo>
                  <a:pt x="1513660" y="16729"/>
                  <a:pt x="1513114" y="39604"/>
                  <a:pt x="1513114" y="69443"/>
                </a:cubicBezTo>
                <a:cubicBezTo>
                  <a:pt x="1513114" y="99693"/>
                  <a:pt x="1513865" y="125060"/>
                  <a:pt x="1515367" y="145544"/>
                </a:cubicBezTo>
                <a:moveTo>
                  <a:pt x="1489659" y="122294"/>
                </a:moveTo>
                <a:cubicBezTo>
                  <a:pt x="1489659" y="100512"/>
                  <a:pt x="1489147" y="82485"/>
                  <a:pt x="1488123" y="68214"/>
                </a:cubicBezTo>
                <a:cubicBezTo>
                  <a:pt x="1483411" y="64937"/>
                  <a:pt x="1477778" y="63298"/>
                  <a:pt x="1471223" y="63298"/>
                </a:cubicBezTo>
                <a:cubicBezTo>
                  <a:pt x="1462210" y="63298"/>
                  <a:pt x="1455518" y="66644"/>
                  <a:pt x="1451148" y="73335"/>
                </a:cubicBezTo>
                <a:cubicBezTo>
                  <a:pt x="1446778" y="80027"/>
                  <a:pt x="1444593" y="88221"/>
                  <a:pt x="1444593" y="97917"/>
                </a:cubicBezTo>
                <a:cubicBezTo>
                  <a:pt x="1444593" y="106521"/>
                  <a:pt x="1446709" y="113947"/>
                  <a:pt x="1450943" y="120194"/>
                </a:cubicBezTo>
                <a:cubicBezTo>
                  <a:pt x="1455176" y="126442"/>
                  <a:pt x="1461049" y="129566"/>
                  <a:pt x="1468560" y="129566"/>
                </a:cubicBezTo>
                <a:cubicBezTo>
                  <a:pt x="1478597" y="129566"/>
                  <a:pt x="1485630" y="127142"/>
                  <a:pt x="1489659" y="122294"/>
                </a:cubicBezTo>
                <a:close/>
                <a:moveTo>
                  <a:pt x="1567160" y="145647"/>
                </a:moveTo>
                <a:lnTo>
                  <a:pt x="1539608" y="145647"/>
                </a:lnTo>
                <a:cubicBezTo>
                  <a:pt x="1540564" y="131512"/>
                  <a:pt x="1541042" y="115295"/>
                  <a:pt x="1541042" y="96995"/>
                </a:cubicBezTo>
                <a:cubicBezTo>
                  <a:pt x="1541042" y="78832"/>
                  <a:pt x="1539881" y="62922"/>
                  <a:pt x="1537559" y="49266"/>
                </a:cubicBezTo>
                <a:lnTo>
                  <a:pt x="1567057" y="46296"/>
                </a:lnTo>
                <a:cubicBezTo>
                  <a:pt x="1566170" y="59542"/>
                  <a:pt x="1565726" y="76442"/>
                  <a:pt x="1565726" y="96995"/>
                </a:cubicBezTo>
                <a:cubicBezTo>
                  <a:pt x="1565726" y="114544"/>
                  <a:pt x="1566204" y="130761"/>
                  <a:pt x="1567160" y="145647"/>
                </a:cubicBezTo>
                <a:moveTo>
                  <a:pt x="1571871" y="17412"/>
                </a:moveTo>
                <a:cubicBezTo>
                  <a:pt x="1571871" y="22055"/>
                  <a:pt x="1570284" y="26118"/>
                  <a:pt x="1567108" y="29600"/>
                </a:cubicBezTo>
                <a:cubicBezTo>
                  <a:pt x="1563933" y="33083"/>
                  <a:pt x="1559512" y="34824"/>
                  <a:pt x="1553845" y="34824"/>
                </a:cubicBezTo>
                <a:cubicBezTo>
                  <a:pt x="1549065" y="34824"/>
                  <a:pt x="1545326" y="33322"/>
                  <a:pt x="1542629" y="30317"/>
                </a:cubicBezTo>
                <a:cubicBezTo>
                  <a:pt x="1539932" y="27313"/>
                  <a:pt x="1538583" y="23694"/>
                  <a:pt x="1538583" y="19461"/>
                </a:cubicBezTo>
                <a:cubicBezTo>
                  <a:pt x="1538583" y="14817"/>
                  <a:pt x="1540171" y="10789"/>
                  <a:pt x="1543346" y="7375"/>
                </a:cubicBezTo>
                <a:cubicBezTo>
                  <a:pt x="1546521" y="3960"/>
                  <a:pt x="1550977" y="2253"/>
                  <a:pt x="1556712" y="2253"/>
                </a:cubicBezTo>
                <a:cubicBezTo>
                  <a:pt x="1561560" y="2253"/>
                  <a:pt x="1565299" y="3738"/>
                  <a:pt x="1567928" y="6709"/>
                </a:cubicBezTo>
                <a:cubicBezTo>
                  <a:pt x="1570557" y="9679"/>
                  <a:pt x="1571871" y="13247"/>
                  <a:pt x="1571871" y="17412"/>
                </a:cubicBezTo>
                <a:close/>
                <a:moveTo>
                  <a:pt x="1668152" y="124138"/>
                </a:moveTo>
                <a:lnTo>
                  <a:pt x="1666411" y="143701"/>
                </a:lnTo>
                <a:cubicBezTo>
                  <a:pt x="1660197" y="146978"/>
                  <a:pt x="1651764" y="148617"/>
                  <a:pt x="1641112" y="148617"/>
                </a:cubicBezTo>
                <a:cubicBezTo>
                  <a:pt x="1623495" y="148617"/>
                  <a:pt x="1609958" y="143701"/>
                  <a:pt x="1600501" y="133868"/>
                </a:cubicBezTo>
                <a:cubicBezTo>
                  <a:pt x="1591044" y="124035"/>
                  <a:pt x="1586315" y="112222"/>
                  <a:pt x="1586315" y="98429"/>
                </a:cubicBezTo>
                <a:cubicBezTo>
                  <a:pt x="1586315" y="84090"/>
                  <a:pt x="1591266" y="71577"/>
                  <a:pt x="1601167" y="60891"/>
                </a:cubicBezTo>
                <a:cubicBezTo>
                  <a:pt x="1611068" y="50205"/>
                  <a:pt x="1624622" y="44862"/>
                  <a:pt x="1641829" y="44862"/>
                </a:cubicBezTo>
                <a:cubicBezTo>
                  <a:pt x="1650228" y="44862"/>
                  <a:pt x="1657705" y="45818"/>
                  <a:pt x="1664260" y="47730"/>
                </a:cubicBezTo>
                <a:lnTo>
                  <a:pt x="1660777" y="68624"/>
                </a:lnTo>
                <a:cubicBezTo>
                  <a:pt x="1654495" y="66029"/>
                  <a:pt x="1647462" y="64732"/>
                  <a:pt x="1639678" y="64732"/>
                </a:cubicBezTo>
                <a:cubicBezTo>
                  <a:pt x="1631416" y="64732"/>
                  <a:pt x="1624895" y="67651"/>
                  <a:pt x="1620115" y="73489"/>
                </a:cubicBezTo>
                <a:cubicBezTo>
                  <a:pt x="1615335" y="79327"/>
                  <a:pt x="1612945" y="86514"/>
                  <a:pt x="1612945" y="95049"/>
                </a:cubicBezTo>
                <a:cubicBezTo>
                  <a:pt x="1612945" y="104336"/>
                  <a:pt x="1615779" y="112188"/>
                  <a:pt x="1621447" y="118607"/>
                </a:cubicBezTo>
                <a:cubicBezTo>
                  <a:pt x="1627114" y="125025"/>
                  <a:pt x="1635137" y="128235"/>
                  <a:pt x="1645516" y="128235"/>
                </a:cubicBezTo>
                <a:cubicBezTo>
                  <a:pt x="1651593" y="128235"/>
                  <a:pt x="1659138" y="126869"/>
                  <a:pt x="1668152" y="124138"/>
                </a:cubicBezTo>
                <a:close/>
                <a:moveTo>
                  <a:pt x="1745224" y="126493"/>
                </a:moveTo>
                <a:lnTo>
                  <a:pt x="1743483" y="144725"/>
                </a:lnTo>
                <a:cubicBezTo>
                  <a:pt x="1738703" y="146773"/>
                  <a:pt x="1732694" y="147798"/>
                  <a:pt x="1725456" y="147798"/>
                </a:cubicBezTo>
                <a:cubicBezTo>
                  <a:pt x="1714394" y="147798"/>
                  <a:pt x="1706064" y="144793"/>
                  <a:pt x="1700465" y="138784"/>
                </a:cubicBezTo>
                <a:cubicBezTo>
                  <a:pt x="1694865" y="132775"/>
                  <a:pt x="1692066" y="121202"/>
                  <a:pt x="1692066" y="104063"/>
                </a:cubicBezTo>
                <a:cubicBezTo>
                  <a:pt x="1692066" y="93752"/>
                  <a:pt x="1692134" y="82076"/>
                  <a:pt x="1692271" y="69034"/>
                </a:cubicBezTo>
                <a:cubicBezTo>
                  <a:pt x="1688788" y="69034"/>
                  <a:pt x="1684077" y="69239"/>
                  <a:pt x="1678136" y="69648"/>
                </a:cubicBezTo>
                <a:lnTo>
                  <a:pt x="1678853" y="49471"/>
                </a:lnTo>
                <a:cubicBezTo>
                  <a:pt x="1684111" y="49880"/>
                  <a:pt x="1688993" y="50085"/>
                  <a:pt x="1693500" y="50085"/>
                </a:cubicBezTo>
                <a:cubicBezTo>
                  <a:pt x="1693568" y="46466"/>
                  <a:pt x="1693841" y="36941"/>
                  <a:pt x="1694319" y="21509"/>
                </a:cubicBezTo>
                <a:lnTo>
                  <a:pt x="1718594" y="18539"/>
                </a:lnTo>
                <a:cubicBezTo>
                  <a:pt x="1717569" y="32127"/>
                  <a:pt x="1717057" y="42642"/>
                  <a:pt x="1717057" y="50085"/>
                </a:cubicBezTo>
                <a:cubicBezTo>
                  <a:pt x="1722793" y="50085"/>
                  <a:pt x="1731362" y="49812"/>
                  <a:pt x="1742766" y="49266"/>
                </a:cubicBezTo>
                <a:lnTo>
                  <a:pt x="1741946" y="69648"/>
                </a:lnTo>
                <a:cubicBezTo>
                  <a:pt x="1731567" y="69239"/>
                  <a:pt x="1723134" y="69034"/>
                  <a:pt x="1716647" y="69034"/>
                </a:cubicBezTo>
                <a:cubicBezTo>
                  <a:pt x="1716511" y="78115"/>
                  <a:pt x="1716443" y="87641"/>
                  <a:pt x="1716443" y="97610"/>
                </a:cubicBezTo>
                <a:cubicBezTo>
                  <a:pt x="1716443" y="109764"/>
                  <a:pt x="1717672" y="117907"/>
                  <a:pt x="1720130" y="122038"/>
                </a:cubicBezTo>
                <a:cubicBezTo>
                  <a:pt x="1722588" y="126169"/>
                  <a:pt x="1726924" y="128235"/>
                  <a:pt x="1733138" y="128235"/>
                </a:cubicBezTo>
                <a:cubicBezTo>
                  <a:pt x="1736893" y="128235"/>
                  <a:pt x="1740922" y="127654"/>
                  <a:pt x="1745224" y="126493"/>
                </a:cubicBezTo>
                <a:moveTo>
                  <a:pt x="1706610" y="48344"/>
                </a:moveTo>
                <a:lnTo>
                  <a:pt x="1706610" y="48344"/>
                </a:lnTo>
                <a:close/>
                <a:moveTo>
                  <a:pt x="1790663" y="145647"/>
                </a:moveTo>
                <a:lnTo>
                  <a:pt x="1763111" y="145647"/>
                </a:lnTo>
                <a:cubicBezTo>
                  <a:pt x="1764067" y="131512"/>
                  <a:pt x="1764545" y="115295"/>
                  <a:pt x="1764545" y="96995"/>
                </a:cubicBezTo>
                <a:cubicBezTo>
                  <a:pt x="1764545" y="78832"/>
                  <a:pt x="1763384" y="62922"/>
                  <a:pt x="1761062" y="49266"/>
                </a:cubicBezTo>
                <a:lnTo>
                  <a:pt x="1790561" y="46296"/>
                </a:lnTo>
                <a:cubicBezTo>
                  <a:pt x="1789673" y="59542"/>
                  <a:pt x="1789229" y="76442"/>
                  <a:pt x="1789229" y="96995"/>
                </a:cubicBezTo>
                <a:cubicBezTo>
                  <a:pt x="1789229" y="114544"/>
                  <a:pt x="1789707" y="130761"/>
                  <a:pt x="1790663" y="145647"/>
                </a:cubicBezTo>
                <a:moveTo>
                  <a:pt x="1795374" y="17412"/>
                </a:moveTo>
                <a:cubicBezTo>
                  <a:pt x="1795374" y="22055"/>
                  <a:pt x="1793787" y="26118"/>
                  <a:pt x="1790612" y="29600"/>
                </a:cubicBezTo>
                <a:cubicBezTo>
                  <a:pt x="1787437" y="33083"/>
                  <a:pt x="1783015" y="34824"/>
                  <a:pt x="1777348" y="34824"/>
                </a:cubicBezTo>
                <a:cubicBezTo>
                  <a:pt x="1772568" y="34824"/>
                  <a:pt x="1768830" y="33322"/>
                  <a:pt x="1766132" y="30317"/>
                </a:cubicBezTo>
                <a:cubicBezTo>
                  <a:pt x="1763435" y="27313"/>
                  <a:pt x="1762087" y="23694"/>
                  <a:pt x="1762087" y="19461"/>
                </a:cubicBezTo>
                <a:cubicBezTo>
                  <a:pt x="1762087" y="14817"/>
                  <a:pt x="1763674" y="10789"/>
                  <a:pt x="1766849" y="7375"/>
                </a:cubicBezTo>
                <a:cubicBezTo>
                  <a:pt x="1770025" y="3960"/>
                  <a:pt x="1774480" y="2253"/>
                  <a:pt x="1780216" y="2253"/>
                </a:cubicBezTo>
                <a:cubicBezTo>
                  <a:pt x="1785064" y="2253"/>
                  <a:pt x="1788802" y="3738"/>
                  <a:pt x="1791431" y="6709"/>
                </a:cubicBezTo>
                <a:cubicBezTo>
                  <a:pt x="1794060" y="9679"/>
                  <a:pt x="1795374" y="13247"/>
                  <a:pt x="1795374" y="17412"/>
                </a:cubicBezTo>
                <a:close/>
                <a:moveTo>
                  <a:pt x="1912857" y="94742"/>
                </a:moveTo>
                <a:cubicBezTo>
                  <a:pt x="1912857" y="111949"/>
                  <a:pt x="1907565" y="125401"/>
                  <a:pt x="1896981" y="135097"/>
                </a:cubicBezTo>
                <a:cubicBezTo>
                  <a:pt x="1886398" y="144793"/>
                  <a:pt x="1873936" y="149641"/>
                  <a:pt x="1859597" y="149641"/>
                </a:cubicBezTo>
                <a:cubicBezTo>
                  <a:pt x="1845940" y="149641"/>
                  <a:pt x="1834230" y="145220"/>
                  <a:pt x="1824465" y="136377"/>
                </a:cubicBezTo>
                <a:cubicBezTo>
                  <a:pt x="1814701" y="127535"/>
                  <a:pt x="1809819" y="115090"/>
                  <a:pt x="1809819" y="99044"/>
                </a:cubicBezTo>
                <a:cubicBezTo>
                  <a:pt x="1809819" y="81768"/>
                  <a:pt x="1815145" y="68248"/>
                  <a:pt x="1825797" y="58484"/>
                </a:cubicBezTo>
                <a:cubicBezTo>
                  <a:pt x="1836449" y="48720"/>
                  <a:pt x="1848945" y="43837"/>
                  <a:pt x="1863284" y="43837"/>
                </a:cubicBezTo>
                <a:cubicBezTo>
                  <a:pt x="1876872" y="43837"/>
                  <a:pt x="1888532" y="48293"/>
                  <a:pt x="1898262" y="57204"/>
                </a:cubicBezTo>
                <a:cubicBezTo>
                  <a:pt x="1907992" y="66115"/>
                  <a:pt x="1912857" y="78627"/>
                  <a:pt x="1912857" y="94742"/>
                </a:cubicBezTo>
                <a:moveTo>
                  <a:pt x="1886125" y="97815"/>
                </a:moveTo>
                <a:cubicBezTo>
                  <a:pt x="1886125" y="87914"/>
                  <a:pt x="1883803" y="79600"/>
                  <a:pt x="1879160" y="72875"/>
                </a:cubicBezTo>
                <a:cubicBezTo>
                  <a:pt x="1874517" y="66149"/>
                  <a:pt x="1868474" y="62786"/>
                  <a:pt x="1861031" y="62786"/>
                </a:cubicBezTo>
                <a:cubicBezTo>
                  <a:pt x="1853793" y="62786"/>
                  <a:pt x="1847903" y="65927"/>
                  <a:pt x="1843363" y="72209"/>
                </a:cubicBezTo>
                <a:cubicBezTo>
                  <a:pt x="1838822" y="78491"/>
                  <a:pt x="1836551" y="86343"/>
                  <a:pt x="1836551" y="95766"/>
                </a:cubicBezTo>
                <a:cubicBezTo>
                  <a:pt x="1836551" y="105667"/>
                  <a:pt x="1838873" y="113981"/>
                  <a:pt x="1843516" y="120706"/>
                </a:cubicBezTo>
                <a:cubicBezTo>
                  <a:pt x="1848159" y="127432"/>
                  <a:pt x="1854202" y="130795"/>
                  <a:pt x="1861645" y="130795"/>
                </a:cubicBezTo>
                <a:cubicBezTo>
                  <a:pt x="1868883" y="130795"/>
                  <a:pt x="1874773" y="127654"/>
                  <a:pt x="1879313" y="121372"/>
                </a:cubicBezTo>
                <a:cubicBezTo>
                  <a:pt x="1883854" y="115090"/>
                  <a:pt x="1886125" y="107238"/>
                  <a:pt x="1886125" y="97815"/>
                </a:cubicBezTo>
                <a:close/>
                <a:moveTo>
                  <a:pt x="2025123" y="145647"/>
                </a:moveTo>
                <a:lnTo>
                  <a:pt x="1997879" y="145647"/>
                </a:lnTo>
                <a:cubicBezTo>
                  <a:pt x="1999381" y="128371"/>
                  <a:pt x="2000132" y="110891"/>
                  <a:pt x="2000132" y="93206"/>
                </a:cubicBezTo>
                <a:cubicBezTo>
                  <a:pt x="2000132" y="82485"/>
                  <a:pt x="1998544" y="75213"/>
                  <a:pt x="1995369" y="71389"/>
                </a:cubicBezTo>
                <a:cubicBezTo>
                  <a:pt x="1992194" y="67566"/>
                  <a:pt x="1987363" y="65654"/>
                  <a:pt x="1980876" y="65654"/>
                </a:cubicBezTo>
                <a:cubicBezTo>
                  <a:pt x="1973092" y="65654"/>
                  <a:pt x="1965718" y="68317"/>
                  <a:pt x="1958753" y="73643"/>
                </a:cubicBezTo>
                <a:cubicBezTo>
                  <a:pt x="1959094" y="100273"/>
                  <a:pt x="1959265" y="124274"/>
                  <a:pt x="1959265" y="145647"/>
                </a:cubicBezTo>
                <a:lnTo>
                  <a:pt x="1931713" y="145647"/>
                </a:lnTo>
                <a:cubicBezTo>
                  <a:pt x="1932942" y="124274"/>
                  <a:pt x="1933556" y="107477"/>
                  <a:pt x="1933556" y="95254"/>
                </a:cubicBezTo>
                <a:cubicBezTo>
                  <a:pt x="1933556" y="78935"/>
                  <a:pt x="1931884" y="63537"/>
                  <a:pt x="1928538" y="49061"/>
                </a:cubicBezTo>
                <a:lnTo>
                  <a:pt x="1954758" y="46193"/>
                </a:lnTo>
                <a:lnTo>
                  <a:pt x="1956499" y="57050"/>
                </a:lnTo>
                <a:lnTo>
                  <a:pt x="1958138" y="57050"/>
                </a:lnTo>
                <a:cubicBezTo>
                  <a:pt x="1967493" y="48993"/>
                  <a:pt x="1978247" y="44964"/>
                  <a:pt x="1990402" y="44964"/>
                </a:cubicBezTo>
                <a:cubicBezTo>
                  <a:pt x="2000917" y="44964"/>
                  <a:pt x="2009333" y="47439"/>
                  <a:pt x="2015649" y="52390"/>
                </a:cubicBezTo>
                <a:cubicBezTo>
                  <a:pt x="2021965" y="57340"/>
                  <a:pt x="2025123" y="66473"/>
                  <a:pt x="2025123" y="79788"/>
                </a:cubicBezTo>
                <a:cubicBezTo>
                  <a:pt x="2025123" y="81768"/>
                  <a:pt x="2025038" y="84414"/>
                  <a:pt x="2024867" y="87726"/>
                </a:cubicBezTo>
                <a:cubicBezTo>
                  <a:pt x="2024697" y="91038"/>
                  <a:pt x="2024611" y="94435"/>
                  <a:pt x="2024611" y="97917"/>
                </a:cubicBezTo>
                <a:cubicBezTo>
                  <a:pt x="2024611" y="107135"/>
                  <a:pt x="2024782" y="123045"/>
                  <a:pt x="2025123" y="1456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ServiceWorkloadPredictor">
            <a:extLst xmlns:a="http://schemas.openxmlformats.org/drawingml/2006/main">
              <a:ext uri="{FF2B5EF4-FFF2-40B4-BE49-F238E27FC236}">
                <a16:creationId xmlns:a16="http://schemas.microsoft.com/office/drawing/2014/main" id="{99C5BC95-2B09-4827-8AEF-51F0853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636" y="915707"/>
            <a:ext cx="1889324" cy="116507"/>
          </a:xfrm>
          <a:custGeom xmlns:a="http://schemas.openxmlformats.org/drawingml/2006/main">
            <a:pathLst>
              <a:path w="1889324" h="116507">
                <a:moveTo>
                  <a:pt x="67936" y="86420"/>
                </a:moveTo>
                <a:cubicBezTo>
                  <a:pt x="67936" y="106158"/>
                  <a:pt x="54199" y="116027"/>
                  <a:pt x="26726" y="116027"/>
                </a:cubicBezTo>
                <a:cubicBezTo>
                  <a:pt x="16697" y="116027"/>
                  <a:pt x="7788" y="114880"/>
                  <a:pt x="0" y="112586"/>
                </a:cubicBezTo>
                <a:lnTo>
                  <a:pt x="2801" y="100023"/>
                </a:lnTo>
                <a:cubicBezTo>
                  <a:pt x="11763" y="103117"/>
                  <a:pt x="20271" y="104664"/>
                  <a:pt x="28327" y="104664"/>
                </a:cubicBezTo>
                <a:cubicBezTo>
                  <a:pt x="46464" y="104664"/>
                  <a:pt x="55533" y="99543"/>
                  <a:pt x="55533" y="89301"/>
                </a:cubicBezTo>
                <a:cubicBezTo>
                  <a:pt x="55533" y="84126"/>
                  <a:pt x="53186" y="79699"/>
                  <a:pt x="48491" y="76018"/>
                </a:cubicBezTo>
                <a:cubicBezTo>
                  <a:pt x="45344" y="73564"/>
                  <a:pt x="39156" y="70283"/>
                  <a:pt x="29927" y="66175"/>
                </a:cubicBezTo>
                <a:cubicBezTo>
                  <a:pt x="20218" y="61854"/>
                  <a:pt x="13416" y="57880"/>
                  <a:pt x="9522" y="54253"/>
                </a:cubicBezTo>
                <a:cubicBezTo>
                  <a:pt x="4134" y="49238"/>
                  <a:pt x="1440" y="42943"/>
                  <a:pt x="1440" y="35368"/>
                </a:cubicBezTo>
                <a:cubicBezTo>
                  <a:pt x="1440" y="27473"/>
                  <a:pt x="4188" y="21045"/>
                  <a:pt x="9682" y="16084"/>
                </a:cubicBezTo>
                <a:cubicBezTo>
                  <a:pt x="15817" y="10536"/>
                  <a:pt x="24486" y="7762"/>
                  <a:pt x="35688" y="7762"/>
                </a:cubicBezTo>
                <a:cubicBezTo>
                  <a:pt x="48385" y="7762"/>
                  <a:pt x="57080" y="8589"/>
                  <a:pt x="61774" y="10242"/>
                </a:cubicBezTo>
                <a:lnTo>
                  <a:pt x="59854" y="22965"/>
                </a:lnTo>
                <a:cubicBezTo>
                  <a:pt x="51745" y="20405"/>
                  <a:pt x="43130" y="19124"/>
                  <a:pt x="34008" y="19124"/>
                </a:cubicBezTo>
                <a:cubicBezTo>
                  <a:pt x="20298" y="19124"/>
                  <a:pt x="13443" y="23712"/>
                  <a:pt x="13443" y="32888"/>
                </a:cubicBezTo>
                <a:cubicBezTo>
                  <a:pt x="13443" y="37315"/>
                  <a:pt x="15417" y="41023"/>
                  <a:pt x="19365" y="44010"/>
                </a:cubicBezTo>
                <a:cubicBezTo>
                  <a:pt x="21925" y="45877"/>
                  <a:pt x="27580" y="48705"/>
                  <a:pt x="36328" y="52492"/>
                </a:cubicBezTo>
                <a:cubicBezTo>
                  <a:pt x="46304" y="56813"/>
                  <a:pt x="53506" y="60921"/>
                  <a:pt x="57933" y="64815"/>
                </a:cubicBezTo>
                <a:cubicBezTo>
                  <a:pt x="64602" y="70683"/>
                  <a:pt x="67936" y="77885"/>
                  <a:pt x="67936" y="86420"/>
                </a:cubicBezTo>
                <a:close/>
                <a:moveTo>
                  <a:pt x="152751" y="66415"/>
                </a:moveTo>
                <a:cubicBezTo>
                  <a:pt x="152751" y="68656"/>
                  <a:pt x="152645" y="71750"/>
                  <a:pt x="152431" y="75698"/>
                </a:cubicBezTo>
                <a:lnTo>
                  <a:pt x="97459" y="76658"/>
                </a:lnTo>
                <a:cubicBezTo>
                  <a:pt x="97992" y="84446"/>
                  <a:pt x="101006" y="90968"/>
                  <a:pt x="106501" y="96222"/>
                </a:cubicBezTo>
                <a:cubicBezTo>
                  <a:pt x="111995" y="101477"/>
                  <a:pt x="119277" y="104104"/>
                  <a:pt x="128346" y="104104"/>
                </a:cubicBezTo>
                <a:cubicBezTo>
                  <a:pt x="136454" y="104104"/>
                  <a:pt x="144056" y="103117"/>
                  <a:pt x="151151" y="101144"/>
                </a:cubicBezTo>
                <a:lnTo>
                  <a:pt x="149791" y="112426"/>
                </a:lnTo>
                <a:cubicBezTo>
                  <a:pt x="144563" y="114507"/>
                  <a:pt x="137014" y="115547"/>
                  <a:pt x="127146" y="115547"/>
                </a:cubicBezTo>
                <a:cubicBezTo>
                  <a:pt x="113276" y="115547"/>
                  <a:pt x="102700" y="111759"/>
                  <a:pt x="95418" y="104184"/>
                </a:cubicBezTo>
                <a:cubicBezTo>
                  <a:pt x="88136" y="96609"/>
                  <a:pt x="84496" y="87380"/>
                  <a:pt x="84496" y="76498"/>
                </a:cubicBezTo>
                <a:cubicBezTo>
                  <a:pt x="84496" y="64868"/>
                  <a:pt x="87816" y="54853"/>
                  <a:pt x="94458" y="46451"/>
                </a:cubicBezTo>
                <a:cubicBezTo>
                  <a:pt x="101099" y="38049"/>
                  <a:pt x="110022" y="33848"/>
                  <a:pt x="121224" y="33848"/>
                </a:cubicBezTo>
                <a:cubicBezTo>
                  <a:pt x="131520" y="33848"/>
                  <a:pt x="139348" y="36889"/>
                  <a:pt x="144710" y="42970"/>
                </a:cubicBezTo>
                <a:cubicBezTo>
                  <a:pt x="150071" y="49051"/>
                  <a:pt x="152751" y="56867"/>
                  <a:pt x="152751" y="66415"/>
                </a:cubicBezTo>
                <a:moveTo>
                  <a:pt x="139388" y="66575"/>
                </a:moveTo>
                <a:cubicBezTo>
                  <a:pt x="139388" y="51585"/>
                  <a:pt x="133120" y="44090"/>
                  <a:pt x="120584" y="44090"/>
                </a:cubicBezTo>
                <a:cubicBezTo>
                  <a:pt x="107781" y="44090"/>
                  <a:pt x="100233" y="51879"/>
                  <a:pt x="97939" y="67456"/>
                </a:cubicBezTo>
                <a:lnTo>
                  <a:pt x="139388" y="66575"/>
                </a:lnTo>
                <a:close/>
                <a:moveTo>
                  <a:pt x="219963" y="37369"/>
                </a:moveTo>
                <a:lnTo>
                  <a:pt x="216362" y="50092"/>
                </a:lnTo>
                <a:cubicBezTo>
                  <a:pt x="212201" y="48438"/>
                  <a:pt x="208334" y="47611"/>
                  <a:pt x="204759" y="47611"/>
                </a:cubicBezTo>
                <a:cubicBezTo>
                  <a:pt x="194730" y="47611"/>
                  <a:pt x="188222" y="52386"/>
                  <a:pt x="185235" y="61934"/>
                </a:cubicBezTo>
                <a:cubicBezTo>
                  <a:pt x="185235" y="86473"/>
                  <a:pt x="185395" y="103624"/>
                  <a:pt x="185715" y="113386"/>
                </a:cubicBezTo>
                <a:lnTo>
                  <a:pt x="171552" y="113386"/>
                </a:lnTo>
                <a:cubicBezTo>
                  <a:pt x="172405" y="96476"/>
                  <a:pt x="172832" y="83353"/>
                  <a:pt x="172832" y="74017"/>
                </a:cubicBezTo>
                <a:cubicBezTo>
                  <a:pt x="172832" y="61374"/>
                  <a:pt x="171578" y="49265"/>
                  <a:pt x="169071" y="37689"/>
                </a:cubicBezTo>
                <a:lnTo>
                  <a:pt x="183074" y="35688"/>
                </a:lnTo>
                <a:cubicBezTo>
                  <a:pt x="184088" y="41556"/>
                  <a:pt x="184595" y="45477"/>
                  <a:pt x="184595" y="47451"/>
                </a:cubicBezTo>
                <a:lnTo>
                  <a:pt x="185235" y="47451"/>
                </a:lnTo>
                <a:cubicBezTo>
                  <a:pt x="190996" y="38969"/>
                  <a:pt x="197718" y="34728"/>
                  <a:pt x="205400" y="34728"/>
                </a:cubicBezTo>
                <a:cubicBezTo>
                  <a:pt x="209454" y="34728"/>
                  <a:pt x="214308" y="35608"/>
                  <a:pt x="219963" y="37369"/>
                </a:cubicBezTo>
                <a:close/>
                <a:moveTo>
                  <a:pt x="294496" y="37369"/>
                </a:moveTo>
                <a:cubicBezTo>
                  <a:pt x="294496" y="39983"/>
                  <a:pt x="289095" y="52586"/>
                  <a:pt x="278293" y="75178"/>
                </a:cubicBezTo>
                <a:cubicBezTo>
                  <a:pt x="267490" y="97769"/>
                  <a:pt x="262089" y="110506"/>
                  <a:pt x="262089" y="113386"/>
                </a:cubicBezTo>
                <a:lnTo>
                  <a:pt x="251366" y="113386"/>
                </a:lnTo>
                <a:cubicBezTo>
                  <a:pt x="251366" y="109652"/>
                  <a:pt x="246605" y="96596"/>
                  <a:pt x="237083" y="74217"/>
                </a:cubicBezTo>
                <a:cubicBezTo>
                  <a:pt x="227561" y="51839"/>
                  <a:pt x="222800" y="39556"/>
                  <a:pt x="222800" y="37369"/>
                </a:cubicBezTo>
                <a:lnTo>
                  <a:pt x="238323" y="37369"/>
                </a:lnTo>
                <a:cubicBezTo>
                  <a:pt x="238323" y="39929"/>
                  <a:pt x="241791" y="50092"/>
                  <a:pt x="248726" y="67856"/>
                </a:cubicBezTo>
                <a:cubicBezTo>
                  <a:pt x="255661" y="85620"/>
                  <a:pt x="259128" y="95782"/>
                  <a:pt x="259128" y="98343"/>
                </a:cubicBezTo>
                <a:lnTo>
                  <a:pt x="259848" y="98343"/>
                </a:lnTo>
                <a:cubicBezTo>
                  <a:pt x="259848" y="95889"/>
                  <a:pt x="263142" y="86100"/>
                  <a:pt x="269731" y="68976"/>
                </a:cubicBezTo>
                <a:cubicBezTo>
                  <a:pt x="276319" y="51852"/>
                  <a:pt x="279613" y="41316"/>
                  <a:pt x="279613" y="37369"/>
                </a:cubicBezTo>
                <a:lnTo>
                  <a:pt x="294496" y="37369"/>
                </a:lnTo>
                <a:close/>
                <a:moveTo>
                  <a:pt x="323199" y="113386"/>
                </a:moveTo>
                <a:lnTo>
                  <a:pt x="308716" y="113386"/>
                </a:lnTo>
                <a:cubicBezTo>
                  <a:pt x="309463" y="102717"/>
                  <a:pt x="309836" y="90528"/>
                  <a:pt x="309836" y="76818"/>
                </a:cubicBezTo>
                <a:cubicBezTo>
                  <a:pt x="309836" y="61401"/>
                  <a:pt x="308903" y="48465"/>
                  <a:pt x="307035" y="38009"/>
                </a:cubicBezTo>
                <a:lnTo>
                  <a:pt x="323039" y="35848"/>
                </a:lnTo>
                <a:cubicBezTo>
                  <a:pt x="322399" y="46998"/>
                  <a:pt x="322079" y="60654"/>
                  <a:pt x="322079" y="76818"/>
                </a:cubicBezTo>
                <a:cubicBezTo>
                  <a:pt x="322079" y="89621"/>
                  <a:pt x="322452" y="101810"/>
                  <a:pt x="323199" y="113386"/>
                </a:cubicBezTo>
                <a:moveTo>
                  <a:pt x="326560" y="13363"/>
                </a:moveTo>
                <a:cubicBezTo>
                  <a:pt x="326560" y="16084"/>
                  <a:pt x="325680" y="18444"/>
                  <a:pt x="323919" y="20445"/>
                </a:cubicBezTo>
                <a:cubicBezTo>
                  <a:pt x="322159" y="22445"/>
                  <a:pt x="319678" y="23445"/>
                  <a:pt x="316478" y="23445"/>
                </a:cubicBezTo>
                <a:cubicBezTo>
                  <a:pt x="313757" y="23445"/>
                  <a:pt x="311637" y="22579"/>
                  <a:pt x="310116" y="20845"/>
                </a:cubicBezTo>
                <a:cubicBezTo>
                  <a:pt x="308596" y="19111"/>
                  <a:pt x="307836" y="17017"/>
                  <a:pt x="307836" y="14563"/>
                </a:cubicBezTo>
                <a:cubicBezTo>
                  <a:pt x="307836" y="11896"/>
                  <a:pt x="308743" y="9576"/>
                  <a:pt x="310556" y="7602"/>
                </a:cubicBezTo>
                <a:cubicBezTo>
                  <a:pt x="312370" y="5628"/>
                  <a:pt x="314877" y="4641"/>
                  <a:pt x="318078" y="4641"/>
                </a:cubicBezTo>
                <a:cubicBezTo>
                  <a:pt x="320692" y="4641"/>
                  <a:pt x="322759" y="5508"/>
                  <a:pt x="324279" y="7242"/>
                </a:cubicBezTo>
                <a:cubicBezTo>
                  <a:pt x="325800" y="8975"/>
                  <a:pt x="326560" y="11016"/>
                  <a:pt x="326560" y="13363"/>
                </a:cubicBezTo>
                <a:close/>
                <a:moveTo>
                  <a:pt x="402566" y="101144"/>
                </a:moveTo>
                <a:lnTo>
                  <a:pt x="401765" y="111866"/>
                </a:lnTo>
                <a:cubicBezTo>
                  <a:pt x="397444" y="114320"/>
                  <a:pt x="391656" y="115547"/>
                  <a:pt x="384401" y="115547"/>
                </a:cubicBezTo>
                <a:cubicBezTo>
                  <a:pt x="370585" y="115547"/>
                  <a:pt x="360022" y="111733"/>
                  <a:pt x="352714" y="104104"/>
                </a:cubicBezTo>
                <a:cubicBezTo>
                  <a:pt x="345406" y="96476"/>
                  <a:pt x="341752" y="87274"/>
                  <a:pt x="341752" y="76498"/>
                </a:cubicBezTo>
                <a:cubicBezTo>
                  <a:pt x="341752" y="65082"/>
                  <a:pt x="345592" y="55266"/>
                  <a:pt x="353274" y="47051"/>
                </a:cubicBezTo>
                <a:cubicBezTo>
                  <a:pt x="360956" y="38836"/>
                  <a:pt x="371118" y="34728"/>
                  <a:pt x="383761" y="34728"/>
                </a:cubicBezTo>
                <a:cubicBezTo>
                  <a:pt x="390109" y="34728"/>
                  <a:pt x="395284" y="35368"/>
                  <a:pt x="399285" y="36649"/>
                </a:cubicBezTo>
                <a:lnTo>
                  <a:pt x="397124" y="49211"/>
                </a:lnTo>
                <a:cubicBezTo>
                  <a:pt x="391523" y="47131"/>
                  <a:pt x="385842" y="46091"/>
                  <a:pt x="380080" y="46091"/>
                </a:cubicBezTo>
                <a:cubicBezTo>
                  <a:pt x="372505" y="46091"/>
                  <a:pt x="366477" y="48731"/>
                  <a:pt x="361996" y="54013"/>
                </a:cubicBezTo>
                <a:cubicBezTo>
                  <a:pt x="357515" y="59294"/>
                  <a:pt x="355275" y="65909"/>
                  <a:pt x="355275" y="73857"/>
                </a:cubicBezTo>
                <a:cubicBezTo>
                  <a:pt x="355275" y="82499"/>
                  <a:pt x="357942" y="89701"/>
                  <a:pt x="363277" y="95462"/>
                </a:cubicBezTo>
                <a:cubicBezTo>
                  <a:pt x="368611" y="101224"/>
                  <a:pt x="376160" y="104104"/>
                  <a:pt x="385922" y="104104"/>
                </a:cubicBezTo>
                <a:cubicBezTo>
                  <a:pt x="389923" y="104104"/>
                  <a:pt x="395471" y="103117"/>
                  <a:pt x="402566" y="101144"/>
                </a:cubicBezTo>
                <a:close/>
                <a:moveTo>
                  <a:pt x="485113" y="66415"/>
                </a:moveTo>
                <a:cubicBezTo>
                  <a:pt x="485113" y="68656"/>
                  <a:pt x="485006" y="71750"/>
                  <a:pt x="484793" y="75698"/>
                </a:cubicBezTo>
                <a:lnTo>
                  <a:pt x="429820" y="76658"/>
                </a:lnTo>
                <a:cubicBezTo>
                  <a:pt x="430353" y="84446"/>
                  <a:pt x="433367" y="90968"/>
                  <a:pt x="438862" y="96222"/>
                </a:cubicBezTo>
                <a:cubicBezTo>
                  <a:pt x="444357" y="101477"/>
                  <a:pt x="451638" y="104104"/>
                  <a:pt x="460707" y="104104"/>
                </a:cubicBezTo>
                <a:cubicBezTo>
                  <a:pt x="468816" y="104104"/>
                  <a:pt x="476417" y="103117"/>
                  <a:pt x="483512" y="101144"/>
                </a:cubicBezTo>
                <a:lnTo>
                  <a:pt x="482152" y="112426"/>
                </a:lnTo>
                <a:cubicBezTo>
                  <a:pt x="476924" y="114507"/>
                  <a:pt x="469376" y="115547"/>
                  <a:pt x="459507" y="115547"/>
                </a:cubicBezTo>
                <a:cubicBezTo>
                  <a:pt x="445637" y="115547"/>
                  <a:pt x="435061" y="111759"/>
                  <a:pt x="427779" y="104184"/>
                </a:cubicBezTo>
                <a:cubicBezTo>
                  <a:pt x="420498" y="96609"/>
                  <a:pt x="416857" y="87380"/>
                  <a:pt x="416857" y="76498"/>
                </a:cubicBezTo>
                <a:cubicBezTo>
                  <a:pt x="416857" y="64868"/>
                  <a:pt x="420178" y="54853"/>
                  <a:pt x="426819" y="46451"/>
                </a:cubicBezTo>
                <a:cubicBezTo>
                  <a:pt x="433461" y="38049"/>
                  <a:pt x="442383" y="33848"/>
                  <a:pt x="453585" y="33848"/>
                </a:cubicBezTo>
                <a:cubicBezTo>
                  <a:pt x="463881" y="33848"/>
                  <a:pt x="471710" y="36889"/>
                  <a:pt x="477071" y="42970"/>
                </a:cubicBezTo>
                <a:cubicBezTo>
                  <a:pt x="482432" y="49051"/>
                  <a:pt x="485113" y="56867"/>
                  <a:pt x="485113" y="66415"/>
                </a:cubicBezTo>
                <a:moveTo>
                  <a:pt x="471750" y="66575"/>
                </a:moveTo>
                <a:cubicBezTo>
                  <a:pt x="471750" y="51585"/>
                  <a:pt x="465481" y="44090"/>
                  <a:pt x="452945" y="44090"/>
                </a:cubicBezTo>
                <a:cubicBezTo>
                  <a:pt x="440142" y="44090"/>
                  <a:pt x="432594" y="51879"/>
                  <a:pt x="430300" y="67456"/>
                </a:cubicBezTo>
                <a:lnTo>
                  <a:pt x="471750" y="66575"/>
                </a:lnTo>
                <a:close/>
                <a:moveTo>
                  <a:pt x="673460" y="9202"/>
                </a:moveTo>
                <a:cubicBezTo>
                  <a:pt x="673460" y="13096"/>
                  <a:pt x="667699" y="30540"/>
                  <a:pt x="656176" y="61534"/>
                </a:cubicBezTo>
                <a:cubicBezTo>
                  <a:pt x="644654" y="92528"/>
                  <a:pt x="638892" y="109812"/>
                  <a:pt x="638892" y="113386"/>
                </a:cubicBezTo>
                <a:lnTo>
                  <a:pt x="628490" y="113386"/>
                </a:lnTo>
                <a:cubicBezTo>
                  <a:pt x="628490" y="108692"/>
                  <a:pt x="624302" y="95089"/>
                  <a:pt x="615927" y="72577"/>
                </a:cubicBezTo>
                <a:cubicBezTo>
                  <a:pt x="606805" y="48198"/>
                  <a:pt x="601630" y="32488"/>
                  <a:pt x="600403" y="25446"/>
                </a:cubicBezTo>
                <a:lnTo>
                  <a:pt x="599363" y="25446"/>
                </a:lnTo>
                <a:cubicBezTo>
                  <a:pt x="598296" y="32914"/>
                  <a:pt x="593709" y="48918"/>
                  <a:pt x="585600" y="73457"/>
                </a:cubicBezTo>
                <a:cubicBezTo>
                  <a:pt x="578025" y="96449"/>
                  <a:pt x="574237" y="109759"/>
                  <a:pt x="574237" y="113386"/>
                </a:cubicBezTo>
                <a:lnTo>
                  <a:pt x="563835" y="113386"/>
                </a:lnTo>
                <a:cubicBezTo>
                  <a:pt x="563835" y="107945"/>
                  <a:pt x="558194" y="89714"/>
                  <a:pt x="546911" y="58694"/>
                </a:cubicBezTo>
                <a:cubicBezTo>
                  <a:pt x="535628" y="27673"/>
                  <a:pt x="529987" y="11176"/>
                  <a:pt x="529987" y="9202"/>
                </a:cubicBezTo>
                <a:lnTo>
                  <a:pt x="545191" y="9202"/>
                </a:lnTo>
                <a:cubicBezTo>
                  <a:pt x="545191" y="11389"/>
                  <a:pt x="549232" y="25206"/>
                  <a:pt x="557313" y="50652"/>
                </a:cubicBezTo>
                <a:cubicBezTo>
                  <a:pt x="565395" y="76098"/>
                  <a:pt x="569436" y="91675"/>
                  <a:pt x="569436" y="97383"/>
                </a:cubicBezTo>
                <a:lnTo>
                  <a:pt x="570316" y="97383"/>
                </a:lnTo>
                <a:cubicBezTo>
                  <a:pt x="570316" y="91355"/>
                  <a:pt x="574424" y="75871"/>
                  <a:pt x="582639" y="50932"/>
                </a:cubicBezTo>
                <a:cubicBezTo>
                  <a:pt x="590855" y="25993"/>
                  <a:pt x="594962" y="12083"/>
                  <a:pt x="594962" y="9202"/>
                </a:cubicBezTo>
                <a:lnTo>
                  <a:pt x="608965" y="9202"/>
                </a:lnTo>
                <a:cubicBezTo>
                  <a:pt x="608965" y="12670"/>
                  <a:pt x="613233" y="27460"/>
                  <a:pt x="621768" y="53572"/>
                </a:cubicBezTo>
                <a:cubicBezTo>
                  <a:pt x="630304" y="79685"/>
                  <a:pt x="634571" y="94289"/>
                  <a:pt x="634571" y="97383"/>
                </a:cubicBezTo>
                <a:lnTo>
                  <a:pt x="635452" y="97383"/>
                </a:lnTo>
                <a:cubicBezTo>
                  <a:pt x="635452" y="92155"/>
                  <a:pt x="639332" y="77365"/>
                  <a:pt x="647094" y="53012"/>
                </a:cubicBezTo>
                <a:cubicBezTo>
                  <a:pt x="654856" y="28660"/>
                  <a:pt x="658737" y="14057"/>
                  <a:pt x="658737" y="9202"/>
                </a:cubicBezTo>
                <a:lnTo>
                  <a:pt x="673460" y="9202"/>
                </a:lnTo>
                <a:close/>
                <a:moveTo>
                  <a:pt x="759201" y="73057"/>
                </a:moveTo>
                <a:cubicBezTo>
                  <a:pt x="759201" y="86714"/>
                  <a:pt x="755280" y="97369"/>
                  <a:pt x="747438" y="105024"/>
                </a:cubicBezTo>
                <a:cubicBezTo>
                  <a:pt x="739596" y="112680"/>
                  <a:pt x="730367" y="116507"/>
                  <a:pt x="719751" y="116507"/>
                </a:cubicBezTo>
                <a:cubicBezTo>
                  <a:pt x="709829" y="116507"/>
                  <a:pt x="701307" y="113120"/>
                  <a:pt x="694185" y="106345"/>
                </a:cubicBezTo>
                <a:cubicBezTo>
                  <a:pt x="687064" y="99570"/>
                  <a:pt x="683503" y="90021"/>
                  <a:pt x="683503" y="77698"/>
                </a:cubicBezTo>
                <a:cubicBezTo>
                  <a:pt x="683503" y="63935"/>
                  <a:pt x="687437" y="53186"/>
                  <a:pt x="695306" y="45451"/>
                </a:cubicBezTo>
                <a:cubicBezTo>
                  <a:pt x="703174" y="37715"/>
                  <a:pt x="712416" y="33848"/>
                  <a:pt x="723032" y="33848"/>
                </a:cubicBezTo>
                <a:cubicBezTo>
                  <a:pt x="732954" y="33848"/>
                  <a:pt x="741463" y="37275"/>
                  <a:pt x="748558" y="44130"/>
                </a:cubicBezTo>
                <a:cubicBezTo>
                  <a:pt x="755653" y="50985"/>
                  <a:pt x="759201" y="60627"/>
                  <a:pt x="759201" y="73057"/>
                </a:cubicBezTo>
                <a:moveTo>
                  <a:pt x="745357" y="75858"/>
                </a:moveTo>
                <a:cubicBezTo>
                  <a:pt x="745357" y="67536"/>
                  <a:pt x="743264" y="60134"/>
                  <a:pt x="739076" y="53652"/>
                </a:cubicBezTo>
                <a:cubicBezTo>
                  <a:pt x="734888" y="47171"/>
                  <a:pt x="728927" y="43930"/>
                  <a:pt x="721192" y="43930"/>
                </a:cubicBezTo>
                <a:cubicBezTo>
                  <a:pt x="713510" y="43930"/>
                  <a:pt x="707602" y="46998"/>
                  <a:pt x="703468" y="53132"/>
                </a:cubicBezTo>
                <a:cubicBezTo>
                  <a:pt x="699333" y="59267"/>
                  <a:pt x="697266" y="66389"/>
                  <a:pt x="697266" y="74497"/>
                </a:cubicBezTo>
                <a:cubicBezTo>
                  <a:pt x="697266" y="82873"/>
                  <a:pt x="699360" y="90288"/>
                  <a:pt x="703548" y="96743"/>
                </a:cubicBezTo>
                <a:cubicBezTo>
                  <a:pt x="707735" y="103197"/>
                  <a:pt x="713723" y="106425"/>
                  <a:pt x="721512" y="106425"/>
                </a:cubicBezTo>
                <a:cubicBezTo>
                  <a:pt x="729194" y="106425"/>
                  <a:pt x="735088" y="103344"/>
                  <a:pt x="739196" y="97183"/>
                </a:cubicBezTo>
                <a:cubicBezTo>
                  <a:pt x="743304" y="91021"/>
                  <a:pt x="745357" y="83913"/>
                  <a:pt x="745357" y="75858"/>
                </a:cubicBezTo>
                <a:close/>
                <a:moveTo>
                  <a:pt x="826493" y="37369"/>
                </a:moveTo>
                <a:lnTo>
                  <a:pt x="822892" y="50092"/>
                </a:lnTo>
                <a:cubicBezTo>
                  <a:pt x="818731" y="48438"/>
                  <a:pt x="814863" y="47611"/>
                  <a:pt x="811289" y="47611"/>
                </a:cubicBezTo>
                <a:cubicBezTo>
                  <a:pt x="801260" y="47611"/>
                  <a:pt x="794752" y="52386"/>
                  <a:pt x="791764" y="61934"/>
                </a:cubicBezTo>
                <a:cubicBezTo>
                  <a:pt x="791764" y="86473"/>
                  <a:pt x="791924" y="103624"/>
                  <a:pt x="792245" y="113386"/>
                </a:cubicBezTo>
                <a:lnTo>
                  <a:pt x="778081" y="113386"/>
                </a:lnTo>
                <a:cubicBezTo>
                  <a:pt x="778935" y="96476"/>
                  <a:pt x="779362" y="83353"/>
                  <a:pt x="779362" y="74017"/>
                </a:cubicBezTo>
                <a:cubicBezTo>
                  <a:pt x="779362" y="61374"/>
                  <a:pt x="778108" y="49265"/>
                  <a:pt x="775601" y="37689"/>
                </a:cubicBezTo>
                <a:lnTo>
                  <a:pt x="789604" y="35688"/>
                </a:lnTo>
                <a:cubicBezTo>
                  <a:pt x="790618" y="41556"/>
                  <a:pt x="791124" y="45477"/>
                  <a:pt x="791124" y="47451"/>
                </a:cubicBezTo>
                <a:lnTo>
                  <a:pt x="791764" y="47451"/>
                </a:lnTo>
                <a:cubicBezTo>
                  <a:pt x="797526" y="38969"/>
                  <a:pt x="804247" y="34728"/>
                  <a:pt x="811929" y="34728"/>
                </a:cubicBezTo>
                <a:cubicBezTo>
                  <a:pt x="815983" y="34728"/>
                  <a:pt x="820838" y="35608"/>
                  <a:pt x="826493" y="37369"/>
                </a:cubicBezTo>
                <a:close/>
                <a:moveTo>
                  <a:pt x="904947" y="113386"/>
                </a:moveTo>
                <a:lnTo>
                  <a:pt x="886142" y="113386"/>
                </a:lnTo>
                <a:cubicBezTo>
                  <a:pt x="886142" y="111519"/>
                  <a:pt x="880968" y="104398"/>
                  <a:pt x="870619" y="92021"/>
                </a:cubicBezTo>
                <a:cubicBezTo>
                  <a:pt x="860003" y="79272"/>
                  <a:pt x="853335" y="72897"/>
                  <a:pt x="850614" y="72897"/>
                </a:cubicBezTo>
                <a:lnTo>
                  <a:pt x="850054" y="72897"/>
                </a:lnTo>
                <a:cubicBezTo>
                  <a:pt x="850054" y="84313"/>
                  <a:pt x="850347" y="97809"/>
                  <a:pt x="850934" y="113386"/>
                </a:cubicBezTo>
                <a:lnTo>
                  <a:pt x="836851" y="113386"/>
                </a:lnTo>
                <a:cubicBezTo>
                  <a:pt x="837544" y="93862"/>
                  <a:pt x="837891" y="73964"/>
                  <a:pt x="837891" y="53693"/>
                </a:cubicBezTo>
                <a:cubicBezTo>
                  <a:pt x="837891" y="33048"/>
                  <a:pt x="837117" y="15417"/>
                  <a:pt x="835570" y="800"/>
                </a:cubicBezTo>
                <a:lnTo>
                  <a:pt x="850934" y="0"/>
                </a:lnTo>
                <a:cubicBezTo>
                  <a:pt x="850347" y="11523"/>
                  <a:pt x="850054" y="33901"/>
                  <a:pt x="850054" y="67136"/>
                </a:cubicBezTo>
                <a:lnTo>
                  <a:pt x="850614" y="67136"/>
                </a:lnTo>
                <a:cubicBezTo>
                  <a:pt x="852374" y="67136"/>
                  <a:pt x="857909" y="62641"/>
                  <a:pt x="867218" y="53652"/>
                </a:cubicBezTo>
                <a:cubicBezTo>
                  <a:pt x="876527" y="44664"/>
                  <a:pt x="881181" y="39236"/>
                  <a:pt x="881181" y="37369"/>
                </a:cubicBezTo>
                <a:lnTo>
                  <a:pt x="898865" y="37369"/>
                </a:lnTo>
                <a:cubicBezTo>
                  <a:pt x="898865" y="39076"/>
                  <a:pt x="894678" y="43503"/>
                  <a:pt x="886302" y="50652"/>
                </a:cubicBezTo>
                <a:cubicBezTo>
                  <a:pt x="878460" y="57320"/>
                  <a:pt x="871285" y="62815"/>
                  <a:pt x="864777" y="67136"/>
                </a:cubicBezTo>
                <a:lnTo>
                  <a:pt x="864777" y="67776"/>
                </a:lnTo>
                <a:cubicBezTo>
                  <a:pt x="871392" y="72790"/>
                  <a:pt x="879901" y="81379"/>
                  <a:pt x="890303" y="93542"/>
                </a:cubicBezTo>
                <a:cubicBezTo>
                  <a:pt x="900065" y="105011"/>
                  <a:pt x="904947" y="111626"/>
                  <a:pt x="904947" y="113386"/>
                </a:cubicBezTo>
                <a:close/>
                <a:moveTo>
                  <a:pt x="932557" y="113386"/>
                </a:moveTo>
                <a:lnTo>
                  <a:pt x="917193" y="113386"/>
                </a:lnTo>
                <a:cubicBezTo>
                  <a:pt x="918154" y="95782"/>
                  <a:pt x="918634" y="75884"/>
                  <a:pt x="918634" y="53693"/>
                </a:cubicBezTo>
                <a:cubicBezTo>
                  <a:pt x="918634" y="32141"/>
                  <a:pt x="917860" y="14510"/>
                  <a:pt x="916313" y="800"/>
                </a:cubicBezTo>
                <a:lnTo>
                  <a:pt x="932557" y="0"/>
                </a:lnTo>
                <a:cubicBezTo>
                  <a:pt x="931543" y="14510"/>
                  <a:pt x="931037" y="32408"/>
                  <a:pt x="931037" y="53693"/>
                </a:cubicBezTo>
                <a:cubicBezTo>
                  <a:pt x="931037" y="75618"/>
                  <a:pt x="931543" y="95516"/>
                  <a:pt x="932557" y="113386"/>
                </a:cubicBezTo>
                <a:close/>
                <a:moveTo>
                  <a:pt x="1027731" y="73057"/>
                </a:moveTo>
                <a:cubicBezTo>
                  <a:pt x="1027731" y="86714"/>
                  <a:pt x="1023810" y="97369"/>
                  <a:pt x="1015969" y="105024"/>
                </a:cubicBezTo>
                <a:cubicBezTo>
                  <a:pt x="1008127" y="112680"/>
                  <a:pt x="998898" y="116507"/>
                  <a:pt x="988282" y="116507"/>
                </a:cubicBezTo>
                <a:cubicBezTo>
                  <a:pt x="978360" y="116507"/>
                  <a:pt x="969838" y="113120"/>
                  <a:pt x="962716" y="106345"/>
                </a:cubicBezTo>
                <a:cubicBezTo>
                  <a:pt x="955595" y="99570"/>
                  <a:pt x="952034" y="90021"/>
                  <a:pt x="952034" y="77698"/>
                </a:cubicBezTo>
                <a:cubicBezTo>
                  <a:pt x="952034" y="63935"/>
                  <a:pt x="955968" y="53186"/>
                  <a:pt x="963836" y="45451"/>
                </a:cubicBezTo>
                <a:cubicBezTo>
                  <a:pt x="971705" y="37715"/>
                  <a:pt x="980947" y="33848"/>
                  <a:pt x="991563" y="33848"/>
                </a:cubicBezTo>
                <a:cubicBezTo>
                  <a:pt x="1001485" y="33848"/>
                  <a:pt x="1009994" y="37275"/>
                  <a:pt x="1017089" y="44130"/>
                </a:cubicBezTo>
                <a:cubicBezTo>
                  <a:pt x="1024184" y="50985"/>
                  <a:pt x="1027731" y="60627"/>
                  <a:pt x="1027731" y="73057"/>
                </a:cubicBezTo>
                <a:moveTo>
                  <a:pt x="1013888" y="75858"/>
                </a:moveTo>
                <a:cubicBezTo>
                  <a:pt x="1013888" y="67536"/>
                  <a:pt x="1011794" y="60134"/>
                  <a:pt x="1007607" y="53652"/>
                </a:cubicBezTo>
                <a:cubicBezTo>
                  <a:pt x="1003419" y="47171"/>
                  <a:pt x="997458" y="43930"/>
                  <a:pt x="989722" y="43930"/>
                </a:cubicBezTo>
                <a:cubicBezTo>
                  <a:pt x="982041" y="43930"/>
                  <a:pt x="976133" y="46998"/>
                  <a:pt x="971998" y="53132"/>
                </a:cubicBezTo>
                <a:cubicBezTo>
                  <a:pt x="967864" y="59267"/>
                  <a:pt x="965797" y="66389"/>
                  <a:pt x="965797" y="74497"/>
                </a:cubicBezTo>
                <a:cubicBezTo>
                  <a:pt x="965797" y="82873"/>
                  <a:pt x="967891" y="90288"/>
                  <a:pt x="972078" y="96743"/>
                </a:cubicBezTo>
                <a:cubicBezTo>
                  <a:pt x="976266" y="103197"/>
                  <a:pt x="982254" y="106425"/>
                  <a:pt x="990043" y="106425"/>
                </a:cubicBezTo>
                <a:cubicBezTo>
                  <a:pt x="997724" y="106425"/>
                  <a:pt x="1003619" y="103344"/>
                  <a:pt x="1007727" y="97183"/>
                </a:cubicBezTo>
                <a:cubicBezTo>
                  <a:pt x="1011834" y="91021"/>
                  <a:pt x="1013888" y="83913"/>
                  <a:pt x="1013888" y="75858"/>
                </a:cubicBezTo>
                <a:close/>
                <a:moveTo>
                  <a:pt x="1106786" y="113386"/>
                </a:moveTo>
                <a:lnTo>
                  <a:pt x="1094223" y="113867"/>
                </a:lnTo>
                <a:cubicBezTo>
                  <a:pt x="1093583" y="111253"/>
                  <a:pt x="1093263" y="108772"/>
                  <a:pt x="1093263" y="106425"/>
                </a:cubicBezTo>
                <a:lnTo>
                  <a:pt x="1092463" y="106425"/>
                </a:lnTo>
                <a:cubicBezTo>
                  <a:pt x="1085901" y="112399"/>
                  <a:pt x="1076966" y="115387"/>
                  <a:pt x="1065656" y="115387"/>
                </a:cubicBezTo>
                <a:cubicBezTo>
                  <a:pt x="1059522" y="115387"/>
                  <a:pt x="1054240" y="113586"/>
                  <a:pt x="1049813" y="109986"/>
                </a:cubicBezTo>
                <a:cubicBezTo>
                  <a:pt x="1045385" y="106385"/>
                  <a:pt x="1043171" y="101250"/>
                  <a:pt x="1043171" y="94582"/>
                </a:cubicBezTo>
                <a:cubicBezTo>
                  <a:pt x="1043171" y="86367"/>
                  <a:pt x="1046639" y="79765"/>
                  <a:pt x="1053574" y="74777"/>
                </a:cubicBezTo>
                <a:cubicBezTo>
                  <a:pt x="1060509" y="69790"/>
                  <a:pt x="1073392" y="67162"/>
                  <a:pt x="1092223" y="66896"/>
                </a:cubicBezTo>
                <a:cubicBezTo>
                  <a:pt x="1092383" y="65615"/>
                  <a:pt x="1092463" y="64148"/>
                  <a:pt x="1092463" y="62495"/>
                </a:cubicBezTo>
                <a:cubicBezTo>
                  <a:pt x="1092463" y="55933"/>
                  <a:pt x="1090716" y="51559"/>
                  <a:pt x="1087221" y="49371"/>
                </a:cubicBezTo>
                <a:cubicBezTo>
                  <a:pt x="1083727" y="47184"/>
                  <a:pt x="1078433" y="46091"/>
                  <a:pt x="1071338" y="46091"/>
                </a:cubicBezTo>
                <a:cubicBezTo>
                  <a:pt x="1062962" y="46091"/>
                  <a:pt x="1054721" y="47131"/>
                  <a:pt x="1046612" y="49211"/>
                </a:cubicBezTo>
                <a:lnTo>
                  <a:pt x="1047972" y="38169"/>
                </a:lnTo>
                <a:cubicBezTo>
                  <a:pt x="1055974" y="35875"/>
                  <a:pt x="1065176" y="34728"/>
                  <a:pt x="1075579" y="34728"/>
                </a:cubicBezTo>
                <a:cubicBezTo>
                  <a:pt x="1085074" y="34728"/>
                  <a:pt x="1092409" y="36689"/>
                  <a:pt x="1097584" y="40609"/>
                </a:cubicBezTo>
                <a:cubicBezTo>
                  <a:pt x="1102758" y="44530"/>
                  <a:pt x="1105346" y="51212"/>
                  <a:pt x="1105346" y="60654"/>
                </a:cubicBezTo>
                <a:cubicBezTo>
                  <a:pt x="1105346" y="63161"/>
                  <a:pt x="1105226" y="67709"/>
                  <a:pt x="1104986" y="74297"/>
                </a:cubicBezTo>
                <a:cubicBezTo>
                  <a:pt x="1104746" y="80885"/>
                  <a:pt x="1104625" y="85273"/>
                  <a:pt x="1104625" y="87460"/>
                </a:cubicBezTo>
                <a:cubicBezTo>
                  <a:pt x="1104625" y="97169"/>
                  <a:pt x="1105346" y="105811"/>
                  <a:pt x="1106786" y="113386"/>
                </a:cubicBezTo>
                <a:moveTo>
                  <a:pt x="1092623" y="97863"/>
                </a:moveTo>
                <a:cubicBezTo>
                  <a:pt x="1092356" y="89754"/>
                  <a:pt x="1092223" y="82473"/>
                  <a:pt x="1092223" y="76018"/>
                </a:cubicBezTo>
                <a:cubicBezTo>
                  <a:pt x="1082194" y="76018"/>
                  <a:pt x="1074565" y="76765"/>
                  <a:pt x="1069337" y="78258"/>
                </a:cubicBezTo>
                <a:cubicBezTo>
                  <a:pt x="1060589" y="80926"/>
                  <a:pt x="1056214" y="86020"/>
                  <a:pt x="1056214" y="93542"/>
                </a:cubicBezTo>
                <a:cubicBezTo>
                  <a:pt x="1056214" y="100797"/>
                  <a:pt x="1061335" y="104424"/>
                  <a:pt x="1071578" y="104424"/>
                </a:cubicBezTo>
                <a:cubicBezTo>
                  <a:pt x="1080380" y="104424"/>
                  <a:pt x="1087395" y="102237"/>
                  <a:pt x="1092623" y="97863"/>
                </a:cubicBezTo>
                <a:close/>
                <a:moveTo>
                  <a:pt x="1196411" y="113306"/>
                </a:moveTo>
                <a:lnTo>
                  <a:pt x="1184488" y="113706"/>
                </a:lnTo>
                <a:cubicBezTo>
                  <a:pt x="1184061" y="111413"/>
                  <a:pt x="1183848" y="108985"/>
                  <a:pt x="1183848" y="106425"/>
                </a:cubicBezTo>
                <a:lnTo>
                  <a:pt x="1182967" y="106425"/>
                </a:lnTo>
                <a:cubicBezTo>
                  <a:pt x="1177366" y="112506"/>
                  <a:pt x="1169044" y="115547"/>
                  <a:pt x="1158002" y="115547"/>
                </a:cubicBezTo>
                <a:cubicBezTo>
                  <a:pt x="1147866" y="115547"/>
                  <a:pt x="1139797" y="111866"/>
                  <a:pt x="1133796" y="104504"/>
                </a:cubicBezTo>
                <a:cubicBezTo>
                  <a:pt x="1127795" y="97143"/>
                  <a:pt x="1124794" y="88261"/>
                  <a:pt x="1124794" y="77858"/>
                </a:cubicBezTo>
                <a:cubicBezTo>
                  <a:pt x="1124794" y="66069"/>
                  <a:pt x="1128128" y="55906"/>
                  <a:pt x="1134796" y="47371"/>
                </a:cubicBezTo>
                <a:cubicBezTo>
                  <a:pt x="1141464" y="38836"/>
                  <a:pt x="1150853" y="34568"/>
                  <a:pt x="1162963" y="34568"/>
                </a:cubicBezTo>
                <a:cubicBezTo>
                  <a:pt x="1171605" y="34568"/>
                  <a:pt x="1177793" y="36328"/>
                  <a:pt x="1181527" y="39849"/>
                </a:cubicBezTo>
                <a:lnTo>
                  <a:pt x="1182167" y="39849"/>
                </a:lnTo>
                <a:cubicBezTo>
                  <a:pt x="1182167" y="26620"/>
                  <a:pt x="1181794" y="13630"/>
                  <a:pt x="1181047" y="880"/>
                </a:cubicBezTo>
                <a:lnTo>
                  <a:pt x="1196250" y="320"/>
                </a:lnTo>
                <a:cubicBezTo>
                  <a:pt x="1195237" y="13870"/>
                  <a:pt x="1194730" y="31607"/>
                  <a:pt x="1194730" y="53532"/>
                </a:cubicBezTo>
                <a:cubicBezTo>
                  <a:pt x="1194730" y="75831"/>
                  <a:pt x="1195290" y="95756"/>
                  <a:pt x="1196411" y="113306"/>
                </a:cubicBezTo>
                <a:moveTo>
                  <a:pt x="1183528" y="97543"/>
                </a:moveTo>
                <a:cubicBezTo>
                  <a:pt x="1183528" y="80952"/>
                  <a:pt x="1183074" y="64975"/>
                  <a:pt x="1182167" y="49612"/>
                </a:cubicBezTo>
                <a:cubicBezTo>
                  <a:pt x="1177846" y="46037"/>
                  <a:pt x="1172458" y="44250"/>
                  <a:pt x="1166003" y="44250"/>
                </a:cubicBezTo>
                <a:cubicBezTo>
                  <a:pt x="1156988" y="44250"/>
                  <a:pt x="1150240" y="47251"/>
                  <a:pt x="1145759" y="53252"/>
                </a:cubicBezTo>
                <a:cubicBezTo>
                  <a:pt x="1141278" y="59254"/>
                  <a:pt x="1139037" y="66789"/>
                  <a:pt x="1139037" y="75858"/>
                </a:cubicBezTo>
                <a:cubicBezTo>
                  <a:pt x="1139037" y="83966"/>
                  <a:pt x="1141158" y="90794"/>
                  <a:pt x="1145399" y="96342"/>
                </a:cubicBezTo>
                <a:cubicBezTo>
                  <a:pt x="1149640" y="101890"/>
                  <a:pt x="1155521" y="104664"/>
                  <a:pt x="1163043" y="104664"/>
                </a:cubicBezTo>
                <a:cubicBezTo>
                  <a:pt x="1172485" y="104664"/>
                  <a:pt x="1179313" y="102290"/>
                  <a:pt x="1183528" y="97543"/>
                </a:cubicBezTo>
                <a:close/>
                <a:moveTo>
                  <a:pt x="1327981" y="35048"/>
                </a:moveTo>
                <a:cubicBezTo>
                  <a:pt x="1327981" y="47211"/>
                  <a:pt x="1323367" y="56306"/>
                  <a:pt x="1314138" y="62335"/>
                </a:cubicBezTo>
                <a:cubicBezTo>
                  <a:pt x="1304909" y="68363"/>
                  <a:pt x="1292506" y="71377"/>
                  <a:pt x="1276929" y="71377"/>
                </a:cubicBezTo>
                <a:cubicBezTo>
                  <a:pt x="1274956" y="71377"/>
                  <a:pt x="1273249" y="71323"/>
                  <a:pt x="1271808" y="71217"/>
                </a:cubicBezTo>
                <a:cubicBezTo>
                  <a:pt x="1271808" y="82846"/>
                  <a:pt x="1272235" y="96903"/>
                  <a:pt x="1273089" y="113386"/>
                </a:cubicBezTo>
                <a:lnTo>
                  <a:pt x="1257725" y="113386"/>
                </a:lnTo>
                <a:cubicBezTo>
                  <a:pt x="1258525" y="98236"/>
                  <a:pt x="1258925" y="79992"/>
                  <a:pt x="1258925" y="58654"/>
                </a:cubicBezTo>
                <a:cubicBezTo>
                  <a:pt x="1258925" y="40303"/>
                  <a:pt x="1258525" y="23819"/>
                  <a:pt x="1257725" y="9202"/>
                </a:cubicBezTo>
                <a:lnTo>
                  <a:pt x="1269168" y="9202"/>
                </a:lnTo>
                <a:cubicBezTo>
                  <a:pt x="1270395" y="9202"/>
                  <a:pt x="1273902" y="9122"/>
                  <a:pt x="1279690" y="8962"/>
                </a:cubicBezTo>
                <a:cubicBezTo>
                  <a:pt x="1285478" y="8802"/>
                  <a:pt x="1290399" y="8722"/>
                  <a:pt x="1294453" y="8722"/>
                </a:cubicBezTo>
                <a:cubicBezTo>
                  <a:pt x="1304696" y="8722"/>
                  <a:pt x="1312844" y="11056"/>
                  <a:pt x="1318899" y="15724"/>
                </a:cubicBezTo>
                <a:cubicBezTo>
                  <a:pt x="1324954" y="20391"/>
                  <a:pt x="1327981" y="26833"/>
                  <a:pt x="1327981" y="35048"/>
                </a:cubicBezTo>
                <a:moveTo>
                  <a:pt x="1314618" y="39689"/>
                </a:moveTo>
                <a:cubicBezTo>
                  <a:pt x="1314618" y="25979"/>
                  <a:pt x="1305256" y="19124"/>
                  <a:pt x="1286532" y="19124"/>
                </a:cubicBezTo>
                <a:cubicBezTo>
                  <a:pt x="1281944" y="19124"/>
                  <a:pt x="1276796" y="19525"/>
                  <a:pt x="1271088" y="20325"/>
                </a:cubicBezTo>
                <a:cubicBezTo>
                  <a:pt x="1271461" y="29020"/>
                  <a:pt x="1271648" y="42570"/>
                  <a:pt x="1271648" y="60974"/>
                </a:cubicBezTo>
                <a:cubicBezTo>
                  <a:pt x="1273515" y="61081"/>
                  <a:pt x="1275809" y="61134"/>
                  <a:pt x="1278530" y="61134"/>
                </a:cubicBezTo>
                <a:cubicBezTo>
                  <a:pt x="1302589" y="61134"/>
                  <a:pt x="1314618" y="53986"/>
                  <a:pt x="1314618" y="39689"/>
                </a:cubicBezTo>
                <a:close/>
                <a:moveTo>
                  <a:pt x="1393593" y="37369"/>
                </a:moveTo>
                <a:lnTo>
                  <a:pt x="1389992" y="50092"/>
                </a:lnTo>
                <a:cubicBezTo>
                  <a:pt x="1385831" y="48438"/>
                  <a:pt x="1381963" y="47611"/>
                  <a:pt x="1378389" y="47611"/>
                </a:cubicBezTo>
                <a:cubicBezTo>
                  <a:pt x="1368360" y="47611"/>
                  <a:pt x="1361852" y="52386"/>
                  <a:pt x="1358865" y="61934"/>
                </a:cubicBezTo>
                <a:cubicBezTo>
                  <a:pt x="1358865" y="86473"/>
                  <a:pt x="1359025" y="103624"/>
                  <a:pt x="1359345" y="113386"/>
                </a:cubicBezTo>
                <a:lnTo>
                  <a:pt x="1345181" y="113386"/>
                </a:lnTo>
                <a:cubicBezTo>
                  <a:pt x="1346035" y="96476"/>
                  <a:pt x="1346462" y="83353"/>
                  <a:pt x="1346462" y="74017"/>
                </a:cubicBezTo>
                <a:cubicBezTo>
                  <a:pt x="1346462" y="61374"/>
                  <a:pt x="1345208" y="49265"/>
                  <a:pt x="1342701" y="37689"/>
                </a:cubicBezTo>
                <a:lnTo>
                  <a:pt x="1356704" y="35688"/>
                </a:lnTo>
                <a:cubicBezTo>
                  <a:pt x="1357718" y="41556"/>
                  <a:pt x="1358224" y="45477"/>
                  <a:pt x="1358224" y="47451"/>
                </a:cubicBezTo>
                <a:lnTo>
                  <a:pt x="1358865" y="47451"/>
                </a:lnTo>
                <a:cubicBezTo>
                  <a:pt x="1364626" y="38969"/>
                  <a:pt x="1371347" y="34728"/>
                  <a:pt x="1379029" y="34728"/>
                </a:cubicBezTo>
                <a:cubicBezTo>
                  <a:pt x="1383084" y="34728"/>
                  <a:pt x="1387938" y="35608"/>
                  <a:pt x="1393593" y="37369"/>
                </a:cubicBezTo>
                <a:close/>
                <a:moveTo>
                  <a:pt x="1469086" y="66415"/>
                </a:moveTo>
                <a:cubicBezTo>
                  <a:pt x="1469086" y="68656"/>
                  <a:pt x="1468980" y="71750"/>
                  <a:pt x="1468766" y="75698"/>
                </a:cubicBezTo>
                <a:lnTo>
                  <a:pt x="1413793" y="76658"/>
                </a:lnTo>
                <a:cubicBezTo>
                  <a:pt x="1414327" y="84446"/>
                  <a:pt x="1417341" y="90968"/>
                  <a:pt x="1422835" y="96222"/>
                </a:cubicBezTo>
                <a:cubicBezTo>
                  <a:pt x="1428330" y="101477"/>
                  <a:pt x="1435612" y="104104"/>
                  <a:pt x="1444681" y="104104"/>
                </a:cubicBezTo>
                <a:cubicBezTo>
                  <a:pt x="1452789" y="104104"/>
                  <a:pt x="1460391" y="103117"/>
                  <a:pt x="1467486" y="101144"/>
                </a:cubicBezTo>
                <a:lnTo>
                  <a:pt x="1466126" y="112426"/>
                </a:lnTo>
                <a:cubicBezTo>
                  <a:pt x="1460898" y="114507"/>
                  <a:pt x="1453349" y="115547"/>
                  <a:pt x="1443480" y="115547"/>
                </a:cubicBezTo>
                <a:cubicBezTo>
                  <a:pt x="1429610" y="115547"/>
                  <a:pt x="1419035" y="111759"/>
                  <a:pt x="1411753" y="104184"/>
                </a:cubicBezTo>
                <a:cubicBezTo>
                  <a:pt x="1404471" y="96609"/>
                  <a:pt x="1400830" y="87380"/>
                  <a:pt x="1400830" y="76498"/>
                </a:cubicBezTo>
                <a:cubicBezTo>
                  <a:pt x="1400830" y="64868"/>
                  <a:pt x="1404151" y="54853"/>
                  <a:pt x="1410793" y="46451"/>
                </a:cubicBezTo>
                <a:cubicBezTo>
                  <a:pt x="1417434" y="38049"/>
                  <a:pt x="1426356" y="33848"/>
                  <a:pt x="1437559" y="33848"/>
                </a:cubicBezTo>
                <a:cubicBezTo>
                  <a:pt x="1447855" y="33848"/>
                  <a:pt x="1455683" y="36889"/>
                  <a:pt x="1461044" y="42970"/>
                </a:cubicBezTo>
                <a:cubicBezTo>
                  <a:pt x="1466406" y="49051"/>
                  <a:pt x="1469086" y="56867"/>
                  <a:pt x="1469086" y="66415"/>
                </a:cubicBezTo>
                <a:moveTo>
                  <a:pt x="1455723" y="66575"/>
                </a:moveTo>
                <a:cubicBezTo>
                  <a:pt x="1455723" y="51585"/>
                  <a:pt x="1449455" y="44090"/>
                  <a:pt x="1436919" y="44090"/>
                </a:cubicBezTo>
                <a:cubicBezTo>
                  <a:pt x="1424116" y="44090"/>
                  <a:pt x="1416567" y="51879"/>
                  <a:pt x="1414273" y="67456"/>
                </a:cubicBezTo>
                <a:lnTo>
                  <a:pt x="1455723" y="66575"/>
                </a:lnTo>
                <a:close/>
                <a:moveTo>
                  <a:pt x="1556943" y="113306"/>
                </a:moveTo>
                <a:lnTo>
                  <a:pt x="1545020" y="113706"/>
                </a:lnTo>
                <a:cubicBezTo>
                  <a:pt x="1544593" y="111413"/>
                  <a:pt x="1544380" y="108985"/>
                  <a:pt x="1544380" y="106425"/>
                </a:cubicBezTo>
                <a:lnTo>
                  <a:pt x="1543500" y="106425"/>
                </a:lnTo>
                <a:cubicBezTo>
                  <a:pt x="1537898" y="112506"/>
                  <a:pt x="1529576" y="115547"/>
                  <a:pt x="1518534" y="115547"/>
                </a:cubicBezTo>
                <a:cubicBezTo>
                  <a:pt x="1508398" y="115547"/>
                  <a:pt x="1500330" y="111866"/>
                  <a:pt x="1494328" y="104504"/>
                </a:cubicBezTo>
                <a:cubicBezTo>
                  <a:pt x="1488327" y="97143"/>
                  <a:pt x="1485326" y="88261"/>
                  <a:pt x="1485326" y="77858"/>
                </a:cubicBezTo>
                <a:cubicBezTo>
                  <a:pt x="1485326" y="66069"/>
                  <a:pt x="1488660" y="55906"/>
                  <a:pt x="1495328" y="47371"/>
                </a:cubicBezTo>
                <a:cubicBezTo>
                  <a:pt x="1501997" y="38836"/>
                  <a:pt x="1511385" y="34568"/>
                  <a:pt x="1523495" y="34568"/>
                </a:cubicBezTo>
                <a:cubicBezTo>
                  <a:pt x="1532137" y="34568"/>
                  <a:pt x="1538325" y="36328"/>
                  <a:pt x="1542059" y="39849"/>
                </a:cubicBezTo>
                <a:lnTo>
                  <a:pt x="1542699" y="39849"/>
                </a:lnTo>
                <a:cubicBezTo>
                  <a:pt x="1542699" y="26620"/>
                  <a:pt x="1542326" y="13630"/>
                  <a:pt x="1541579" y="880"/>
                </a:cubicBezTo>
                <a:lnTo>
                  <a:pt x="1556783" y="320"/>
                </a:lnTo>
                <a:cubicBezTo>
                  <a:pt x="1555769" y="13870"/>
                  <a:pt x="1555262" y="31607"/>
                  <a:pt x="1555262" y="53532"/>
                </a:cubicBezTo>
                <a:cubicBezTo>
                  <a:pt x="1555262" y="75831"/>
                  <a:pt x="1555822" y="95756"/>
                  <a:pt x="1556943" y="113306"/>
                </a:cubicBezTo>
                <a:moveTo>
                  <a:pt x="1544060" y="97543"/>
                </a:moveTo>
                <a:cubicBezTo>
                  <a:pt x="1544060" y="80952"/>
                  <a:pt x="1543606" y="64975"/>
                  <a:pt x="1542699" y="49612"/>
                </a:cubicBezTo>
                <a:cubicBezTo>
                  <a:pt x="1538378" y="46037"/>
                  <a:pt x="1532990" y="44250"/>
                  <a:pt x="1526536" y="44250"/>
                </a:cubicBezTo>
                <a:cubicBezTo>
                  <a:pt x="1517520" y="44250"/>
                  <a:pt x="1510772" y="47251"/>
                  <a:pt x="1506291" y="53252"/>
                </a:cubicBezTo>
                <a:cubicBezTo>
                  <a:pt x="1501810" y="59254"/>
                  <a:pt x="1499569" y="66789"/>
                  <a:pt x="1499569" y="75858"/>
                </a:cubicBezTo>
                <a:cubicBezTo>
                  <a:pt x="1499569" y="83966"/>
                  <a:pt x="1501690" y="90794"/>
                  <a:pt x="1505931" y="96342"/>
                </a:cubicBezTo>
                <a:cubicBezTo>
                  <a:pt x="1510172" y="101890"/>
                  <a:pt x="1516053" y="104664"/>
                  <a:pt x="1523575" y="104664"/>
                </a:cubicBezTo>
                <a:cubicBezTo>
                  <a:pt x="1533017" y="104664"/>
                  <a:pt x="1539845" y="102290"/>
                  <a:pt x="1544060" y="97543"/>
                </a:cubicBezTo>
                <a:close/>
                <a:moveTo>
                  <a:pt x="1592583" y="113386"/>
                </a:moveTo>
                <a:lnTo>
                  <a:pt x="1578100" y="113386"/>
                </a:lnTo>
                <a:cubicBezTo>
                  <a:pt x="1578846" y="102717"/>
                  <a:pt x="1579220" y="90528"/>
                  <a:pt x="1579220" y="76818"/>
                </a:cubicBezTo>
                <a:cubicBezTo>
                  <a:pt x="1579220" y="61401"/>
                  <a:pt x="1578286" y="48465"/>
                  <a:pt x="1576419" y="38009"/>
                </a:cubicBezTo>
                <a:lnTo>
                  <a:pt x="1592423" y="35848"/>
                </a:lnTo>
                <a:cubicBezTo>
                  <a:pt x="1591783" y="46998"/>
                  <a:pt x="1591463" y="60654"/>
                  <a:pt x="1591463" y="76818"/>
                </a:cubicBezTo>
                <a:cubicBezTo>
                  <a:pt x="1591463" y="89621"/>
                  <a:pt x="1591836" y="101810"/>
                  <a:pt x="1592583" y="113386"/>
                </a:cubicBezTo>
                <a:moveTo>
                  <a:pt x="1595944" y="13363"/>
                </a:moveTo>
                <a:cubicBezTo>
                  <a:pt x="1595944" y="16084"/>
                  <a:pt x="1595064" y="18444"/>
                  <a:pt x="1593303" y="20445"/>
                </a:cubicBezTo>
                <a:cubicBezTo>
                  <a:pt x="1591543" y="22445"/>
                  <a:pt x="1589062" y="23445"/>
                  <a:pt x="1585861" y="23445"/>
                </a:cubicBezTo>
                <a:cubicBezTo>
                  <a:pt x="1583141" y="23445"/>
                  <a:pt x="1581020" y="22579"/>
                  <a:pt x="1579500" y="20845"/>
                </a:cubicBezTo>
                <a:cubicBezTo>
                  <a:pt x="1577980" y="19111"/>
                  <a:pt x="1577219" y="17017"/>
                  <a:pt x="1577219" y="14563"/>
                </a:cubicBezTo>
                <a:cubicBezTo>
                  <a:pt x="1577219" y="11896"/>
                  <a:pt x="1578126" y="9576"/>
                  <a:pt x="1579940" y="7602"/>
                </a:cubicBezTo>
                <a:cubicBezTo>
                  <a:pt x="1581754" y="5628"/>
                  <a:pt x="1584261" y="4641"/>
                  <a:pt x="1587462" y="4641"/>
                </a:cubicBezTo>
                <a:cubicBezTo>
                  <a:pt x="1590076" y="4641"/>
                  <a:pt x="1592143" y="5508"/>
                  <a:pt x="1593663" y="7242"/>
                </a:cubicBezTo>
                <a:cubicBezTo>
                  <a:pt x="1595184" y="8975"/>
                  <a:pt x="1595944" y="11016"/>
                  <a:pt x="1595944" y="13363"/>
                </a:cubicBezTo>
                <a:close/>
                <a:moveTo>
                  <a:pt x="1671949" y="101144"/>
                </a:moveTo>
                <a:lnTo>
                  <a:pt x="1671149" y="111866"/>
                </a:lnTo>
                <a:cubicBezTo>
                  <a:pt x="1666828" y="114320"/>
                  <a:pt x="1661040" y="115547"/>
                  <a:pt x="1653785" y="115547"/>
                </a:cubicBezTo>
                <a:cubicBezTo>
                  <a:pt x="1639969" y="115547"/>
                  <a:pt x="1629406" y="111733"/>
                  <a:pt x="1622098" y="104104"/>
                </a:cubicBezTo>
                <a:cubicBezTo>
                  <a:pt x="1614789" y="96476"/>
                  <a:pt x="1611135" y="87274"/>
                  <a:pt x="1611135" y="76498"/>
                </a:cubicBezTo>
                <a:cubicBezTo>
                  <a:pt x="1611135" y="65082"/>
                  <a:pt x="1614976" y="55266"/>
                  <a:pt x="1622658" y="47051"/>
                </a:cubicBezTo>
                <a:cubicBezTo>
                  <a:pt x="1630340" y="38836"/>
                  <a:pt x="1640502" y="34728"/>
                  <a:pt x="1653145" y="34728"/>
                </a:cubicBezTo>
                <a:cubicBezTo>
                  <a:pt x="1659493" y="34728"/>
                  <a:pt x="1664668" y="35368"/>
                  <a:pt x="1668669" y="36649"/>
                </a:cubicBezTo>
                <a:lnTo>
                  <a:pt x="1666508" y="49211"/>
                </a:lnTo>
                <a:cubicBezTo>
                  <a:pt x="1660907" y="47131"/>
                  <a:pt x="1655225" y="46091"/>
                  <a:pt x="1649464" y="46091"/>
                </a:cubicBezTo>
                <a:cubicBezTo>
                  <a:pt x="1641889" y="46091"/>
                  <a:pt x="1635861" y="48731"/>
                  <a:pt x="1631380" y="54013"/>
                </a:cubicBezTo>
                <a:cubicBezTo>
                  <a:pt x="1626899" y="59294"/>
                  <a:pt x="1624658" y="65909"/>
                  <a:pt x="1624658" y="73857"/>
                </a:cubicBezTo>
                <a:cubicBezTo>
                  <a:pt x="1624658" y="82499"/>
                  <a:pt x="1627326" y="89701"/>
                  <a:pt x="1632660" y="95462"/>
                </a:cubicBezTo>
                <a:cubicBezTo>
                  <a:pt x="1637995" y="101224"/>
                  <a:pt x="1645543" y="104104"/>
                  <a:pt x="1655305" y="104104"/>
                </a:cubicBezTo>
                <a:cubicBezTo>
                  <a:pt x="1659306" y="104104"/>
                  <a:pt x="1664854" y="103117"/>
                  <a:pt x="1671949" y="101144"/>
                </a:cubicBezTo>
                <a:close/>
                <a:moveTo>
                  <a:pt x="1732731" y="102344"/>
                </a:moveTo>
                <a:lnTo>
                  <a:pt x="1731771" y="112746"/>
                </a:lnTo>
                <a:cubicBezTo>
                  <a:pt x="1727557" y="114293"/>
                  <a:pt x="1723582" y="115067"/>
                  <a:pt x="1719848" y="115067"/>
                </a:cubicBezTo>
                <a:cubicBezTo>
                  <a:pt x="1710246" y="115067"/>
                  <a:pt x="1703684" y="112626"/>
                  <a:pt x="1700164" y="107745"/>
                </a:cubicBezTo>
                <a:cubicBezTo>
                  <a:pt x="1696643" y="102864"/>
                  <a:pt x="1694882" y="94129"/>
                  <a:pt x="1694882" y="81539"/>
                </a:cubicBezTo>
                <a:cubicBezTo>
                  <a:pt x="1694882" y="73377"/>
                  <a:pt x="1694936" y="62735"/>
                  <a:pt x="1695042" y="49612"/>
                </a:cubicBezTo>
                <a:cubicBezTo>
                  <a:pt x="1692055" y="49612"/>
                  <a:pt x="1687654" y="49772"/>
                  <a:pt x="1681839" y="50092"/>
                </a:cubicBezTo>
                <a:lnTo>
                  <a:pt x="1682319" y="38489"/>
                </a:lnTo>
                <a:cubicBezTo>
                  <a:pt x="1687387" y="38809"/>
                  <a:pt x="1691922" y="38969"/>
                  <a:pt x="1695923" y="38969"/>
                </a:cubicBezTo>
                <a:cubicBezTo>
                  <a:pt x="1695923" y="35768"/>
                  <a:pt x="1696189" y="28167"/>
                  <a:pt x="1696723" y="16164"/>
                </a:cubicBezTo>
                <a:lnTo>
                  <a:pt x="1709286" y="14883"/>
                </a:lnTo>
                <a:cubicBezTo>
                  <a:pt x="1708379" y="26086"/>
                  <a:pt x="1707925" y="34115"/>
                  <a:pt x="1707925" y="38969"/>
                </a:cubicBezTo>
                <a:cubicBezTo>
                  <a:pt x="1713153" y="38969"/>
                  <a:pt x="1720835" y="38702"/>
                  <a:pt x="1730971" y="38169"/>
                </a:cubicBezTo>
                <a:lnTo>
                  <a:pt x="1730411" y="50092"/>
                </a:lnTo>
                <a:cubicBezTo>
                  <a:pt x="1720808" y="49772"/>
                  <a:pt x="1713100" y="49612"/>
                  <a:pt x="1707285" y="49612"/>
                </a:cubicBezTo>
                <a:cubicBezTo>
                  <a:pt x="1707179" y="57667"/>
                  <a:pt x="1707125" y="66736"/>
                  <a:pt x="1707125" y="76818"/>
                </a:cubicBezTo>
                <a:cubicBezTo>
                  <a:pt x="1707125" y="87807"/>
                  <a:pt x="1708285" y="95075"/>
                  <a:pt x="1710606" y="98623"/>
                </a:cubicBezTo>
                <a:cubicBezTo>
                  <a:pt x="1712927" y="102170"/>
                  <a:pt x="1717234" y="103944"/>
                  <a:pt x="1723529" y="103944"/>
                </a:cubicBezTo>
                <a:cubicBezTo>
                  <a:pt x="1725609" y="103944"/>
                  <a:pt x="1728677" y="103411"/>
                  <a:pt x="1732731" y="102344"/>
                </a:cubicBezTo>
                <a:close/>
                <a:moveTo>
                  <a:pt x="1822032" y="73057"/>
                </a:moveTo>
                <a:cubicBezTo>
                  <a:pt x="1822032" y="86714"/>
                  <a:pt x="1818111" y="97369"/>
                  <a:pt x="1810270" y="105024"/>
                </a:cubicBezTo>
                <a:cubicBezTo>
                  <a:pt x="1802428" y="112680"/>
                  <a:pt x="1793199" y="116507"/>
                  <a:pt x="1782583" y="116507"/>
                </a:cubicBezTo>
                <a:cubicBezTo>
                  <a:pt x="1772661" y="116507"/>
                  <a:pt x="1764139" y="113120"/>
                  <a:pt x="1757017" y="106345"/>
                </a:cubicBezTo>
                <a:cubicBezTo>
                  <a:pt x="1749895" y="99570"/>
                  <a:pt x="1746335" y="90021"/>
                  <a:pt x="1746335" y="77698"/>
                </a:cubicBezTo>
                <a:cubicBezTo>
                  <a:pt x="1746335" y="63935"/>
                  <a:pt x="1750269" y="53186"/>
                  <a:pt x="1758137" y="45451"/>
                </a:cubicBezTo>
                <a:cubicBezTo>
                  <a:pt x="1766006" y="37715"/>
                  <a:pt x="1775248" y="33848"/>
                  <a:pt x="1785864" y="33848"/>
                </a:cubicBezTo>
                <a:cubicBezTo>
                  <a:pt x="1795786" y="33848"/>
                  <a:pt x="1804295" y="37275"/>
                  <a:pt x="1811390" y="44130"/>
                </a:cubicBezTo>
                <a:cubicBezTo>
                  <a:pt x="1818485" y="50985"/>
                  <a:pt x="1822032" y="60627"/>
                  <a:pt x="1822032" y="73057"/>
                </a:cubicBezTo>
                <a:moveTo>
                  <a:pt x="1808189" y="75858"/>
                </a:moveTo>
                <a:cubicBezTo>
                  <a:pt x="1808189" y="67536"/>
                  <a:pt x="1806095" y="60134"/>
                  <a:pt x="1801908" y="53652"/>
                </a:cubicBezTo>
                <a:cubicBezTo>
                  <a:pt x="1797720" y="47171"/>
                  <a:pt x="1791759" y="43930"/>
                  <a:pt x="1784023" y="43930"/>
                </a:cubicBezTo>
                <a:cubicBezTo>
                  <a:pt x="1776342" y="43930"/>
                  <a:pt x="1770434" y="46998"/>
                  <a:pt x="1766299" y="53132"/>
                </a:cubicBezTo>
                <a:cubicBezTo>
                  <a:pt x="1762165" y="59267"/>
                  <a:pt x="1760098" y="66389"/>
                  <a:pt x="1760098" y="74497"/>
                </a:cubicBezTo>
                <a:cubicBezTo>
                  <a:pt x="1760098" y="82873"/>
                  <a:pt x="1762192" y="90288"/>
                  <a:pt x="1766379" y="96743"/>
                </a:cubicBezTo>
                <a:cubicBezTo>
                  <a:pt x="1770567" y="103197"/>
                  <a:pt x="1776555" y="106425"/>
                  <a:pt x="1784344" y="106425"/>
                </a:cubicBezTo>
                <a:cubicBezTo>
                  <a:pt x="1792025" y="106425"/>
                  <a:pt x="1797920" y="103344"/>
                  <a:pt x="1802028" y="97183"/>
                </a:cubicBezTo>
                <a:cubicBezTo>
                  <a:pt x="1806135" y="91021"/>
                  <a:pt x="1808189" y="83913"/>
                  <a:pt x="1808189" y="75858"/>
                </a:cubicBezTo>
                <a:close/>
                <a:moveTo>
                  <a:pt x="1889324" y="37369"/>
                </a:moveTo>
                <a:lnTo>
                  <a:pt x="1885723" y="50092"/>
                </a:lnTo>
                <a:cubicBezTo>
                  <a:pt x="1881562" y="48438"/>
                  <a:pt x="1877695" y="47611"/>
                  <a:pt x="1874120" y="47611"/>
                </a:cubicBezTo>
                <a:cubicBezTo>
                  <a:pt x="1864091" y="47611"/>
                  <a:pt x="1857583" y="52386"/>
                  <a:pt x="1854596" y="61934"/>
                </a:cubicBezTo>
                <a:cubicBezTo>
                  <a:pt x="1854596" y="86473"/>
                  <a:pt x="1854756" y="103624"/>
                  <a:pt x="1855076" y="113386"/>
                </a:cubicBezTo>
                <a:lnTo>
                  <a:pt x="1840913" y="113386"/>
                </a:lnTo>
                <a:cubicBezTo>
                  <a:pt x="1841766" y="96476"/>
                  <a:pt x="1842193" y="83353"/>
                  <a:pt x="1842193" y="74017"/>
                </a:cubicBezTo>
                <a:cubicBezTo>
                  <a:pt x="1842193" y="61374"/>
                  <a:pt x="1840939" y="49265"/>
                  <a:pt x="1838432" y="37689"/>
                </a:cubicBezTo>
                <a:lnTo>
                  <a:pt x="1852435" y="35688"/>
                </a:lnTo>
                <a:cubicBezTo>
                  <a:pt x="1853449" y="41556"/>
                  <a:pt x="1853956" y="45477"/>
                  <a:pt x="1853956" y="47451"/>
                </a:cubicBezTo>
                <a:lnTo>
                  <a:pt x="1854596" y="47451"/>
                </a:lnTo>
                <a:cubicBezTo>
                  <a:pt x="1860357" y="38969"/>
                  <a:pt x="1867079" y="34728"/>
                  <a:pt x="1874761" y="34728"/>
                </a:cubicBezTo>
                <a:cubicBezTo>
                  <a:pt x="1878815" y="34728"/>
                  <a:pt x="1883669" y="35608"/>
                  <a:pt x="1889324" y="373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RequestLoadPredictor">
            <a:extLst xmlns:a="http://schemas.openxmlformats.org/drawingml/2006/main">
              <a:ext uri="{FF2B5EF4-FFF2-40B4-BE49-F238E27FC236}">
                <a16:creationId xmlns:a16="http://schemas.microsoft.com/office/drawing/2014/main" id="{3156CC43-781B-4F43-BDB8-31A0A13D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95" y="2177888"/>
            <a:ext cx="1624946" cy="149475"/>
          </a:xfrm>
          <a:custGeom xmlns:a="http://schemas.openxmlformats.org/drawingml/2006/main">
            <a:pathLst>
              <a:path w="1624946" h="149475">
                <a:moveTo>
                  <a:pt x="78898" y="113066"/>
                </a:moveTo>
                <a:lnTo>
                  <a:pt x="63455" y="113066"/>
                </a:lnTo>
                <a:cubicBezTo>
                  <a:pt x="58334" y="97756"/>
                  <a:pt x="54599" y="87620"/>
                  <a:pt x="52252" y="82659"/>
                </a:cubicBezTo>
                <a:cubicBezTo>
                  <a:pt x="49265" y="76418"/>
                  <a:pt x="45877" y="72390"/>
                  <a:pt x="42090" y="70576"/>
                </a:cubicBezTo>
                <a:cubicBezTo>
                  <a:pt x="39102" y="69136"/>
                  <a:pt x="33741" y="68416"/>
                  <a:pt x="26006" y="68416"/>
                </a:cubicBezTo>
                <a:cubicBezTo>
                  <a:pt x="21472" y="68416"/>
                  <a:pt x="17444" y="68469"/>
                  <a:pt x="13923" y="68576"/>
                </a:cubicBezTo>
                <a:cubicBezTo>
                  <a:pt x="13923" y="85807"/>
                  <a:pt x="14243" y="100637"/>
                  <a:pt x="14883" y="113066"/>
                </a:cubicBezTo>
                <a:lnTo>
                  <a:pt x="0" y="113066"/>
                </a:lnTo>
                <a:cubicBezTo>
                  <a:pt x="800" y="96529"/>
                  <a:pt x="1200" y="78285"/>
                  <a:pt x="1200" y="58334"/>
                </a:cubicBezTo>
                <a:cubicBezTo>
                  <a:pt x="1200" y="39556"/>
                  <a:pt x="800" y="23072"/>
                  <a:pt x="0" y="8882"/>
                </a:cubicBezTo>
                <a:lnTo>
                  <a:pt x="11283" y="8882"/>
                </a:lnTo>
                <a:cubicBezTo>
                  <a:pt x="13683" y="8882"/>
                  <a:pt x="16724" y="8802"/>
                  <a:pt x="20405" y="8642"/>
                </a:cubicBezTo>
                <a:cubicBezTo>
                  <a:pt x="24086" y="8482"/>
                  <a:pt x="28300" y="8402"/>
                  <a:pt x="33048" y="8402"/>
                </a:cubicBezTo>
                <a:cubicBezTo>
                  <a:pt x="56413" y="8402"/>
                  <a:pt x="68096" y="16457"/>
                  <a:pt x="68096" y="32568"/>
                </a:cubicBezTo>
                <a:cubicBezTo>
                  <a:pt x="68096" y="45957"/>
                  <a:pt x="61534" y="55373"/>
                  <a:pt x="48411" y="60814"/>
                </a:cubicBezTo>
                <a:lnTo>
                  <a:pt x="48411" y="61614"/>
                </a:lnTo>
                <a:cubicBezTo>
                  <a:pt x="54279" y="63375"/>
                  <a:pt x="59027" y="67456"/>
                  <a:pt x="62655" y="73857"/>
                </a:cubicBezTo>
                <a:cubicBezTo>
                  <a:pt x="65695" y="79192"/>
                  <a:pt x="71110" y="92261"/>
                  <a:pt x="78898" y="113066"/>
                </a:cubicBezTo>
                <a:moveTo>
                  <a:pt x="54413" y="38009"/>
                </a:moveTo>
                <a:cubicBezTo>
                  <a:pt x="54413" y="25313"/>
                  <a:pt x="45824" y="18964"/>
                  <a:pt x="28647" y="18964"/>
                </a:cubicBezTo>
                <a:cubicBezTo>
                  <a:pt x="22512" y="18964"/>
                  <a:pt x="17364" y="19311"/>
                  <a:pt x="13203" y="20005"/>
                </a:cubicBezTo>
                <a:cubicBezTo>
                  <a:pt x="13576" y="29287"/>
                  <a:pt x="13763" y="41903"/>
                  <a:pt x="13763" y="57853"/>
                </a:cubicBezTo>
                <a:cubicBezTo>
                  <a:pt x="16964" y="57960"/>
                  <a:pt x="20031" y="58014"/>
                  <a:pt x="22965" y="58014"/>
                </a:cubicBezTo>
                <a:cubicBezTo>
                  <a:pt x="43930" y="58014"/>
                  <a:pt x="54413" y="51345"/>
                  <a:pt x="54413" y="38009"/>
                </a:cubicBezTo>
                <a:close/>
                <a:moveTo>
                  <a:pt x="160657" y="66095"/>
                </a:moveTo>
                <a:cubicBezTo>
                  <a:pt x="160657" y="68336"/>
                  <a:pt x="160551" y="71430"/>
                  <a:pt x="160337" y="75378"/>
                </a:cubicBezTo>
                <a:lnTo>
                  <a:pt x="105365" y="76338"/>
                </a:lnTo>
                <a:cubicBezTo>
                  <a:pt x="105898" y="84126"/>
                  <a:pt x="108912" y="90648"/>
                  <a:pt x="114407" y="95902"/>
                </a:cubicBezTo>
                <a:cubicBezTo>
                  <a:pt x="119901" y="101157"/>
                  <a:pt x="127183" y="103784"/>
                  <a:pt x="136252" y="103784"/>
                </a:cubicBezTo>
                <a:cubicBezTo>
                  <a:pt x="144360" y="103784"/>
                  <a:pt x="151962" y="102797"/>
                  <a:pt x="159057" y="100823"/>
                </a:cubicBezTo>
                <a:lnTo>
                  <a:pt x="157697" y="112106"/>
                </a:lnTo>
                <a:cubicBezTo>
                  <a:pt x="152469" y="114187"/>
                  <a:pt x="144920" y="115227"/>
                  <a:pt x="135051" y="115227"/>
                </a:cubicBezTo>
                <a:cubicBezTo>
                  <a:pt x="121182" y="115227"/>
                  <a:pt x="110606" y="111439"/>
                  <a:pt x="103324" y="103864"/>
                </a:cubicBezTo>
                <a:cubicBezTo>
                  <a:pt x="96042" y="96289"/>
                  <a:pt x="92402" y="87060"/>
                  <a:pt x="92402" y="76178"/>
                </a:cubicBezTo>
                <a:cubicBezTo>
                  <a:pt x="92402" y="64548"/>
                  <a:pt x="95722" y="54533"/>
                  <a:pt x="102364" y="46131"/>
                </a:cubicBezTo>
                <a:cubicBezTo>
                  <a:pt x="109005" y="37729"/>
                  <a:pt x="117927" y="33528"/>
                  <a:pt x="129130" y="33528"/>
                </a:cubicBezTo>
                <a:cubicBezTo>
                  <a:pt x="139426" y="33528"/>
                  <a:pt x="147254" y="36569"/>
                  <a:pt x="152616" y="42650"/>
                </a:cubicBezTo>
                <a:cubicBezTo>
                  <a:pt x="157977" y="48731"/>
                  <a:pt x="160657" y="56546"/>
                  <a:pt x="160657" y="66095"/>
                </a:cubicBezTo>
                <a:moveTo>
                  <a:pt x="147294" y="66255"/>
                </a:moveTo>
                <a:cubicBezTo>
                  <a:pt x="147294" y="51265"/>
                  <a:pt x="141026" y="43770"/>
                  <a:pt x="128490" y="43770"/>
                </a:cubicBezTo>
                <a:cubicBezTo>
                  <a:pt x="115687" y="43770"/>
                  <a:pt x="108139" y="51559"/>
                  <a:pt x="105845" y="67136"/>
                </a:cubicBezTo>
                <a:lnTo>
                  <a:pt x="147294" y="66255"/>
                </a:lnTo>
                <a:close/>
                <a:moveTo>
                  <a:pt x="249474" y="149475"/>
                </a:moveTo>
                <a:lnTo>
                  <a:pt x="235231" y="149475"/>
                </a:lnTo>
                <a:cubicBezTo>
                  <a:pt x="235711" y="134858"/>
                  <a:pt x="235951" y="120401"/>
                  <a:pt x="235951" y="106105"/>
                </a:cubicBezTo>
                <a:lnTo>
                  <a:pt x="235071" y="106105"/>
                </a:lnTo>
                <a:cubicBezTo>
                  <a:pt x="229576" y="112186"/>
                  <a:pt x="221201" y="115227"/>
                  <a:pt x="209945" y="115227"/>
                </a:cubicBezTo>
                <a:cubicBezTo>
                  <a:pt x="199862" y="115227"/>
                  <a:pt x="191834" y="111506"/>
                  <a:pt x="185859" y="104064"/>
                </a:cubicBezTo>
                <a:cubicBezTo>
                  <a:pt x="179884" y="96622"/>
                  <a:pt x="176897" y="87780"/>
                  <a:pt x="176897" y="77538"/>
                </a:cubicBezTo>
                <a:cubicBezTo>
                  <a:pt x="176897" y="66015"/>
                  <a:pt x="180151" y="55920"/>
                  <a:pt x="186659" y="47251"/>
                </a:cubicBezTo>
                <a:cubicBezTo>
                  <a:pt x="193168" y="38582"/>
                  <a:pt x="202370" y="34248"/>
                  <a:pt x="214266" y="34248"/>
                </a:cubicBezTo>
                <a:cubicBezTo>
                  <a:pt x="223975" y="34248"/>
                  <a:pt x="231096" y="36008"/>
                  <a:pt x="235631" y="39529"/>
                </a:cubicBezTo>
                <a:lnTo>
                  <a:pt x="236271" y="39529"/>
                </a:lnTo>
                <a:lnTo>
                  <a:pt x="239552" y="37049"/>
                </a:lnTo>
                <a:lnTo>
                  <a:pt x="249474" y="36168"/>
                </a:lnTo>
                <a:cubicBezTo>
                  <a:pt x="248727" y="54093"/>
                  <a:pt x="248354" y="72070"/>
                  <a:pt x="248354" y="90101"/>
                </a:cubicBezTo>
                <a:cubicBezTo>
                  <a:pt x="248354" y="111653"/>
                  <a:pt x="248727" y="131444"/>
                  <a:pt x="249474" y="149475"/>
                </a:cubicBezTo>
                <a:moveTo>
                  <a:pt x="235951" y="95542"/>
                </a:moveTo>
                <a:cubicBezTo>
                  <a:pt x="235951" y="77938"/>
                  <a:pt x="235711" y="62575"/>
                  <a:pt x="235231" y="49452"/>
                </a:cubicBezTo>
                <a:cubicBezTo>
                  <a:pt x="230269" y="45771"/>
                  <a:pt x="224321" y="43930"/>
                  <a:pt x="217386" y="43930"/>
                </a:cubicBezTo>
                <a:cubicBezTo>
                  <a:pt x="208584" y="43930"/>
                  <a:pt x="202010" y="47024"/>
                  <a:pt x="197662" y="53212"/>
                </a:cubicBezTo>
                <a:cubicBezTo>
                  <a:pt x="193314" y="59400"/>
                  <a:pt x="191140" y="66842"/>
                  <a:pt x="191140" y="75538"/>
                </a:cubicBezTo>
                <a:cubicBezTo>
                  <a:pt x="191140" y="83433"/>
                  <a:pt x="193221" y="90208"/>
                  <a:pt x="197382" y="95862"/>
                </a:cubicBezTo>
                <a:cubicBezTo>
                  <a:pt x="201543" y="101517"/>
                  <a:pt x="207384" y="104344"/>
                  <a:pt x="214906" y="104344"/>
                </a:cubicBezTo>
                <a:cubicBezTo>
                  <a:pt x="224508" y="104344"/>
                  <a:pt x="231523" y="101410"/>
                  <a:pt x="235951" y="95542"/>
                </a:cubicBezTo>
                <a:close/>
                <a:moveTo>
                  <a:pt x="339011" y="112986"/>
                </a:moveTo>
                <a:lnTo>
                  <a:pt x="326608" y="113466"/>
                </a:lnTo>
                <a:cubicBezTo>
                  <a:pt x="325861" y="110479"/>
                  <a:pt x="325488" y="108025"/>
                  <a:pt x="325488" y="106105"/>
                </a:cubicBezTo>
                <a:lnTo>
                  <a:pt x="324688" y="106105"/>
                </a:lnTo>
                <a:cubicBezTo>
                  <a:pt x="317593" y="112079"/>
                  <a:pt x="308977" y="115067"/>
                  <a:pt x="298842" y="115067"/>
                </a:cubicBezTo>
                <a:cubicBezTo>
                  <a:pt x="289613" y="115067"/>
                  <a:pt x="282905" y="112840"/>
                  <a:pt x="278717" y="108385"/>
                </a:cubicBezTo>
                <a:cubicBezTo>
                  <a:pt x="274529" y="103931"/>
                  <a:pt x="272436" y="94955"/>
                  <a:pt x="272436" y="81459"/>
                </a:cubicBezTo>
                <a:cubicBezTo>
                  <a:pt x="272436" y="79539"/>
                  <a:pt x="272489" y="76685"/>
                  <a:pt x="272596" y="72897"/>
                </a:cubicBezTo>
                <a:cubicBezTo>
                  <a:pt x="272702" y="69109"/>
                  <a:pt x="272756" y="66522"/>
                  <a:pt x="272756" y="65135"/>
                </a:cubicBezTo>
                <a:cubicBezTo>
                  <a:pt x="272756" y="57293"/>
                  <a:pt x="272302" y="48065"/>
                  <a:pt x="271395" y="37449"/>
                </a:cubicBezTo>
                <a:lnTo>
                  <a:pt x="286279" y="36889"/>
                </a:lnTo>
                <a:cubicBezTo>
                  <a:pt x="285639" y="47184"/>
                  <a:pt x="285319" y="55986"/>
                  <a:pt x="285319" y="63295"/>
                </a:cubicBezTo>
                <a:cubicBezTo>
                  <a:pt x="285319" y="80099"/>
                  <a:pt x="286399" y="91048"/>
                  <a:pt x="288559" y="96142"/>
                </a:cubicBezTo>
                <a:cubicBezTo>
                  <a:pt x="290720" y="101237"/>
                  <a:pt x="295588" y="103784"/>
                  <a:pt x="303163" y="103784"/>
                </a:cubicBezTo>
                <a:cubicBezTo>
                  <a:pt x="311698" y="103784"/>
                  <a:pt x="318740" y="101650"/>
                  <a:pt x="324288" y="97383"/>
                </a:cubicBezTo>
                <a:cubicBezTo>
                  <a:pt x="324288" y="67722"/>
                  <a:pt x="324021" y="47744"/>
                  <a:pt x="323487" y="37449"/>
                </a:cubicBezTo>
                <a:lnTo>
                  <a:pt x="337891" y="36889"/>
                </a:lnTo>
                <a:cubicBezTo>
                  <a:pt x="337464" y="46918"/>
                  <a:pt x="337251" y="60787"/>
                  <a:pt x="337251" y="78498"/>
                </a:cubicBezTo>
                <a:cubicBezTo>
                  <a:pt x="337251" y="89861"/>
                  <a:pt x="337837" y="101357"/>
                  <a:pt x="339011" y="112986"/>
                </a:cubicBezTo>
                <a:close/>
                <a:moveTo>
                  <a:pt x="425419" y="66095"/>
                </a:moveTo>
                <a:cubicBezTo>
                  <a:pt x="425419" y="68336"/>
                  <a:pt x="425312" y="71430"/>
                  <a:pt x="425099" y="75378"/>
                </a:cubicBezTo>
                <a:lnTo>
                  <a:pt x="370126" y="76338"/>
                </a:lnTo>
                <a:cubicBezTo>
                  <a:pt x="370659" y="84126"/>
                  <a:pt x="373674" y="90648"/>
                  <a:pt x="379168" y="95902"/>
                </a:cubicBezTo>
                <a:cubicBezTo>
                  <a:pt x="384663" y="101157"/>
                  <a:pt x="391944" y="103784"/>
                  <a:pt x="401013" y="103784"/>
                </a:cubicBezTo>
                <a:cubicBezTo>
                  <a:pt x="409122" y="103784"/>
                  <a:pt x="416724" y="102797"/>
                  <a:pt x="423819" y="100823"/>
                </a:cubicBezTo>
                <a:lnTo>
                  <a:pt x="422458" y="112106"/>
                </a:lnTo>
                <a:cubicBezTo>
                  <a:pt x="417230" y="114187"/>
                  <a:pt x="409682" y="115227"/>
                  <a:pt x="399813" y="115227"/>
                </a:cubicBezTo>
                <a:cubicBezTo>
                  <a:pt x="385943" y="115227"/>
                  <a:pt x="375367" y="111439"/>
                  <a:pt x="368086" y="103864"/>
                </a:cubicBezTo>
                <a:cubicBezTo>
                  <a:pt x="360804" y="96289"/>
                  <a:pt x="357163" y="87060"/>
                  <a:pt x="357163" y="76178"/>
                </a:cubicBezTo>
                <a:cubicBezTo>
                  <a:pt x="357163" y="64548"/>
                  <a:pt x="360484" y="54533"/>
                  <a:pt x="367125" y="46131"/>
                </a:cubicBezTo>
                <a:cubicBezTo>
                  <a:pt x="373767" y="37729"/>
                  <a:pt x="382689" y="33528"/>
                  <a:pt x="393892" y="33528"/>
                </a:cubicBezTo>
                <a:cubicBezTo>
                  <a:pt x="404187" y="33528"/>
                  <a:pt x="412016" y="36569"/>
                  <a:pt x="417377" y="42650"/>
                </a:cubicBezTo>
                <a:cubicBezTo>
                  <a:pt x="422738" y="48731"/>
                  <a:pt x="425419" y="56546"/>
                  <a:pt x="425419" y="66095"/>
                </a:cubicBezTo>
                <a:moveTo>
                  <a:pt x="412056" y="66255"/>
                </a:moveTo>
                <a:cubicBezTo>
                  <a:pt x="412056" y="51265"/>
                  <a:pt x="405788" y="43770"/>
                  <a:pt x="393251" y="43770"/>
                </a:cubicBezTo>
                <a:cubicBezTo>
                  <a:pt x="380448" y="43770"/>
                  <a:pt x="372900" y="51559"/>
                  <a:pt x="370606" y="67136"/>
                </a:cubicBezTo>
                <a:lnTo>
                  <a:pt x="412056" y="66255"/>
                </a:lnTo>
                <a:close/>
                <a:moveTo>
                  <a:pt x="495111" y="91381"/>
                </a:moveTo>
                <a:cubicBezTo>
                  <a:pt x="495111" y="106958"/>
                  <a:pt x="485162" y="114747"/>
                  <a:pt x="465264" y="114747"/>
                </a:cubicBezTo>
                <a:cubicBezTo>
                  <a:pt x="456462" y="114747"/>
                  <a:pt x="448247" y="113866"/>
                  <a:pt x="440618" y="112106"/>
                </a:cubicBezTo>
                <a:lnTo>
                  <a:pt x="443099" y="100343"/>
                </a:lnTo>
                <a:cubicBezTo>
                  <a:pt x="450034" y="103011"/>
                  <a:pt x="457556" y="104344"/>
                  <a:pt x="465664" y="104344"/>
                </a:cubicBezTo>
                <a:cubicBezTo>
                  <a:pt x="477294" y="104344"/>
                  <a:pt x="483108" y="101037"/>
                  <a:pt x="483108" y="94422"/>
                </a:cubicBezTo>
                <a:cubicBezTo>
                  <a:pt x="483108" y="91221"/>
                  <a:pt x="481815" y="88674"/>
                  <a:pt x="479227" y="86780"/>
                </a:cubicBezTo>
                <a:cubicBezTo>
                  <a:pt x="476640" y="84886"/>
                  <a:pt x="472359" y="82766"/>
                  <a:pt x="466384" y="80419"/>
                </a:cubicBezTo>
                <a:cubicBezTo>
                  <a:pt x="458809" y="77431"/>
                  <a:pt x="453315" y="74551"/>
                  <a:pt x="449901" y="71777"/>
                </a:cubicBezTo>
                <a:cubicBezTo>
                  <a:pt x="444886" y="67669"/>
                  <a:pt x="442379" y="62708"/>
                  <a:pt x="442379" y="56893"/>
                </a:cubicBezTo>
                <a:cubicBezTo>
                  <a:pt x="442379" y="50812"/>
                  <a:pt x="444673" y="45597"/>
                  <a:pt x="449260" y="41250"/>
                </a:cubicBezTo>
                <a:cubicBezTo>
                  <a:pt x="453848" y="36902"/>
                  <a:pt x="460837" y="34728"/>
                  <a:pt x="470225" y="34728"/>
                </a:cubicBezTo>
                <a:cubicBezTo>
                  <a:pt x="479401" y="34728"/>
                  <a:pt x="486763" y="35502"/>
                  <a:pt x="492311" y="37049"/>
                </a:cubicBezTo>
                <a:lnTo>
                  <a:pt x="489830" y="48571"/>
                </a:lnTo>
                <a:cubicBezTo>
                  <a:pt x="484069" y="46277"/>
                  <a:pt x="477400" y="45131"/>
                  <a:pt x="469825" y="45131"/>
                </a:cubicBezTo>
                <a:cubicBezTo>
                  <a:pt x="459583" y="45131"/>
                  <a:pt x="454462" y="48091"/>
                  <a:pt x="454462" y="54013"/>
                </a:cubicBezTo>
                <a:cubicBezTo>
                  <a:pt x="454462" y="57000"/>
                  <a:pt x="455609" y="59414"/>
                  <a:pt x="457902" y="61254"/>
                </a:cubicBezTo>
                <a:cubicBezTo>
                  <a:pt x="460196" y="63095"/>
                  <a:pt x="464677" y="65322"/>
                  <a:pt x="471346" y="67936"/>
                </a:cubicBezTo>
                <a:cubicBezTo>
                  <a:pt x="478547" y="70763"/>
                  <a:pt x="483882" y="73537"/>
                  <a:pt x="487349" y="76258"/>
                </a:cubicBezTo>
                <a:cubicBezTo>
                  <a:pt x="492524" y="80472"/>
                  <a:pt x="495111" y="85513"/>
                  <a:pt x="495111" y="91381"/>
                </a:cubicBezTo>
                <a:close/>
                <a:moveTo>
                  <a:pt x="557634" y="102024"/>
                </a:moveTo>
                <a:lnTo>
                  <a:pt x="556674" y="112426"/>
                </a:lnTo>
                <a:cubicBezTo>
                  <a:pt x="552459" y="113973"/>
                  <a:pt x="548485" y="114747"/>
                  <a:pt x="544751" y="114747"/>
                </a:cubicBezTo>
                <a:cubicBezTo>
                  <a:pt x="535149" y="114747"/>
                  <a:pt x="528587" y="112306"/>
                  <a:pt x="525066" y="107425"/>
                </a:cubicBezTo>
                <a:cubicBezTo>
                  <a:pt x="521545" y="102544"/>
                  <a:pt x="519785" y="93808"/>
                  <a:pt x="519785" y="81219"/>
                </a:cubicBezTo>
                <a:cubicBezTo>
                  <a:pt x="519785" y="73057"/>
                  <a:pt x="519838" y="62415"/>
                  <a:pt x="519945" y="49291"/>
                </a:cubicBezTo>
                <a:cubicBezTo>
                  <a:pt x="516958" y="49291"/>
                  <a:pt x="512557" y="49452"/>
                  <a:pt x="506742" y="49772"/>
                </a:cubicBezTo>
                <a:lnTo>
                  <a:pt x="507222" y="38169"/>
                </a:lnTo>
                <a:cubicBezTo>
                  <a:pt x="512290" y="38489"/>
                  <a:pt x="516824" y="38649"/>
                  <a:pt x="520825" y="38649"/>
                </a:cubicBezTo>
                <a:cubicBezTo>
                  <a:pt x="520825" y="35448"/>
                  <a:pt x="521092" y="27846"/>
                  <a:pt x="521625" y="15844"/>
                </a:cubicBezTo>
                <a:lnTo>
                  <a:pt x="534188" y="14563"/>
                </a:lnTo>
                <a:cubicBezTo>
                  <a:pt x="533281" y="25766"/>
                  <a:pt x="532828" y="33795"/>
                  <a:pt x="532828" y="38649"/>
                </a:cubicBezTo>
                <a:cubicBezTo>
                  <a:pt x="538056" y="38649"/>
                  <a:pt x="545738" y="38382"/>
                  <a:pt x="555873" y="37849"/>
                </a:cubicBezTo>
                <a:lnTo>
                  <a:pt x="555313" y="49772"/>
                </a:lnTo>
                <a:cubicBezTo>
                  <a:pt x="545711" y="49452"/>
                  <a:pt x="538003" y="49291"/>
                  <a:pt x="532188" y="49291"/>
                </a:cubicBezTo>
                <a:cubicBezTo>
                  <a:pt x="532081" y="57347"/>
                  <a:pt x="532028" y="66415"/>
                  <a:pt x="532028" y="76498"/>
                </a:cubicBezTo>
                <a:cubicBezTo>
                  <a:pt x="532028" y="87487"/>
                  <a:pt x="533188" y="94755"/>
                  <a:pt x="535509" y="98303"/>
                </a:cubicBezTo>
                <a:cubicBezTo>
                  <a:pt x="537829" y="101850"/>
                  <a:pt x="542137" y="103624"/>
                  <a:pt x="548432" y="103624"/>
                </a:cubicBezTo>
                <a:cubicBezTo>
                  <a:pt x="550512" y="103624"/>
                  <a:pt x="553580" y="103091"/>
                  <a:pt x="557634" y="102024"/>
                </a:cubicBezTo>
                <a:close/>
                <a:moveTo>
                  <a:pt x="677490" y="101304"/>
                </a:moveTo>
                <a:lnTo>
                  <a:pt x="677010" y="113066"/>
                </a:lnTo>
                <a:lnTo>
                  <a:pt x="614035" y="113066"/>
                </a:lnTo>
                <a:cubicBezTo>
                  <a:pt x="614675" y="99890"/>
                  <a:pt x="614995" y="81646"/>
                  <a:pt x="614995" y="58334"/>
                </a:cubicBezTo>
                <a:cubicBezTo>
                  <a:pt x="614995" y="38276"/>
                  <a:pt x="614675" y="21792"/>
                  <a:pt x="614035" y="8882"/>
                </a:cubicBezTo>
                <a:lnTo>
                  <a:pt x="628918" y="8882"/>
                </a:lnTo>
                <a:cubicBezTo>
                  <a:pt x="628278" y="19658"/>
                  <a:pt x="627958" y="36142"/>
                  <a:pt x="627958" y="58334"/>
                </a:cubicBezTo>
                <a:cubicBezTo>
                  <a:pt x="627958" y="76578"/>
                  <a:pt x="627665" y="91195"/>
                  <a:pt x="627078" y="102184"/>
                </a:cubicBezTo>
                <a:cubicBezTo>
                  <a:pt x="643082" y="102184"/>
                  <a:pt x="659886" y="101890"/>
                  <a:pt x="677490" y="101304"/>
                </a:cubicBezTo>
                <a:close/>
                <a:moveTo>
                  <a:pt x="763354" y="72737"/>
                </a:moveTo>
                <a:cubicBezTo>
                  <a:pt x="763354" y="86393"/>
                  <a:pt x="759433" y="97049"/>
                  <a:pt x="751591" y="104704"/>
                </a:cubicBezTo>
                <a:cubicBezTo>
                  <a:pt x="743749" y="112359"/>
                  <a:pt x="734520" y="116187"/>
                  <a:pt x="723905" y="116187"/>
                </a:cubicBezTo>
                <a:cubicBezTo>
                  <a:pt x="713982" y="116187"/>
                  <a:pt x="705460" y="112800"/>
                  <a:pt x="698339" y="106025"/>
                </a:cubicBezTo>
                <a:cubicBezTo>
                  <a:pt x="691217" y="99250"/>
                  <a:pt x="687656" y="89701"/>
                  <a:pt x="687656" y="77378"/>
                </a:cubicBezTo>
                <a:cubicBezTo>
                  <a:pt x="687656" y="63615"/>
                  <a:pt x="691590" y="52866"/>
                  <a:pt x="699459" y="45131"/>
                </a:cubicBezTo>
                <a:cubicBezTo>
                  <a:pt x="707327" y="37395"/>
                  <a:pt x="716570" y="33528"/>
                  <a:pt x="727185" y="33528"/>
                </a:cubicBezTo>
                <a:cubicBezTo>
                  <a:pt x="737108" y="33528"/>
                  <a:pt x="745616" y="36955"/>
                  <a:pt x="752711" y="43810"/>
                </a:cubicBezTo>
                <a:cubicBezTo>
                  <a:pt x="759806" y="50665"/>
                  <a:pt x="763354" y="60307"/>
                  <a:pt x="763354" y="72737"/>
                </a:cubicBezTo>
                <a:moveTo>
                  <a:pt x="749511" y="75538"/>
                </a:moveTo>
                <a:cubicBezTo>
                  <a:pt x="749511" y="67216"/>
                  <a:pt x="747417" y="59814"/>
                  <a:pt x="743229" y="53332"/>
                </a:cubicBezTo>
                <a:cubicBezTo>
                  <a:pt x="739041" y="46851"/>
                  <a:pt x="733080" y="43610"/>
                  <a:pt x="725345" y="43610"/>
                </a:cubicBezTo>
                <a:cubicBezTo>
                  <a:pt x="717663" y="43610"/>
                  <a:pt x="711755" y="46678"/>
                  <a:pt x="707621" y="52812"/>
                </a:cubicBezTo>
                <a:cubicBezTo>
                  <a:pt x="703487" y="58947"/>
                  <a:pt x="701419" y="66069"/>
                  <a:pt x="701419" y="74177"/>
                </a:cubicBezTo>
                <a:cubicBezTo>
                  <a:pt x="701419" y="82553"/>
                  <a:pt x="703513" y="89968"/>
                  <a:pt x="707701" y="96422"/>
                </a:cubicBezTo>
                <a:cubicBezTo>
                  <a:pt x="711888" y="102877"/>
                  <a:pt x="717877" y="106105"/>
                  <a:pt x="725665" y="106105"/>
                </a:cubicBezTo>
                <a:cubicBezTo>
                  <a:pt x="733347" y="106105"/>
                  <a:pt x="739241" y="103024"/>
                  <a:pt x="743349" y="96863"/>
                </a:cubicBezTo>
                <a:cubicBezTo>
                  <a:pt x="747457" y="90701"/>
                  <a:pt x="749511" y="83593"/>
                  <a:pt x="749511" y="75538"/>
                </a:cubicBezTo>
                <a:close/>
                <a:moveTo>
                  <a:pt x="842408" y="113066"/>
                </a:moveTo>
                <a:lnTo>
                  <a:pt x="829845" y="113546"/>
                </a:lnTo>
                <a:cubicBezTo>
                  <a:pt x="829205" y="110932"/>
                  <a:pt x="828885" y="108452"/>
                  <a:pt x="828885" y="106105"/>
                </a:cubicBezTo>
                <a:lnTo>
                  <a:pt x="828085" y="106105"/>
                </a:lnTo>
                <a:cubicBezTo>
                  <a:pt x="821523" y="112079"/>
                  <a:pt x="812588" y="115067"/>
                  <a:pt x="801279" y="115067"/>
                </a:cubicBezTo>
                <a:cubicBezTo>
                  <a:pt x="795144" y="115067"/>
                  <a:pt x="789863" y="113266"/>
                  <a:pt x="785435" y="109666"/>
                </a:cubicBezTo>
                <a:cubicBezTo>
                  <a:pt x="781007" y="106065"/>
                  <a:pt x="778793" y="100930"/>
                  <a:pt x="778793" y="94262"/>
                </a:cubicBezTo>
                <a:cubicBezTo>
                  <a:pt x="778793" y="86047"/>
                  <a:pt x="782261" y="79445"/>
                  <a:pt x="789196" y="74457"/>
                </a:cubicBezTo>
                <a:cubicBezTo>
                  <a:pt x="796131" y="69470"/>
                  <a:pt x="809014" y="66842"/>
                  <a:pt x="827845" y="66575"/>
                </a:cubicBezTo>
                <a:cubicBezTo>
                  <a:pt x="828005" y="65295"/>
                  <a:pt x="828085" y="63828"/>
                  <a:pt x="828085" y="62174"/>
                </a:cubicBezTo>
                <a:cubicBezTo>
                  <a:pt x="828085" y="55613"/>
                  <a:pt x="826338" y="51239"/>
                  <a:pt x="822844" y="49051"/>
                </a:cubicBezTo>
                <a:cubicBezTo>
                  <a:pt x="819350" y="46864"/>
                  <a:pt x="814055" y="45771"/>
                  <a:pt x="806960" y="45771"/>
                </a:cubicBezTo>
                <a:cubicBezTo>
                  <a:pt x="798585" y="45771"/>
                  <a:pt x="790343" y="46811"/>
                  <a:pt x="782234" y="48891"/>
                </a:cubicBezTo>
                <a:lnTo>
                  <a:pt x="783595" y="37849"/>
                </a:lnTo>
                <a:cubicBezTo>
                  <a:pt x="791596" y="35555"/>
                  <a:pt x="800799" y="34408"/>
                  <a:pt x="811201" y="34408"/>
                </a:cubicBezTo>
                <a:cubicBezTo>
                  <a:pt x="820697" y="34408"/>
                  <a:pt x="828032" y="36368"/>
                  <a:pt x="833206" y="40289"/>
                </a:cubicBezTo>
                <a:cubicBezTo>
                  <a:pt x="838381" y="44210"/>
                  <a:pt x="840968" y="50892"/>
                  <a:pt x="840968" y="60334"/>
                </a:cubicBezTo>
                <a:cubicBezTo>
                  <a:pt x="840968" y="62841"/>
                  <a:pt x="840848" y="67389"/>
                  <a:pt x="840608" y="73977"/>
                </a:cubicBezTo>
                <a:cubicBezTo>
                  <a:pt x="840368" y="80565"/>
                  <a:pt x="840248" y="84953"/>
                  <a:pt x="840248" y="87140"/>
                </a:cubicBezTo>
                <a:cubicBezTo>
                  <a:pt x="840248" y="96849"/>
                  <a:pt x="840968" y="105491"/>
                  <a:pt x="842408" y="113066"/>
                </a:cubicBezTo>
                <a:moveTo>
                  <a:pt x="828245" y="97543"/>
                </a:moveTo>
                <a:cubicBezTo>
                  <a:pt x="827978" y="89434"/>
                  <a:pt x="827845" y="82152"/>
                  <a:pt x="827845" y="75698"/>
                </a:cubicBezTo>
                <a:cubicBezTo>
                  <a:pt x="817816" y="75698"/>
                  <a:pt x="810187" y="76444"/>
                  <a:pt x="804960" y="77938"/>
                </a:cubicBezTo>
                <a:cubicBezTo>
                  <a:pt x="796211" y="80605"/>
                  <a:pt x="791837" y="85700"/>
                  <a:pt x="791837" y="93222"/>
                </a:cubicBezTo>
                <a:cubicBezTo>
                  <a:pt x="791837" y="100477"/>
                  <a:pt x="796958" y="104104"/>
                  <a:pt x="807200" y="104104"/>
                </a:cubicBezTo>
                <a:cubicBezTo>
                  <a:pt x="816002" y="104104"/>
                  <a:pt x="823017" y="101917"/>
                  <a:pt x="828245" y="97543"/>
                </a:cubicBezTo>
                <a:close/>
                <a:moveTo>
                  <a:pt x="932033" y="112986"/>
                </a:moveTo>
                <a:lnTo>
                  <a:pt x="920110" y="113386"/>
                </a:lnTo>
                <a:cubicBezTo>
                  <a:pt x="919684" y="111093"/>
                  <a:pt x="919470" y="108665"/>
                  <a:pt x="919470" y="106105"/>
                </a:cubicBezTo>
                <a:lnTo>
                  <a:pt x="918590" y="106105"/>
                </a:lnTo>
                <a:cubicBezTo>
                  <a:pt x="912989" y="112186"/>
                  <a:pt x="904667" y="115227"/>
                  <a:pt x="893624" y="115227"/>
                </a:cubicBezTo>
                <a:cubicBezTo>
                  <a:pt x="883489" y="115227"/>
                  <a:pt x="875420" y="111546"/>
                  <a:pt x="869419" y="104184"/>
                </a:cubicBezTo>
                <a:cubicBezTo>
                  <a:pt x="863417" y="96823"/>
                  <a:pt x="860416" y="87940"/>
                  <a:pt x="860416" y="77538"/>
                </a:cubicBezTo>
                <a:cubicBezTo>
                  <a:pt x="860416" y="65749"/>
                  <a:pt x="863751" y="55586"/>
                  <a:pt x="870419" y="47051"/>
                </a:cubicBezTo>
                <a:cubicBezTo>
                  <a:pt x="877087" y="38516"/>
                  <a:pt x="886476" y="34248"/>
                  <a:pt x="898585" y="34248"/>
                </a:cubicBezTo>
                <a:cubicBezTo>
                  <a:pt x="907227" y="34248"/>
                  <a:pt x="913415" y="36008"/>
                  <a:pt x="917150" y="39529"/>
                </a:cubicBezTo>
                <a:lnTo>
                  <a:pt x="917790" y="39529"/>
                </a:lnTo>
                <a:cubicBezTo>
                  <a:pt x="917790" y="26299"/>
                  <a:pt x="917416" y="13310"/>
                  <a:pt x="916670" y="560"/>
                </a:cubicBezTo>
                <a:lnTo>
                  <a:pt x="931873" y="0"/>
                </a:lnTo>
                <a:cubicBezTo>
                  <a:pt x="930860" y="13550"/>
                  <a:pt x="930353" y="31287"/>
                  <a:pt x="930353" y="53212"/>
                </a:cubicBezTo>
                <a:cubicBezTo>
                  <a:pt x="930353" y="75511"/>
                  <a:pt x="930913" y="95436"/>
                  <a:pt x="932033" y="112986"/>
                </a:cubicBezTo>
                <a:moveTo>
                  <a:pt x="919150" y="97223"/>
                </a:moveTo>
                <a:cubicBezTo>
                  <a:pt x="919150" y="80632"/>
                  <a:pt x="918697" y="64655"/>
                  <a:pt x="917790" y="49291"/>
                </a:cubicBezTo>
                <a:cubicBezTo>
                  <a:pt x="913469" y="45717"/>
                  <a:pt x="908081" y="43930"/>
                  <a:pt x="901626" y="43930"/>
                </a:cubicBezTo>
                <a:cubicBezTo>
                  <a:pt x="892611" y="43930"/>
                  <a:pt x="885862" y="46931"/>
                  <a:pt x="881381" y="52932"/>
                </a:cubicBezTo>
                <a:cubicBezTo>
                  <a:pt x="876900" y="58934"/>
                  <a:pt x="874660" y="66469"/>
                  <a:pt x="874660" y="75538"/>
                </a:cubicBezTo>
                <a:cubicBezTo>
                  <a:pt x="874660" y="83646"/>
                  <a:pt x="876780" y="90474"/>
                  <a:pt x="881021" y="96022"/>
                </a:cubicBezTo>
                <a:cubicBezTo>
                  <a:pt x="885262" y="101570"/>
                  <a:pt x="891144" y="104344"/>
                  <a:pt x="898665" y="104344"/>
                </a:cubicBezTo>
                <a:cubicBezTo>
                  <a:pt x="908108" y="104344"/>
                  <a:pt x="914936" y="101970"/>
                  <a:pt x="919150" y="97223"/>
                </a:cubicBezTo>
                <a:close/>
                <a:moveTo>
                  <a:pt x="1063604" y="34728"/>
                </a:moveTo>
                <a:cubicBezTo>
                  <a:pt x="1063604" y="46891"/>
                  <a:pt x="1058989" y="55986"/>
                  <a:pt x="1049760" y="62014"/>
                </a:cubicBezTo>
                <a:cubicBezTo>
                  <a:pt x="1040532" y="68042"/>
                  <a:pt x="1028129" y="71057"/>
                  <a:pt x="1012552" y="71057"/>
                </a:cubicBezTo>
                <a:cubicBezTo>
                  <a:pt x="1010578" y="71057"/>
                  <a:pt x="1008871" y="71003"/>
                  <a:pt x="1007431" y="70896"/>
                </a:cubicBezTo>
                <a:cubicBezTo>
                  <a:pt x="1007431" y="82526"/>
                  <a:pt x="1007857" y="96582"/>
                  <a:pt x="1008711" y="113066"/>
                </a:cubicBezTo>
                <a:lnTo>
                  <a:pt x="993347" y="113066"/>
                </a:lnTo>
                <a:cubicBezTo>
                  <a:pt x="994147" y="97916"/>
                  <a:pt x="994548" y="79672"/>
                  <a:pt x="994548" y="58334"/>
                </a:cubicBezTo>
                <a:cubicBezTo>
                  <a:pt x="994548" y="39983"/>
                  <a:pt x="994147" y="23499"/>
                  <a:pt x="993347" y="8882"/>
                </a:cubicBezTo>
                <a:lnTo>
                  <a:pt x="1004790" y="8882"/>
                </a:lnTo>
                <a:cubicBezTo>
                  <a:pt x="1006017" y="8882"/>
                  <a:pt x="1009524" y="8802"/>
                  <a:pt x="1015312" y="8642"/>
                </a:cubicBezTo>
                <a:cubicBezTo>
                  <a:pt x="1021100" y="8482"/>
                  <a:pt x="1026022" y="8402"/>
                  <a:pt x="1030076" y="8402"/>
                </a:cubicBezTo>
                <a:cubicBezTo>
                  <a:pt x="1040318" y="8402"/>
                  <a:pt x="1048467" y="10736"/>
                  <a:pt x="1054522" y="15404"/>
                </a:cubicBezTo>
                <a:cubicBezTo>
                  <a:pt x="1060576" y="20071"/>
                  <a:pt x="1063604" y="26513"/>
                  <a:pt x="1063604" y="34728"/>
                </a:cubicBezTo>
                <a:moveTo>
                  <a:pt x="1050241" y="39369"/>
                </a:moveTo>
                <a:cubicBezTo>
                  <a:pt x="1050241" y="25659"/>
                  <a:pt x="1040878" y="18804"/>
                  <a:pt x="1022154" y="18804"/>
                </a:cubicBezTo>
                <a:cubicBezTo>
                  <a:pt x="1017566" y="18804"/>
                  <a:pt x="1012418" y="19204"/>
                  <a:pt x="1006710" y="20005"/>
                </a:cubicBezTo>
                <a:cubicBezTo>
                  <a:pt x="1007084" y="28700"/>
                  <a:pt x="1007271" y="42250"/>
                  <a:pt x="1007271" y="60654"/>
                </a:cubicBezTo>
                <a:cubicBezTo>
                  <a:pt x="1009138" y="60761"/>
                  <a:pt x="1011432" y="60814"/>
                  <a:pt x="1014152" y="60814"/>
                </a:cubicBezTo>
                <a:cubicBezTo>
                  <a:pt x="1038211" y="60814"/>
                  <a:pt x="1050241" y="53666"/>
                  <a:pt x="1050241" y="39369"/>
                </a:cubicBezTo>
                <a:close/>
                <a:moveTo>
                  <a:pt x="1129215" y="37049"/>
                </a:moveTo>
                <a:lnTo>
                  <a:pt x="1125614" y="49772"/>
                </a:lnTo>
                <a:cubicBezTo>
                  <a:pt x="1121453" y="48118"/>
                  <a:pt x="1117586" y="47291"/>
                  <a:pt x="1114011" y="47291"/>
                </a:cubicBezTo>
                <a:cubicBezTo>
                  <a:pt x="1103982" y="47291"/>
                  <a:pt x="1097474" y="52065"/>
                  <a:pt x="1094487" y="61614"/>
                </a:cubicBezTo>
                <a:cubicBezTo>
                  <a:pt x="1094487" y="86153"/>
                  <a:pt x="1094647" y="103304"/>
                  <a:pt x="1094967" y="113066"/>
                </a:cubicBezTo>
                <a:lnTo>
                  <a:pt x="1080804" y="113066"/>
                </a:lnTo>
                <a:cubicBezTo>
                  <a:pt x="1081657" y="96156"/>
                  <a:pt x="1082084" y="83033"/>
                  <a:pt x="1082084" y="73697"/>
                </a:cubicBezTo>
                <a:cubicBezTo>
                  <a:pt x="1082084" y="61054"/>
                  <a:pt x="1080830" y="48945"/>
                  <a:pt x="1078323" y="37369"/>
                </a:cubicBezTo>
                <a:lnTo>
                  <a:pt x="1092326" y="35368"/>
                </a:lnTo>
                <a:cubicBezTo>
                  <a:pt x="1093340" y="41236"/>
                  <a:pt x="1093847" y="45157"/>
                  <a:pt x="1093847" y="47131"/>
                </a:cubicBezTo>
                <a:lnTo>
                  <a:pt x="1094487" y="47131"/>
                </a:lnTo>
                <a:cubicBezTo>
                  <a:pt x="1100248" y="38649"/>
                  <a:pt x="1106970" y="34408"/>
                  <a:pt x="1114652" y="34408"/>
                </a:cubicBezTo>
                <a:cubicBezTo>
                  <a:pt x="1118706" y="34408"/>
                  <a:pt x="1123560" y="35288"/>
                  <a:pt x="1129215" y="37049"/>
                </a:cubicBezTo>
                <a:close/>
                <a:moveTo>
                  <a:pt x="1204709" y="66095"/>
                </a:moveTo>
                <a:cubicBezTo>
                  <a:pt x="1204709" y="68336"/>
                  <a:pt x="1204602" y="71430"/>
                  <a:pt x="1204388" y="75378"/>
                </a:cubicBezTo>
                <a:lnTo>
                  <a:pt x="1149416" y="76338"/>
                </a:lnTo>
                <a:cubicBezTo>
                  <a:pt x="1149949" y="84126"/>
                  <a:pt x="1152963" y="90648"/>
                  <a:pt x="1158458" y="95902"/>
                </a:cubicBezTo>
                <a:cubicBezTo>
                  <a:pt x="1163952" y="101157"/>
                  <a:pt x="1171234" y="103784"/>
                  <a:pt x="1180303" y="103784"/>
                </a:cubicBezTo>
                <a:cubicBezTo>
                  <a:pt x="1188411" y="103784"/>
                  <a:pt x="1196013" y="102797"/>
                  <a:pt x="1203108" y="100823"/>
                </a:cubicBezTo>
                <a:lnTo>
                  <a:pt x="1201748" y="112106"/>
                </a:lnTo>
                <a:cubicBezTo>
                  <a:pt x="1196520" y="114187"/>
                  <a:pt x="1188972" y="115227"/>
                  <a:pt x="1179103" y="115227"/>
                </a:cubicBezTo>
                <a:cubicBezTo>
                  <a:pt x="1165233" y="115227"/>
                  <a:pt x="1154657" y="111439"/>
                  <a:pt x="1147375" y="103864"/>
                </a:cubicBezTo>
                <a:cubicBezTo>
                  <a:pt x="1140094" y="96289"/>
                  <a:pt x="1136453" y="87060"/>
                  <a:pt x="1136453" y="76178"/>
                </a:cubicBezTo>
                <a:cubicBezTo>
                  <a:pt x="1136453" y="64548"/>
                  <a:pt x="1139773" y="54533"/>
                  <a:pt x="1146415" y="46131"/>
                </a:cubicBezTo>
                <a:cubicBezTo>
                  <a:pt x="1153057" y="37729"/>
                  <a:pt x="1161979" y="33528"/>
                  <a:pt x="1173181" y="33528"/>
                </a:cubicBezTo>
                <a:cubicBezTo>
                  <a:pt x="1183477" y="33528"/>
                  <a:pt x="1191305" y="36569"/>
                  <a:pt x="1196667" y="42650"/>
                </a:cubicBezTo>
                <a:cubicBezTo>
                  <a:pt x="1202028" y="48731"/>
                  <a:pt x="1204709" y="56546"/>
                  <a:pt x="1204709" y="66095"/>
                </a:cubicBezTo>
                <a:moveTo>
                  <a:pt x="1191345" y="66255"/>
                </a:moveTo>
                <a:cubicBezTo>
                  <a:pt x="1191345" y="51265"/>
                  <a:pt x="1185077" y="43770"/>
                  <a:pt x="1172541" y="43770"/>
                </a:cubicBezTo>
                <a:cubicBezTo>
                  <a:pt x="1159738" y="43770"/>
                  <a:pt x="1152190" y="51559"/>
                  <a:pt x="1149896" y="67136"/>
                </a:cubicBezTo>
                <a:lnTo>
                  <a:pt x="1191345" y="66255"/>
                </a:lnTo>
                <a:close/>
                <a:moveTo>
                  <a:pt x="1292565" y="112986"/>
                </a:moveTo>
                <a:lnTo>
                  <a:pt x="1280642" y="113386"/>
                </a:lnTo>
                <a:cubicBezTo>
                  <a:pt x="1280216" y="111093"/>
                  <a:pt x="1280002" y="108665"/>
                  <a:pt x="1280002" y="106105"/>
                </a:cubicBezTo>
                <a:lnTo>
                  <a:pt x="1279122" y="106105"/>
                </a:lnTo>
                <a:cubicBezTo>
                  <a:pt x="1273521" y="112186"/>
                  <a:pt x="1265199" y="115227"/>
                  <a:pt x="1254156" y="115227"/>
                </a:cubicBezTo>
                <a:cubicBezTo>
                  <a:pt x="1244020" y="115227"/>
                  <a:pt x="1235952" y="111546"/>
                  <a:pt x="1229950" y="104184"/>
                </a:cubicBezTo>
                <a:cubicBezTo>
                  <a:pt x="1223949" y="96823"/>
                  <a:pt x="1220948" y="87940"/>
                  <a:pt x="1220948" y="77538"/>
                </a:cubicBezTo>
                <a:cubicBezTo>
                  <a:pt x="1220948" y="65749"/>
                  <a:pt x="1224283" y="55586"/>
                  <a:pt x="1230951" y="47051"/>
                </a:cubicBezTo>
                <a:cubicBezTo>
                  <a:pt x="1237619" y="38516"/>
                  <a:pt x="1247008" y="34248"/>
                  <a:pt x="1259117" y="34248"/>
                </a:cubicBezTo>
                <a:cubicBezTo>
                  <a:pt x="1267759" y="34248"/>
                  <a:pt x="1273947" y="36008"/>
                  <a:pt x="1277682" y="39529"/>
                </a:cubicBezTo>
                <a:lnTo>
                  <a:pt x="1278322" y="39529"/>
                </a:lnTo>
                <a:cubicBezTo>
                  <a:pt x="1278322" y="26299"/>
                  <a:pt x="1277948" y="13310"/>
                  <a:pt x="1277201" y="560"/>
                </a:cubicBezTo>
                <a:lnTo>
                  <a:pt x="1292405" y="0"/>
                </a:lnTo>
                <a:cubicBezTo>
                  <a:pt x="1291391" y="13550"/>
                  <a:pt x="1290885" y="31287"/>
                  <a:pt x="1290885" y="53212"/>
                </a:cubicBezTo>
                <a:cubicBezTo>
                  <a:pt x="1290885" y="75511"/>
                  <a:pt x="1291445" y="95436"/>
                  <a:pt x="1292565" y="112986"/>
                </a:cubicBezTo>
                <a:moveTo>
                  <a:pt x="1279682" y="97223"/>
                </a:moveTo>
                <a:cubicBezTo>
                  <a:pt x="1279682" y="80632"/>
                  <a:pt x="1279229" y="64655"/>
                  <a:pt x="1278322" y="49291"/>
                </a:cubicBezTo>
                <a:cubicBezTo>
                  <a:pt x="1274001" y="45717"/>
                  <a:pt x="1268613" y="43930"/>
                  <a:pt x="1262158" y="43930"/>
                </a:cubicBezTo>
                <a:cubicBezTo>
                  <a:pt x="1253143" y="43930"/>
                  <a:pt x="1246394" y="46931"/>
                  <a:pt x="1241913" y="52932"/>
                </a:cubicBezTo>
                <a:cubicBezTo>
                  <a:pt x="1237432" y="58934"/>
                  <a:pt x="1235192" y="66469"/>
                  <a:pt x="1235192" y="75538"/>
                </a:cubicBezTo>
                <a:cubicBezTo>
                  <a:pt x="1235192" y="83646"/>
                  <a:pt x="1237312" y="90474"/>
                  <a:pt x="1241553" y="96022"/>
                </a:cubicBezTo>
                <a:cubicBezTo>
                  <a:pt x="1245794" y="101570"/>
                  <a:pt x="1251676" y="104344"/>
                  <a:pt x="1259197" y="104344"/>
                </a:cubicBezTo>
                <a:cubicBezTo>
                  <a:pt x="1268640" y="104344"/>
                  <a:pt x="1275468" y="101970"/>
                  <a:pt x="1279682" y="97223"/>
                </a:cubicBezTo>
                <a:close/>
                <a:moveTo>
                  <a:pt x="1328205" y="113066"/>
                </a:moveTo>
                <a:lnTo>
                  <a:pt x="1313722" y="113066"/>
                </a:lnTo>
                <a:cubicBezTo>
                  <a:pt x="1314469" y="102397"/>
                  <a:pt x="1314842" y="90208"/>
                  <a:pt x="1314842" y="76498"/>
                </a:cubicBezTo>
                <a:cubicBezTo>
                  <a:pt x="1314842" y="61081"/>
                  <a:pt x="1313908" y="48145"/>
                  <a:pt x="1312041" y="37689"/>
                </a:cubicBezTo>
                <a:lnTo>
                  <a:pt x="1328045" y="35528"/>
                </a:lnTo>
                <a:cubicBezTo>
                  <a:pt x="1327405" y="46678"/>
                  <a:pt x="1327085" y="60334"/>
                  <a:pt x="1327085" y="76498"/>
                </a:cubicBezTo>
                <a:cubicBezTo>
                  <a:pt x="1327085" y="89301"/>
                  <a:pt x="1327458" y="101490"/>
                  <a:pt x="1328205" y="113066"/>
                </a:cubicBezTo>
                <a:moveTo>
                  <a:pt x="1331566" y="13043"/>
                </a:moveTo>
                <a:cubicBezTo>
                  <a:pt x="1331566" y="15764"/>
                  <a:pt x="1330686" y="18124"/>
                  <a:pt x="1328925" y="20125"/>
                </a:cubicBezTo>
                <a:cubicBezTo>
                  <a:pt x="1327165" y="22125"/>
                  <a:pt x="1324684" y="23125"/>
                  <a:pt x="1321484" y="23125"/>
                </a:cubicBezTo>
                <a:cubicBezTo>
                  <a:pt x="1318763" y="23125"/>
                  <a:pt x="1316642" y="22259"/>
                  <a:pt x="1315122" y="20525"/>
                </a:cubicBezTo>
                <a:cubicBezTo>
                  <a:pt x="1313602" y="18791"/>
                  <a:pt x="1312842" y="16697"/>
                  <a:pt x="1312842" y="14243"/>
                </a:cubicBezTo>
                <a:cubicBezTo>
                  <a:pt x="1312842" y="11576"/>
                  <a:pt x="1313748" y="9255"/>
                  <a:pt x="1315562" y="7282"/>
                </a:cubicBezTo>
                <a:cubicBezTo>
                  <a:pt x="1317376" y="5308"/>
                  <a:pt x="1319883" y="4321"/>
                  <a:pt x="1323084" y="4321"/>
                </a:cubicBezTo>
                <a:cubicBezTo>
                  <a:pt x="1325698" y="4321"/>
                  <a:pt x="1327765" y="5188"/>
                  <a:pt x="1329285" y="6922"/>
                </a:cubicBezTo>
                <a:cubicBezTo>
                  <a:pt x="1330806" y="8655"/>
                  <a:pt x="1331566" y="10696"/>
                  <a:pt x="1331566" y="13043"/>
                </a:cubicBezTo>
                <a:close/>
                <a:moveTo>
                  <a:pt x="1407572" y="100823"/>
                </a:moveTo>
                <a:lnTo>
                  <a:pt x="1406772" y="111546"/>
                </a:lnTo>
                <a:cubicBezTo>
                  <a:pt x="1402451" y="114000"/>
                  <a:pt x="1396663" y="115227"/>
                  <a:pt x="1389407" y="115227"/>
                </a:cubicBezTo>
                <a:cubicBezTo>
                  <a:pt x="1375591" y="115227"/>
                  <a:pt x="1365028" y="111413"/>
                  <a:pt x="1357720" y="103784"/>
                </a:cubicBezTo>
                <a:cubicBezTo>
                  <a:pt x="1350412" y="96156"/>
                  <a:pt x="1346758" y="86954"/>
                  <a:pt x="1346758" y="76178"/>
                </a:cubicBezTo>
                <a:cubicBezTo>
                  <a:pt x="1346758" y="64762"/>
                  <a:pt x="1350598" y="54946"/>
                  <a:pt x="1358280" y="46731"/>
                </a:cubicBezTo>
                <a:cubicBezTo>
                  <a:pt x="1365962" y="38516"/>
                  <a:pt x="1376124" y="34408"/>
                  <a:pt x="1388767" y="34408"/>
                </a:cubicBezTo>
                <a:cubicBezTo>
                  <a:pt x="1395115" y="34408"/>
                  <a:pt x="1400290" y="35048"/>
                  <a:pt x="1404291" y="36328"/>
                </a:cubicBezTo>
                <a:lnTo>
                  <a:pt x="1402130" y="48891"/>
                </a:lnTo>
                <a:cubicBezTo>
                  <a:pt x="1396529" y="46811"/>
                  <a:pt x="1390848" y="45771"/>
                  <a:pt x="1385086" y="45771"/>
                </a:cubicBezTo>
                <a:cubicBezTo>
                  <a:pt x="1377511" y="45771"/>
                  <a:pt x="1371483" y="48411"/>
                  <a:pt x="1367002" y="53692"/>
                </a:cubicBezTo>
                <a:cubicBezTo>
                  <a:pt x="1362521" y="58974"/>
                  <a:pt x="1360281" y="65589"/>
                  <a:pt x="1360281" y="73537"/>
                </a:cubicBezTo>
                <a:cubicBezTo>
                  <a:pt x="1360281" y="82179"/>
                  <a:pt x="1362948" y="89381"/>
                  <a:pt x="1368283" y="95142"/>
                </a:cubicBezTo>
                <a:cubicBezTo>
                  <a:pt x="1373617" y="100903"/>
                  <a:pt x="1381166" y="103784"/>
                  <a:pt x="1390928" y="103784"/>
                </a:cubicBezTo>
                <a:cubicBezTo>
                  <a:pt x="1394929" y="103784"/>
                  <a:pt x="1400477" y="102797"/>
                  <a:pt x="1407572" y="100823"/>
                </a:cubicBezTo>
                <a:close/>
                <a:moveTo>
                  <a:pt x="1468354" y="102024"/>
                </a:moveTo>
                <a:lnTo>
                  <a:pt x="1467394" y="112426"/>
                </a:lnTo>
                <a:cubicBezTo>
                  <a:pt x="1463179" y="113973"/>
                  <a:pt x="1459205" y="114747"/>
                  <a:pt x="1455471" y="114747"/>
                </a:cubicBezTo>
                <a:cubicBezTo>
                  <a:pt x="1445869" y="114747"/>
                  <a:pt x="1439307" y="112306"/>
                  <a:pt x="1435786" y="107425"/>
                </a:cubicBezTo>
                <a:cubicBezTo>
                  <a:pt x="1432265" y="102544"/>
                  <a:pt x="1430505" y="93808"/>
                  <a:pt x="1430505" y="81219"/>
                </a:cubicBezTo>
                <a:cubicBezTo>
                  <a:pt x="1430505" y="73057"/>
                  <a:pt x="1430558" y="62415"/>
                  <a:pt x="1430665" y="49291"/>
                </a:cubicBezTo>
                <a:cubicBezTo>
                  <a:pt x="1427678" y="49291"/>
                  <a:pt x="1423277" y="49452"/>
                  <a:pt x="1417462" y="49772"/>
                </a:cubicBezTo>
                <a:lnTo>
                  <a:pt x="1417942" y="38169"/>
                </a:lnTo>
                <a:cubicBezTo>
                  <a:pt x="1423010" y="38489"/>
                  <a:pt x="1427544" y="38649"/>
                  <a:pt x="1431545" y="38649"/>
                </a:cubicBezTo>
                <a:cubicBezTo>
                  <a:pt x="1431545" y="35448"/>
                  <a:pt x="1431812" y="27846"/>
                  <a:pt x="1432345" y="15844"/>
                </a:cubicBezTo>
                <a:lnTo>
                  <a:pt x="1444908" y="14563"/>
                </a:lnTo>
                <a:cubicBezTo>
                  <a:pt x="1444001" y="25766"/>
                  <a:pt x="1443548" y="33795"/>
                  <a:pt x="1443548" y="38649"/>
                </a:cubicBezTo>
                <a:cubicBezTo>
                  <a:pt x="1448776" y="38649"/>
                  <a:pt x="1456458" y="38382"/>
                  <a:pt x="1466593" y="37849"/>
                </a:cubicBezTo>
                <a:lnTo>
                  <a:pt x="1466033" y="49772"/>
                </a:lnTo>
                <a:cubicBezTo>
                  <a:pt x="1456431" y="49452"/>
                  <a:pt x="1448723" y="49291"/>
                  <a:pt x="1442908" y="49291"/>
                </a:cubicBezTo>
                <a:cubicBezTo>
                  <a:pt x="1442801" y="57347"/>
                  <a:pt x="1442748" y="66415"/>
                  <a:pt x="1442748" y="76498"/>
                </a:cubicBezTo>
                <a:cubicBezTo>
                  <a:pt x="1442748" y="87487"/>
                  <a:pt x="1443908" y="94755"/>
                  <a:pt x="1446229" y="98303"/>
                </a:cubicBezTo>
                <a:cubicBezTo>
                  <a:pt x="1448549" y="101850"/>
                  <a:pt x="1452857" y="103624"/>
                  <a:pt x="1459152" y="103624"/>
                </a:cubicBezTo>
                <a:cubicBezTo>
                  <a:pt x="1461232" y="103624"/>
                  <a:pt x="1464299" y="103091"/>
                  <a:pt x="1468354" y="102024"/>
                </a:cubicBezTo>
                <a:close/>
                <a:moveTo>
                  <a:pt x="1557655" y="72737"/>
                </a:moveTo>
                <a:cubicBezTo>
                  <a:pt x="1557655" y="86393"/>
                  <a:pt x="1553734" y="97049"/>
                  <a:pt x="1545892" y="104704"/>
                </a:cubicBezTo>
                <a:cubicBezTo>
                  <a:pt x="1538050" y="112359"/>
                  <a:pt x="1528821" y="116187"/>
                  <a:pt x="1518205" y="116187"/>
                </a:cubicBezTo>
                <a:cubicBezTo>
                  <a:pt x="1508283" y="116187"/>
                  <a:pt x="1499761" y="112800"/>
                  <a:pt x="1492640" y="106025"/>
                </a:cubicBezTo>
                <a:cubicBezTo>
                  <a:pt x="1485518" y="99250"/>
                  <a:pt x="1481957" y="89701"/>
                  <a:pt x="1481957" y="77378"/>
                </a:cubicBezTo>
                <a:cubicBezTo>
                  <a:pt x="1481957" y="63615"/>
                  <a:pt x="1485891" y="52866"/>
                  <a:pt x="1493760" y="45131"/>
                </a:cubicBezTo>
                <a:cubicBezTo>
                  <a:pt x="1501628" y="37395"/>
                  <a:pt x="1510870" y="33528"/>
                  <a:pt x="1521486" y="33528"/>
                </a:cubicBezTo>
                <a:cubicBezTo>
                  <a:pt x="1531409" y="33528"/>
                  <a:pt x="1539917" y="36955"/>
                  <a:pt x="1547012" y="43810"/>
                </a:cubicBezTo>
                <a:cubicBezTo>
                  <a:pt x="1554107" y="50665"/>
                  <a:pt x="1557655" y="60307"/>
                  <a:pt x="1557655" y="72737"/>
                </a:cubicBezTo>
                <a:moveTo>
                  <a:pt x="1543811" y="75538"/>
                </a:moveTo>
                <a:cubicBezTo>
                  <a:pt x="1543811" y="67216"/>
                  <a:pt x="1541718" y="59814"/>
                  <a:pt x="1537530" y="53332"/>
                </a:cubicBezTo>
                <a:cubicBezTo>
                  <a:pt x="1533342" y="46851"/>
                  <a:pt x="1527381" y="43610"/>
                  <a:pt x="1519646" y="43610"/>
                </a:cubicBezTo>
                <a:cubicBezTo>
                  <a:pt x="1511964" y="43610"/>
                  <a:pt x="1506056" y="46678"/>
                  <a:pt x="1501922" y="52812"/>
                </a:cubicBezTo>
                <a:cubicBezTo>
                  <a:pt x="1497787" y="58947"/>
                  <a:pt x="1495720" y="66069"/>
                  <a:pt x="1495720" y="74177"/>
                </a:cubicBezTo>
                <a:cubicBezTo>
                  <a:pt x="1495720" y="82553"/>
                  <a:pt x="1497814" y="89968"/>
                  <a:pt x="1502002" y="96422"/>
                </a:cubicBezTo>
                <a:cubicBezTo>
                  <a:pt x="1506189" y="102877"/>
                  <a:pt x="1512177" y="106105"/>
                  <a:pt x="1519966" y="106105"/>
                </a:cubicBezTo>
                <a:cubicBezTo>
                  <a:pt x="1527648" y="106105"/>
                  <a:pt x="1533542" y="103024"/>
                  <a:pt x="1537650" y="96863"/>
                </a:cubicBezTo>
                <a:cubicBezTo>
                  <a:pt x="1541758" y="90701"/>
                  <a:pt x="1543811" y="83593"/>
                  <a:pt x="1543811" y="75538"/>
                </a:cubicBezTo>
                <a:close/>
                <a:moveTo>
                  <a:pt x="1624946" y="37049"/>
                </a:moveTo>
                <a:lnTo>
                  <a:pt x="1621346" y="49772"/>
                </a:lnTo>
                <a:cubicBezTo>
                  <a:pt x="1617185" y="48118"/>
                  <a:pt x="1613317" y="47291"/>
                  <a:pt x="1609743" y="47291"/>
                </a:cubicBezTo>
                <a:cubicBezTo>
                  <a:pt x="1599714" y="47291"/>
                  <a:pt x="1593206" y="52065"/>
                  <a:pt x="1590218" y="61614"/>
                </a:cubicBezTo>
                <a:cubicBezTo>
                  <a:pt x="1590218" y="86153"/>
                  <a:pt x="1590378" y="103304"/>
                  <a:pt x="1590698" y="113066"/>
                </a:cubicBezTo>
                <a:lnTo>
                  <a:pt x="1576535" y="113066"/>
                </a:lnTo>
                <a:cubicBezTo>
                  <a:pt x="1577389" y="96156"/>
                  <a:pt x="1577815" y="83033"/>
                  <a:pt x="1577815" y="73697"/>
                </a:cubicBezTo>
                <a:cubicBezTo>
                  <a:pt x="1577815" y="61054"/>
                  <a:pt x="1576562" y="48945"/>
                  <a:pt x="1574055" y="37369"/>
                </a:cubicBezTo>
                <a:lnTo>
                  <a:pt x="1588058" y="35368"/>
                </a:lnTo>
                <a:cubicBezTo>
                  <a:pt x="1589071" y="41236"/>
                  <a:pt x="1589578" y="45157"/>
                  <a:pt x="1589578" y="47131"/>
                </a:cubicBezTo>
                <a:lnTo>
                  <a:pt x="1590218" y="47131"/>
                </a:lnTo>
                <a:cubicBezTo>
                  <a:pt x="1595980" y="38649"/>
                  <a:pt x="1602701" y="34408"/>
                  <a:pt x="1610383" y="34408"/>
                </a:cubicBezTo>
                <a:cubicBezTo>
                  <a:pt x="1614437" y="34408"/>
                  <a:pt x="1619292" y="35288"/>
                  <a:pt x="1624946" y="370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D6EFA-383C-415E-8AC2-B7D2866B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86" y="446430"/>
            <a:ext cx="100815" cy="394203"/>
          </a:xfrm>
          <a:custGeom xmlns:a="http://schemas.openxmlformats.org/drawingml/2006/main">
            <a:pathLst>
              <a:path w="100815" h="394203">
                <a:moveTo>
                  <a:pt x="78409" y="87318"/>
                </a:moveTo>
                <a:lnTo>
                  <a:pt x="78839" y="87958"/>
                </a:lnTo>
                <a:lnTo>
                  <a:pt x="79306" y="88560"/>
                </a:lnTo>
                <a:lnTo>
                  <a:pt x="79806" y="89122"/>
                </a:lnTo>
                <a:lnTo>
                  <a:pt x="80337" y="89644"/>
                </a:lnTo>
                <a:lnTo>
                  <a:pt x="80897" y="90126"/>
                </a:lnTo>
                <a:lnTo>
                  <a:pt x="81484" y="90567"/>
                </a:lnTo>
                <a:lnTo>
                  <a:pt x="82094" y="90967"/>
                </a:lnTo>
                <a:lnTo>
                  <a:pt x="82727" y="91324"/>
                </a:lnTo>
                <a:lnTo>
                  <a:pt x="83379" y="91639"/>
                </a:lnTo>
                <a:lnTo>
                  <a:pt x="84048" y="91911"/>
                </a:lnTo>
                <a:lnTo>
                  <a:pt x="84732" y="92140"/>
                </a:lnTo>
                <a:lnTo>
                  <a:pt x="85429" y="92324"/>
                </a:lnTo>
                <a:lnTo>
                  <a:pt x="86136" y="92464"/>
                </a:lnTo>
                <a:lnTo>
                  <a:pt x="86852" y="92558"/>
                </a:lnTo>
                <a:lnTo>
                  <a:pt x="87572" y="92607"/>
                </a:lnTo>
                <a:lnTo>
                  <a:pt x="88297" y="92610"/>
                </a:lnTo>
                <a:lnTo>
                  <a:pt x="89022" y="92565"/>
                </a:lnTo>
                <a:lnTo>
                  <a:pt x="89746" y="92474"/>
                </a:lnTo>
                <a:lnTo>
                  <a:pt x="90466" y="92334"/>
                </a:lnTo>
                <a:lnTo>
                  <a:pt x="91181" y="92147"/>
                </a:lnTo>
                <a:lnTo>
                  <a:pt x="91887" y="91910"/>
                </a:lnTo>
                <a:lnTo>
                  <a:pt x="92583" y="91624"/>
                </a:lnTo>
                <a:lnTo>
                  <a:pt x="93266" y="91287"/>
                </a:lnTo>
                <a:lnTo>
                  <a:pt x="93934" y="90901"/>
                </a:lnTo>
                <a:lnTo>
                  <a:pt x="94574" y="90470"/>
                </a:lnTo>
                <a:lnTo>
                  <a:pt x="95176" y="90003"/>
                </a:lnTo>
                <a:lnTo>
                  <a:pt x="95738" y="89503"/>
                </a:lnTo>
                <a:lnTo>
                  <a:pt x="96261" y="88972"/>
                </a:lnTo>
                <a:lnTo>
                  <a:pt x="96743" y="88412"/>
                </a:lnTo>
                <a:lnTo>
                  <a:pt x="97184" y="87826"/>
                </a:lnTo>
                <a:lnTo>
                  <a:pt x="97583" y="87215"/>
                </a:lnTo>
                <a:lnTo>
                  <a:pt x="97941" y="86582"/>
                </a:lnTo>
                <a:lnTo>
                  <a:pt x="98256" y="85930"/>
                </a:lnTo>
                <a:lnTo>
                  <a:pt x="98528" y="85261"/>
                </a:lnTo>
                <a:lnTo>
                  <a:pt x="98756" y="84577"/>
                </a:lnTo>
                <a:lnTo>
                  <a:pt x="98941" y="83880"/>
                </a:lnTo>
                <a:lnTo>
                  <a:pt x="99080" y="83173"/>
                </a:lnTo>
                <a:lnTo>
                  <a:pt x="99175" y="82457"/>
                </a:lnTo>
                <a:lnTo>
                  <a:pt x="99224" y="81737"/>
                </a:lnTo>
                <a:lnTo>
                  <a:pt x="99226" y="81012"/>
                </a:lnTo>
                <a:lnTo>
                  <a:pt x="99182" y="80287"/>
                </a:lnTo>
                <a:lnTo>
                  <a:pt x="99090" y="79563"/>
                </a:lnTo>
                <a:lnTo>
                  <a:pt x="98951" y="78843"/>
                </a:lnTo>
                <a:lnTo>
                  <a:pt x="98763" y="78128"/>
                </a:lnTo>
                <a:lnTo>
                  <a:pt x="98526" y="77422"/>
                </a:lnTo>
                <a:lnTo>
                  <a:pt x="98240" y="76726"/>
                </a:lnTo>
                <a:lnTo>
                  <a:pt x="97904" y="76043"/>
                </a:lnTo>
                <a:lnTo>
                  <a:pt x="97517" y="75375"/>
                </a:lnTo>
                <a:lnTo>
                  <a:pt x="50407" y="0"/>
                </a:lnTo>
                <a:lnTo>
                  <a:pt x="3298" y="75375"/>
                </a:lnTo>
                <a:lnTo>
                  <a:pt x="2911" y="76043"/>
                </a:lnTo>
                <a:lnTo>
                  <a:pt x="2575" y="76726"/>
                </a:lnTo>
                <a:lnTo>
                  <a:pt x="2289" y="77422"/>
                </a:lnTo>
                <a:lnTo>
                  <a:pt x="2052" y="78128"/>
                </a:lnTo>
                <a:lnTo>
                  <a:pt x="1864" y="78842"/>
                </a:lnTo>
                <a:lnTo>
                  <a:pt x="1724" y="79563"/>
                </a:lnTo>
                <a:lnTo>
                  <a:pt x="1633" y="80287"/>
                </a:lnTo>
                <a:lnTo>
                  <a:pt x="1588" y="81012"/>
                </a:lnTo>
                <a:lnTo>
                  <a:pt x="1591" y="81736"/>
                </a:lnTo>
                <a:lnTo>
                  <a:pt x="1640" y="82457"/>
                </a:lnTo>
                <a:lnTo>
                  <a:pt x="1734" y="83172"/>
                </a:lnTo>
                <a:lnTo>
                  <a:pt x="1874" y="83879"/>
                </a:lnTo>
                <a:lnTo>
                  <a:pt x="2058" y="84576"/>
                </a:lnTo>
                <a:lnTo>
                  <a:pt x="2287" y="85260"/>
                </a:lnTo>
                <a:lnTo>
                  <a:pt x="2559" y="85930"/>
                </a:lnTo>
                <a:lnTo>
                  <a:pt x="2874" y="86582"/>
                </a:lnTo>
                <a:lnTo>
                  <a:pt x="3231" y="87214"/>
                </a:lnTo>
                <a:lnTo>
                  <a:pt x="3631" y="87825"/>
                </a:lnTo>
                <a:lnTo>
                  <a:pt x="4072" y="88411"/>
                </a:lnTo>
                <a:lnTo>
                  <a:pt x="4554" y="88972"/>
                </a:lnTo>
                <a:lnTo>
                  <a:pt x="5076" y="89503"/>
                </a:lnTo>
                <a:lnTo>
                  <a:pt x="5639" y="90003"/>
                </a:lnTo>
                <a:lnTo>
                  <a:pt x="6240" y="90470"/>
                </a:lnTo>
                <a:lnTo>
                  <a:pt x="6881" y="90901"/>
                </a:lnTo>
                <a:lnTo>
                  <a:pt x="7549" y="91287"/>
                </a:lnTo>
                <a:lnTo>
                  <a:pt x="8232" y="91624"/>
                </a:lnTo>
                <a:lnTo>
                  <a:pt x="8927" y="91910"/>
                </a:lnTo>
                <a:lnTo>
                  <a:pt x="9634" y="92147"/>
                </a:lnTo>
                <a:lnTo>
                  <a:pt x="10348" y="92334"/>
                </a:lnTo>
                <a:lnTo>
                  <a:pt x="11069" y="92474"/>
                </a:lnTo>
                <a:lnTo>
                  <a:pt x="11793" y="92565"/>
                </a:lnTo>
                <a:lnTo>
                  <a:pt x="12518" y="92610"/>
                </a:lnTo>
                <a:lnTo>
                  <a:pt x="13242" y="92607"/>
                </a:lnTo>
                <a:lnTo>
                  <a:pt x="13963" y="92558"/>
                </a:lnTo>
                <a:lnTo>
                  <a:pt x="14678" y="92464"/>
                </a:lnTo>
                <a:lnTo>
                  <a:pt x="15385" y="92324"/>
                </a:lnTo>
                <a:lnTo>
                  <a:pt x="16082" y="92140"/>
                </a:lnTo>
                <a:lnTo>
                  <a:pt x="16766" y="91911"/>
                </a:lnTo>
                <a:lnTo>
                  <a:pt x="17436" y="91639"/>
                </a:lnTo>
                <a:lnTo>
                  <a:pt x="18088" y="91324"/>
                </a:lnTo>
                <a:lnTo>
                  <a:pt x="18720" y="90967"/>
                </a:lnTo>
                <a:lnTo>
                  <a:pt x="19331" y="90567"/>
                </a:lnTo>
                <a:lnTo>
                  <a:pt x="19917" y="90126"/>
                </a:lnTo>
                <a:lnTo>
                  <a:pt x="20477" y="89644"/>
                </a:lnTo>
                <a:lnTo>
                  <a:pt x="21008" y="89122"/>
                </a:lnTo>
                <a:lnTo>
                  <a:pt x="21508" y="88560"/>
                </a:lnTo>
                <a:lnTo>
                  <a:pt x="21975" y="87958"/>
                </a:lnTo>
                <a:lnTo>
                  <a:pt x="22406" y="87318"/>
                </a:lnTo>
                <a:lnTo>
                  <a:pt x="39141" y="60542"/>
                </a:lnTo>
                <a:lnTo>
                  <a:pt x="39140" y="394203"/>
                </a:lnTo>
                <a:lnTo>
                  <a:pt x="61673" y="394203"/>
                </a:lnTo>
                <a:lnTo>
                  <a:pt x="61674" y="60542"/>
                </a:lnTo>
                <a:lnTo>
                  <a:pt x="78409" y="87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724F5-CA9A-4F22-96A5-C39AB8D1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30" y="786176"/>
            <a:ext cx="786041" cy="100814"/>
          </a:xfrm>
          <a:custGeom xmlns:a="http://schemas.openxmlformats.org/drawingml/2006/main">
            <a:pathLst>
              <a:path w="786041" h="100814">
                <a:moveTo>
                  <a:pt x="698740" y="78413"/>
                </a:moveTo>
                <a:lnTo>
                  <a:pt x="698099" y="78844"/>
                </a:lnTo>
                <a:lnTo>
                  <a:pt x="697498" y="79311"/>
                </a:lnTo>
                <a:lnTo>
                  <a:pt x="696936" y="79811"/>
                </a:lnTo>
                <a:lnTo>
                  <a:pt x="696414" y="80343"/>
                </a:lnTo>
                <a:lnTo>
                  <a:pt x="695933" y="80903"/>
                </a:lnTo>
                <a:lnTo>
                  <a:pt x="695492" y="81489"/>
                </a:lnTo>
                <a:lnTo>
                  <a:pt x="695093" y="82100"/>
                </a:lnTo>
                <a:lnTo>
                  <a:pt x="694735" y="82733"/>
                </a:lnTo>
                <a:lnTo>
                  <a:pt x="694421" y="83385"/>
                </a:lnTo>
                <a:lnTo>
                  <a:pt x="694149" y="84055"/>
                </a:lnTo>
                <a:lnTo>
                  <a:pt x="693921" y="84739"/>
                </a:lnTo>
                <a:lnTo>
                  <a:pt x="693737" y="85436"/>
                </a:lnTo>
                <a:lnTo>
                  <a:pt x="693598" y="86143"/>
                </a:lnTo>
                <a:lnTo>
                  <a:pt x="693504" y="86858"/>
                </a:lnTo>
                <a:lnTo>
                  <a:pt x="693456" y="87579"/>
                </a:lnTo>
                <a:lnTo>
                  <a:pt x="693453" y="88303"/>
                </a:lnTo>
                <a:lnTo>
                  <a:pt x="693498" y="89029"/>
                </a:lnTo>
                <a:lnTo>
                  <a:pt x="693590" y="89753"/>
                </a:lnTo>
                <a:lnTo>
                  <a:pt x="693730" y="90473"/>
                </a:lnTo>
                <a:lnTo>
                  <a:pt x="693918" y="91187"/>
                </a:lnTo>
                <a:lnTo>
                  <a:pt x="694155" y="91893"/>
                </a:lnTo>
                <a:lnTo>
                  <a:pt x="694442" y="92589"/>
                </a:lnTo>
                <a:lnTo>
                  <a:pt x="694779" y="93272"/>
                </a:lnTo>
                <a:lnTo>
                  <a:pt x="695166" y="93940"/>
                </a:lnTo>
                <a:lnTo>
                  <a:pt x="695597" y="94580"/>
                </a:lnTo>
                <a:lnTo>
                  <a:pt x="696064" y="95181"/>
                </a:lnTo>
                <a:lnTo>
                  <a:pt x="696565" y="95743"/>
                </a:lnTo>
                <a:lnTo>
                  <a:pt x="697096" y="96265"/>
                </a:lnTo>
                <a:lnTo>
                  <a:pt x="697656" y="96746"/>
                </a:lnTo>
                <a:lnTo>
                  <a:pt x="698243" y="97187"/>
                </a:lnTo>
                <a:lnTo>
                  <a:pt x="698854" y="97586"/>
                </a:lnTo>
                <a:lnTo>
                  <a:pt x="699487" y="97944"/>
                </a:lnTo>
                <a:lnTo>
                  <a:pt x="700139" y="98258"/>
                </a:lnTo>
                <a:lnTo>
                  <a:pt x="700808" y="98530"/>
                </a:lnTo>
                <a:lnTo>
                  <a:pt x="701493" y="98758"/>
                </a:lnTo>
                <a:lnTo>
                  <a:pt x="702190" y="98942"/>
                </a:lnTo>
                <a:lnTo>
                  <a:pt x="702897" y="99081"/>
                </a:lnTo>
                <a:lnTo>
                  <a:pt x="703612" y="99175"/>
                </a:lnTo>
                <a:lnTo>
                  <a:pt x="704333" y="99224"/>
                </a:lnTo>
                <a:lnTo>
                  <a:pt x="705057" y="99226"/>
                </a:lnTo>
                <a:lnTo>
                  <a:pt x="705783" y="99181"/>
                </a:lnTo>
                <a:lnTo>
                  <a:pt x="706506" y="99089"/>
                </a:lnTo>
                <a:lnTo>
                  <a:pt x="707227" y="98949"/>
                </a:lnTo>
                <a:lnTo>
                  <a:pt x="707941" y="98761"/>
                </a:lnTo>
                <a:lnTo>
                  <a:pt x="708648" y="98524"/>
                </a:lnTo>
                <a:lnTo>
                  <a:pt x="709343" y="98237"/>
                </a:lnTo>
                <a:lnTo>
                  <a:pt x="710026" y="97900"/>
                </a:lnTo>
                <a:lnTo>
                  <a:pt x="710694" y="97513"/>
                </a:lnTo>
                <a:lnTo>
                  <a:pt x="786041" y="50360"/>
                </a:lnTo>
                <a:lnTo>
                  <a:pt x="710639" y="3294"/>
                </a:lnTo>
                <a:lnTo>
                  <a:pt x="709970" y="2908"/>
                </a:lnTo>
                <a:lnTo>
                  <a:pt x="709287" y="2572"/>
                </a:lnTo>
                <a:lnTo>
                  <a:pt x="708591" y="2286"/>
                </a:lnTo>
                <a:lnTo>
                  <a:pt x="707885" y="2050"/>
                </a:lnTo>
                <a:lnTo>
                  <a:pt x="707170" y="1863"/>
                </a:lnTo>
                <a:lnTo>
                  <a:pt x="706450" y="1723"/>
                </a:lnTo>
                <a:lnTo>
                  <a:pt x="705725" y="1632"/>
                </a:lnTo>
                <a:lnTo>
                  <a:pt x="705000" y="1588"/>
                </a:lnTo>
                <a:lnTo>
                  <a:pt x="704276" y="1591"/>
                </a:lnTo>
                <a:lnTo>
                  <a:pt x="703555" y="1640"/>
                </a:lnTo>
                <a:lnTo>
                  <a:pt x="702840" y="1735"/>
                </a:lnTo>
                <a:lnTo>
                  <a:pt x="702133" y="1875"/>
                </a:lnTo>
                <a:lnTo>
                  <a:pt x="701437" y="2060"/>
                </a:lnTo>
                <a:lnTo>
                  <a:pt x="700753" y="2289"/>
                </a:lnTo>
                <a:lnTo>
                  <a:pt x="700083" y="2561"/>
                </a:lnTo>
                <a:lnTo>
                  <a:pt x="699432" y="2877"/>
                </a:lnTo>
                <a:lnTo>
                  <a:pt x="698799" y="3235"/>
                </a:lnTo>
                <a:lnTo>
                  <a:pt x="698189" y="3635"/>
                </a:lnTo>
                <a:lnTo>
                  <a:pt x="697603" y="4076"/>
                </a:lnTo>
                <a:lnTo>
                  <a:pt x="697043" y="4558"/>
                </a:lnTo>
                <a:lnTo>
                  <a:pt x="696513" y="5081"/>
                </a:lnTo>
                <a:lnTo>
                  <a:pt x="696013" y="5644"/>
                </a:lnTo>
                <a:lnTo>
                  <a:pt x="695547" y="6246"/>
                </a:lnTo>
                <a:lnTo>
                  <a:pt x="695116" y="6886"/>
                </a:lnTo>
                <a:lnTo>
                  <a:pt x="694730" y="7554"/>
                </a:lnTo>
                <a:lnTo>
                  <a:pt x="694394" y="8238"/>
                </a:lnTo>
                <a:lnTo>
                  <a:pt x="694108" y="8934"/>
                </a:lnTo>
                <a:lnTo>
                  <a:pt x="693871" y="9640"/>
                </a:lnTo>
                <a:lnTo>
                  <a:pt x="693684" y="10355"/>
                </a:lnTo>
                <a:lnTo>
                  <a:pt x="693545" y="11075"/>
                </a:lnTo>
                <a:lnTo>
                  <a:pt x="693453" y="11799"/>
                </a:lnTo>
                <a:lnTo>
                  <a:pt x="693410" y="12525"/>
                </a:lnTo>
                <a:lnTo>
                  <a:pt x="693412" y="13249"/>
                </a:lnTo>
                <a:lnTo>
                  <a:pt x="693462" y="13970"/>
                </a:lnTo>
                <a:lnTo>
                  <a:pt x="693557" y="14685"/>
                </a:lnTo>
                <a:lnTo>
                  <a:pt x="693697" y="15392"/>
                </a:lnTo>
                <a:lnTo>
                  <a:pt x="693881" y="16088"/>
                </a:lnTo>
                <a:lnTo>
                  <a:pt x="694110" y="16773"/>
                </a:lnTo>
                <a:lnTo>
                  <a:pt x="694383" y="17442"/>
                </a:lnTo>
                <a:lnTo>
                  <a:pt x="694698" y="18094"/>
                </a:lnTo>
                <a:lnTo>
                  <a:pt x="695056" y="18726"/>
                </a:lnTo>
                <a:lnTo>
                  <a:pt x="695456" y="19336"/>
                </a:lnTo>
                <a:lnTo>
                  <a:pt x="695898" y="19923"/>
                </a:lnTo>
                <a:lnTo>
                  <a:pt x="696380" y="20482"/>
                </a:lnTo>
                <a:lnTo>
                  <a:pt x="696903" y="21013"/>
                </a:lnTo>
                <a:lnTo>
                  <a:pt x="697465" y="21513"/>
                </a:lnTo>
                <a:lnTo>
                  <a:pt x="698067" y="21979"/>
                </a:lnTo>
                <a:lnTo>
                  <a:pt x="698708" y="22410"/>
                </a:lnTo>
                <a:lnTo>
                  <a:pt x="725491" y="39128"/>
                </a:lnTo>
                <a:lnTo>
                  <a:pt x="0" y="39547"/>
                </a:lnTo>
                <a:lnTo>
                  <a:pt x="13" y="62081"/>
                </a:lnTo>
                <a:lnTo>
                  <a:pt x="725507" y="61662"/>
                </a:lnTo>
                <a:lnTo>
                  <a:pt x="698740" y="784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EA000-B1AC-44F5-B261-7724A856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69" y="622130"/>
            <a:ext cx="488356" cy="160219"/>
          </a:xfrm>
          <a:custGeom xmlns:a="http://schemas.openxmlformats.org/drawingml/2006/main">
            <a:pathLst>
              <a:path w="488356" h="160219" fill="none">
                <a:moveTo>
                  <a:pt x="0" y="76460"/>
                </a:moveTo>
                <a:cubicBezTo>
                  <a:pt x="18904" y="103742"/>
                  <a:pt x="37808" y="131025"/>
                  <a:pt x="56712" y="143189"/>
                </a:cubicBezTo>
                <a:cubicBezTo>
                  <a:pt x="75616" y="155353"/>
                  <a:pt x="91370" y="160219"/>
                  <a:pt x="113425" y="149445"/>
                </a:cubicBezTo>
                <a:cubicBezTo>
                  <a:pt x="135479" y="138671"/>
                  <a:pt x="163311" y="103222"/>
                  <a:pt x="189041" y="78546"/>
                </a:cubicBezTo>
                <a:cubicBezTo>
                  <a:pt x="214772" y="53870"/>
                  <a:pt x="245229" y="0"/>
                  <a:pt x="267808" y="1390"/>
                </a:cubicBezTo>
                <a:cubicBezTo>
                  <a:pt x="290388" y="2781"/>
                  <a:pt x="302991" y="61863"/>
                  <a:pt x="324521" y="86887"/>
                </a:cubicBezTo>
                <a:cubicBezTo>
                  <a:pt x="346051" y="111910"/>
                  <a:pt x="369680" y="154658"/>
                  <a:pt x="396986" y="151530"/>
                </a:cubicBezTo>
                <a:cubicBezTo>
                  <a:pt x="424293" y="148403"/>
                  <a:pt x="456325" y="108261"/>
                  <a:pt x="488356" y="681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104862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C050D-C714-4903-8F80-8FAB257A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825" y="619312"/>
            <a:ext cx="262205" cy="155646"/>
          </a:xfrm>
          <a:custGeom xmlns:a="http://schemas.openxmlformats.org/drawingml/2006/main">
            <a:pathLst>
              <a:path w="262205" h="155646" fill="none">
                <a:moveTo>
                  <a:pt x="0" y="70235"/>
                </a:moveTo>
                <a:cubicBezTo>
                  <a:pt x="14215" y="35117"/>
                  <a:pt x="28432" y="0"/>
                  <a:pt x="50546" y="4588"/>
                </a:cubicBezTo>
                <a:cubicBezTo>
                  <a:pt x="72659" y="9176"/>
                  <a:pt x="106357" y="72705"/>
                  <a:pt x="132682" y="97764"/>
                </a:cubicBezTo>
                <a:cubicBezTo>
                  <a:pt x="159008" y="122823"/>
                  <a:pt x="186913" y="155646"/>
                  <a:pt x="208501" y="154940"/>
                </a:cubicBezTo>
                <a:cubicBezTo>
                  <a:pt x="230088" y="154234"/>
                  <a:pt x="246146" y="123881"/>
                  <a:pt x="262205" y="935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FF0000"/>
            </a:solidFill>
            <a:custDash>
              <a:ds d="100000" sp="100000"/>
            </a:custDash>
            <a:miter/>
          </a:ln>
        </p:spPr>
      </p:sp>
      <p:sp>
        <p:nvSpPr>
          <p:cNvPr id="25" name="Text workload">
            <a:extLst xmlns:a="http://schemas.openxmlformats.org/drawingml/2006/main">
              <a:ext uri="{FF2B5EF4-FFF2-40B4-BE49-F238E27FC236}">
                <a16:creationId xmlns:a16="http://schemas.microsoft.com/office/drawing/2014/main" id="{4F68728F-02E4-444A-91ED-01192283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173" y="451986"/>
            <a:ext cx="454786" cy="73284"/>
          </a:xfrm>
          <a:custGeom xmlns:a="http://schemas.openxmlformats.org/drawingml/2006/main">
            <a:pathLst>
              <a:path w="454786" h="73284">
                <a:moveTo>
                  <a:pt x="53926" y="20946"/>
                </a:moveTo>
                <a:lnTo>
                  <a:pt x="46449" y="72362"/>
                </a:lnTo>
                <a:lnTo>
                  <a:pt x="35643" y="72362"/>
                </a:lnTo>
                <a:lnTo>
                  <a:pt x="28218" y="50853"/>
                </a:lnTo>
                <a:lnTo>
                  <a:pt x="26733" y="45630"/>
                </a:lnTo>
                <a:lnTo>
                  <a:pt x="25043" y="51161"/>
                </a:lnTo>
                <a:lnTo>
                  <a:pt x="17924" y="72362"/>
                </a:lnTo>
                <a:lnTo>
                  <a:pt x="7426" y="72362"/>
                </a:lnTo>
                <a:lnTo>
                  <a:pt x="0" y="20946"/>
                </a:lnTo>
                <a:lnTo>
                  <a:pt x="8706" y="20946"/>
                </a:lnTo>
                <a:lnTo>
                  <a:pt x="13008" y="55872"/>
                </a:lnTo>
                <a:lnTo>
                  <a:pt x="13930" y="63656"/>
                </a:lnTo>
                <a:lnTo>
                  <a:pt x="16132" y="56845"/>
                </a:lnTo>
                <a:lnTo>
                  <a:pt x="23609" y="33749"/>
                </a:lnTo>
                <a:lnTo>
                  <a:pt x="30010" y="33749"/>
                </a:lnTo>
                <a:lnTo>
                  <a:pt x="38050" y="56538"/>
                </a:lnTo>
                <a:lnTo>
                  <a:pt x="40355" y="63349"/>
                </a:lnTo>
                <a:lnTo>
                  <a:pt x="41123" y="56128"/>
                </a:lnTo>
                <a:lnTo>
                  <a:pt x="45118" y="20946"/>
                </a:lnTo>
                <a:lnTo>
                  <a:pt x="53926" y="20946"/>
                </a:lnTo>
                <a:close/>
                <a:moveTo>
                  <a:pt x="109268" y="46244"/>
                </a:moveTo>
                <a:cubicBezTo>
                  <a:pt x="109268" y="50239"/>
                  <a:pt x="108704" y="53901"/>
                  <a:pt x="107578" y="57229"/>
                </a:cubicBezTo>
                <a:cubicBezTo>
                  <a:pt x="106451" y="60558"/>
                  <a:pt x="104829" y="63409"/>
                  <a:pt x="102713" y="65782"/>
                </a:cubicBezTo>
                <a:cubicBezTo>
                  <a:pt x="100596" y="68155"/>
                  <a:pt x="98018" y="69998"/>
                  <a:pt x="94980" y="71313"/>
                </a:cubicBezTo>
                <a:cubicBezTo>
                  <a:pt x="91941" y="72627"/>
                  <a:pt x="88493" y="73284"/>
                  <a:pt x="84635" y="73284"/>
                </a:cubicBezTo>
                <a:cubicBezTo>
                  <a:pt x="80948" y="73284"/>
                  <a:pt x="77644" y="72712"/>
                  <a:pt x="74725" y="71569"/>
                </a:cubicBezTo>
                <a:cubicBezTo>
                  <a:pt x="71806" y="70425"/>
                  <a:pt x="69331" y="68743"/>
                  <a:pt x="67300" y="66524"/>
                </a:cubicBezTo>
                <a:cubicBezTo>
                  <a:pt x="65268" y="64305"/>
                  <a:pt x="63715" y="61557"/>
                  <a:pt x="62639" y="58279"/>
                </a:cubicBezTo>
                <a:cubicBezTo>
                  <a:pt x="61564" y="55002"/>
                  <a:pt x="61026" y="51229"/>
                  <a:pt x="61026" y="46961"/>
                </a:cubicBezTo>
                <a:cubicBezTo>
                  <a:pt x="61026" y="42967"/>
                  <a:pt x="61589" y="39322"/>
                  <a:pt x="62716" y="36028"/>
                </a:cubicBezTo>
                <a:cubicBezTo>
                  <a:pt x="63843" y="32733"/>
                  <a:pt x="65464" y="29899"/>
                  <a:pt x="67581" y="27526"/>
                </a:cubicBezTo>
                <a:cubicBezTo>
                  <a:pt x="69698" y="25154"/>
                  <a:pt x="72276" y="23310"/>
                  <a:pt x="75314" y="21996"/>
                </a:cubicBezTo>
                <a:cubicBezTo>
                  <a:pt x="78353" y="20681"/>
                  <a:pt x="81801" y="20024"/>
                  <a:pt x="85659" y="20024"/>
                </a:cubicBezTo>
                <a:cubicBezTo>
                  <a:pt x="89346" y="20024"/>
                  <a:pt x="92649" y="20596"/>
                  <a:pt x="95569" y="21739"/>
                </a:cubicBezTo>
                <a:cubicBezTo>
                  <a:pt x="98488" y="22883"/>
                  <a:pt x="100963" y="24556"/>
                  <a:pt x="102994" y="26758"/>
                </a:cubicBezTo>
                <a:cubicBezTo>
                  <a:pt x="105026" y="28960"/>
                  <a:pt x="106579" y="31700"/>
                  <a:pt x="107655" y="34978"/>
                </a:cubicBezTo>
                <a:cubicBezTo>
                  <a:pt x="108730" y="38255"/>
                  <a:pt x="109268" y="42011"/>
                  <a:pt x="109268" y="46244"/>
                </a:cubicBezTo>
                <a:moveTo>
                  <a:pt x="100152" y="46654"/>
                </a:moveTo>
                <a:cubicBezTo>
                  <a:pt x="100152" y="43479"/>
                  <a:pt x="99802" y="40705"/>
                  <a:pt x="99102" y="38332"/>
                </a:cubicBezTo>
                <a:cubicBezTo>
                  <a:pt x="98402" y="35959"/>
                  <a:pt x="97404" y="33979"/>
                  <a:pt x="96106" y="32392"/>
                </a:cubicBezTo>
                <a:cubicBezTo>
                  <a:pt x="94809" y="30804"/>
                  <a:pt x="93230" y="29609"/>
                  <a:pt x="91369" y="28807"/>
                </a:cubicBezTo>
                <a:cubicBezTo>
                  <a:pt x="89508" y="28004"/>
                  <a:pt x="87434" y="27603"/>
                  <a:pt x="85147" y="27603"/>
                </a:cubicBezTo>
                <a:cubicBezTo>
                  <a:pt x="82484" y="27603"/>
                  <a:pt x="80205" y="28124"/>
                  <a:pt x="78310" y="29165"/>
                </a:cubicBezTo>
                <a:cubicBezTo>
                  <a:pt x="76415" y="30206"/>
                  <a:pt x="74862" y="31598"/>
                  <a:pt x="73650" y="33339"/>
                </a:cubicBezTo>
                <a:cubicBezTo>
                  <a:pt x="72438" y="35080"/>
                  <a:pt x="71550" y="37103"/>
                  <a:pt x="70987" y="39408"/>
                </a:cubicBezTo>
                <a:cubicBezTo>
                  <a:pt x="70423" y="41712"/>
                  <a:pt x="70142" y="44128"/>
                  <a:pt x="70142" y="46654"/>
                </a:cubicBezTo>
                <a:cubicBezTo>
                  <a:pt x="70142" y="49829"/>
                  <a:pt x="70492" y="52612"/>
                  <a:pt x="71192" y="55002"/>
                </a:cubicBezTo>
                <a:cubicBezTo>
                  <a:pt x="71892" y="57391"/>
                  <a:pt x="72890" y="59380"/>
                  <a:pt x="74188" y="60968"/>
                </a:cubicBezTo>
                <a:cubicBezTo>
                  <a:pt x="75485" y="62555"/>
                  <a:pt x="77055" y="63750"/>
                  <a:pt x="78899" y="64553"/>
                </a:cubicBezTo>
                <a:cubicBezTo>
                  <a:pt x="80743" y="65355"/>
                  <a:pt x="82825" y="65756"/>
                  <a:pt x="85147" y="65756"/>
                </a:cubicBezTo>
                <a:cubicBezTo>
                  <a:pt x="87810" y="65756"/>
                  <a:pt x="90089" y="65235"/>
                  <a:pt x="91984" y="64194"/>
                </a:cubicBezTo>
                <a:cubicBezTo>
                  <a:pt x="93879" y="63153"/>
                  <a:pt x="95432" y="61762"/>
                  <a:pt x="96644" y="60020"/>
                </a:cubicBezTo>
                <a:cubicBezTo>
                  <a:pt x="97856" y="58279"/>
                  <a:pt x="98744" y="56256"/>
                  <a:pt x="99307" y="53952"/>
                </a:cubicBezTo>
                <a:cubicBezTo>
                  <a:pt x="99870" y="51647"/>
                  <a:pt x="100152" y="49215"/>
                  <a:pt x="100152" y="46654"/>
                </a:cubicBezTo>
                <a:close/>
                <a:moveTo>
                  <a:pt x="124818" y="20946"/>
                </a:moveTo>
                <a:lnTo>
                  <a:pt x="132960" y="20946"/>
                </a:lnTo>
                <a:lnTo>
                  <a:pt x="133217" y="30420"/>
                </a:lnTo>
                <a:cubicBezTo>
                  <a:pt x="136255" y="26767"/>
                  <a:pt x="139251" y="24121"/>
                  <a:pt x="142204" y="22482"/>
                </a:cubicBezTo>
                <a:cubicBezTo>
                  <a:pt x="145157" y="20843"/>
                  <a:pt x="148136" y="20024"/>
                  <a:pt x="151141" y="20024"/>
                </a:cubicBezTo>
                <a:cubicBezTo>
                  <a:pt x="156467" y="20024"/>
                  <a:pt x="160504" y="21748"/>
                  <a:pt x="163252" y="25196"/>
                </a:cubicBezTo>
                <a:cubicBezTo>
                  <a:pt x="166001" y="28645"/>
                  <a:pt x="167272" y="33766"/>
                  <a:pt x="167068" y="40560"/>
                </a:cubicBezTo>
                <a:lnTo>
                  <a:pt x="158054" y="40560"/>
                </a:lnTo>
                <a:cubicBezTo>
                  <a:pt x="158157" y="36053"/>
                  <a:pt x="157500" y="32784"/>
                  <a:pt x="156083" y="30753"/>
                </a:cubicBezTo>
                <a:cubicBezTo>
                  <a:pt x="154666" y="28721"/>
                  <a:pt x="152592" y="27706"/>
                  <a:pt x="149860" y="27706"/>
                </a:cubicBezTo>
                <a:cubicBezTo>
                  <a:pt x="148665" y="27706"/>
                  <a:pt x="147462" y="27919"/>
                  <a:pt x="146250" y="28346"/>
                </a:cubicBezTo>
                <a:cubicBezTo>
                  <a:pt x="145038" y="28773"/>
                  <a:pt x="143792" y="29455"/>
                  <a:pt x="142511" y="30394"/>
                </a:cubicBezTo>
                <a:cubicBezTo>
                  <a:pt x="141231" y="31333"/>
                  <a:pt x="139874" y="32537"/>
                  <a:pt x="138440" y="34005"/>
                </a:cubicBezTo>
                <a:cubicBezTo>
                  <a:pt x="137006" y="35473"/>
                  <a:pt x="135470" y="37248"/>
                  <a:pt x="133831" y="39331"/>
                </a:cubicBezTo>
                <a:lnTo>
                  <a:pt x="133831" y="72362"/>
                </a:lnTo>
                <a:lnTo>
                  <a:pt x="124818" y="72362"/>
                </a:lnTo>
                <a:lnTo>
                  <a:pt x="124818" y="20946"/>
                </a:lnTo>
                <a:close/>
                <a:moveTo>
                  <a:pt x="227172" y="72362"/>
                </a:moveTo>
                <a:lnTo>
                  <a:pt x="214932" y="72362"/>
                </a:lnTo>
                <a:lnTo>
                  <a:pt x="190965" y="44810"/>
                </a:lnTo>
                <a:lnTo>
                  <a:pt x="190965" y="72362"/>
                </a:lnTo>
                <a:lnTo>
                  <a:pt x="182054" y="72362"/>
                </a:lnTo>
                <a:lnTo>
                  <a:pt x="182054" y="0"/>
                </a:lnTo>
                <a:lnTo>
                  <a:pt x="190965" y="0"/>
                </a:lnTo>
                <a:lnTo>
                  <a:pt x="190965" y="44452"/>
                </a:lnTo>
                <a:lnTo>
                  <a:pt x="214062" y="20946"/>
                </a:lnTo>
                <a:lnTo>
                  <a:pt x="225840" y="20946"/>
                </a:lnTo>
                <a:lnTo>
                  <a:pt x="201720" y="44657"/>
                </a:lnTo>
                <a:lnTo>
                  <a:pt x="227172" y="72362"/>
                </a:lnTo>
                <a:close/>
                <a:moveTo>
                  <a:pt x="256652" y="7323"/>
                </a:moveTo>
                <a:lnTo>
                  <a:pt x="241442" y="7323"/>
                </a:lnTo>
                <a:lnTo>
                  <a:pt x="241442" y="0"/>
                </a:lnTo>
                <a:lnTo>
                  <a:pt x="265665" y="0"/>
                </a:lnTo>
                <a:lnTo>
                  <a:pt x="265665" y="64937"/>
                </a:lnTo>
                <a:lnTo>
                  <a:pt x="280977" y="64937"/>
                </a:lnTo>
                <a:lnTo>
                  <a:pt x="280977" y="72362"/>
                </a:lnTo>
                <a:lnTo>
                  <a:pt x="239752" y="72362"/>
                </a:lnTo>
                <a:lnTo>
                  <a:pt x="239752" y="64937"/>
                </a:lnTo>
                <a:lnTo>
                  <a:pt x="256652" y="64937"/>
                </a:lnTo>
                <a:lnTo>
                  <a:pt x="256652" y="7323"/>
                </a:lnTo>
                <a:close/>
                <a:moveTo>
                  <a:pt x="342106" y="46244"/>
                </a:moveTo>
                <a:cubicBezTo>
                  <a:pt x="342106" y="50239"/>
                  <a:pt x="341542" y="53901"/>
                  <a:pt x="340416" y="57229"/>
                </a:cubicBezTo>
                <a:cubicBezTo>
                  <a:pt x="339289" y="60558"/>
                  <a:pt x="337667" y="63409"/>
                  <a:pt x="335551" y="65782"/>
                </a:cubicBezTo>
                <a:cubicBezTo>
                  <a:pt x="333434" y="68155"/>
                  <a:pt x="330856" y="69998"/>
                  <a:pt x="327818" y="71313"/>
                </a:cubicBezTo>
                <a:cubicBezTo>
                  <a:pt x="324779" y="72627"/>
                  <a:pt x="321331" y="73284"/>
                  <a:pt x="317473" y="73284"/>
                </a:cubicBezTo>
                <a:cubicBezTo>
                  <a:pt x="313786" y="73284"/>
                  <a:pt x="310482" y="72712"/>
                  <a:pt x="307563" y="71569"/>
                </a:cubicBezTo>
                <a:cubicBezTo>
                  <a:pt x="304644" y="70425"/>
                  <a:pt x="302169" y="68743"/>
                  <a:pt x="300138" y="66524"/>
                </a:cubicBezTo>
                <a:cubicBezTo>
                  <a:pt x="298106" y="64305"/>
                  <a:pt x="296553" y="61557"/>
                  <a:pt x="295477" y="58279"/>
                </a:cubicBezTo>
                <a:cubicBezTo>
                  <a:pt x="294402" y="55002"/>
                  <a:pt x="293864" y="51229"/>
                  <a:pt x="293864" y="46961"/>
                </a:cubicBezTo>
                <a:cubicBezTo>
                  <a:pt x="293864" y="42967"/>
                  <a:pt x="294428" y="39322"/>
                  <a:pt x="295554" y="36028"/>
                </a:cubicBezTo>
                <a:cubicBezTo>
                  <a:pt x="296681" y="32733"/>
                  <a:pt x="298303" y="29899"/>
                  <a:pt x="300419" y="27526"/>
                </a:cubicBezTo>
                <a:cubicBezTo>
                  <a:pt x="302536" y="25154"/>
                  <a:pt x="305114" y="23310"/>
                  <a:pt x="308152" y="21996"/>
                </a:cubicBezTo>
                <a:cubicBezTo>
                  <a:pt x="311191" y="20681"/>
                  <a:pt x="314639" y="20024"/>
                  <a:pt x="318497" y="20024"/>
                </a:cubicBezTo>
                <a:cubicBezTo>
                  <a:pt x="322184" y="20024"/>
                  <a:pt x="325488" y="20596"/>
                  <a:pt x="328407" y="21739"/>
                </a:cubicBezTo>
                <a:cubicBezTo>
                  <a:pt x="331326" y="22883"/>
                  <a:pt x="333801" y="24556"/>
                  <a:pt x="335832" y="26758"/>
                </a:cubicBezTo>
                <a:cubicBezTo>
                  <a:pt x="337864" y="28960"/>
                  <a:pt x="339417" y="31700"/>
                  <a:pt x="340493" y="34978"/>
                </a:cubicBezTo>
                <a:cubicBezTo>
                  <a:pt x="341568" y="38255"/>
                  <a:pt x="342106" y="42011"/>
                  <a:pt x="342106" y="46244"/>
                </a:cubicBezTo>
                <a:moveTo>
                  <a:pt x="332990" y="46654"/>
                </a:moveTo>
                <a:cubicBezTo>
                  <a:pt x="332990" y="43479"/>
                  <a:pt x="332640" y="40705"/>
                  <a:pt x="331940" y="38332"/>
                </a:cubicBezTo>
                <a:cubicBezTo>
                  <a:pt x="331240" y="35959"/>
                  <a:pt x="330242" y="33979"/>
                  <a:pt x="328944" y="32392"/>
                </a:cubicBezTo>
                <a:cubicBezTo>
                  <a:pt x="327647" y="30804"/>
                  <a:pt x="326068" y="29609"/>
                  <a:pt x="324207" y="28807"/>
                </a:cubicBezTo>
                <a:cubicBezTo>
                  <a:pt x="322347" y="28004"/>
                  <a:pt x="320272" y="27603"/>
                  <a:pt x="317985" y="27603"/>
                </a:cubicBezTo>
                <a:cubicBezTo>
                  <a:pt x="315322" y="27603"/>
                  <a:pt x="313043" y="28124"/>
                  <a:pt x="311148" y="29165"/>
                </a:cubicBezTo>
                <a:cubicBezTo>
                  <a:pt x="309253" y="30206"/>
                  <a:pt x="307700" y="31598"/>
                  <a:pt x="306488" y="33339"/>
                </a:cubicBezTo>
                <a:cubicBezTo>
                  <a:pt x="305276" y="35080"/>
                  <a:pt x="304388" y="37103"/>
                  <a:pt x="303825" y="39408"/>
                </a:cubicBezTo>
                <a:cubicBezTo>
                  <a:pt x="303262" y="41712"/>
                  <a:pt x="302980" y="44128"/>
                  <a:pt x="302980" y="46654"/>
                </a:cubicBezTo>
                <a:cubicBezTo>
                  <a:pt x="302980" y="49829"/>
                  <a:pt x="303330" y="52612"/>
                  <a:pt x="304030" y="55002"/>
                </a:cubicBezTo>
                <a:cubicBezTo>
                  <a:pt x="304730" y="57391"/>
                  <a:pt x="305728" y="59380"/>
                  <a:pt x="307026" y="60968"/>
                </a:cubicBezTo>
                <a:cubicBezTo>
                  <a:pt x="308323" y="62555"/>
                  <a:pt x="309894" y="63750"/>
                  <a:pt x="311737" y="64553"/>
                </a:cubicBezTo>
                <a:cubicBezTo>
                  <a:pt x="313581" y="65355"/>
                  <a:pt x="315663" y="65756"/>
                  <a:pt x="317985" y="65756"/>
                </a:cubicBezTo>
                <a:cubicBezTo>
                  <a:pt x="320648" y="65756"/>
                  <a:pt x="322927" y="65235"/>
                  <a:pt x="324822" y="64194"/>
                </a:cubicBezTo>
                <a:cubicBezTo>
                  <a:pt x="326717" y="63153"/>
                  <a:pt x="328270" y="61762"/>
                  <a:pt x="329482" y="60020"/>
                </a:cubicBezTo>
                <a:cubicBezTo>
                  <a:pt x="330694" y="58279"/>
                  <a:pt x="331582" y="56256"/>
                  <a:pt x="332145" y="53952"/>
                </a:cubicBezTo>
                <a:cubicBezTo>
                  <a:pt x="332708" y="51647"/>
                  <a:pt x="332990" y="49215"/>
                  <a:pt x="332990" y="46654"/>
                </a:cubicBezTo>
                <a:close/>
                <a:moveTo>
                  <a:pt x="388588" y="72362"/>
                </a:moveTo>
                <a:lnTo>
                  <a:pt x="388383" y="65449"/>
                </a:lnTo>
                <a:cubicBezTo>
                  <a:pt x="385583" y="68214"/>
                  <a:pt x="382741" y="70212"/>
                  <a:pt x="379856" y="71441"/>
                </a:cubicBezTo>
                <a:cubicBezTo>
                  <a:pt x="376971" y="72670"/>
                  <a:pt x="373941" y="73284"/>
                  <a:pt x="370766" y="73284"/>
                </a:cubicBezTo>
                <a:cubicBezTo>
                  <a:pt x="367830" y="73284"/>
                  <a:pt x="365320" y="72909"/>
                  <a:pt x="363238" y="72158"/>
                </a:cubicBezTo>
                <a:cubicBezTo>
                  <a:pt x="361155" y="71406"/>
                  <a:pt x="359440" y="70374"/>
                  <a:pt x="358091" y="69059"/>
                </a:cubicBezTo>
                <a:cubicBezTo>
                  <a:pt x="356742" y="67745"/>
                  <a:pt x="355752" y="66200"/>
                  <a:pt x="355121" y="64425"/>
                </a:cubicBezTo>
                <a:cubicBezTo>
                  <a:pt x="354489" y="62649"/>
                  <a:pt x="354173" y="60720"/>
                  <a:pt x="354173" y="58638"/>
                </a:cubicBezTo>
                <a:cubicBezTo>
                  <a:pt x="354173" y="53482"/>
                  <a:pt x="356094" y="49445"/>
                  <a:pt x="359935" y="46526"/>
                </a:cubicBezTo>
                <a:cubicBezTo>
                  <a:pt x="363776" y="43607"/>
                  <a:pt x="369452" y="42147"/>
                  <a:pt x="376963" y="42147"/>
                </a:cubicBezTo>
                <a:lnTo>
                  <a:pt x="387615" y="42147"/>
                </a:lnTo>
                <a:lnTo>
                  <a:pt x="387615" y="37641"/>
                </a:lnTo>
                <a:cubicBezTo>
                  <a:pt x="387615" y="34602"/>
                  <a:pt x="386642" y="32170"/>
                  <a:pt x="384696" y="30343"/>
                </a:cubicBezTo>
                <a:cubicBezTo>
                  <a:pt x="382750" y="28516"/>
                  <a:pt x="379779" y="27603"/>
                  <a:pt x="375785" y="27603"/>
                </a:cubicBezTo>
                <a:cubicBezTo>
                  <a:pt x="372883" y="27603"/>
                  <a:pt x="370023" y="27928"/>
                  <a:pt x="367207" y="28576"/>
                </a:cubicBezTo>
                <a:cubicBezTo>
                  <a:pt x="364390" y="29225"/>
                  <a:pt x="361480" y="30147"/>
                  <a:pt x="358475" y="31342"/>
                </a:cubicBezTo>
                <a:lnTo>
                  <a:pt x="358475" y="23301"/>
                </a:lnTo>
                <a:cubicBezTo>
                  <a:pt x="359602" y="22892"/>
                  <a:pt x="360856" y="22491"/>
                  <a:pt x="362239" y="22098"/>
                </a:cubicBezTo>
                <a:cubicBezTo>
                  <a:pt x="363622" y="21705"/>
                  <a:pt x="365081" y="21355"/>
                  <a:pt x="366618" y="21048"/>
                </a:cubicBezTo>
                <a:cubicBezTo>
                  <a:pt x="368154" y="20741"/>
                  <a:pt x="369759" y="20493"/>
                  <a:pt x="371432" y="20306"/>
                </a:cubicBezTo>
                <a:cubicBezTo>
                  <a:pt x="373105" y="20118"/>
                  <a:pt x="374795" y="20024"/>
                  <a:pt x="376502" y="20024"/>
                </a:cubicBezTo>
                <a:cubicBezTo>
                  <a:pt x="379609" y="20024"/>
                  <a:pt x="382408" y="20365"/>
                  <a:pt x="384900" y="21048"/>
                </a:cubicBezTo>
                <a:cubicBezTo>
                  <a:pt x="387393" y="21731"/>
                  <a:pt x="389501" y="22772"/>
                  <a:pt x="391225" y="24172"/>
                </a:cubicBezTo>
                <a:cubicBezTo>
                  <a:pt x="392949" y="25572"/>
                  <a:pt x="394272" y="27330"/>
                  <a:pt x="395194" y="29447"/>
                </a:cubicBezTo>
                <a:cubicBezTo>
                  <a:pt x="396116" y="31564"/>
                  <a:pt x="396577" y="34056"/>
                  <a:pt x="396577" y="36924"/>
                </a:cubicBezTo>
                <a:lnTo>
                  <a:pt x="396577" y="72362"/>
                </a:lnTo>
                <a:lnTo>
                  <a:pt x="388588" y="72362"/>
                </a:lnTo>
                <a:moveTo>
                  <a:pt x="387615" y="48959"/>
                </a:moveTo>
                <a:lnTo>
                  <a:pt x="376297" y="48959"/>
                </a:lnTo>
                <a:cubicBezTo>
                  <a:pt x="374078" y="48959"/>
                  <a:pt x="372166" y="49181"/>
                  <a:pt x="370561" y="49624"/>
                </a:cubicBezTo>
                <a:cubicBezTo>
                  <a:pt x="368956" y="50068"/>
                  <a:pt x="367642" y="50700"/>
                  <a:pt x="366618" y="51519"/>
                </a:cubicBezTo>
                <a:cubicBezTo>
                  <a:pt x="365594" y="52339"/>
                  <a:pt x="364834" y="53320"/>
                  <a:pt x="364339" y="54464"/>
                </a:cubicBezTo>
                <a:cubicBezTo>
                  <a:pt x="363844" y="55608"/>
                  <a:pt x="363596" y="56896"/>
                  <a:pt x="363596" y="58330"/>
                </a:cubicBezTo>
                <a:cubicBezTo>
                  <a:pt x="363596" y="59320"/>
                  <a:pt x="363750" y="60268"/>
                  <a:pt x="364057" y="61173"/>
                </a:cubicBezTo>
                <a:cubicBezTo>
                  <a:pt x="364364" y="62077"/>
                  <a:pt x="364860" y="62880"/>
                  <a:pt x="365542" y="63580"/>
                </a:cubicBezTo>
                <a:cubicBezTo>
                  <a:pt x="366225" y="64279"/>
                  <a:pt x="367113" y="64834"/>
                  <a:pt x="368205" y="65244"/>
                </a:cubicBezTo>
                <a:cubicBezTo>
                  <a:pt x="369298" y="65654"/>
                  <a:pt x="370629" y="65859"/>
                  <a:pt x="372200" y="65859"/>
                </a:cubicBezTo>
                <a:cubicBezTo>
                  <a:pt x="374248" y="65859"/>
                  <a:pt x="376596" y="65235"/>
                  <a:pt x="379242" y="63989"/>
                </a:cubicBezTo>
                <a:cubicBezTo>
                  <a:pt x="381887" y="62743"/>
                  <a:pt x="384679" y="60771"/>
                  <a:pt x="387615" y="58074"/>
                </a:cubicBezTo>
                <a:lnTo>
                  <a:pt x="387615" y="48959"/>
                </a:lnTo>
                <a:close/>
                <a:moveTo>
                  <a:pt x="411154" y="47730"/>
                </a:moveTo>
                <a:cubicBezTo>
                  <a:pt x="411154" y="43359"/>
                  <a:pt x="411751" y="39476"/>
                  <a:pt x="412946" y="36079"/>
                </a:cubicBezTo>
                <a:cubicBezTo>
                  <a:pt x="414141" y="32682"/>
                  <a:pt x="415840" y="29814"/>
                  <a:pt x="418042" y="27475"/>
                </a:cubicBezTo>
                <a:cubicBezTo>
                  <a:pt x="420244" y="25137"/>
                  <a:pt x="422890" y="23361"/>
                  <a:pt x="425980" y="22149"/>
                </a:cubicBezTo>
                <a:cubicBezTo>
                  <a:pt x="429069" y="20937"/>
                  <a:pt x="432509" y="20331"/>
                  <a:pt x="436299" y="20331"/>
                </a:cubicBezTo>
                <a:cubicBezTo>
                  <a:pt x="437938" y="20331"/>
                  <a:pt x="439551" y="20434"/>
                  <a:pt x="441138" y="20638"/>
                </a:cubicBezTo>
                <a:cubicBezTo>
                  <a:pt x="442726" y="20843"/>
                  <a:pt x="444288" y="21168"/>
                  <a:pt x="445824" y="21611"/>
                </a:cubicBezTo>
                <a:lnTo>
                  <a:pt x="445824" y="0"/>
                </a:lnTo>
                <a:lnTo>
                  <a:pt x="454786" y="0"/>
                </a:lnTo>
                <a:lnTo>
                  <a:pt x="454786" y="72362"/>
                </a:lnTo>
                <a:lnTo>
                  <a:pt x="446797" y="72362"/>
                </a:lnTo>
                <a:lnTo>
                  <a:pt x="446490" y="62632"/>
                </a:lnTo>
                <a:cubicBezTo>
                  <a:pt x="443998" y="66251"/>
                  <a:pt x="441301" y="68931"/>
                  <a:pt x="438399" y="70672"/>
                </a:cubicBezTo>
                <a:cubicBezTo>
                  <a:pt x="435497" y="72414"/>
                  <a:pt x="432356" y="73284"/>
                  <a:pt x="428976" y="73284"/>
                </a:cubicBezTo>
                <a:cubicBezTo>
                  <a:pt x="426039" y="73284"/>
                  <a:pt x="423453" y="72670"/>
                  <a:pt x="421217" y="71441"/>
                </a:cubicBezTo>
                <a:cubicBezTo>
                  <a:pt x="418981" y="70212"/>
                  <a:pt x="417120" y="68479"/>
                  <a:pt x="415635" y="66243"/>
                </a:cubicBezTo>
                <a:cubicBezTo>
                  <a:pt x="414150" y="64006"/>
                  <a:pt x="413032" y="61318"/>
                  <a:pt x="412280" y="58177"/>
                </a:cubicBezTo>
                <a:cubicBezTo>
                  <a:pt x="411529" y="55036"/>
                  <a:pt x="411154" y="51553"/>
                  <a:pt x="411154" y="47730"/>
                </a:cubicBezTo>
                <a:moveTo>
                  <a:pt x="420270" y="47166"/>
                </a:moveTo>
                <a:cubicBezTo>
                  <a:pt x="420270" y="53380"/>
                  <a:pt x="421183" y="58015"/>
                  <a:pt x="423009" y="61070"/>
                </a:cubicBezTo>
                <a:cubicBezTo>
                  <a:pt x="424836" y="64126"/>
                  <a:pt x="427422" y="65654"/>
                  <a:pt x="430768" y="65654"/>
                </a:cubicBezTo>
                <a:cubicBezTo>
                  <a:pt x="433021" y="65654"/>
                  <a:pt x="435403" y="64647"/>
                  <a:pt x="437912" y="62632"/>
                </a:cubicBezTo>
                <a:cubicBezTo>
                  <a:pt x="440421" y="60618"/>
                  <a:pt x="443059" y="57630"/>
                  <a:pt x="445824" y="53670"/>
                </a:cubicBezTo>
                <a:lnTo>
                  <a:pt x="445824" y="29805"/>
                </a:lnTo>
                <a:cubicBezTo>
                  <a:pt x="444356" y="29123"/>
                  <a:pt x="442734" y="28602"/>
                  <a:pt x="440959" y="28243"/>
                </a:cubicBezTo>
                <a:cubicBezTo>
                  <a:pt x="439184" y="27885"/>
                  <a:pt x="437425" y="27706"/>
                  <a:pt x="435684" y="27706"/>
                </a:cubicBezTo>
                <a:cubicBezTo>
                  <a:pt x="430836" y="27706"/>
                  <a:pt x="427055" y="29276"/>
                  <a:pt x="424341" y="32417"/>
                </a:cubicBezTo>
                <a:cubicBezTo>
                  <a:pt x="421627" y="35558"/>
                  <a:pt x="420270" y="40474"/>
                  <a:pt x="420270" y="471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6B638-5818-47E4-8645-D2D323E5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2" y="1878801"/>
            <a:ext cx="170434" cy="170434"/>
          </a:xfrm>
          <a:custGeom xmlns:a="http://schemas.openxmlformats.org/drawingml/2006/main">
            <a:pathLst>
              <a:path w="170434" h="170434">
                <a:moveTo>
                  <a:pt x="0" y="0"/>
                </a:moveTo>
                <a:lnTo>
                  <a:pt x="170434" y="0"/>
                </a:lnTo>
                <a:lnTo>
                  <a:pt x="170434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904B8-F126-41A6-9AFA-CAA08A50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2" y="1878801"/>
            <a:ext cx="170434" cy="170433"/>
          </a:xfrm>
          <a:custGeom xmlns:a="http://schemas.openxmlformats.org/drawingml/2006/main">
            <a:pathLst>
              <a:path w="170434" h="170433" fill="none">
                <a:moveTo>
                  <a:pt x="0" y="0"/>
                </a:moveTo>
                <a:lnTo>
                  <a:pt x="170434" y="0"/>
                </a:lnTo>
                <a:lnTo>
                  <a:pt x="170434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FB3D3-CB3F-451A-A64E-6A519A78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41" y="1878801"/>
            <a:ext cx="170433" cy="170434"/>
          </a:xfrm>
          <a:custGeom xmlns:a="http://schemas.openxmlformats.org/drawingml/2006/main">
            <a:pathLst>
              <a:path w="170433" h="170434">
                <a:moveTo>
                  <a:pt x="0" y="0"/>
                </a:moveTo>
                <a:lnTo>
                  <a:pt x="170433" y="0"/>
                </a:lnTo>
                <a:lnTo>
                  <a:pt x="170433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D0111-4C5C-48F1-B921-92141466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41" y="1878801"/>
            <a:ext cx="170433" cy="170433"/>
          </a:xfrm>
          <a:custGeom xmlns:a="http://schemas.openxmlformats.org/drawingml/2006/main">
            <a:pathLst>
              <a:path w="170433" h="170433" fill="none">
                <a:moveTo>
                  <a:pt x="0" y="0"/>
                </a:moveTo>
                <a:lnTo>
                  <a:pt x="170433" y="0"/>
                </a:lnTo>
                <a:lnTo>
                  <a:pt x="170433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FBCEE-0564-4F3A-90E9-AFF0E17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74" y="1878801"/>
            <a:ext cx="170432" cy="170434"/>
          </a:xfrm>
          <a:custGeom xmlns:a="http://schemas.openxmlformats.org/drawingml/2006/main">
            <a:pathLst>
              <a:path w="170432" h="170434">
                <a:moveTo>
                  <a:pt x="0" y="0"/>
                </a:moveTo>
                <a:lnTo>
                  <a:pt x="170432" y="0"/>
                </a:lnTo>
                <a:lnTo>
                  <a:pt x="170432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DEB31-B0D1-46F3-BCE9-B8DD0462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74" y="1878801"/>
            <a:ext cx="170433" cy="170433"/>
          </a:xfrm>
          <a:custGeom xmlns:a="http://schemas.openxmlformats.org/drawingml/2006/main">
            <a:pathLst>
              <a:path w="170433" h="170433" fill="none">
                <a:moveTo>
                  <a:pt x="0" y="0"/>
                </a:moveTo>
                <a:lnTo>
                  <a:pt x="170433" y="0"/>
                </a:lnTo>
                <a:lnTo>
                  <a:pt x="170433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1C39D-0AE9-4805-BF5B-55C8A7A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230" y="1878801"/>
            <a:ext cx="170434" cy="170434"/>
          </a:xfrm>
          <a:custGeom xmlns:a="http://schemas.openxmlformats.org/drawingml/2006/main">
            <a:pathLst>
              <a:path w="170434" h="170434">
                <a:moveTo>
                  <a:pt x="0" y="0"/>
                </a:moveTo>
                <a:lnTo>
                  <a:pt x="170434" y="0"/>
                </a:lnTo>
                <a:lnTo>
                  <a:pt x="170434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43632-546C-4DE6-9080-106D4A0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230" y="1878801"/>
            <a:ext cx="170433" cy="170433"/>
          </a:xfrm>
          <a:custGeom xmlns:a="http://schemas.openxmlformats.org/drawingml/2006/main">
            <a:pathLst>
              <a:path w="170433" h="170433" fill="none">
                <a:moveTo>
                  <a:pt x="0" y="0"/>
                </a:moveTo>
                <a:lnTo>
                  <a:pt x="170433" y="0"/>
                </a:lnTo>
                <a:lnTo>
                  <a:pt x="170433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B6CF7-8348-4B7E-9CF1-B099D382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664" y="1878801"/>
            <a:ext cx="170432" cy="170434"/>
          </a:xfrm>
          <a:custGeom xmlns:a="http://schemas.openxmlformats.org/drawingml/2006/main">
            <a:pathLst>
              <a:path w="170432" h="170434">
                <a:moveTo>
                  <a:pt x="0" y="0"/>
                </a:moveTo>
                <a:lnTo>
                  <a:pt x="170432" y="0"/>
                </a:lnTo>
                <a:lnTo>
                  <a:pt x="170432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AC6D6-D805-4D16-AE00-3F054337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664" y="1878801"/>
            <a:ext cx="170433" cy="170433"/>
          </a:xfrm>
          <a:custGeom xmlns:a="http://schemas.openxmlformats.org/drawingml/2006/main">
            <a:pathLst>
              <a:path w="170433" h="170433" fill="none">
                <a:moveTo>
                  <a:pt x="0" y="0"/>
                </a:moveTo>
                <a:lnTo>
                  <a:pt x="170433" y="0"/>
                </a:lnTo>
                <a:lnTo>
                  <a:pt x="170433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FF0000"/>
            </a:solidFill>
            <a:custDash>
              <a:ds d="100000" sp="100000"/>
            </a:custDash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041CD-4610-4AE6-BDF5-E2F90C0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96" y="1878801"/>
            <a:ext cx="170432" cy="170434"/>
          </a:xfrm>
          <a:custGeom xmlns:a="http://schemas.openxmlformats.org/drawingml/2006/main">
            <a:pathLst>
              <a:path w="170432" h="170434">
                <a:moveTo>
                  <a:pt x="0" y="0"/>
                </a:moveTo>
                <a:lnTo>
                  <a:pt x="170432" y="0"/>
                </a:lnTo>
                <a:lnTo>
                  <a:pt x="170432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6BC14-9D6A-45CC-8A24-FEE7A18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96" y="1878801"/>
            <a:ext cx="170433" cy="170433"/>
          </a:xfrm>
          <a:custGeom xmlns:a="http://schemas.openxmlformats.org/drawingml/2006/main">
            <a:pathLst>
              <a:path w="170433" h="170433" fill="none">
                <a:moveTo>
                  <a:pt x="0" y="0"/>
                </a:moveTo>
                <a:lnTo>
                  <a:pt x="170433" y="0"/>
                </a:lnTo>
                <a:lnTo>
                  <a:pt x="170433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FF0000"/>
            </a:solidFill>
            <a:custDash>
              <a:ds d="100000" sp="100000"/>
            </a:custDash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759A3D-E33C-45EA-8090-30370ACE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974" y="1878801"/>
            <a:ext cx="170434" cy="170434"/>
          </a:xfrm>
          <a:custGeom xmlns:a="http://schemas.openxmlformats.org/drawingml/2006/main">
            <a:pathLst>
              <a:path w="170434" h="170434">
                <a:moveTo>
                  <a:pt x="0" y="0"/>
                </a:moveTo>
                <a:lnTo>
                  <a:pt x="170434" y="0"/>
                </a:lnTo>
                <a:lnTo>
                  <a:pt x="170434" y="170434"/>
                </a:lnTo>
                <a:lnTo>
                  <a:pt x="0" y="1704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EF471-CAF4-4696-9382-726DD05F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975" y="1878801"/>
            <a:ext cx="170433" cy="170433"/>
          </a:xfrm>
          <a:custGeom xmlns:a="http://schemas.openxmlformats.org/drawingml/2006/main">
            <a:pathLst>
              <a:path w="170433" h="170433" fill="none">
                <a:moveTo>
                  <a:pt x="0" y="0"/>
                </a:moveTo>
                <a:lnTo>
                  <a:pt x="170433" y="0"/>
                </a:lnTo>
                <a:lnTo>
                  <a:pt x="170433" y="170433"/>
                </a:lnTo>
                <a:lnTo>
                  <a:pt x="0" y="1704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FF0000"/>
            </a:solidFill>
            <a:custDash>
              <a:ds d="100000" sp="100000"/>
            </a:custDash>
            <a:miter/>
          </a:ln>
        </p:spPr>
      </p:sp>
      <p:sp>
        <p:nvSpPr>
          <p:cNvPr id="40" name="Text ......">
            <a:extLst xmlns:a="http://schemas.openxmlformats.org/drawingml/2006/main">
              <a:ext uri="{FF2B5EF4-FFF2-40B4-BE49-F238E27FC236}">
                <a16:creationId xmlns:a16="http://schemas.microsoft.com/office/drawing/2014/main" id="{7D012C5D-9647-443F-A39D-988BF8EB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593" y="1944546"/>
            <a:ext cx="348240" cy="19718"/>
          </a:xfrm>
          <a:custGeom xmlns:a="http://schemas.openxmlformats.org/drawingml/2006/main">
            <a:pathLst>
              <a:path w="348240" h="19718">
                <a:moveTo>
                  <a:pt x="9829" y="0"/>
                </a:moveTo>
                <a:cubicBezTo>
                  <a:pt x="11172" y="0"/>
                  <a:pt x="12445" y="257"/>
                  <a:pt x="13649" y="770"/>
                </a:cubicBezTo>
                <a:cubicBezTo>
                  <a:pt x="14853" y="1283"/>
                  <a:pt x="15899" y="1994"/>
                  <a:pt x="16787" y="2901"/>
                </a:cubicBezTo>
                <a:cubicBezTo>
                  <a:pt x="17675" y="3809"/>
                  <a:pt x="18376" y="4865"/>
                  <a:pt x="18889" y="6069"/>
                </a:cubicBezTo>
                <a:cubicBezTo>
                  <a:pt x="19402" y="7273"/>
                  <a:pt x="19659" y="8566"/>
                  <a:pt x="19659" y="9948"/>
                </a:cubicBezTo>
                <a:cubicBezTo>
                  <a:pt x="19659" y="11290"/>
                  <a:pt x="19402" y="12553"/>
                  <a:pt x="18889" y="13738"/>
                </a:cubicBezTo>
                <a:cubicBezTo>
                  <a:pt x="18376" y="14922"/>
                  <a:pt x="17675" y="15958"/>
                  <a:pt x="16787" y="16846"/>
                </a:cubicBezTo>
                <a:cubicBezTo>
                  <a:pt x="15899" y="17735"/>
                  <a:pt x="14853" y="18435"/>
                  <a:pt x="13649" y="18948"/>
                </a:cubicBezTo>
                <a:cubicBezTo>
                  <a:pt x="12445" y="19462"/>
                  <a:pt x="11172" y="19718"/>
                  <a:pt x="9829" y="19718"/>
                </a:cubicBezTo>
                <a:cubicBezTo>
                  <a:pt x="8448" y="19718"/>
                  <a:pt x="7165" y="19462"/>
                  <a:pt x="5981" y="18948"/>
                </a:cubicBezTo>
                <a:cubicBezTo>
                  <a:pt x="4796" y="18435"/>
                  <a:pt x="3760" y="17735"/>
                  <a:pt x="2872" y="16846"/>
                </a:cubicBezTo>
                <a:cubicBezTo>
                  <a:pt x="1984" y="15958"/>
                  <a:pt x="1283" y="14922"/>
                  <a:pt x="770" y="13738"/>
                </a:cubicBezTo>
                <a:cubicBezTo>
                  <a:pt x="257" y="12553"/>
                  <a:pt x="0" y="11290"/>
                  <a:pt x="0" y="9948"/>
                </a:cubicBezTo>
                <a:cubicBezTo>
                  <a:pt x="0" y="8566"/>
                  <a:pt x="257" y="7273"/>
                  <a:pt x="770" y="6069"/>
                </a:cubicBezTo>
                <a:cubicBezTo>
                  <a:pt x="1283" y="4865"/>
                  <a:pt x="1984" y="3809"/>
                  <a:pt x="2872" y="2901"/>
                </a:cubicBezTo>
                <a:cubicBezTo>
                  <a:pt x="3760" y="1994"/>
                  <a:pt x="4796" y="1283"/>
                  <a:pt x="5981" y="770"/>
                </a:cubicBezTo>
                <a:cubicBezTo>
                  <a:pt x="7165" y="257"/>
                  <a:pt x="8448" y="0"/>
                  <a:pt x="9829" y="0"/>
                </a:cubicBezTo>
                <a:close/>
                <a:moveTo>
                  <a:pt x="75546" y="0"/>
                </a:moveTo>
                <a:cubicBezTo>
                  <a:pt x="76888" y="0"/>
                  <a:pt x="78161" y="257"/>
                  <a:pt x="79365" y="770"/>
                </a:cubicBezTo>
                <a:cubicBezTo>
                  <a:pt x="80569" y="1283"/>
                  <a:pt x="81615" y="1994"/>
                  <a:pt x="82503" y="2901"/>
                </a:cubicBezTo>
                <a:cubicBezTo>
                  <a:pt x="83391" y="3809"/>
                  <a:pt x="84092" y="4865"/>
                  <a:pt x="84605" y="6069"/>
                </a:cubicBezTo>
                <a:cubicBezTo>
                  <a:pt x="85118" y="7273"/>
                  <a:pt x="85375" y="8566"/>
                  <a:pt x="85375" y="9948"/>
                </a:cubicBezTo>
                <a:cubicBezTo>
                  <a:pt x="85375" y="11290"/>
                  <a:pt x="85118" y="12553"/>
                  <a:pt x="84605" y="13738"/>
                </a:cubicBezTo>
                <a:cubicBezTo>
                  <a:pt x="84092" y="14922"/>
                  <a:pt x="83391" y="15958"/>
                  <a:pt x="82503" y="16846"/>
                </a:cubicBezTo>
                <a:cubicBezTo>
                  <a:pt x="81615" y="17735"/>
                  <a:pt x="80569" y="18435"/>
                  <a:pt x="79365" y="18948"/>
                </a:cubicBezTo>
                <a:cubicBezTo>
                  <a:pt x="78161" y="19462"/>
                  <a:pt x="76888" y="19718"/>
                  <a:pt x="75546" y="19718"/>
                </a:cubicBezTo>
                <a:cubicBezTo>
                  <a:pt x="74164" y="19718"/>
                  <a:pt x="72881" y="19462"/>
                  <a:pt x="71697" y="18948"/>
                </a:cubicBezTo>
                <a:cubicBezTo>
                  <a:pt x="70512" y="18435"/>
                  <a:pt x="69476" y="17735"/>
                  <a:pt x="68588" y="16846"/>
                </a:cubicBezTo>
                <a:cubicBezTo>
                  <a:pt x="67700" y="15958"/>
                  <a:pt x="66999" y="14922"/>
                  <a:pt x="66486" y="13738"/>
                </a:cubicBezTo>
                <a:cubicBezTo>
                  <a:pt x="65973" y="12553"/>
                  <a:pt x="65716" y="11290"/>
                  <a:pt x="65716" y="9948"/>
                </a:cubicBezTo>
                <a:cubicBezTo>
                  <a:pt x="65716" y="8566"/>
                  <a:pt x="65973" y="7273"/>
                  <a:pt x="66486" y="6069"/>
                </a:cubicBezTo>
                <a:cubicBezTo>
                  <a:pt x="66999" y="4865"/>
                  <a:pt x="67700" y="3809"/>
                  <a:pt x="68588" y="2901"/>
                </a:cubicBezTo>
                <a:cubicBezTo>
                  <a:pt x="69476" y="1994"/>
                  <a:pt x="70512" y="1283"/>
                  <a:pt x="71697" y="770"/>
                </a:cubicBezTo>
                <a:cubicBezTo>
                  <a:pt x="72881" y="257"/>
                  <a:pt x="74164" y="0"/>
                  <a:pt x="75546" y="0"/>
                </a:cubicBezTo>
                <a:close/>
                <a:moveTo>
                  <a:pt x="141262" y="0"/>
                </a:moveTo>
                <a:cubicBezTo>
                  <a:pt x="142604" y="0"/>
                  <a:pt x="143877" y="257"/>
                  <a:pt x="145081" y="770"/>
                </a:cubicBezTo>
                <a:cubicBezTo>
                  <a:pt x="146285" y="1283"/>
                  <a:pt x="147331" y="1994"/>
                  <a:pt x="148219" y="2901"/>
                </a:cubicBezTo>
                <a:cubicBezTo>
                  <a:pt x="149108" y="3809"/>
                  <a:pt x="149808" y="4865"/>
                  <a:pt x="150321" y="6069"/>
                </a:cubicBezTo>
                <a:cubicBezTo>
                  <a:pt x="150835" y="7273"/>
                  <a:pt x="151091" y="8566"/>
                  <a:pt x="151091" y="9948"/>
                </a:cubicBezTo>
                <a:cubicBezTo>
                  <a:pt x="151091" y="11290"/>
                  <a:pt x="150835" y="12553"/>
                  <a:pt x="150321" y="13738"/>
                </a:cubicBezTo>
                <a:cubicBezTo>
                  <a:pt x="149808" y="14922"/>
                  <a:pt x="149108" y="15958"/>
                  <a:pt x="148219" y="16846"/>
                </a:cubicBezTo>
                <a:cubicBezTo>
                  <a:pt x="147331" y="17735"/>
                  <a:pt x="146285" y="18435"/>
                  <a:pt x="145081" y="18948"/>
                </a:cubicBezTo>
                <a:cubicBezTo>
                  <a:pt x="143877" y="19462"/>
                  <a:pt x="142604" y="19718"/>
                  <a:pt x="141262" y="19718"/>
                </a:cubicBezTo>
                <a:cubicBezTo>
                  <a:pt x="139880" y="19718"/>
                  <a:pt x="138597" y="19462"/>
                  <a:pt x="137413" y="18948"/>
                </a:cubicBezTo>
                <a:cubicBezTo>
                  <a:pt x="136229" y="18435"/>
                  <a:pt x="135192" y="17735"/>
                  <a:pt x="134304" y="16846"/>
                </a:cubicBezTo>
                <a:cubicBezTo>
                  <a:pt x="133416" y="15958"/>
                  <a:pt x="132715" y="14922"/>
                  <a:pt x="132202" y="13738"/>
                </a:cubicBezTo>
                <a:cubicBezTo>
                  <a:pt x="131689" y="12553"/>
                  <a:pt x="131432" y="11290"/>
                  <a:pt x="131432" y="9948"/>
                </a:cubicBezTo>
                <a:cubicBezTo>
                  <a:pt x="131432" y="8566"/>
                  <a:pt x="131689" y="7273"/>
                  <a:pt x="132202" y="6069"/>
                </a:cubicBezTo>
                <a:cubicBezTo>
                  <a:pt x="132715" y="4865"/>
                  <a:pt x="133416" y="3809"/>
                  <a:pt x="134304" y="2901"/>
                </a:cubicBezTo>
                <a:cubicBezTo>
                  <a:pt x="135192" y="1994"/>
                  <a:pt x="136229" y="1283"/>
                  <a:pt x="137413" y="770"/>
                </a:cubicBezTo>
                <a:cubicBezTo>
                  <a:pt x="138597" y="257"/>
                  <a:pt x="139880" y="0"/>
                  <a:pt x="141262" y="0"/>
                </a:cubicBezTo>
                <a:close/>
                <a:moveTo>
                  <a:pt x="206978" y="0"/>
                </a:moveTo>
                <a:cubicBezTo>
                  <a:pt x="208320" y="0"/>
                  <a:pt x="209593" y="257"/>
                  <a:pt x="210797" y="770"/>
                </a:cubicBezTo>
                <a:cubicBezTo>
                  <a:pt x="212001" y="1283"/>
                  <a:pt x="213047" y="1994"/>
                  <a:pt x="213935" y="2901"/>
                </a:cubicBezTo>
                <a:cubicBezTo>
                  <a:pt x="214824" y="3809"/>
                  <a:pt x="215524" y="4865"/>
                  <a:pt x="216038" y="6069"/>
                </a:cubicBezTo>
                <a:cubicBezTo>
                  <a:pt x="216551" y="7273"/>
                  <a:pt x="216807" y="8566"/>
                  <a:pt x="216807" y="9948"/>
                </a:cubicBezTo>
                <a:cubicBezTo>
                  <a:pt x="216807" y="11290"/>
                  <a:pt x="216551" y="12553"/>
                  <a:pt x="216038" y="13738"/>
                </a:cubicBezTo>
                <a:cubicBezTo>
                  <a:pt x="215524" y="14922"/>
                  <a:pt x="214824" y="15958"/>
                  <a:pt x="213935" y="16846"/>
                </a:cubicBezTo>
                <a:cubicBezTo>
                  <a:pt x="213047" y="17735"/>
                  <a:pt x="212001" y="18435"/>
                  <a:pt x="210797" y="18948"/>
                </a:cubicBezTo>
                <a:cubicBezTo>
                  <a:pt x="209593" y="19462"/>
                  <a:pt x="208320" y="19718"/>
                  <a:pt x="206978" y="19718"/>
                </a:cubicBezTo>
                <a:cubicBezTo>
                  <a:pt x="205596" y="19718"/>
                  <a:pt x="204313" y="19462"/>
                  <a:pt x="203129" y="18948"/>
                </a:cubicBezTo>
                <a:cubicBezTo>
                  <a:pt x="201945" y="18435"/>
                  <a:pt x="200908" y="17735"/>
                  <a:pt x="200020" y="16846"/>
                </a:cubicBezTo>
                <a:cubicBezTo>
                  <a:pt x="199132" y="15958"/>
                  <a:pt x="198431" y="14922"/>
                  <a:pt x="197918" y="13738"/>
                </a:cubicBezTo>
                <a:cubicBezTo>
                  <a:pt x="197405" y="12553"/>
                  <a:pt x="197148" y="11290"/>
                  <a:pt x="197148" y="9948"/>
                </a:cubicBezTo>
                <a:cubicBezTo>
                  <a:pt x="197148" y="8566"/>
                  <a:pt x="197405" y="7273"/>
                  <a:pt x="197918" y="6069"/>
                </a:cubicBezTo>
                <a:cubicBezTo>
                  <a:pt x="198431" y="4865"/>
                  <a:pt x="199132" y="3809"/>
                  <a:pt x="200020" y="2901"/>
                </a:cubicBezTo>
                <a:cubicBezTo>
                  <a:pt x="200908" y="1994"/>
                  <a:pt x="201945" y="1283"/>
                  <a:pt x="203129" y="770"/>
                </a:cubicBezTo>
                <a:cubicBezTo>
                  <a:pt x="204313" y="257"/>
                  <a:pt x="205596" y="0"/>
                  <a:pt x="206978" y="0"/>
                </a:cubicBezTo>
                <a:close/>
                <a:moveTo>
                  <a:pt x="272694" y="0"/>
                </a:moveTo>
                <a:cubicBezTo>
                  <a:pt x="274036" y="0"/>
                  <a:pt x="275309" y="257"/>
                  <a:pt x="276513" y="770"/>
                </a:cubicBezTo>
                <a:cubicBezTo>
                  <a:pt x="277717" y="1283"/>
                  <a:pt x="278763" y="1994"/>
                  <a:pt x="279651" y="2901"/>
                </a:cubicBezTo>
                <a:cubicBezTo>
                  <a:pt x="280540" y="3809"/>
                  <a:pt x="281240" y="4865"/>
                  <a:pt x="281754" y="6069"/>
                </a:cubicBezTo>
                <a:cubicBezTo>
                  <a:pt x="282267" y="7273"/>
                  <a:pt x="282523" y="8566"/>
                  <a:pt x="282523" y="9948"/>
                </a:cubicBezTo>
                <a:cubicBezTo>
                  <a:pt x="282523" y="11290"/>
                  <a:pt x="282267" y="12553"/>
                  <a:pt x="281754" y="13738"/>
                </a:cubicBezTo>
                <a:cubicBezTo>
                  <a:pt x="281240" y="14922"/>
                  <a:pt x="280540" y="15958"/>
                  <a:pt x="279651" y="16846"/>
                </a:cubicBezTo>
                <a:cubicBezTo>
                  <a:pt x="278763" y="17735"/>
                  <a:pt x="277717" y="18435"/>
                  <a:pt x="276513" y="18948"/>
                </a:cubicBezTo>
                <a:cubicBezTo>
                  <a:pt x="275309" y="19462"/>
                  <a:pt x="274036" y="19718"/>
                  <a:pt x="272694" y="19718"/>
                </a:cubicBezTo>
                <a:cubicBezTo>
                  <a:pt x="271312" y="19718"/>
                  <a:pt x="270029" y="19462"/>
                  <a:pt x="268845" y="18948"/>
                </a:cubicBezTo>
                <a:cubicBezTo>
                  <a:pt x="267661" y="18435"/>
                  <a:pt x="266624" y="17735"/>
                  <a:pt x="265736" y="16846"/>
                </a:cubicBezTo>
                <a:cubicBezTo>
                  <a:pt x="264848" y="15958"/>
                  <a:pt x="264147" y="14922"/>
                  <a:pt x="263634" y="13738"/>
                </a:cubicBezTo>
                <a:cubicBezTo>
                  <a:pt x="263121" y="12553"/>
                  <a:pt x="262864" y="11290"/>
                  <a:pt x="262864" y="9948"/>
                </a:cubicBezTo>
                <a:cubicBezTo>
                  <a:pt x="262864" y="8566"/>
                  <a:pt x="263121" y="7273"/>
                  <a:pt x="263634" y="6069"/>
                </a:cubicBezTo>
                <a:cubicBezTo>
                  <a:pt x="264147" y="4865"/>
                  <a:pt x="264848" y="3809"/>
                  <a:pt x="265736" y="2901"/>
                </a:cubicBezTo>
                <a:cubicBezTo>
                  <a:pt x="266624" y="1994"/>
                  <a:pt x="267661" y="1283"/>
                  <a:pt x="268845" y="770"/>
                </a:cubicBezTo>
                <a:cubicBezTo>
                  <a:pt x="270029" y="257"/>
                  <a:pt x="271312" y="0"/>
                  <a:pt x="272694" y="0"/>
                </a:cubicBezTo>
                <a:close/>
                <a:moveTo>
                  <a:pt x="338410" y="0"/>
                </a:moveTo>
                <a:cubicBezTo>
                  <a:pt x="339752" y="0"/>
                  <a:pt x="341025" y="257"/>
                  <a:pt x="342229" y="770"/>
                </a:cubicBezTo>
                <a:cubicBezTo>
                  <a:pt x="343433" y="1283"/>
                  <a:pt x="344479" y="1994"/>
                  <a:pt x="345368" y="2901"/>
                </a:cubicBezTo>
                <a:cubicBezTo>
                  <a:pt x="346256" y="3809"/>
                  <a:pt x="346957" y="4865"/>
                  <a:pt x="347470" y="6069"/>
                </a:cubicBezTo>
                <a:cubicBezTo>
                  <a:pt x="347983" y="7273"/>
                  <a:pt x="348240" y="8566"/>
                  <a:pt x="348240" y="9948"/>
                </a:cubicBezTo>
                <a:cubicBezTo>
                  <a:pt x="348240" y="11290"/>
                  <a:pt x="347983" y="12553"/>
                  <a:pt x="347470" y="13738"/>
                </a:cubicBezTo>
                <a:cubicBezTo>
                  <a:pt x="346957" y="14922"/>
                  <a:pt x="346256" y="15958"/>
                  <a:pt x="345368" y="16846"/>
                </a:cubicBezTo>
                <a:cubicBezTo>
                  <a:pt x="344479" y="17735"/>
                  <a:pt x="343433" y="18435"/>
                  <a:pt x="342229" y="18948"/>
                </a:cubicBezTo>
                <a:cubicBezTo>
                  <a:pt x="341025" y="19462"/>
                  <a:pt x="339752" y="19718"/>
                  <a:pt x="338410" y="19718"/>
                </a:cubicBezTo>
                <a:cubicBezTo>
                  <a:pt x="337028" y="19718"/>
                  <a:pt x="335745" y="19462"/>
                  <a:pt x="334561" y="18948"/>
                </a:cubicBezTo>
                <a:cubicBezTo>
                  <a:pt x="333377" y="18435"/>
                  <a:pt x="332341" y="17735"/>
                  <a:pt x="331452" y="16846"/>
                </a:cubicBezTo>
                <a:cubicBezTo>
                  <a:pt x="330564" y="15958"/>
                  <a:pt x="329864" y="14922"/>
                  <a:pt x="329350" y="13738"/>
                </a:cubicBezTo>
                <a:cubicBezTo>
                  <a:pt x="328837" y="12553"/>
                  <a:pt x="328581" y="11290"/>
                  <a:pt x="328581" y="9948"/>
                </a:cubicBezTo>
                <a:cubicBezTo>
                  <a:pt x="328581" y="8566"/>
                  <a:pt x="328837" y="7273"/>
                  <a:pt x="329350" y="6069"/>
                </a:cubicBezTo>
                <a:cubicBezTo>
                  <a:pt x="329864" y="4865"/>
                  <a:pt x="330564" y="3809"/>
                  <a:pt x="331452" y="2901"/>
                </a:cubicBezTo>
                <a:cubicBezTo>
                  <a:pt x="332341" y="1994"/>
                  <a:pt x="333377" y="1283"/>
                  <a:pt x="334561" y="770"/>
                </a:cubicBezTo>
                <a:cubicBezTo>
                  <a:pt x="335745" y="257"/>
                  <a:pt x="337028" y="0"/>
                  <a:pt x="338410" y="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40EC1-1AC7-4230-82B3-D381546B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034" y="479282"/>
            <a:ext cx="1474903" cy="622738"/>
          </a:xfrm>
          <a:custGeom xmlns:a="http://schemas.openxmlformats.org/drawingml/2006/main">
            <a:pathLst>
              <a:path w="1474903" h="622738">
                <a:moveTo>
                  <a:pt x="0" y="103791"/>
                </a:moveTo>
                <a:cubicBezTo>
                  <a:pt x="0" y="46470"/>
                  <a:pt x="46470" y="0"/>
                  <a:pt x="103791" y="0"/>
                </a:cubicBezTo>
                <a:lnTo>
                  <a:pt x="1371112" y="0"/>
                </a:lnTo>
                <a:cubicBezTo>
                  <a:pt x="1428433" y="0"/>
                  <a:pt x="1474903" y="46470"/>
                  <a:pt x="1474903" y="103791"/>
                </a:cubicBezTo>
                <a:lnTo>
                  <a:pt x="1474903" y="518945"/>
                </a:lnTo>
                <a:cubicBezTo>
                  <a:pt x="1474903" y="576268"/>
                  <a:pt x="1428433" y="622738"/>
                  <a:pt x="1371112" y="622738"/>
                </a:cubicBezTo>
                <a:lnTo>
                  <a:pt x="103791" y="622738"/>
                </a:lnTo>
                <a:cubicBezTo>
                  <a:pt x="46470" y="622738"/>
                  <a:pt x="0" y="576268"/>
                  <a:pt x="0" y="518945"/>
                </a:cubicBezTo>
                <a:lnTo>
                  <a:pt x="0" y="103791"/>
                </a:lnTo>
                <a:close/>
              </a:path>
            </a:pathLst>
          </a:custGeom>
          <a:solidFill xmlns:a="http://schemas.openxmlformats.org/drawingml/2006/main">
            <a:srgbClr val="CAEEFB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207F52-322B-4199-988B-80136F6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034" y="479282"/>
            <a:ext cx="1474903" cy="622737"/>
          </a:xfrm>
          <a:custGeom xmlns:a="http://schemas.openxmlformats.org/drawingml/2006/main">
            <a:pathLst>
              <a:path w="1474903" h="622737" fill="none">
                <a:moveTo>
                  <a:pt x="0" y="103792"/>
                </a:moveTo>
                <a:cubicBezTo>
                  <a:pt x="0" y="46469"/>
                  <a:pt x="46469" y="0"/>
                  <a:pt x="103792" y="0"/>
                </a:cubicBezTo>
                <a:lnTo>
                  <a:pt x="1371112" y="0"/>
                </a:lnTo>
                <a:cubicBezTo>
                  <a:pt x="1428434" y="0"/>
                  <a:pt x="1474903" y="46469"/>
                  <a:pt x="1474903" y="103792"/>
                </a:cubicBezTo>
                <a:lnTo>
                  <a:pt x="1474903" y="518946"/>
                </a:lnTo>
                <a:cubicBezTo>
                  <a:pt x="1474903" y="576268"/>
                  <a:pt x="1428434" y="622737"/>
                  <a:pt x="1371112" y="622737"/>
                </a:cubicBezTo>
                <a:lnTo>
                  <a:pt x="103792" y="622737"/>
                </a:lnTo>
                <a:cubicBezTo>
                  <a:pt x="46469" y="622737"/>
                  <a:pt x="0" y="576268"/>
                  <a:pt x="0" y="518946"/>
                </a:cubicBezTo>
                <a:lnTo>
                  <a:pt x="0" y="1037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43" name="Text Proactive">
            <a:extLst xmlns:a="http://schemas.openxmlformats.org/drawingml/2006/main">
              <a:ext uri="{FF2B5EF4-FFF2-40B4-BE49-F238E27FC236}">
                <a16:creationId xmlns:a16="http://schemas.microsoft.com/office/drawing/2014/main" id="{024D39CD-3A27-486B-A3EE-64B6814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6026" y="638477"/>
            <a:ext cx="633888" cy="111866"/>
          </a:xfrm>
          <a:custGeom xmlns:a="http://schemas.openxmlformats.org/drawingml/2006/main">
            <a:pathLst>
              <a:path w="633888" h="111866">
                <a:moveTo>
                  <a:pt x="70256" y="30407"/>
                </a:moveTo>
                <a:cubicBezTo>
                  <a:pt x="70256" y="42570"/>
                  <a:pt x="65642" y="51665"/>
                  <a:pt x="56413" y="57693"/>
                </a:cubicBezTo>
                <a:cubicBezTo>
                  <a:pt x="47184" y="63721"/>
                  <a:pt x="34781" y="66736"/>
                  <a:pt x="19204" y="66736"/>
                </a:cubicBezTo>
                <a:cubicBezTo>
                  <a:pt x="17231" y="66736"/>
                  <a:pt x="15524" y="66682"/>
                  <a:pt x="14083" y="66575"/>
                </a:cubicBezTo>
                <a:cubicBezTo>
                  <a:pt x="14083" y="78205"/>
                  <a:pt x="14510" y="92261"/>
                  <a:pt x="15364" y="108745"/>
                </a:cubicBezTo>
                <a:lnTo>
                  <a:pt x="0" y="108745"/>
                </a:lnTo>
                <a:cubicBezTo>
                  <a:pt x="800" y="93595"/>
                  <a:pt x="1200" y="75351"/>
                  <a:pt x="1200" y="54013"/>
                </a:cubicBezTo>
                <a:cubicBezTo>
                  <a:pt x="1200" y="35662"/>
                  <a:pt x="800" y="19178"/>
                  <a:pt x="0" y="4561"/>
                </a:cubicBezTo>
                <a:lnTo>
                  <a:pt x="11443" y="4561"/>
                </a:lnTo>
                <a:cubicBezTo>
                  <a:pt x="12670" y="4561"/>
                  <a:pt x="16177" y="4481"/>
                  <a:pt x="21965" y="4321"/>
                </a:cubicBezTo>
                <a:cubicBezTo>
                  <a:pt x="27753" y="4161"/>
                  <a:pt x="32674" y="4081"/>
                  <a:pt x="36729" y="4081"/>
                </a:cubicBezTo>
                <a:cubicBezTo>
                  <a:pt x="46971" y="4081"/>
                  <a:pt x="55119" y="6415"/>
                  <a:pt x="61174" y="11083"/>
                </a:cubicBezTo>
                <a:cubicBezTo>
                  <a:pt x="67229" y="15750"/>
                  <a:pt x="70256" y="22192"/>
                  <a:pt x="70256" y="30407"/>
                </a:cubicBezTo>
                <a:moveTo>
                  <a:pt x="56893" y="35048"/>
                </a:moveTo>
                <a:cubicBezTo>
                  <a:pt x="56893" y="21338"/>
                  <a:pt x="47531" y="14483"/>
                  <a:pt x="28807" y="14483"/>
                </a:cubicBezTo>
                <a:cubicBezTo>
                  <a:pt x="24219" y="14483"/>
                  <a:pt x="19071" y="14883"/>
                  <a:pt x="13363" y="15684"/>
                </a:cubicBezTo>
                <a:cubicBezTo>
                  <a:pt x="13737" y="24379"/>
                  <a:pt x="13923" y="37929"/>
                  <a:pt x="13923" y="56333"/>
                </a:cubicBezTo>
                <a:cubicBezTo>
                  <a:pt x="15790" y="56440"/>
                  <a:pt x="18084" y="56493"/>
                  <a:pt x="20805" y="56493"/>
                </a:cubicBezTo>
                <a:cubicBezTo>
                  <a:pt x="44864" y="56493"/>
                  <a:pt x="56893" y="49345"/>
                  <a:pt x="56893" y="35048"/>
                </a:cubicBezTo>
                <a:close/>
                <a:moveTo>
                  <a:pt x="135868" y="32728"/>
                </a:moveTo>
                <a:lnTo>
                  <a:pt x="132267" y="45451"/>
                </a:lnTo>
                <a:cubicBezTo>
                  <a:pt x="128106" y="43797"/>
                  <a:pt x="124239" y="42970"/>
                  <a:pt x="120664" y="42970"/>
                </a:cubicBezTo>
                <a:cubicBezTo>
                  <a:pt x="110635" y="42970"/>
                  <a:pt x="104127" y="47744"/>
                  <a:pt x="101140" y="57293"/>
                </a:cubicBezTo>
                <a:cubicBezTo>
                  <a:pt x="101140" y="81832"/>
                  <a:pt x="101300" y="98983"/>
                  <a:pt x="101620" y="108745"/>
                </a:cubicBezTo>
                <a:lnTo>
                  <a:pt x="87457" y="108745"/>
                </a:lnTo>
                <a:cubicBezTo>
                  <a:pt x="88310" y="91835"/>
                  <a:pt x="88737" y="78712"/>
                  <a:pt x="88737" y="69376"/>
                </a:cubicBezTo>
                <a:cubicBezTo>
                  <a:pt x="88737" y="56733"/>
                  <a:pt x="87483" y="44624"/>
                  <a:pt x="84976" y="33048"/>
                </a:cubicBezTo>
                <a:lnTo>
                  <a:pt x="98979" y="31047"/>
                </a:lnTo>
                <a:cubicBezTo>
                  <a:pt x="99993" y="36915"/>
                  <a:pt x="100500" y="40836"/>
                  <a:pt x="100500" y="42810"/>
                </a:cubicBezTo>
                <a:lnTo>
                  <a:pt x="101140" y="42810"/>
                </a:lnTo>
                <a:cubicBezTo>
                  <a:pt x="106901" y="34328"/>
                  <a:pt x="113623" y="30087"/>
                  <a:pt x="121305" y="30087"/>
                </a:cubicBezTo>
                <a:cubicBezTo>
                  <a:pt x="125359" y="30087"/>
                  <a:pt x="130213" y="30967"/>
                  <a:pt x="135868" y="32728"/>
                </a:cubicBezTo>
                <a:close/>
                <a:moveTo>
                  <a:pt x="218852" y="68416"/>
                </a:moveTo>
                <a:cubicBezTo>
                  <a:pt x="218852" y="82072"/>
                  <a:pt x="214932" y="92728"/>
                  <a:pt x="207090" y="100383"/>
                </a:cubicBezTo>
                <a:cubicBezTo>
                  <a:pt x="199248" y="108038"/>
                  <a:pt x="190019" y="111866"/>
                  <a:pt x="179403" y="111866"/>
                </a:cubicBezTo>
                <a:cubicBezTo>
                  <a:pt x="169481" y="111866"/>
                  <a:pt x="160959" y="108479"/>
                  <a:pt x="153837" y="101704"/>
                </a:cubicBezTo>
                <a:cubicBezTo>
                  <a:pt x="146716" y="94929"/>
                  <a:pt x="143155" y="85380"/>
                  <a:pt x="143155" y="73057"/>
                </a:cubicBezTo>
                <a:cubicBezTo>
                  <a:pt x="143155" y="59294"/>
                  <a:pt x="147089" y="48545"/>
                  <a:pt x="154958" y="40809"/>
                </a:cubicBezTo>
                <a:cubicBezTo>
                  <a:pt x="162826" y="33074"/>
                  <a:pt x="172068" y="29207"/>
                  <a:pt x="182684" y="29207"/>
                </a:cubicBezTo>
                <a:cubicBezTo>
                  <a:pt x="192606" y="29207"/>
                  <a:pt x="201115" y="32634"/>
                  <a:pt x="208210" y="39489"/>
                </a:cubicBezTo>
                <a:cubicBezTo>
                  <a:pt x="215305" y="46344"/>
                  <a:pt x="218852" y="55986"/>
                  <a:pt x="218852" y="68416"/>
                </a:cubicBezTo>
                <a:moveTo>
                  <a:pt x="205009" y="71217"/>
                </a:moveTo>
                <a:cubicBezTo>
                  <a:pt x="205009" y="62895"/>
                  <a:pt x="202915" y="55493"/>
                  <a:pt x="198728" y="49011"/>
                </a:cubicBezTo>
                <a:cubicBezTo>
                  <a:pt x="194540" y="42530"/>
                  <a:pt x="188579" y="39289"/>
                  <a:pt x="180844" y="39289"/>
                </a:cubicBezTo>
                <a:cubicBezTo>
                  <a:pt x="173162" y="39289"/>
                  <a:pt x="167254" y="42357"/>
                  <a:pt x="163119" y="48491"/>
                </a:cubicBezTo>
                <a:cubicBezTo>
                  <a:pt x="158985" y="54626"/>
                  <a:pt x="156918" y="61748"/>
                  <a:pt x="156918" y="69856"/>
                </a:cubicBezTo>
                <a:cubicBezTo>
                  <a:pt x="156918" y="78232"/>
                  <a:pt x="159012" y="85647"/>
                  <a:pt x="163200" y="92101"/>
                </a:cubicBezTo>
                <a:cubicBezTo>
                  <a:pt x="167387" y="98556"/>
                  <a:pt x="173375" y="101784"/>
                  <a:pt x="181164" y="101784"/>
                </a:cubicBezTo>
                <a:cubicBezTo>
                  <a:pt x="188845" y="101784"/>
                  <a:pt x="194740" y="98703"/>
                  <a:pt x="198848" y="92542"/>
                </a:cubicBezTo>
                <a:cubicBezTo>
                  <a:pt x="202955" y="86380"/>
                  <a:pt x="205009" y="79272"/>
                  <a:pt x="205009" y="71217"/>
                </a:cubicBezTo>
                <a:close/>
                <a:moveTo>
                  <a:pt x="297907" y="108745"/>
                </a:moveTo>
                <a:lnTo>
                  <a:pt x="285344" y="109225"/>
                </a:lnTo>
                <a:cubicBezTo>
                  <a:pt x="284704" y="106611"/>
                  <a:pt x="284384" y="104131"/>
                  <a:pt x="284384" y="101784"/>
                </a:cubicBezTo>
                <a:lnTo>
                  <a:pt x="283583" y="101784"/>
                </a:lnTo>
                <a:cubicBezTo>
                  <a:pt x="277022" y="107758"/>
                  <a:pt x="268086" y="110746"/>
                  <a:pt x="256777" y="110746"/>
                </a:cubicBezTo>
                <a:cubicBezTo>
                  <a:pt x="250642" y="110746"/>
                  <a:pt x="245361" y="108945"/>
                  <a:pt x="240933" y="105345"/>
                </a:cubicBezTo>
                <a:cubicBezTo>
                  <a:pt x="236506" y="101744"/>
                  <a:pt x="234292" y="96609"/>
                  <a:pt x="234292" y="89941"/>
                </a:cubicBezTo>
                <a:cubicBezTo>
                  <a:pt x="234292" y="81726"/>
                  <a:pt x="237759" y="75124"/>
                  <a:pt x="244694" y="70136"/>
                </a:cubicBezTo>
                <a:cubicBezTo>
                  <a:pt x="251629" y="65148"/>
                  <a:pt x="264512" y="62521"/>
                  <a:pt x="283343" y="62254"/>
                </a:cubicBezTo>
                <a:cubicBezTo>
                  <a:pt x="283503" y="60974"/>
                  <a:pt x="283583" y="59507"/>
                  <a:pt x="283583" y="57853"/>
                </a:cubicBezTo>
                <a:cubicBezTo>
                  <a:pt x="283583" y="51292"/>
                  <a:pt x="281836" y="46918"/>
                  <a:pt x="278342" y="44730"/>
                </a:cubicBezTo>
                <a:cubicBezTo>
                  <a:pt x="274848" y="42543"/>
                  <a:pt x="269553" y="41450"/>
                  <a:pt x="262458" y="41450"/>
                </a:cubicBezTo>
                <a:cubicBezTo>
                  <a:pt x="254083" y="41450"/>
                  <a:pt x="245841" y="42490"/>
                  <a:pt x="237733" y="44570"/>
                </a:cubicBezTo>
                <a:lnTo>
                  <a:pt x="239093" y="33528"/>
                </a:lnTo>
                <a:cubicBezTo>
                  <a:pt x="247095" y="31234"/>
                  <a:pt x="256297" y="30087"/>
                  <a:pt x="266699" y="30087"/>
                </a:cubicBezTo>
                <a:cubicBezTo>
                  <a:pt x="276195" y="30087"/>
                  <a:pt x="283530" y="32047"/>
                  <a:pt x="288705" y="35968"/>
                </a:cubicBezTo>
                <a:cubicBezTo>
                  <a:pt x="293879" y="39889"/>
                  <a:pt x="296466" y="46571"/>
                  <a:pt x="296466" y="56013"/>
                </a:cubicBezTo>
                <a:cubicBezTo>
                  <a:pt x="296466" y="58520"/>
                  <a:pt x="296346" y="63068"/>
                  <a:pt x="296106" y="69656"/>
                </a:cubicBezTo>
                <a:cubicBezTo>
                  <a:pt x="295866" y="76244"/>
                  <a:pt x="295746" y="80632"/>
                  <a:pt x="295746" y="82819"/>
                </a:cubicBezTo>
                <a:cubicBezTo>
                  <a:pt x="295746" y="92528"/>
                  <a:pt x="296466" y="101170"/>
                  <a:pt x="297907" y="108745"/>
                </a:cubicBezTo>
                <a:moveTo>
                  <a:pt x="283743" y="93222"/>
                </a:moveTo>
                <a:cubicBezTo>
                  <a:pt x="283477" y="85113"/>
                  <a:pt x="283343" y="77831"/>
                  <a:pt x="283343" y="71377"/>
                </a:cubicBezTo>
                <a:cubicBezTo>
                  <a:pt x="273314" y="71377"/>
                  <a:pt x="265686" y="72123"/>
                  <a:pt x="260458" y="73617"/>
                </a:cubicBezTo>
                <a:cubicBezTo>
                  <a:pt x="251709" y="76284"/>
                  <a:pt x="247335" y="81379"/>
                  <a:pt x="247335" y="88901"/>
                </a:cubicBezTo>
                <a:cubicBezTo>
                  <a:pt x="247335" y="96156"/>
                  <a:pt x="252456" y="99783"/>
                  <a:pt x="262698" y="99783"/>
                </a:cubicBezTo>
                <a:cubicBezTo>
                  <a:pt x="271501" y="99783"/>
                  <a:pt x="278515" y="97596"/>
                  <a:pt x="283743" y="93222"/>
                </a:cubicBezTo>
                <a:close/>
                <a:moveTo>
                  <a:pt x="376697" y="96502"/>
                </a:moveTo>
                <a:lnTo>
                  <a:pt x="375896" y="107225"/>
                </a:lnTo>
                <a:cubicBezTo>
                  <a:pt x="371575" y="109679"/>
                  <a:pt x="365787" y="110906"/>
                  <a:pt x="358532" y="110906"/>
                </a:cubicBezTo>
                <a:cubicBezTo>
                  <a:pt x="344716" y="110906"/>
                  <a:pt x="334153" y="107092"/>
                  <a:pt x="326845" y="99463"/>
                </a:cubicBezTo>
                <a:cubicBezTo>
                  <a:pt x="319537" y="91835"/>
                  <a:pt x="315882" y="82633"/>
                  <a:pt x="315882" y="71857"/>
                </a:cubicBezTo>
                <a:cubicBezTo>
                  <a:pt x="315882" y="60441"/>
                  <a:pt x="319723" y="50625"/>
                  <a:pt x="327405" y="42410"/>
                </a:cubicBezTo>
                <a:cubicBezTo>
                  <a:pt x="335087" y="34195"/>
                  <a:pt x="345249" y="30087"/>
                  <a:pt x="357892" y="30087"/>
                </a:cubicBezTo>
                <a:cubicBezTo>
                  <a:pt x="364240" y="30087"/>
                  <a:pt x="369415" y="30727"/>
                  <a:pt x="373416" y="32007"/>
                </a:cubicBezTo>
                <a:lnTo>
                  <a:pt x="371255" y="44570"/>
                </a:lnTo>
                <a:cubicBezTo>
                  <a:pt x="365654" y="42490"/>
                  <a:pt x="359973" y="41450"/>
                  <a:pt x="354211" y="41450"/>
                </a:cubicBezTo>
                <a:cubicBezTo>
                  <a:pt x="346636" y="41450"/>
                  <a:pt x="340608" y="44090"/>
                  <a:pt x="336127" y="49371"/>
                </a:cubicBezTo>
                <a:cubicBezTo>
                  <a:pt x="331646" y="54653"/>
                  <a:pt x="329406" y="61268"/>
                  <a:pt x="329406" y="69216"/>
                </a:cubicBezTo>
                <a:cubicBezTo>
                  <a:pt x="329406" y="77858"/>
                  <a:pt x="332073" y="85060"/>
                  <a:pt x="337407" y="90821"/>
                </a:cubicBezTo>
                <a:cubicBezTo>
                  <a:pt x="342742" y="96582"/>
                  <a:pt x="350290" y="99463"/>
                  <a:pt x="360053" y="99463"/>
                </a:cubicBezTo>
                <a:cubicBezTo>
                  <a:pt x="364054" y="99463"/>
                  <a:pt x="369602" y="98476"/>
                  <a:pt x="376697" y="96502"/>
                </a:cubicBezTo>
                <a:close/>
                <a:moveTo>
                  <a:pt x="437511" y="97703"/>
                </a:moveTo>
                <a:lnTo>
                  <a:pt x="436551" y="108105"/>
                </a:lnTo>
                <a:cubicBezTo>
                  <a:pt x="432337" y="109652"/>
                  <a:pt x="428362" y="110426"/>
                  <a:pt x="424628" y="110426"/>
                </a:cubicBezTo>
                <a:cubicBezTo>
                  <a:pt x="415026" y="110426"/>
                  <a:pt x="408464" y="107985"/>
                  <a:pt x="404944" y="103104"/>
                </a:cubicBezTo>
                <a:cubicBezTo>
                  <a:pt x="401423" y="98223"/>
                  <a:pt x="399662" y="89487"/>
                  <a:pt x="399662" y="76898"/>
                </a:cubicBezTo>
                <a:cubicBezTo>
                  <a:pt x="399662" y="68736"/>
                  <a:pt x="399716" y="58094"/>
                  <a:pt x="399822" y="44970"/>
                </a:cubicBezTo>
                <a:cubicBezTo>
                  <a:pt x="396835" y="44970"/>
                  <a:pt x="392434" y="45130"/>
                  <a:pt x="386619" y="45451"/>
                </a:cubicBezTo>
                <a:lnTo>
                  <a:pt x="387099" y="33848"/>
                </a:lnTo>
                <a:cubicBezTo>
                  <a:pt x="392167" y="34168"/>
                  <a:pt x="396702" y="34328"/>
                  <a:pt x="400703" y="34328"/>
                </a:cubicBezTo>
                <a:cubicBezTo>
                  <a:pt x="400703" y="31127"/>
                  <a:pt x="400969" y="23525"/>
                  <a:pt x="401503" y="11523"/>
                </a:cubicBezTo>
                <a:lnTo>
                  <a:pt x="414066" y="10242"/>
                </a:lnTo>
                <a:cubicBezTo>
                  <a:pt x="413159" y="21445"/>
                  <a:pt x="412705" y="29474"/>
                  <a:pt x="412705" y="34328"/>
                </a:cubicBezTo>
                <a:cubicBezTo>
                  <a:pt x="417933" y="34328"/>
                  <a:pt x="425615" y="34061"/>
                  <a:pt x="435751" y="33528"/>
                </a:cubicBezTo>
                <a:lnTo>
                  <a:pt x="435191" y="45451"/>
                </a:lnTo>
                <a:cubicBezTo>
                  <a:pt x="425588" y="45130"/>
                  <a:pt x="417880" y="44970"/>
                  <a:pt x="412065" y="44970"/>
                </a:cubicBezTo>
                <a:cubicBezTo>
                  <a:pt x="411959" y="53026"/>
                  <a:pt x="411905" y="62094"/>
                  <a:pt x="411905" y="72177"/>
                </a:cubicBezTo>
                <a:cubicBezTo>
                  <a:pt x="411905" y="83166"/>
                  <a:pt x="413066" y="90434"/>
                  <a:pt x="415386" y="93982"/>
                </a:cubicBezTo>
                <a:cubicBezTo>
                  <a:pt x="417707" y="97529"/>
                  <a:pt x="422014" y="99303"/>
                  <a:pt x="428309" y="99303"/>
                </a:cubicBezTo>
                <a:cubicBezTo>
                  <a:pt x="430390" y="99303"/>
                  <a:pt x="433457" y="98770"/>
                  <a:pt x="437511" y="97703"/>
                </a:cubicBezTo>
                <a:close/>
                <a:moveTo>
                  <a:pt x="468206" y="108745"/>
                </a:moveTo>
                <a:lnTo>
                  <a:pt x="453722" y="108745"/>
                </a:lnTo>
                <a:cubicBezTo>
                  <a:pt x="454469" y="98076"/>
                  <a:pt x="454842" y="85887"/>
                  <a:pt x="454842" y="72177"/>
                </a:cubicBezTo>
                <a:cubicBezTo>
                  <a:pt x="454842" y="56760"/>
                  <a:pt x="453909" y="43824"/>
                  <a:pt x="452042" y="33368"/>
                </a:cubicBezTo>
                <a:lnTo>
                  <a:pt x="468046" y="31207"/>
                </a:lnTo>
                <a:cubicBezTo>
                  <a:pt x="467405" y="42357"/>
                  <a:pt x="467085" y="56013"/>
                  <a:pt x="467085" y="72177"/>
                </a:cubicBezTo>
                <a:cubicBezTo>
                  <a:pt x="467085" y="84980"/>
                  <a:pt x="467459" y="97169"/>
                  <a:pt x="468206" y="108745"/>
                </a:cubicBezTo>
                <a:moveTo>
                  <a:pt x="471566" y="8722"/>
                </a:moveTo>
                <a:cubicBezTo>
                  <a:pt x="471566" y="11443"/>
                  <a:pt x="470686" y="13803"/>
                  <a:pt x="468926" y="15804"/>
                </a:cubicBezTo>
                <a:cubicBezTo>
                  <a:pt x="467165" y="17804"/>
                  <a:pt x="464685" y="18804"/>
                  <a:pt x="461484" y="18804"/>
                </a:cubicBezTo>
                <a:cubicBezTo>
                  <a:pt x="458763" y="18804"/>
                  <a:pt x="456643" y="17937"/>
                  <a:pt x="455123" y="16204"/>
                </a:cubicBezTo>
                <a:cubicBezTo>
                  <a:pt x="453602" y="14470"/>
                  <a:pt x="452842" y="12376"/>
                  <a:pt x="452842" y="9922"/>
                </a:cubicBezTo>
                <a:cubicBezTo>
                  <a:pt x="452842" y="7255"/>
                  <a:pt x="453749" y="4934"/>
                  <a:pt x="455563" y="2961"/>
                </a:cubicBezTo>
                <a:cubicBezTo>
                  <a:pt x="457376" y="987"/>
                  <a:pt x="459884" y="0"/>
                  <a:pt x="463084" y="0"/>
                </a:cubicBezTo>
                <a:cubicBezTo>
                  <a:pt x="465698" y="0"/>
                  <a:pt x="467765" y="867"/>
                  <a:pt x="469286" y="2601"/>
                </a:cubicBezTo>
                <a:cubicBezTo>
                  <a:pt x="470806" y="4334"/>
                  <a:pt x="471566" y="6375"/>
                  <a:pt x="471566" y="8722"/>
                </a:cubicBezTo>
                <a:close/>
                <a:moveTo>
                  <a:pt x="554021" y="32728"/>
                </a:moveTo>
                <a:cubicBezTo>
                  <a:pt x="554021" y="35342"/>
                  <a:pt x="548619" y="47944"/>
                  <a:pt x="537817" y="70536"/>
                </a:cubicBezTo>
                <a:cubicBezTo>
                  <a:pt x="527014" y="93128"/>
                  <a:pt x="521613" y="105865"/>
                  <a:pt x="521613" y="108745"/>
                </a:cubicBezTo>
                <a:lnTo>
                  <a:pt x="510891" y="108745"/>
                </a:lnTo>
                <a:cubicBezTo>
                  <a:pt x="510891" y="105011"/>
                  <a:pt x="506129" y="91955"/>
                  <a:pt x="496607" y="69576"/>
                </a:cubicBezTo>
                <a:cubicBezTo>
                  <a:pt x="487085" y="47198"/>
                  <a:pt x="482324" y="34915"/>
                  <a:pt x="482324" y="32728"/>
                </a:cubicBezTo>
                <a:lnTo>
                  <a:pt x="497848" y="32728"/>
                </a:lnTo>
                <a:cubicBezTo>
                  <a:pt x="497848" y="35288"/>
                  <a:pt x="501315" y="45451"/>
                  <a:pt x="508250" y="63215"/>
                </a:cubicBezTo>
                <a:cubicBezTo>
                  <a:pt x="515185" y="80979"/>
                  <a:pt x="518652" y="91141"/>
                  <a:pt x="518652" y="93702"/>
                </a:cubicBezTo>
                <a:lnTo>
                  <a:pt x="519373" y="93702"/>
                </a:lnTo>
                <a:cubicBezTo>
                  <a:pt x="519373" y="91248"/>
                  <a:pt x="522667" y="81459"/>
                  <a:pt x="529255" y="64335"/>
                </a:cubicBezTo>
                <a:cubicBezTo>
                  <a:pt x="535843" y="47211"/>
                  <a:pt x="539137" y="36675"/>
                  <a:pt x="539137" y="32728"/>
                </a:cubicBezTo>
                <a:lnTo>
                  <a:pt x="554021" y="32728"/>
                </a:lnTo>
                <a:close/>
                <a:moveTo>
                  <a:pt x="633888" y="61774"/>
                </a:moveTo>
                <a:cubicBezTo>
                  <a:pt x="633888" y="64015"/>
                  <a:pt x="633781" y="67109"/>
                  <a:pt x="633568" y="71057"/>
                </a:cubicBezTo>
                <a:lnTo>
                  <a:pt x="578595" y="72017"/>
                </a:lnTo>
                <a:cubicBezTo>
                  <a:pt x="579129" y="79805"/>
                  <a:pt x="582143" y="86327"/>
                  <a:pt x="587637" y="91581"/>
                </a:cubicBezTo>
                <a:cubicBezTo>
                  <a:pt x="593132" y="96836"/>
                  <a:pt x="600414" y="99463"/>
                  <a:pt x="609482" y="99463"/>
                </a:cubicBezTo>
                <a:cubicBezTo>
                  <a:pt x="617591" y="99463"/>
                  <a:pt x="625193" y="98476"/>
                  <a:pt x="632288" y="96502"/>
                </a:cubicBezTo>
                <a:lnTo>
                  <a:pt x="630927" y="107785"/>
                </a:lnTo>
                <a:cubicBezTo>
                  <a:pt x="625700" y="109866"/>
                  <a:pt x="618151" y="110906"/>
                  <a:pt x="608282" y="110906"/>
                </a:cubicBezTo>
                <a:cubicBezTo>
                  <a:pt x="594412" y="110906"/>
                  <a:pt x="583836" y="107118"/>
                  <a:pt x="576555" y="99543"/>
                </a:cubicBezTo>
                <a:cubicBezTo>
                  <a:pt x="569273" y="91968"/>
                  <a:pt x="565632" y="82739"/>
                  <a:pt x="565632" y="71857"/>
                </a:cubicBezTo>
                <a:cubicBezTo>
                  <a:pt x="565632" y="60227"/>
                  <a:pt x="568953" y="50212"/>
                  <a:pt x="575595" y="41810"/>
                </a:cubicBezTo>
                <a:cubicBezTo>
                  <a:pt x="582236" y="33408"/>
                  <a:pt x="591158" y="29207"/>
                  <a:pt x="602361" y="29207"/>
                </a:cubicBezTo>
                <a:cubicBezTo>
                  <a:pt x="612656" y="29207"/>
                  <a:pt x="620485" y="32248"/>
                  <a:pt x="625846" y="38329"/>
                </a:cubicBezTo>
                <a:cubicBezTo>
                  <a:pt x="631207" y="44410"/>
                  <a:pt x="633888" y="52225"/>
                  <a:pt x="633888" y="61774"/>
                </a:cubicBezTo>
                <a:moveTo>
                  <a:pt x="620525" y="61934"/>
                </a:moveTo>
                <a:cubicBezTo>
                  <a:pt x="620525" y="46944"/>
                  <a:pt x="614257" y="39449"/>
                  <a:pt x="601721" y="39449"/>
                </a:cubicBezTo>
                <a:cubicBezTo>
                  <a:pt x="588918" y="39449"/>
                  <a:pt x="581369" y="47238"/>
                  <a:pt x="579075" y="62815"/>
                </a:cubicBezTo>
                <a:lnTo>
                  <a:pt x="620525" y="619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InstanceScaler">
            <a:extLst xmlns:a="http://schemas.openxmlformats.org/drawingml/2006/main">
              <a:ext uri="{FF2B5EF4-FFF2-40B4-BE49-F238E27FC236}">
                <a16:creationId xmlns:a16="http://schemas.microsoft.com/office/drawing/2014/main" id="{CD245A94-DC2D-4B64-9549-D96E421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860" y="833767"/>
            <a:ext cx="1037279" cy="116027"/>
          </a:xfrm>
          <a:custGeom xmlns:a="http://schemas.openxmlformats.org/drawingml/2006/main">
            <a:pathLst>
              <a:path w="1037279" h="116027">
                <a:moveTo>
                  <a:pt x="15204" y="113386"/>
                </a:moveTo>
                <a:lnTo>
                  <a:pt x="0" y="113386"/>
                </a:lnTo>
                <a:cubicBezTo>
                  <a:pt x="800" y="96102"/>
                  <a:pt x="1200" y="77858"/>
                  <a:pt x="1200" y="58654"/>
                </a:cubicBezTo>
                <a:cubicBezTo>
                  <a:pt x="1200" y="39769"/>
                  <a:pt x="800" y="23285"/>
                  <a:pt x="0" y="9202"/>
                </a:cubicBezTo>
                <a:lnTo>
                  <a:pt x="15204" y="9202"/>
                </a:lnTo>
                <a:cubicBezTo>
                  <a:pt x="14457" y="23766"/>
                  <a:pt x="14083" y="40249"/>
                  <a:pt x="14083" y="58654"/>
                </a:cubicBezTo>
                <a:cubicBezTo>
                  <a:pt x="14083" y="77965"/>
                  <a:pt x="14457" y="96209"/>
                  <a:pt x="15204" y="113386"/>
                </a:cubicBezTo>
                <a:close/>
                <a:moveTo>
                  <a:pt x="108361" y="113386"/>
                </a:moveTo>
                <a:lnTo>
                  <a:pt x="93798" y="113386"/>
                </a:lnTo>
                <a:cubicBezTo>
                  <a:pt x="94971" y="99356"/>
                  <a:pt x="95558" y="84046"/>
                  <a:pt x="95558" y="67456"/>
                </a:cubicBezTo>
                <a:cubicBezTo>
                  <a:pt x="95558" y="59240"/>
                  <a:pt x="93891" y="53626"/>
                  <a:pt x="90557" y="50612"/>
                </a:cubicBezTo>
                <a:cubicBezTo>
                  <a:pt x="87223" y="47598"/>
                  <a:pt x="82462" y="46091"/>
                  <a:pt x="76274" y="46091"/>
                </a:cubicBezTo>
                <a:cubicBezTo>
                  <a:pt x="68699" y="46091"/>
                  <a:pt x="61710" y="48838"/>
                  <a:pt x="55309" y="54333"/>
                </a:cubicBezTo>
                <a:cubicBezTo>
                  <a:pt x="55309" y="72524"/>
                  <a:pt x="55416" y="92208"/>
                  <a:pt x="55629" y="113386"/>
                </a:cubicBezTo>
                <a:lnTo>
                  <a:pt x="41066" y="113386"/>
                </a:lnTo>
                <a:cubicBezTo>
                  <a:pt x="41972" y="95249"/>
                  <a:pt x="42426" y="82126"/>
                  <a:pt x="42426" y="74017"/>
                </a:cubicBezTo>
                <a:cubicBezTo>
                  <a:pt x="42426" y="61534"/>
                  <a:pt x="41252" y="49425"/>
                  <a:pt x="38905" y="37689"/>
                </a:cubicBezTo>
                <a:lnTo>
                  <a:pt x="52988" y="35688"/>
                </a:lnTo>
                <a:lnTo>
                  <a:pt x="54509" y="45451"/>
                </a:lnTo>
                <a:lnTo>
                  <a:pt x="55149" y="45451"/>
                </a:lnTo>
                <a:cubicBezTo>
                  <a:pt x="63044" y="38302"/>
                  <a:pt x="71499" y="34728"/>
                  <a:pt x="80515" y="34728"/>
                </a:cubicBezTo>
                <a:cubicBezTo>
                  <a:pt x="89370" y="34728"/>
                  <a:pt x="96225" y="36689"/>
                  <a:pt x="101080" y="40609"/>
                </a:cubicBezTo>
                <a:cubicBezTo>
                  <a:pt x="105934" y="44530"/>
                  <a:pt x="108361" y="51505"/>
                  <a:pt x="108361" y="61534"/>
                </a:cubicBezTo>
                <a:cubicBezTo>
                  <a:pt x="108361" y="62548"/>
                  <a:pt x="108308" y="64548"/>
                  <a:pt x="108201" y="67536"/>
                </a:cubicBezTo>
                <a:cubicBezTo>
                  <a:pt x="108094" y="70523"/>
                  <a:pt x="108041" y="72524"/>
                  <a:pt x="108041" y="73537"/>
                </a:cubicBezTo>
                <a:cubicBezTo>
                  <a:pt x="108041" y="82446"/>
                  <a:pt x="108148" y="95729"/>
                  <a:pt x="108361" y="113386"/>
                </a:cubicBezTo>
                <a:close/>
                <a:moveTo>
                  <a:pt x="181530" y="91701"/>
                </a:moveTo>
                <a:cubicBezTo>
                  <a:pt x="181530" y="107278"/>
                  <a:pt x="171581" y="115067"/>
                  <a:pt x="151683" y="115067"/>
                </a:cubicBezTo>
                <a:cubicBezTo>
                  <a:pt x="142881" y="115067"/>
                  <a:pt x="134666" y="114187"/>
                  <a:pt x="127038" y="112426"/>
                </a:cubicBezTo>
                <a:lnTo>
                  <a:pt x="129518" y="100663"/>
                </a:lnTo>
                <a:cubicBezTo>
                  <a:pt x="136453" y="103331"/>
                  <a:pt x="143975" y="104664"/>
                  <a:pt x="152083" y="104664"/>
                </a:cubicBezTo>
                <a:cubicBezTo>
                  <a:pt x="163713" y="104664"/>
                  <a:pt x="169527" y="101357"/>
                  <a:pt x="169527" y="94742"/>
                </a:cubicBezTo>
                <a:cubicBezTo>
                  <a:pt x="169527" y="91541"/>
                  <a:pt x="168234" y="88994"/>
                  <a:pt x="165647" y="87100"/>
                </a:cubicBezTo>
                <a:cubicBezTo>
                  <a:pt x="163059" y="85207"/>
                  <a:pt x="158778" y="83086"/>
                  <a:pt x="152804" y="80739"/>
                </a:cubicBezTo>
                <a:cubicBezTo>
                  <a:pt x="145228" y="77751"/>
                  <a:pt x="139734" y="74871"/>
                  <a:pt x="136320" y="72097"/>
                </a:cubicBezTo>
                <a:cubicBezTo>
                  <a:pt x="131305" y="67989"/>
                  <a:pt x="128798" y="63028"/>
                  <a:pt x="128798" y="57213"/>
                </a:cubicBezTo>
                <a:cubicBezTo>
                  <a:pt x="128798" y="51132"/>
                  <a:pt x="131092" y="45917"/>
                  <a:pt x="135680" y="41570"/>
                </a:cubicBezTo>
                <a:cubicBezTo>
                  <a:pt x="140267" y="37222"/>
                  <a:pt x="147256" y="35048"/>
                  <a:pt x="156644" y="35048"/>
                </a:cubicBezTo>
                <a:cubicBezTo>
                  <a:pt x="165820" y="35048"/>
                  <a:pt x="173182" y="35822"/>
                  <a:pt x="178730" y="37369"/>
                </a:cubicBezTo>
                <a:lnTo>
                  <a:pt x="176249" y="48891"/>
                </a:lnTo>
                <a:cubicBezTo>
                  <a:pt x="170488" y="46598"/>
                  <a:pt x="163819" y="45451"/>
                  <a:pt x="156244" y="45451"/>
                </a:cubicBezTo>
                <a:cubicBezTo>
                  <a:pt x="146002" y="45451"/>
                  <a:pt x="140881" y="48411"/>
                  <a:pt x="140881" y="54333"/>
                </a:cubicBezTo>
                <a:cubicBezTo>
                  <a:pt x="140881" y="57320"/>
                  <a:pt x="142028" y="59734"/>
                  <a:pt x="144322" y="61574"/>
                </a:cubicBezTo>
                <a:cubicBezTo>
                  <a:pt x="146615" y="63415"/>
                  <a:pt x="151097" y="65642"/>
                  <a:pt x="157765" y="68256"/>
                </a:cubicBezTo>
                <a:cubicBezTo>
                  <a:pt x="164966" y="71083"/>
                  <a:pt x="170301" y="73857"/>
                  <a:pt x="173768" y="76578"/>
                </a:cubicBezTo>
                <a:cubicBezTo>
                  <a:pt x="178943" y="80792"/>
                  <a:pt x="181530" y="85833"/>
                  <a:pt x="181530" y="91701"/>
                </a:cubicBezTo>
                <a:close/>
                <a:moveTo>
                  <a:pt x="244053" y="102344"/>
                </a:moveTo>
                <a:lnTo>
                  <a:pt x="243093" y="112746"/>
                </a:lnTo>
                <a:cubicBezTo>
                  <a:pt x="238878" y="114293"/>
                  <a:pt x="234904" y="115067"/>
                  <a:pt x="231170" y="115067"/>
                </a:cubicBezTo>
                <a:cubicBezTo>
                  <a:pt x="221568" y="115067"/>
                  <a:pt x="215006" y="112626"/>
                  <a:pt x="211485" y="107745"/>
                </a:cubicBezTo>
                <a:cubicBezTo>
                  <a:pt x="207965" y="102864"/>
                  <a:pt x="206204" y="94129"/>
                  <a:pt x="206204" y="81539"/>
                </a:cubicBezTo>
                <a:cubicBezTo>
                  <a:pt x="206204" y="73377"/>
                  <a:pt x="206258" y="62735"/>
                  <a:pt x="206364" y="49612"/>
                </a:cubicBezTo>
                <a:cubicBezTo>
                  <a:pt x="203377" y="49612"/>
                  <a:pt x="198976" y="49772"/>
                  <a:pt x="193161" y="50092"/>
                </a:cubicBezTo>
                <a:lnTo>
                  <a:pt x="193641" y="38489"/>
                </a:lnTo>
                <a:cubicBezTo>
                  <a:pt x="198709" y="38809"/>
                  <a:pt x="203244" y="38969"/>
                  <a:pt x="207244" y="38969"/>
                </a:cubicBezTo>
                <a:cubicBezTo>
                  <a:pt x="207244" y="35768"/>
                  <a:pt x="207511" y="28167"/>
                  <a:pt x="208045" y="16164"/>
                </a:cubicBezTo>
                <a:lnTo>
                  <a:pt x="220608" y="14883"/>
                </a:lnTo>
                <a:cubicBezTo>
                  <a:pt x="219701" y="26086"/>
                  <a:pt x="219247" y="34115"/>
                  <a:pt x="219247" y="38969"/>
                </a:cubicBezTo>
                <a:cubicBezTo>
                  <a:pt x="224475" y="38969"/>
                  <a:pt x="232157" y="38702"/>
                  <a:pt x="242293" y="38169"/>
                </a:cubicBezTo>
                <a:lnTo>
                  <a:pt x="241732" y="50092"/>
                </a:lnTo>
                <a:cubicBezTo>
                  <a:pt x="232130" y="49772"/>
                  <a:pt x="224422" y="49612"/>
                  <a:pt x="218607" y="49612"/>
                </a:cubicBezTo>
                <a:cubicBezTo>
                  <a:pt x="218500" y="57667"/>
                  <a:pt x="218447" y="66736"/>
                  <a:pt x="218447" y="76818"/>
                </a:cubicBezTo>
                <a:cubicBezTo>
                  <a:pt x="218447" y="87807"/>
                  <a:pt x="219607" y="95075"/>
                  <a:pt x="221928" y="98623"/>
                </a:cubicBezTo>
                <a:cubicBezTo>
                  <a:pt x="224248" y="102170"/>
                  <a:pt x="228556" y="103944"/>
                  <a:pt x="234851" y="103944"/>
                </a:cubicBezTo>
                <a:cubicBezTo>
                  <a:pt x="236931" y="103944"/>
                  <a:pt x="239999" y="103411"/>
                  <a:pt x="244053" y="102344"/>
                </a:cubicBezTo>
                <a:close/>
                <a:moveTo>
                  <a:pt x="320440" y="113386"/>
                </a:moveTo>
                <a:lnTo>
                  <a:pt x="307877" y="113867"/>
                </a:lnTo>
                <a:cubicBezTo>
                  <a:pt x="307237" y="111253"/>
                  <a:pt x="306917" y="108772"/>
                  <a:pt x="306917" y="106425"/>
                </a:cubicBezTo>
                <a:lnTo>
                  <a:pt x="306117" y="106425"/>
                </a:lnTo>
                <a:cubicBezTo>
                  <a:pt x="299555" y="112399"/>
                  <a:pt x="290620" y="115387"/>
                  <a:pt x="279310" y="115387"/>
                </a:cubicBezTo>
                <a:cubicBezTo>
                  <a:pt x="273176" y="115387"/>
                  <a:pt x="267894" y="113586"/>
                  <a:pt x="263467" y="109986"/>
                </a:cubicBezTo>
                <a:cubicBezTo>
                  <a:pt x="259039" y="106385"/>
                  <a:pt x="256825" y="101250"/>
                  <a:pt x="256825" y="94582"/>
                </a:cubicBezTo>
                <a:cubicBezTo>
                  <a:pt x="256825" y="86367"/>
                  <a:pt x="260293" y="79765"/>
                  <a:pt x="267228" y="74777"/>
                </a:cubicBezTo>
                <a:cubicBezTo>
                  <a:pt x="274163" y="69790"/>
                  <a:pt x="287046" y="67162"/>
                  <a:pt x="305877" y="66896"/>
                </a:cubicBezTo>
                <a:cubicBezTo>
                  <a:pt x="306037" y="65615"/>
                  <a:pt x="306117" y="64148"/>
                  <a:pt x="306117" y="62495"/>
                </a:cubicBezTo>
                <a:cubicBezTo>
                  <a:pt x="306117" y="55933"/>
                  <a:pt x="304370" y="51559"/>
                  <a:pt x="300875" y="49371"/>
                </a:cubicBezTo>
                <a:cubicBezTo>
                  <a:pt x="297381" y="47184"/>
                  <a:pt x="292087" y="46091"/>
                  <a:pt x="284992" y="46091"/>
                </a:cubicBezTo>
                <a:cubicBezTo>
                  <a:pt x="276617" y="46091"/>
                  <a:pt x="268375" y="47131"/>
                  <a:pt x="260266" y="49211"/>
                </a:cubicBezTo>
                <a:lnTo>
                  <a:pt x="261626" y="38169"/>
                </a:lnTo>
                <a:cubicBezTo>
                  <a:pt x="269628" y="35875"/>
                  <a:pt x="278830" y="34728"/>
                  <a:pt x="289233" y="34728"/>
                </a:cubicBezTo>
                <a:cubicBezTo>
                  <a:pt x="298728" y="34728"/>
                  <a:pt x="306063" y="36689"/>
                  <a:pt x="311238" y="40609"/>
                </a:cubicBezTo>
                <a:cubicBezTo>
                  <a:pt x="316412" y="44530"/>
                  <a:pt x="319000" y="51212"/>
                  <a:pt x="319000" y="60654"/>
                </a:cubicBezTo>
                <a:cubicBezTo>
                  <a:pt x="319000" y="63161"/>
                  <a:pt x="318880" y="67709"/>
                  <a:pt x="318640" y="74297"/>
                </a:cubicBezTo>
                <a:cubicBezTo>
                  <a:pt x="318400" y="80885"/>
                  <a:pt x="318280" y="85273"/>
                  <a:pt x="318280" y="87460"/>
                </a:cubicBezTo>
                <a:cubicBezTo>
                  <a:pt x="318280" y="97169"/>
                  <a:pt x="319000" y="105811"/>
                  <a:pt x="320440" y="113386"/>
                </a:cubicBezTo>
                <a:moveTo>
                  <a:pt x="306277" y="97863"/>
                </a:moveTo>
                <a:cubicBezTo>
                  <a:pt x="306010" y="89754"/>
                  <a:pt x="305877" y="82473"/>
                  <a:pt x="305877" y="76018"/>
                </a:cubicBezTo>
                <a:cubicBezTo>
                  <a:pt x="295848" y="76018"/>
                  <a:pt x="288219" y="76765"/>
                  <a:pt x="282991" y="78258"/>
                </a:cubicBezTo>
                <a:cubicBezTo>
                  <a:pt x="274243" y="80926"/>
                  <a:pt x="269868" y="86020"/>
                  <a:pt x="269868" y="93542"/>
                </a:cubicBezTo>
                <a:cubicBezTo>
                  <a:pt x="269868" y="100797"/>
                  <a:pt x="274989" y="104424"/>
                  <a:pt x="285232" y="104424"/>
                </a:cubicBezTo>
                <a:cubicBezTo>
                  <a:pt x="294034" y="104424"/>
                  <a:pt x="301049" y="102237"/>
                  <a:pt x="306277" y="97863"/>
                </a:cubicBezTo>
                <a:close/>
                <a:moveTo>
                  <a:pt x="408914" y="113386"/>
                </a:moveTo>
                <a:lnTo>
                  <a:pt x="394351" y="113386"/>
                </a:lnTo>
                <a:cubicBezTo>
                  <a:pt x="395524" y="99356"/>
                  <a:pt x="396111" y="84046"/>
                  <a:pt x="396111" y="67456"/>
                </a:cubicBezTo>
                <a:cubicBezTo>
                  <a:pt x="396111" y="59240"/>
                  <a:pt x="394444" y="53626"/>
                  <a:pt x="391110" y="50612"/>
                </a:cubicBezTo>
                <a:cubicBezTo>
                  <a:pt x="387776" y="47598"/>
                  <a:pt x="383015" y="46091"/>
                  <a:pt x="376826" y="46091"/>
                </a:cubicBezTo>
                <a:cubicBezTo>
                  <a:pt x="369251" y="46091"/>
                  <a:pt x="362263" y="48838"/>
                  <a:pt x="355862" y="54333"/>
                </a:cubicBezTo>
                <a:cubicBezTo>
                  <a:pt x="355862" y="72524"/>
                  <a:pt x="355968" y="92208"/>
                  <a:pt x="356182" y="113386"/>
                </a:cubicBezTo>
                <a:lnTo>
                  <a:pt x="341618" y="113386"/>
                </a:lnTo>
                <a:cubicBezTo>
                  <a:pt x="342525" y="95249"/>
                  <a:pt x="342979" y="82126"/>
                  <a:pt x="342979" y="74017"/>
                </a:cubicBezTo>
                <a:cubicBezTo>
                  <a:pt x="342979" y="61534"/>
                  <a:pt x="341805" y="49425"/>
                  <a:pt x="339458" y="37689"/>
                </a:cubicBezTo>
                <a:lnTo>
                  <a:pt x="353541" y="35688"/>
                </a:lnTo>
                <a:lnTo>
                  <a:pt x="355061" y="45451"/>
                </a:lnTo>
                <a:lnTo>
                  <a:pt x="355702" y="45451"/>
                </a:lnTo>
                <a:cubicBezTo>
                  <a:pt x="363597" y="38302"/>
                  <a:pt x="372052" y="34728"/>
                  <a:pt x="381067" y="34728"/>
                </a:cubicBezTo>
                <a:cubicBezTo>
                  <a:pt x="389923" y="34728"/>
                  <a:pt x="396778" y="36689"/>
                  <a:pt x="401632" y="40609"/>
                </a:cubicBezTo>
                <a:cubicBezTo>
                  <a:pt x="406487" y="44530"/>
                  <a:pt x="408914" y="51505"/>
                  <a:pt x="408914" y="61534"/>
                </a:cubicBezTo>
                <a:cubicBezTo>
                  <a:pt x="408914" y="62548"/>
                  <a:pt x="408861" y="64548"/>
                  <a:pt x="408754" y="67536"/>
                </a:cubicBezTo>
                <a:cubicBezTo>
                  <a:pt x="408647" y="70523"/>
                  <a:pt x="408594" y="72524"/>
                  <a:pt x="408594" y="73537"/>
                </a:cubicBezTo>
                <a:cubicBezTo>
                  <a:pt x="408594" y="82446"/>
                  <a:pt x="408701" y="95729"/>
                  <a:pt x="408914" y="113386"/>
                </a:cubicBezTo>
                <a:close/>
                <a:moveTo>
                  <a:pt x="489444" y="101144"/>
                </a:moveTo>
                <a:lnTo>
                  <a:pt x="488644" y="111866"/>
                </a:lnTo>
                <a:cubicBezTo>
                  <a:pt x="484323" y="114320"/>
                  <a:pt x="478535" y="115547"/>
                  <a:pt x="471280" y="115547"/>
                </a:cubicBezTo>
                <a:cubicBezTo>
                  <a:pt x="457464" y="115547"/>
                  <a:pt x="446901" y="111733"/>
                  <a:pt x="439593" y="104104"/>
                </a:cubicBezTo>
                <a:cubicBezTo>
                  <a:pt x="432284" y="96476"/>
                  <a:pt x="428630" y="87274"/>
                  <a:pt x="428630" y="76498"/>
                </a:cubicBezTo>
                <a:cubicBezTo>
                  <a:pt x="428630" y="65082"/>
                  <a:pt x="432471" y="55266"/>
                  <a:pt x="440153" y="47051"/>
                </a:cubicBezTo>
                <a:cubicBezTo>
                  <a:pt x="447835" y="38836"/>
                  <a:pt x="457997" y="34728"/>
                  <a:pt x="470640" y="34728"/>
                </a:cubicBezTo>
                <a:cubicBezTo>
                  <a:pt x="476988" y="34728"/>
                  <a:pt x="482163" y="35368"/>
                  <a:pt x="486164" y="36649"/>
                </a:cubicBezTo>
                <a:lnTo>
                  <a:pt x="484003" y="49211"/>
                </a:lnTo>
                <a:cubicBezTo>
                  <a:pt x="478402" y="47131"/>
                  <a:pt x="472720" y="46091"/>
                  <a:pt x="466959" y="46091"/>
                </a:cubicBezTo>
                <a:cubicBezTo>
                  <a:pt x="459384" y="46091"/>
                  <a:pt x="453356" y="48731"/>
                  <a:pt x="448875" y="54013"/>
                </a:cubicBezTo>
                <a:cubicBezTo>
                  <a:pt x="444394" y="59294"/>
                  <a:pt x="442153" y="65909"/>
                  <a:pt x="442153" y="73857"/>
                </a:cubicBezTo>
                <a:cubicBezTo>
                  <a:pt x="442153" y="82499"/>
                  <a:pt x="444821" y="89701"/>
                  <a:pt x="450155" y="95462"/>
                </a:cubicBezTo>
                <a:cubicBezTo>
                  <a:pt x="455490" y="101224"/>
                  <a:pt x="463038" y="104104"/>
                  <a:pt x="472801" y="104104"/>
                </a:cubicBezTo>
                <a:cubicBezTo>
                  <a:pt x="476801" y="104104"/>
                  <a:pt x="482349" y="103117"/>
                  <a:pt x="489444" y="101144"/>
                </a:cubicBezTo>
                <a:close/>
                <a:moveTo>
                  <a:pt x="571942" y="66415"/>
                </a:moveTo>
                <a:cubicBezTo>
                  <a:pt x="571942" y="68656"/>
                  <a:pt x="571836" y="71750"/>
                  <a:pt x="571622" y="75698"/>
                </a:cubicBezTo>
                <a:lnTo>
                  <a:pt x="516649" y="76658"/>
                </a:lnTo>
                <a:cubicBezTo>
                  <a:pt x="517183" y="84446"/>
                  <a:pt x="520197" y="90968"/>
                  <a:pt x="525692" y="96222"/>
                </a:cubicBezTo>
                <a:cubicBezTo>
                  <a:pt x="531186" y="101477"/>
                  <a:pt x="538468" y="104104"/>
                  <a:pt x="547537" y="104104"/>
                </a:cubicBezTo>
                <a:cubicBezTo>
                  <a:pt x="555645" y="104104"/>
                  <a:pt x="563247" y="103117"/>
                  <a:pt x="570342" y="101144"/>
                </a:cubicBezTo>
                <a:lnTo>
                  <a:pt x="568982" y="112426"/>
                </a:lnTo>
                <a:cubicBezTo>
                  <a:pt x="563754" y="114507"/>
                  <a:pt x="556205" y="115547"/>
                  <a:pt x="546336" y="115547"/>
                </a:cubicBezTo>
                <a:cubicBezTo>
                  <a:pt x="532467" y="115547"/>
                  <a:pt x="521891" y="111759"/>
                  <a:pt x="514609" y="104184"/>
                </a:cubicBezTo>
                <a:cubicBezTo>
                  <a:pt x="507327" y="96609"/>
                  <a:pt x="503686" y="87380"/>
                  <a:pt x="503686" y="76498"/>
                </a:cubicBezTo>
                <a:cubicBezTo>
                  <a:pt x="503686" y="64868"/>
                  <a:pt x="507007" y="54853"/>
                  <a:pt x="513649" y="46451"/>
                </a:cubicBezTo>
                <a:cubicBezTo>
                  <a:pt x="520290" y="38049"/>
                  <a:pt x="529212" y="33848"/>
                  <a:pt x="540415" y="33848"/>
                </a:cubicBezTo>
                <a:cubicBezTo>
                  <a:pt x="550711" y="33848"/>
                  <a:pt x="558539" y="36889"/>
                  <a:pt x="563900" y="42970"/>
                </a:cubicBezTo>
                <a:cubicBezTo>
                  <a:pt x="569262" y="49051"/>
                  <a:pt x="571942" y="56867"/>
                  <a:pt x="571942" y="66415"/>
                </a:cubicBezTo>
                <a:moveTo>
                  <a:pt x="558579" y="66575"/>
                </a:moveTo>
                <a:cubicBezTo>
                  <a:pt x="558579" y="51585"/>
                  <a:pt x="552311" y="44090"/>
                  <a:pt x="539775" y="44090"/>
                </a:cubicBezTo>
                <a:cubicBezTo>
                  <a:pt x="526972" y="44090"/>
                  <a:pt x="519423" y="51879"/>
                  <a:pt x="517130" y="67456"/>
                </a:cubicBezTo>
                <a:lnTo>
                  <a:pt x="558579" y="66575"/>
                </a:lnTo>
                <a:close/>
                <a:moveTo>
                  <a:pt x="691745" y="86420"/>
                </a:moveTo>
                <a:cubicBezTo>
                  <a:pt x="691745" y="106158"/>
                  <a:pt x="678008" y="116027"/>
                  <a:pt x="650535" y="116027"/>
                </a:cubicBezTo>
                <a:cubicBezTo>
                  <a:pt x="640506" y="116027"/>
                  <a:pt x="631598" y="114880"/>
                  <a:pt x="623809" y="112586"/>
                </a:cubicBezTo>
                <a:lnTo>
                  <a:pt x="626610" y="100023"/>
                </a:lnTo>
                <a:cubicBezTo>
                  <a:pt x="635572" y="103117"/>
                  <a:pt x="644081" y="104664"/>
                  <a:pt x="652136" y="104664"/>
                </a:cubicBezTo>
                <a:cubicBezTo>
                  <a:pt x="670273" y="104664"/>
                  <a:pt x="679342" y="99543"/>
                  <a:pt x="679342" y="89301"/>
                </a:cubicBezTo>
                <a:cubicBezTo>
                  <a:pt x="679342" y="84126"/>
                  <a:pt x="676995" y="79699"/>
                  <a:pt x="672300" y="76018"/>
                </a:cubicBezTo>
                <a:cubicBezTo>
                  <a:pt x="669153" y="73564"/>
                  <a:pt x="662965" y="70283"/>
                  <a:pt x="653736" y="66175"/>
                </a:cubicBezTo>
                <a:cubicBezTo>
                  <a:pt x="644027" y="61854"/>
                  <a:pt x="637226" y="57880"/>
                  <a:pt x="633331" y="54253"/>
                </a:cubicBezTo>
                <a:cubicBezTo>
                  <a:pt x="627943" y="49238"/>
                  <a:pt x="625250" y="42943"/>
                  <a:pt x="625250" y="35368"/>
                </a:cubicBezTo>
                <a:cubicBezTo>
                  <a:pt x="625250" y="27473"/>
                  <a:pt x="627997" y="21045"/>
                  <a:pt x="633491" y="16084"/>
                </a:cubicBezTo>
                <a:cubicBezTo>
                  <a:pt x="639626" y="10536"/>
                  <a:pt x="648295" y="7762"/>
                  <a:pt x="659498" y="7762"/>
                </a:cubicBezTo>
                <a:cubicBezTo>
                  <a:pt x="672194" y="7762"/>
                  <a:pt x="680889" y="8589"/>
                  <a:pt x="685584" y="10242"/>
                </a:cubicBezTo>
                <a:lnTo>
                  <a:pt x="683663" y="22965"/>
                </a:lnTo>
                <a:cubicBezTo>
                  <a:pt x="675555" y="20405"/>
                  <a:pt x="666939" y="19124"/>
                  <a:pt x="657817" y="19124"/>
                </a:cubicBezTo>
                <a:cubicBezTo>
                  <a:pt x="644107" y="19124"/>
                  <a:pt x="637252" y="23712"/>
                  <a:pt x="637252" y="32888"/>
                </a:cubicBezTo>
                <a:cubicBezTo>
                  <a:pt x="637252" y="37315"/>
                  <a:pt x="639226" y="41023"/>
                  <a:pt x="643174" y="44010"/>
                </a:cubicBezTo>
                <a:cubicBezTo>
                  <a:pt x="645734" y="45877"/>
                  <a:pt x="651389" y="48705"/>
                  <a:pt x="660138" y="52492"/>
                </a:cubicBezTo>
                <a:cubicBezTo>
                  <a:pt x="670113" y="56813"/>
                  <a:pt x="677315" y="60921"/>
                  <a:pt x="681743" y="64815"/>
                </a:cubicBezTo>
                <a:cubicBezTo>
                  <a:pt x="688411" y="70683"/>
                  <a:pt x="691745" y="77885"/>
                  <a:pt x="691745" y="86420"/>
                </a:cubicBezTo>
                <a:close/>
                <a:moveTo>
                  <a:pt x="769119" y="101144"/>
                </a:moveTo>
                <a:lnTo>
                  <a:pt x="768319" y="111866"/>
                </a:lnTo>
                <a:cubicBezTo>
                  <a:pt x="763998" y="114320"/>
                  <a:pt x="758210" y="115547"/>
                  <a:pt x="750955" y="115547"/>
                </a:cubicBezTo>
                <a:cubicBezTo>
                  <a:pt x="737138" y="115547"/>
                  <a:pt x="726576" y="111733"/>
                  <a:pt x="719267" y="104104"/>
                </a:cubicBezTo>
                <a:cubicBezTo>
                  <a:pt x="711959" y="96476"/>
                  <a:pt x="708305" y="87274"/>
                  <a:pt x="708305" y="76498"/>
                </a:cubicBezTo>
                <a:cubicBezTo>
                  <a:pt x="708305" y="65082"/>
                  <a:pt x="712146" y="55266"/>
                  <a:pt x="719827" y="47051"/>
                </a:cubicBezTo>
                <a:cubicBezTo>
                  <a:pt x="727509" y="38836"/>
                  <a:pt x="737671" y="34728"/>
                  <a:pt x="750314" y="34728"/>
                </a:cubicBezTo>
                <a:cubicBezTo>
                  <a:pt x="756663" y="34728"/>
                  <a:pt x="761837" y="35368"/>
                  <a:pt x="765838" y="36649"/>
                </a:cubicBezTo>
                <a:lnTo>
                  <a:pt x="763678" y="49211"/>
                </a:lnTo>
                <a:cubicBezTo>
                  <a:pt x="758076" y="47131"/>
                  <a:pt x="752395" y="46091"/>
                  <a:pt x="746634" y="46091"/>
                </a:cubicBezTo>
                <a:cubicBezTo>
                  <a:pt x="739058" y="46091"/>
                  <a:pt x="733030" y="48731"/>
                  <a:pt x="728549" y="54013"/>
                </a:cubicBezTo>
                <a:cubicBezTo>
                  <a:pt x="724068" y="59294"/>
                  <a:pt x="721828" y="65909"/>
                  <a:pt x="721828" y="73857"/>
                </a:cubicBezTo>
                <a:cubicBezTo>
                  <a:pt x="721828" y="82499"/>
                  <a:pt x="724495" y="89701"/>
                  <a:pt x="729830" y="95462"/>
                </a:cubicBezTo>
                <a:cubicBezTo>
                  <a:pt x="735164" y="101224"/>
                  <a:pt x="742713" y="104104"/>
                  <a:pt x="752475" y="104104"/>
                </a:cubicBezTo>
                <a:cubicBezTo>
                  <a:pt x="756476" y="104104"/>
                  <a:pt x="762024" y="103117"/>
                  <a:pt x="769119" y="101144"/>
                </a:cubicBezTo>
                <a:close/>
                <a:moveTo>
                  <a:pt x="846194" y="113386"/>
                </a:moveTo>
                <a:lnTo>
                  <a:pt x="833631" y="113867"/>
                </a:lnTo>
                <a:cubicBezTo>
                  <a:pt x="832991" y="111253"/>
                  <a:pt x="832671" y="108772"/>
                  <a:pt x="832671" y="106425"/>
                </a:cubicBezTo>
                <a:lnTo>
                  <a:pt x="831870" y="106425"/>
                </a:lnTo>
                <a:cubicBezTo>
                  <a:pt x="825309" y="112399"/>
                  <a:pt x="816373" y="115387"/>
                  <a:pt x="805064" y="115387"/>
                </a:cubicBezTo>
                <a:cubicBezTo>
                  <a:pt x="798929" y="115387"/>
                  <a:pt x="793648" y="113586"/>
                  <a:pt x="789220" y="109986"/>
                </a:cubicBezTo>
                <a:cubicBezTo>
                  <a:pt x="784793" y="106385"/>
                  <a:pt x="782579" y="101250"/>
                  <a:pt x="782579" y="94582"/>
                </a:cubicBezTo>
                <a:cubicBezTo>
                  <a:pt x="782579" y="86367"/>
                  <a:pt x="786046" y="79765"/>
                  <a:pt x="792981" y="74777"/>
                </a:cubicBezTo>
                <a:cubicBezTo>
                  <a:pt x="799916" y="69790"/>
                  <a:pt x="812799" y="67162"/>
                  <a:pt x="831630" y="66896"/>
                </a:cubicBezTo>
                <a:cubicBezTo>
                  <a:pt x="831790" y="65615"/>
                  <a:pt x="831870" y="64148"/>
                  <a:pt x="831870" y="62495"/>
                </a:cubicBezTo>
                <a:cubicBezTo>
                  <a:pt x="831870" y="55933"/>
                  <a:pt x="830123" y="51559"/>
                  <a:pt x="826629" y="49371"/>
                </a:cubicBezTo>
                <a:cubicBezTo>
                  <a:pt x="823135" y="47184"/>
                  <a:pt x="817840" y="46091"/>
                  <a:pt x="810746" y="46091"/>
                </a:cubicBezTo>
                <a:cubicBezTo>
                  <a:pt x="802370" y="46091"/>
                  <a:pt x="794128" y="47131"/>
                  <a:pt x="786020" y="49211"/>
                </a:cubicBezTo>
                <a:lnTo>
                  <a:pt x="787380" y="38169"/>
                </a:lnTo>
                <a:cubicBezTo>
                  <a:pt x="795382" y="35875"/>
                  <a:pt x="804584" y="34728"/>
                  <a:pt x="814986" y="34728"/>
                </a:cubicBezTo>
                <a:cubicBezTo>
                  <a:pt x="824482" y="34728"/>
                  <a:pt x="831817" y="36689"/>
                  <a:pt x="836992" y="40609"/>
                </a:cubicBezTo>
                <a:cubicBezTo>
                  <a:pt x="842166" y="44530"/>
                  <a:pt x="844753" y="51212"/>
                  <a:pt x="844753" y="60654"/>
                </a:cubicBezTo>
                <a:cubicBezTo>
                  <a:pt x="844753" y="63161"/>
                  <a:pt x="844633" y="67709"/>
                  <a:pt x="844393" y="74297"/>
                </a:cubicBezTo>
                <a:cubicBezTo>
                  <a:pt x="844153" y="80885"/>
                  <a:pt x="844033" y="85273"/>
                  <a:pt x="844033" y="87460"/>
                </a:cubicBezTo>
                <a:cubicBezTo>
                  <a:pt x="844033" y="97169"/>
                  <a:pt x="844753" y="105811"/>
                  <a:pt x="846194" y="113386"/>
                </a:cubicBezTo>
                <a:moveTo>
                  <a:pt x="832030" y="97863"/>
                </a:moveTo>
                <a:cubicBezTo>
                  <a:pt x="831764" y="89754"/>
                  <a:pt x="831630" y="82473"/>
                  <a:pt x="831630" y="76018"/>
                </a:cubicBezTo>
                <a:cubicBezTo>
                  <a:pt x="821601" y="76018"/>
                  <a:pt x="813973" y="76765"/>
                  <a:pt x="808745" y="78258"/>
                </a:cubicBezTo>
                <a:cubicBezTo>
                  <a:pt x="799996" y="80926"/>
                  <a:pt x="795622" y="86020"/>
                  <a:pt x="795622" y="93542"/>
                </a:cubicBezTo>
                <a:cubicBezTo>
                  <a:pt x="795622" y="100797"/>
                  <a:pt x="800743" y="104424"/>
                  <a:pt x="810986" y="104424"/>
                </a:cubicBezTo>
                <a:cubicBezTo>
                  <a:pt x="819788" y="104424"/>
                  <a:pt x="826803" y="102237"/>
                  <a:pt x="832030" y="97863"/>
                </a:cubicBezTo>
                <a:close/>
                <a:moveTo>
                  <a:pt x="882270" y="113386"/>
                </a:moveTo>
                <a:lnTo>
                  <a:pt x="866906" y="113386"/>
                </a:lnTo>
                <a:cubicBezTo>
                  <a:pt x="867867" y="95782"/>
                  <a:pt x="868347" y="75884"/>
                  <a:pt x="868347" y="53693"/>
                </a:cubicBezTo>
                <a:cubicBezTo>
                  <a:pt x="868347" y="32141"/>
                  <a:pt x="867573" y="14510"/>
                  <a:pt x="866026" y="800"/>
                </a:cubicBezTo>
                <a:lnTo>
                  <a:pt x="882270" y="0"/>
                </a:lnTo>
                <a:cubicBezTo>
                  <a:pt x="881256" y="14510"/>
                  <a:pt x="880750" y="32408"/>
                  <a:pt x="880750" y="53693"/>
                </a:cubicBezTo>
                <a:cubicBezTo>
                  <a:pt x="880750" y="75618"/>
                  <a:pt x="881256" y="95516"/>
                  <a:pt x="882270" y="113386"/>
                </a:cubicBezTo>
                <a:close/>
                <a:moveTo>
                  <a:pt x="970068" y="66415"/>
                </a:moveTo>
                <a:cubicBezTo>
                  <a:pt x="970068" y="68656"/>
                  <a:pt x="969961" y="71750"/>
                  <a:pt x="969748" y="75698"/>
                </a:cubicBezTo>
                <a:lnTo>
                  <a:pt x="914775" y="76658"/>
                </a:lnTo>
                <a:cubicBezTo>
                  <a:pt x="915308" y="84446"/>
                  <a:pt x="918322" y="90968"/>
                  <a:pt x="923817" y="96222"/>
                </a:cubicBezTo>
                <a:cubicBezTo>
                  <a:pt x="929312" y="101477"/>
                  <a:pt x="936593" y="104104"/>
                  <a:pt x="945662" y="104104"/>
                </a:cubicBezTo>
                <a:cubicBezTo>
                  <a:pt x="953771" y="104104"/>
                  <a:pt x="961372" y="103117"/>
                  <a:pt x="968467" y="101144"/>
                </a:cubicBezTo>
                <a:lnTo>
                  <a:pt x="967107" y="112426"/>
                </a:lnTo>
                <a:cubicBezTo>
                  <a:pt x="961879" y="114507"/>
                  <a:pt x="954331" y="115547"/>
                  <a:pt x="944462" y="115547"/>
                </a:cubicBezTo>
                <a:cubicBezTo>
                  <a:pt x="930592" y="115547"/>
                  <a:pt x="920016" y="111759"/>
                  <a:pt x="912734" y="104184"/>
                </a:cubicBezTo>
                <a:cubicBezTo>
                  <a:pt x="905453" y="96609"/>
                  <a:pt x="901812" y="87380"/>
                  <a:pt x="901812" y="76498"/>
                </a:cubicBezTo>
                <a:cubicBezTo>
                  <a:pt x="901812" y="64868"/>
                  <a:pt x="905133" y="54853"/>
                  <a:pt x="911774" y="46451"/>
                </a:cubicBezTo>
                <a:cubicBezTo>
                  <a:pt x="918416" y="38049"/>
                  <a:pt x="927338" y="33848"/>
                  <a:pt x="938540" y="33848"/>
                </a:cubicBezTo>
                <a:cubicBezTo>
                  <a:pt x="948836" y="33848"/>
                  <a:pt x="956665" y="36889"/>
                  <a:pt x="962026" y="42970"/>
                </a:cubicBezTo>
                <a:cubicBezTo>
                  <a:pt x="967387" y="49051"/>
                  <a:pt x="970068" y="56867"/>
                  <a:pt x="970068" y="66415"/>
                </a:cubicBezTo>
                <a:moveTo>
                  <a:pt x="956705" y="66575"/>
                </a:moveTo>
                <a:cubicBezTo>
                  <a:pt x="956705" y="51585"/>
                  <a:pt x="950437" y="44090"/>
                  <a:pt x="937900" y="44090"/>
                </a:cubicBezTo>
                <a:cubicBezTo>
                  <a:pt x="925097" y="44090"/>
                  <a:pt x="917549" y="51879"/>
                  <a:pt x="915255" y="67456"/>
                </a:cubicBezTo>
                <a:lnTo>
                  <a:pt x="956705" y="66575"/>
                </a:lnTo>
                <a:close/>
                <a:moveTo>
                  <a:pt x="1037279" y="37369"/>
                </a:moveTo>
                <a:lnTo>
                  <a:pt x="1033678" y="50092"/>
                </a:lnTo>
                <a:cubicBezTo>
                  <a:pt x="1029517" y="48438"/>
                  <a:pt x="1025650" y="47611"/>
                  <a:pt x="1022076" y="47611"/>
                </a:cubicBezTo>
                <a:cubicBezTo>
                  <a:pt x="1012047" y="47611"/>
                  <a:pt x="1005539" y="52386"/>
                  <a:pt x="1002551" y="61934"/>
                </a:cubicBezTo>
                <a:cubicBezTo>
                  <a:pt x="1002551" y="86473"/>
                  <a:pt x="1002711" y="103624"/>
                  <a:pt x="1003031" y="113386"/>
                </a:cubicBezTo>
                <a:lnTo>
                  <a:pt x="988868" y="113386"/>
                </a:lnTo>
                <a:cubicBezTo>
                  <a:pt x="989721" y="96476"/>
                  <a:pt x="990148" y="83353"/>
                  <a:pt x="990148" y="74017"/>
                </a:cubicBezTo>
                <a:cubicBezTo>
                  <a:pt x="990148" y="61374"/>
                  <a:pt x="988895" y="49265"/>
                  <a:pt x="986387" y="37689"/>
                </a:cubicBezTo>
                <a:lnTo>
                  <a:pt x="1000391" y="35688"/>
                </a:lnTo>
                <a:cubicBezTo>
                  <a:pt x="1001404" y="41556"/>
                  <a:pt x="1001911" y="45477"/>
                  <a:pt x="1001911" y="47451"/>
                </a:cubicBezTo>
                <a:lnTo>
                  <a:pt x="1002551" y="47451"/>
                </a:lnTo>
                <a:cubicBezTo>
                  <a:pt x="1008312" y="38969"/>
                  <a:pt x="1015034" y="34728"/>
                  <a:pt x="1022716" y="34728"/>
                </a:cubicBezTo>
                <a:cubicBezTo>
                  <a:pt x="1026770" y="34728"/>
                  <a:pt x="1031625" y="35608"/>
                  <a:pt x="1037279" y="373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5e6854f52433a"/>
          <a:stretch xmlns:a="http://schemas.openxmlformats.org/drawingml/2006/main"/>
        </p:blipFill>
        <p:spPr>
          <a:xfrm xmlns:a="http://schemas.openxmlformats.org/drawingml/2006/main">
            <a:off x="5493755" y="832439"/>
            <a:ext cx="203209" cy="206486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12dd0605b4a06"/>
          <a:stretch xmlns:a="http://schemas.openxmlformats.org/drawingml/2006/main"/>
        </p:blipFill>
        <p:spPr>
          <a:xfrm xmlns:a="http://schemas.openxmlformats.org/drawingml/2006/main">
            <a:off x="5303657" y="835716"/>
            <a:ext cx="203209" cy="203209"/>
          </a:xfrm>
          <a:prstGeom xmlns:a="http://schemas.openxmlformats.org/drawingml/2006/main" prst="rect">
            <a:avLst/>
          </a:prstGeom>
        </p:spPr>
      </p:pic>
      <p:sp>
        <p:nvSpPr>
          <p:cNvPr id="47" name="Text LoadAnticipator">
            <a:extLst xmlns:a="http://schemas.openxmlformats.org/drawingml/2006/main">
              <a:ext uri="{FF2B5EF4-FFF2-40B4-BE49-F238E27FC236}">
                <a16:creationId xmlns:a16="http://schemas.microsoft.com/office/drawing/2014/main" id="{D6586268-8EA4-4705-9E44-6B121E69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75" y="2287421"/>
            <a:ext cx="724445" cy="95766"/>
          </a:xfrm>
          <a:custGeom xmlns:a="http://schemas.openxmlformats.org/drawingml/2006/main">
            <a:pathLst>
              <a:path w="724445" h="95766">
                <a:moveTo>
                  <a:pt x="40611" y="64834"/>
                </a:moveTo>
                <a:lnTo>
                  <a:pt x="40304" y="72362"/>
                </a:lnTo>
                <a:lnTo>
                  <a:pt x="0" y="72362"/>
                </a:lnTo>
                <a:cubicBezTo>
                  <a:pt x="410" y="63930"/>
                  <a:pt x="615" y="52253"/>
                  <a:pt x="615" y="37333"/>
                </a:cubicBezTo>
                <a:cubicBezTo>
                  <a:pt x="615" y="24496"/>
                  <a:pt x="410" y="13947"/>
                  <a:pt x="0" y="5685"/>
                </a:cubicBezTo>
                <a:lnTo>
                  <a:pt x="9525" y="5685"/>
                </a:lnTo>
                <a:cubicBezTo>
                  <a:pt x="9116" y="12581"/>
                  <a:pt x="8911" y="23131"/>
                  <a:pt x="8911" y="37333"/>
                </a:cubicBezTo>
                <a:cubicBezTo>
                  <a:pt x="8911" y="49010"/>
                  <a:pt x="8723" y="58365"/>
                  <a:pt x="8348" y="65398"/>
                </a:cubicBezTo>
                <a:cubicBezTo>
                  <a:pt x="18590" y="65398"/>
                  <a:pt x="29344" y="65210"/>
                  <a:pt x="40611" y="64834"/>
                </a:cubicBezTo>
                <a:close/>
                <a:moveTo>
                  <a:pt x="94588" y="46552"/>
                </a:moveTo>
                <a:cubicBezTo>
                  <a:pt x="94588" y="55292"/>
                  <a:pt x="92079" y="62112"/>
                  <a:pt x="87060" y="67011"/>
                </a:cubicBezTo>
                <a:cubicBezTo>
                  <a:pt x="82041" y="71910"/>
                  <a:pt x="76135" y="74360"/>
                  <a:pt x="69341" y="74360"/>
                </a:cubicBezTo>
                <a:cubicBezTo>
                  <a:pt x="62991" y="74360"/>
                  <a:pt x="57537" y="72192"/>
                  <a:pt x="52979" y="67856"/>
                </a:cubicBezTo>
                <a:cubicBezTo>
                  <a:pt x="48421" y="63520"/>
                  <a:pt x="46142" y="57409"/>
                  <a:pt x="46142" y="49522"/>
                </a:cubicBezTo>
                <a:cubicBezTo>
                  <a:pt x="46142" y="40713"/>
                  <a:pt x="48660" y="33834"/>
                  <a:pt x="53696" y="28884"/>
                </a:cubicBezTo>
                <a:cubicBezTo>
                  <a:pt x="58732" y="23933"/>
                  <a:pt x="64646" y="21458"/>
                  <a:pt x="71441" y="21458"/>
                </a:cubicBezTo>
                <a:cubicBezTo>
                  <a:pt x="77791" y="21458"/>
                  <a:pt x="83236" y="23651"/>
                  <a:pt x="87777" y="28039"/>
                </a:cubicBezTo>
                <a:cubicBezTo>
                  <a:pt x="92318" y="32426"/>
                  <a:pt x="94588" y="38597"/>
                  <a:pt x="94588" y="46552"/>
                </a:cubicBezTo>
                <a:moveTo>
                  <a:pt x="85729" y="48344"/>
                </a:moveTo>
                <a:cubicBezTo>
                  <a:pt x="85729" y="43018"/>
                  <a:pt x="84389" y="38281"/>
                  <a:pt x="81709" y="34133"/>
                </a:cubicBezTo>
                <a:cubicBezTo>
                  <a:pt x="79028" y="29985"/>
                  <a:pt x="75213" y="27910"/>
                  <a:pt x="70263" y="27910"/>
                </a:cubicBezTo>
                <a:cubicBezTo>
                  <a:pt x="65346" y="27910"/>
                  <a:pt x="61565" y="29874"/>
                  <a:pt x="58919" y="33800"/>
                </a:cubicBezTo>
                <a:cubicBezTo>
                  <a:pt x="56273" y="37726"/>
                  <a:pt x="54950" y="42284"/>
                  <a:pt x="54950" y="47473"/>
                </a:cubicBezTo>
                <a:cubicBezTo>
                  <a:pt x="54950" y="52834"/>
                  <a:pt x="56290" y="57579"/>
                  <a:pt x="58970" y="61710"/>
                </a:cubicBezTo>
                <a:cubicBezTo>
                  <a:pt x="61651" y="65841"/>
                  <a:pt x="65483" y="67907"/>
                  <a:pt x="70468" y="67907"/>
                </a:cubicBezTo>
                <a:cubicBezTo>
                  <a:pt x="75384" y="67907"/>
                  <a:pt x="79157" y="65935"/>
                  <a:pt x="81785" y="61992"/>
                </a:cubicBezTo>
                <a:cubicBezTo>
                  <a:pt x="84414" y="58049"/>
                  <a:pt x="85729" y="53499"/>
                  <a:pt x="85729" y="48344"/>
                </a:cubicBezTo>
                <a:close/>
                <a:moveTo>
                  <a:pt x="144544" y="72362"/>
                </a:moveTo>
                <a:lnTo>
                  <a:pt x="136503" y="72670"/>
                </a:lnTo>
                <a:cubicBezTo>
                  <a:pt x="136094" y="70997"/>
                  <a:pt x="135889" y="69409"/>
                  <a:pt x="135889" y="67907"/>
                </a:cubicBezTo>
                <a:lnTo>
                  <a:pt x="135377" y="67907"/>
                </a:lnTo>
                <a:cubicBezTo>
                  <a:pt x="131177" y="71731"/>
                  <a:pt x="125459" y="73643"/>
                  <a:pt x="118221" y="73643"/>
                </a:cubicBezTo>
                <a:cubicBezTo>
                  <a:pt x="114294" y="73643"/>
                  <a:pt x="110914" y="72490"/>
                  <a:pt x="108081" y="70186"/>
                </a:cubicBezTo>
                <a:cubicBezTo>
                  <a:pt x="105247" y="67881"/>
                  <a:pt x="103830" y="64595"/>
                  <a:pt x="103830" y="60328"/>
                </a:cubicBezTo>
                <a:cubicBezTo>
                  <a:pt x="103830" y="55070"/>
                  <a:pt x="106049" y="50845"/>
                  <a:pt x="110488" y="47653"/>
                </a:cubicBezTo>
                <a:cubicBezTo>
                  <a:pt x="114926" y="44460"/>
                  <a:pt x="123171" y="42779"/>
                  <a:pt x="135223" y="42608"/>
                </a:cubicBezTo>
                <a:cubicBezTo>
                  <a:pt x="135325" y="41789"/>
                  <a:pt x="135377" y="40850"/>
                  <a:pt x="135377" y="39792"/>
                </a:cubicBezTo>
                <a:cubicBezTo>
                  <a:pt x="135377" y="35592"/>
                  <a:pt x="134259" y="32793"/>
                  <a:pt x="132022" y="31393"/>
                </a:cubicBezTo>
                <a:cubicBezTo>
                  <a:pt x="129786" y="29993"/>
                  <a:pt x="126398" y="29293"/>
                  <a:pt x="121857" y="29293"/>
                </a:cubicBezTo>
                <a:cubicBezTo>
                  <a:pt x="116497" y="29293"/>
                  <a:pt x="111222" y="29959"/>
                  <a:pt x="106032" y="31290"/>
                </a:cubicBezTo>
                <a:lnTo>
                  <a:pt x="106903" y="24223"/>
                </a:lnTo>
                <a:cubicBezTo>
                  <a:pt x="112024" y="22755"/>
                  <a:pt x="117913" y="22021"/>
                  <a:pt x="124571" y="22021"/>
                </a:cubicBezTo>
                <a:cubicBezTo>
                  <a:pt x="130648" y="22021"/>
                  <a:pt x="135343" y="23276"/>
                  <a:pt x="138654" y="25785"/>
                </a:cubicBezTo>
                <a:cubicBezTo>
                  <a:pt x="141966" y="28295"/>
                  <a:pt x="143622" y="32571"/>
                  <a:pt x="143622" y="38614"/>
                </a:cubicBezTo>
                <a:cubicBezTo>
                  <a:pt x="143622" y="40218"/>
                  <a:pt x="143545" y="43129"/>
                  <a:pt x="143391" y="47345"/>
                </a:cubicBezTo>
                <a:cubicBezTo>
                  <a:pt x="143238" y="51562"/>
                  <a:pt x="143161" y="54370"/>
                  <a:pt x="143161" y="55770"/>
                </a:cubicBezTo>
                <a:cubicBezTo>
                  <a:pt x="143161" y="61983"/>
                  <a:pt x="143622" y="67514"/>
                  <a:pt x="144544" y="72362"/>
                </a:cubicBezTo>
                <a:moveTo>
                  <a:pt x="135479" y="62427"/>
                </a:moveTo>
                <a:cubicBezTo>
                  <a:pt x="135308" y="57238"/>
                  <a:pt x="135223" y="52578"/>
                  <a:pt x="135223" y="48446"/>
                </a:cubicBezTo>
                <a:cubicBezTo>
                  <a:pt x="128804" y="48446"/>
                  <a:pt x="123922" y="48924"/>
                  <a:pt x="120576" y="49880"/>
                </a:cubicBezTo>
                <a:cubicBezTo>
                  <a:pt x="114977" y="51587"/>
                  <a:pt x="112178" y="54848"/>
                  <a:pt x="112178" y="59662"/>
                </a:cubicBezTo>
                <a:cubicBezTo>
                  <a:pt x="112178" y="64305"/>
                  <a:pt x="115455" y="66627"/>
                  <a:pt x="122010" y="66627"/>
                </a:cubicBezTo>
                <a:cubicBezTo>
                  <a:pt x="127644" y="66627"/>
                  <a:pt x="132133" y="65227"/>
                  <a:pt x="135479" y="62427"/>
                </a:cubicBezTo>
                <a:close/>
                <a:moveTo>
                  <a:pt x="200928" y="72311"/>
                </a:moveTo>
                <a:lnTo>
                  <a:pt x="193298" y="72567"/>
                </a:lnTo>
                <a:cubicBezTo>
                  <a:pt x="193024" y="71099"/>
                  <a:pt x="192888" y="69546"/>
                  <a:pt x="192888" y="67907"/>
                </a:cubicBezTo>
                <a:lnTo>
                  <a:pt x="192325" y="67907"/>
                </a:lnTo>
                <a:cubicBezTo>
                  <a:pt x="188740" y="71799"/>
                  <a:pt x="183414" y="73745"/>
                  <a:pt x="176346" y="73745"/>
                </a:cubicBezTo>
                <a:cubicBezTo>
                  <a:pt x="169860" y="73745"/>
                  <a:pt x="164696" y="71389"/>
                  <a:pt x="160855" y="66678"/>
                </a:cubicBezTo>
                <a:cubicBezTo>
                  <a:pt x="157014" y="61966"/>
                  <a:pt x="155094" y="56282"/>
                  <a:pt x="155094" y="49624"/>
                </a:cubicBezTo>
                <a:cubicBezTo>
                  <a:pt x="155094" y="42079"/>
                  <a:pt x="157227" y="35575"/>
                  <a:pt x="161495" y="30113"/>
                </a:cubicBezTo>
                <a:cubicBezTo>
                  <a:pt x="165763" y="24650"/>
                  <a:pt x="171772" y="21919"/>
                  <a:pt x="179522" y="21919"/>
                </a:cubicBezTo>
                <a:cubicBezTo>
                  <a:pt x="185052" y="21919"/>
                  <a:pt x="189013" y="23045"/>
                  <a:pt x="191403" y="25299"/>
                </a:cubicBezTo>
                <a:lnTo>
                  <a:pt x="191812" y="25299"/>
                </a:lnTo>
                <a:cubicBezTo>
                  <a:pt x="191812" y="16832"/>
                  <a:pt x="191573" y="8518"/>
                  <a:pt x="191095" y="358"/>
                </a:cubicBezTo>
                <a:lnTo>
                  <a:pt x="200826" y="0"/>
                </a:lnTo>
                <a:cubicBezTo>
                  <a:pt x="200177" y="8672"/>
                  <a:pt x="199853" y="20024"/>
                  <a:pt x="199853" y="34056"/>
                </a:cubicBezTo>
                <a:cubicBezTo>
                  <a:pt x="199853" y="48327"/>
                  <a:pt x="200211" y="61079"/>
                  <a:pt x="200928" y="72311"/>
                </a:cubicBezTo>
                <a:moveTo>
                  <a:pt x="192683" y="62222"/>
                </a:moveTo>
                <a:cubicBezTo>
                  <a:pt x="192683" y="51605"/>
                  <a:pt x="192393" y="41379"/>
                  <a:pt x="191812" y="31547"/>
                </a:cubicBezTo>
                <a:cubicBezTo>
                  <a:pt x="189047" y="29259"/>
                  <a:pt x="185599" y="28115"/>
                  <a:pt x="181468" y="28115"/>
                </a:cubicBezTo>
                <a:cubicBezTo>
                  <a:pt x="175698" y="28115"/>
                  <a:pt x="171379" y="30036"/>
                  <a:pt x="168511" y="33877"/>
                </a:cubicBezTo>
                <a:cubicBezTo>
                  <a:pt x="165643" y="37718"/>
                  <a:pt x="164209" y="42540"/>
                  <a:pt x="164209" y="48344"/>
                </a:cubicBezTo>
                <a:cubicBezTo>
                  <a:pt x="164209" y="53534"/>
                  <a:pt x="165566" y="57904"/>
                  <a:pt x="168281" y="61454"/>
                </a:cubicBezTo>
                <a:cubicBezTo>
                  <a:pt x="170995" y="65005"/>
                  <a:pt x="174759" y="66780"/>
                  <a:pt x="179573" y="66780"/>
                </a:cubicBezTo>
                <a:cubicBezTo>
                  <a:pt x="185616" y="66780"/>
                  <a:pt x="189986" y="65261"/>
                  <a:pt x="192683" y="62222"/>
                </a:cubicBezTo>
                <a:close/>
                <a:moveTo>
                  <a:pt x="294793" y="72362"/>
                </a:moveTo>
                <a:lnTo>
                  <a:pt x="283987" y="72362"/>
                </a:lnTo>
                <a:cubicBezTo>
                  <a:pt x="283987" y="70075"/>
                  <a:pt x="281836" y="62888"/>
                  <a:pt x="277534" y="50802"/>
                </a:cubicBezTo>
                <a:lnTo>
                  <a:pt x="247985" y="50802"/>
                </a:lnTo>
                <a:cubicBezTo>
                  <a:pt x="243751" y="62718"/>
                  <a:pt x="241635" y="69904"/>
                  <a:pt x="241635" y="72362"/>
                </a:cubicBezTo>
                <a:lnTo>
                  <a:pt x="231290" y="72362"/>
                </a:lnTo>
                <a:cubicBezTo>
                  <a:pt x="231290" y="71099"/>
                  <a:pt x="235694" y="60183"/>
                  <a:pt x="244502" y="39612"/>
                </a:cubicBezTo>
                <a:cubicBezTo>
                  <a:pt x="253311" y="19042"/>
                  <a:pt x="257715" y="7733"/>
                  <a:pt x="257715" y="5685"/>
                </a:cubicBezTo>
                <a:lnTo>
                  <a:pt x="269596" y="5685"/>
                </a:lnTo>
                <a:cubicBezTo>
                  <a:pt x="269596" y="7699"/>
                  <a:pt x="273796" y="18846"/>
                  <a:pt x="282194" y="39126"/>
                </a:cubicBezTo>
                <a:cubicBezTo>
                  <a:pt x="290593" y="59406"/>
                  <a:pt x="294793" y="70485"/>
                  <a:pt x="294793" y="72362"/>
                </a:cubicBezTo>
                <a:moveTo>
                  <a:pt x="275178" y="44093"/>
                </a:moveTo>
                <a:cubicBezTo>
                  <a:pt x="267155" y="24053"/>
                  <a:pt x="263144" y="13400"/>
                  <a:pt x="263144" y="12137"/>
                </a:cubicBezTo>
                <a:lnTo>
                  <a:pt x="262580" y="12137"/>
                </a:lnTo>
                <a:cubicBezTo>
                  <a:pt x="262580" y="13196"/>
                  <a:pt x="258432" y="23848"/>
                  <a:pt x="250136" y="44093"/>
                </a:cubicBezTo>
                <a:lnTo>
                  <a:pt x="275178" y="44093"/>
                </a:lnTo>
                <a:close/>
                <a:moveTo>
                  <a:pt x="346582" y="72362"/>
                </a:moveTo>
                <a:lnTo>
                  <a:pt x="337261" y="72362"/>
                </a:lnTo>
                <a:cubicBezTo>
                  <a:pt x="338013" y="63383"/>
                  <a:pt x="338388" y="53585"/>
                  <a:pt x="338388" y="42967"/>
                </a:cubicBezTo>
                <a:cubicBezTo>
                  <a:pt x="338388" y="37709"/>
                  <a:pt x="337321" y="34116"/>
                  <a:pt x="335187" y="32187"/>
                </a:cubicBezTo>
                <a:cubicBezTo>
                  <a:pt x="333054" y="30258"/>
                  <a:pt x="330006" y="29293"/>
                  <a:pt x="326046" y="29293"/>
                </a:cubicBezTo>
                <a:cubicBezTo>
                  <a:pt x="321198" y="29293"/>
                  <a:pt x="316725" y="31051"/>
                  <a:pt x="312629" y="34568"/>
                </a:cubicBezTo>
                <a:cubicBezTo>
                  <a:pt x="312629" y="46210"/>
                  <a:pt x="312697" y="58808"/>
                  <a:pt x="312833" y="72362"/>
                </a:cubicBezTo>
                <a:lnTo>
                  <a:pt x="303513" y="72362"/>
                </a:lnTo>
                <a:cubicBezTo>
                  <a:pt x="304093" y="60754"/>
                  <a:pt x="304383" y="52356"/>
                  <a:pt x="304383" y="47166"/>
                </a:cubicBezTo>
                <a:cubicBezTo>
                  <a:pt x="304383" y="39177"/>
                  <a:pt x="303632" y="31427"/>
                  <a:pt x="302130" y="23916"/>
                </a:cubicBezTo>
                <a:lnTo>
                  <a:pt x="311143" y="22636"/>
                </a:lnTo>
                <a:lnTo>
                  <a:pt x="312116" y="28884"/>
                </a:lnTo>
                <a:lnTo>
                  <a:pt x="312526" y="28884"/>
                </a:lnTo>
                <a:cubicBezTo>
                  <a:pt x="317579" y="24309"/>
                  <a:pt x="322990" y="22021"/>
                  <a:pt x="328760" y="22021"/>
                </a:cubicBezTo>
                <a:cubicBezTo>
                  <a:pt x="334428" y="22021"/>
                  <a:pt x="338815" y="23276"/>
                  <a:pt x="341922" y="25785"/>
                </a:cubicBezTo>
                <a:cubicBezTo>
                  <a:pt x="345029" y="28295"/>
                  <a:pt x="346582" y="32759"/>
                  <a:pt x="346582" y="39177"/>
                </a:cubicBezTo>
                <a:cubicBezTo>
                  <a:pt x="346582" y="39826"/>
                  <a:pt x="346548" y="41106"/>
                  <a:pt x="346480" y="43018"/>
                </a:cubicBezTo>
                <a:cubicBezTo>
                  <a:pt x="346411" y="44930"/>
                  <a:pt x="346377" y="46210"/>
                  <a:pt x="346377" y="46859"/>
                </a:cubicBezTo>
                <a:cubicBezTo>
                  <a:pt x="346377" y="52560"/>
                  <a:pt x="346445" y="61062"/>
                  <a:pt x="346582" y="72362"/>
                </a:cubicBezTo>
                <a:close/>
                <a:moveTo>
                  <a:pt x="387549" y="65295"/>
                </a:moveTo>
                <a:lnTo>
                  <a:pt x="386935" y="71953"/>
                </a:lnTo>
                <a:cubicBezTo>
                  <a:pt x="384238" y="72943"/>
                  <a:pt x="381694" y="73438"/>
                  <a:pt x="379304" y="73438"/>
                </a:cubicBezTo>
                <a:cubicBezTo>
                  <a:pt x="373159" y="73438"/>
                  <a:pt x="368959" y="71876"/>
                  <a:pt x="366706" y="68752"/>
                </a:cubicBezTo>
                <a:cubicBezTo>
                  <a:pt x="364453" y="65628"/>
                  <a:pt x="363326" y="60037"/>
                  <a:pt x="363326" y="51980"/>
                </a:cubicBezTo>
                <a:cubicBezTo>
                  <a:pt x="363326" y="46756"/>
                  <a:pt x="363360" y="39945"/>
                  <a:pt x="363428" y="31547"/>
                </a:cubicBezTo>
                <a:cubicBezTo>
                  <a:pt x="361517" y="31547"/>
                  <a:pt x="358700" y="31649"/>
                  <a:pt x="354978" y="31854"/>
                </a:cubicBezTo>
                <a:lnTo>
                  <a:pt x="355286" y="24428"/>
                </a:lnTo>
                <a:cubicBezTo>
                  <a:pt x="358529" y="24633"/>
                  <a:pt x="361431" y="24735"/>
                  <a:pt x="363992" y="24735"/>
                </a:cubicBezTo>
                <a:cubicBezTo>
                  <a:pt x="363992" y="22687"/>
                  <a:pt x="364162" y="17822"/>
                  <a:pt x="364504" y="10140"/>
                </a:cubicBezTo>
                <a:lnTo>
                  <a:pt x="372544" y="9321"/>
                </a:lnTo>
                <a:cubicBezTo>
                  <a:pt x="371964" y="16490"/>
                  <a:pt x="371674" y="21628"/>
                  <a:pt x="371674" y="24735"/>
                </a:cubicBezTo>
                <a:cubicBezTo>
                  <a:pt x="375019" y="24735"/>
                  <a:pt x="379936" y="24565"/>
                  <a:pt x="386423" y="24223"/>
                </a:cubicBezTo>
                <a:lnTo>
                  <a:pt x="386064" y="31854"/>
                </a:lnTo>
                <a:cubicBezTo>
                  <a:pt x="379919" y="31649"/>
                  <a:pt x="374985" y="31547"/>
                  <a:pt x="371264" y="31547"/>
                </a:cubicBezTo>
                <a:cubicBezTo>
                  <a:pt x="371196" y="36702"/>
                  <a:pt x="371161" y="42506"/>
                  <a:pt x="371161" y="48959"/>
                </a:cubicBezTo>
                <a:cubicBezTo>
                  <a:pt x="371161" y="55992"/>
                  <a:pt x="371904" y="60643"/>
                  <a:pt x="373389" y="62914"/>
                </a:cubicBezTo>
                <a:cubicBezTo>
                  <a:pt x="374874" y="65184"/>
                  <a:pt x="377631" y="66319"/>
                  <a:pt x="381660" y="66319"/>
                </a:cubicBezTo>
                <a:cubicBezTo>
                  <a:pt x="382991" y="66319"/>
                  <a:pt x="384955" y="65978"/>
                  <a:pt x="387549" y="65295"/>
                </a:cubicBezTo>
                <a:close/>
                <a:moveTo>
                  <a:pt x="406260" y="72362"/>
                </a:moveTo>
                <a:lnTo>
                  <a:pt x="396991" y="72362"/>
                </a:lnTo>
                <a:cubicBezTo>
                  <a:pt x="397469" y="65534"/>
                  <a:pt x="397708" y="57733"/>
                  <a:pt x="397708" y="48959"/>
                </a:cubicBezTo>
                <a:cubicBezTo>
                  <a:pt x="397708" y="39092"/>
                  <a:pt x="397110" y="30813"/>
                  <a:pt x="395915" y="24121"/>
                </a:cubicBezTo>
                <a:lnTo>
                  <a:pt x="406158" y="22738"/>
                </a:lnTo>
                <a:cubicBezTo>
                  <a:pt x="405748" y="29874"/>
                  <a:pt x="405543" y="38614"/>
                  <a:pt x="405543" y="48959"/>
                </a:cubicBezTo>
                <a:cubicBezTo>
                  <a:pt x="405543" y="57152"/>
                  <a:pt x="405782" y="64954"/>
                  <a:pt x="406260" y="72362"/>
                </a:cubicBezTo>
                <a:moveTo>
                  <a:pt x="408411" y="8348"/>
                </a:moveTo>
                <a:cubicBezTo>
                  <a:pt x="408411" y="10089"/>
                  <a:pt x="407848" y="11599"/>
                  <a:pt x="406721" y="12880"/>
                </a:cubicBezTo>
                <a:cubicBezTo>
                  <a:pt x="405594" y="14160"/>
                  <a:pt x="404007" y="14800"/>
                  <a:pt x="401958" y="14800"/>
                </a:cubicBezTo>
                <a:cubicBezTo>
                  <a:pt x="400217" y="14800"/>
                  <a:pt x="398860" y="14245"/>
                  <a:pt x="397887" y="13136"/>
                </a:cubicBezTo>
                <a:cubicBezTo>
                  <a:pt x="396914" y="12026"/>
                  <a:pt x="396427" y="10686"/>
                  <a:pt x="396427" y="9116"/>
                </a:cubicBezTo>
                <a:cubicBezTo>
                  <a:pt x="396427" y="7409"/>
                  <a:pt x="397008" y="5924"/>
                  <a:pt x="398169" y="4660"/>
                </a:cubicBezTo>
                <a:cubicBezTo>
                  <a:pt x="399329" y="3397"/>
                  <a:pt x="400934" y="2765"/>
                  <a:pt x="402982" y="2765"/>
                </a:cubicBezTo>
                <a:cubicBezTo>
                  <a:pt x="404655" y="2765"/>
                  <a:pt x="405978" y="3320"/>
                  <a:pt x="406951" y="4430"/>
                </a:cubicBezTo>
                <a:cubicBezTo>
                  <a:pt x="407924" y="5539"/>
                  <a:pt x="408411" y="6845"/>
                  <a:pt x="408411" y="8348"/>
                </a:cubicBezTo>
                <a:close/>
                <a:moveTo>
                  <a:pt x="456729" y="64527"/>
                </a:moveTo>
                <a:lnTo>
                  <a:pt x="456217" y="71389"/>
                </a:lnTo>
                <a:cubicBezTo>
                  <a:pt x="453452" y="72960"/>
                  <a:pt x="449748" y="73745"/>
                  <a:pt x="445104" y="73745"/>
                </a:cubicBezTo>
                <a:cubicBezTo>
                  <a:pt x="436262" y="73745"/>
                  <a:pt x="429502" y="71304"/>
                  <a:pt x="424824" y="66422"/>
                </a:cubicBezTo>
                <a:cubicBezTo>
                  <a:pt x="420147" y="61540"/>
                  <a:pt x="417808" y="55650"/>
                  <a:pt x="417808" y="48754"/>
                </a:cubicBezTo>
                <a:cubicBezTo>
                  <a:pt x="417808" y="41448"/>
                  <a:pt x="420267" y="35166"/>
                  <a:pt x="425183" y="29908"/>
                </a:cubicBezTo>
                <a:cubicBezTo>
                  <a:pt x="430099" y="24650"/>
                  <a:pt x="436603" y="22021"/>
                  <a:pt x="444695" y="22021"/>
                </a:cubicBezTo>
                <a:cubicBezTo>
                  <a:pt x="448757" y="22021"/>
                  <a:pt x="452069" y="22431"/>
                  <a:pt x="454630" y="23250"/>
                </a:cubicBezTo>
                <a:lnTo>
                  <a:pt x="453247" y="31290"/>
                </a:lnTo>
                <a:cubicBezTo>
                  <a:pt x="449662" y="29959"/>
                  <a:pt x="446026" y="29293"/>
                  <a:pt x="442339" y="29293"/>
                </a:cubicBezTo>
                <a:cubicBezTo>
                  <a:pt x="437491" y="29293"/>
                  <a:pt x="433633" y="30983"/>
                  <a:pt x="430765" y="34363"/>
                </a:cubicBezTo>
                <a:cubicBezTo>
                  <a:pt x="427897" y="37743"/>
                  <a:pt x="426463" y="41977"/>
                  <a:pt x="426463" y="47064"/>
                </a:cubicBezTo>
                <a:cubicBezTo>
                  <a:pt x="426463" y="52595"/>
                  <a:pt x="428170" y="57204"/>
                  <a:pt x="431584" y="60891"/>
                </a:cubicBezTo>
                <a:cubicBezTo>
                  <a:pt x="434998" y="64578"/>
                  <a:pt x="439829" y="66422"/>
                  <a:pt x="446077" y="66422"/>
                </a:cubicBezTo>
                <a:cubicBezTo>
                  <a:pt x="448638" y="66422"/>
                  <a:pt x="452189" y="65790"/>
                  <a:pt x="456729" y="64527"/>
                </a:cubicBezTo>
                <a:close/>
                <a:moveTo>
                  <a:pt x="475713" y="72362"/>
                </a:moveTo>
                <a:lnTo>
                  <a:pt x="466444" y="72362"/>
                </a:lnTo>
                <a:cubicBezTo>
                  <a:pt x="466922" y="65534"/>
                  <a:pt x="467161" y="57733"/>
                  <a:pt x="467161" y="48959"/>
                </a:cubicBezTo>
                <a:cubicBezTo>
                  <a:pt x="467161" y="39092"/>
                  <a:pt x="466563" y="30813"/>
                  <a:pt x="465368" y="24121"/>
                </a:cubicBezTo>
                <a:lnTo>
                  <a:pt x="475611" y="22738"/>
                </a:lnTo>
                <a:cubicBezTo>
                  <a:pt x="475201" y="29874"/>
                  <a:pt x="474996" y="38614"/>
                  <a:pt x="474996" y="48959"/>
                </a:cubicBezTo>
                <a:cubicBezTo>
                  <a:pt x="474996" y="57152"/>
                  <a:pt x="475235" y="64954"/>
                  <a:pt x="475713" y="72362"/>
                </a:cubicBezTo>
                <a:moveTo>
                  <a:pt x="477864" y="8348"/>
                </a:moveTo>
                <a:cubicBezTo>
                  <a:pt x="477864" y="10089"/>
                  <a:pt x="477301" y="11599"/>
                  <a:pt x="476174" y="12880"/>
                </a:cubicBezTo>
                <a:cubicBezTo>
                  <a:pt x="475048" y="14160"/>
                  <a:pt x="473460" y="14800"/>
                  <a:pt x="471411" y="14800"/>
                </a:cubicBezTo>
                <a:cubicBezTo>
                  <a:pt x="469670" y="14800"/>
                  <a:pt x="468313" y="14245"/>
                  <a:pt x="467340" y="13136"/>
                </a:cubicBezTo>
                <a:cubicBezTo>
                  <a:pt x="466367" y="12026"/>
                  <a:pt x="465881" y="10686"/>
                  <a:pt x="465881" y="9116"/>
                </a:cubicBezTo>
                <a:cubicBezTo>
                  <a:pt x="465881" y="7409"/>
                  <a:pt x="466461" y="5924"/>
                  <a:pt x="467622" y="4660"/>
                </a:cubicBezTo>
                <a:cubicBezTo>
                  <a:pt x="468783" y="3397"/>
                  <a:pt x="470387" y="2765"/>
                  <a:pt x="472436" y="2765"/>
                </a:cubicBezTo>
                <a:cubicBezTo>
                  <a:pt x="474109" y="2765"/>
                  <a:pt x="475432" y="3320"/>
                  <a:pt x="476405" y="4430"/>
                </a:cubicBezTo>
                <a:cubicBezTo>
                  <a:pt x="477378" y="5539"/>
                  <a:pt x="477864" y="6845"/>
                  <a:pt x="477864" y="8348"/>
                </a:cubicBezTo>
                <a:close/>
                <a:moveTo>
                  <a:pt x="535401" y="46040"/>
                </a:moveTo>
                <a:cubicBezTo>
                  <a:pt x="535401" y="53414"/>
                  <a:pt x="533293" y="59875"/>
                  <a:pt x="529076" y="65423"/>
                </a:cubicBezTo>
                <a:cubicBezTo>
                  <a:pt x="524860" y="70971"/>
                  <a:pt x="518996" y="73745"/>
                  <a:pt x="511485" y="73745"/>
                </a:cubicBezTo>
                <a:cubicBezTo>
                  <a:pt x="505203" y="73745"/>
                  <a:pt x="501072" y="72618"/>
                  <a:pt x="499092" y="70365"/>
                </a:cubicBezTo>
                <a:lnTo>
                  <a:pt x="498579" y="70365"/>
                </a:lnTo>
                <a:cubicBezTo>
                  <a:pt x="498579" y="79856"/>
                  <a:pt x="498682" y="88323"/>
                  <a:pt x="498887" y="95766"/>
                </a:cubicBezTo>
                <a:lnTo>
                  <a:pt x="489259" y="95766"/>
                </a:lnTo>
                <a:cubicBezTo>
                  <a:pt x="490044" y="86685"/>
                  <a:pt x="490437" y="75469"/>
                  <a:pt x="490437" y="62120"/>
                </a:cubicBezTo>
                <a:cubicBezTo>
                  <a:pt x="490437" y="45664"/>
                  <a:pt x="489583" y="32929"/>
                  <a:pt x="487876" y="23916"/>
                </a:cubicBezTo>
                <a:lnTo>
                  <a:pt x="496889" y="22636"/>
                </a:lnTo>
                <a:lnTo>
                  <a:pt x="497658" y="27706"/>
                </a:lnTo>
                <a:lnTo>
                  <a:pt x="498170" y="27706"/>
                </a:lnTo>
                <a:cubicBezTo>
                  <a:pt x="501481" y="23848"/>
                  <a:pt x="506842" y="21919"/>
                  <a:pt x="514250" y="21919"/>
                </a:cubicBezTo>
                <a:cubicBezTo>
                  <a:pt x="520771" y="21919"/>
                  <a:pt x="525927" y="24300"/>
                  <a:pt x="529716" y="29063"/>
                </a:cubicBezTo>
                <a:cubicBezTo>
                  <a:pt x="533506" y="33825"/>
                  <a:pt x="535401" y="39484"/>
                  <a:pt x="535401" y="46040"/>
                </a:cubicBezTo>
                <a:moveTo>
                  <a:pt x="526285" y="47269"/>
                </a:moveTo>
                <a:cubicBezTo>
                  <a:pt x="526285" y="42216"/>
                  <a:pt x="524954" y="37888"/>
                  <a:pt x="522291" y="34286"/>
                </a:cubicBezTo>
                <a:cubicBezTo>
                  <a:pt x="519628" y="30684"/>
                  <a:pt x="515889" y="28884"/>
                  <a:pt x="511075" y="28884"/>
                </a:cubicBezTo>
                <a:cubicBezTo>
                  <a:pt x="504930" y="28884"/>
                  <a:pt x="500525" y="30744"/>
                  <a:pt x="497862" y="34466"/>
                </a:cubicBezTo>
                <a:cubicBezTo>
                  <a:pt x="498409" y="45937"/>
                  <a:pt x="498682" y="55787"/>
                  <a:pt x="498682" y="64015"/>
                </a:cubicBezTo>
                <a:cubicBezTo>
                  <a:pt x="501447" y="66337"/>
                  <a:pt x="505049" y="67497"/>
                  <a:pt x="509488" y="67497"/>
                </a:cubicBezTo>
                <a:cubicBezTo>
                  <a:pt x="515121" y="67497"/>
                  <a:pt x="519329" y="65517"/>
                  <a:pt x="522111" y="61557"/>
                </a:cubicBezTo>
                <a:cubicBezTo>
                  <a:pt x="524894" y="57596"/>
                  <a:pt x="526285" y="52834"/>
                  <a:pt x="526285" y="47269"/>
                </a:cubicBezTo>
                <a:close/>
                <a:moveTo>
                  <a:pt x="585579" y="72362"/>
                </a:moveTo>
                <a:lnTo>
                  <a:pt x="577539" y="72670"/>
                </a:lnTo>
                <a:cubicBezTo>
                  <a:pt x="577129" y="70997"/>
                  <a:pt x="576924" y="69409"/>
                  <a:pt x="576924" y="67907"/>
                </a:cubicBezTo>
                <a:lnTo>
                  <a:pt x="576412" y="67907"/>
                </a:lnTo>
                <a:cubicBezTo>
                  <a:pt x="572213" y="71731"/>
                  <a:pt x="566494" y="73643"/>
                  <a:pt x="559256" y="73643"/>
                </a:cubicBezTo>
                <a:cubicBezTo>
                  <a:pt x="555330" y="73643"/>
                  <a:pt x="551950" y="72490"/>
                  <a:pt x="549116" y="70186"/>
                </a:cubicBezTo>
                <a:cubicBezTo>
                  <a:pt x="546282" y="67881"/>
                  <a:pt x="544866" y="64595"/>
                  <a:pt x="544866" y="60328"/>
                </a:cubicBezTo>
                <a:cubicBezTo>
                  <a:pt x="544866" y="55070"/>
                  <a:pt x="547085" y="50845"/>
                  <a:pt x="551523" y="47653"/>
                </a:cubicBezTo>
                <a:cubicBezTo>
                  <a:pt x="555961" y="44460"/>
                  <a:pt x="564207" y="42779"/>
                  <a:pt x="576258" y="42608"/>
                </a:cubicBezTo>
                <a:cubicBezTo>
                  <a:pt x="576361" y="41789"/>
                  <a:pt x="576412" y="40850"/>
                  <a:pt x="576412" y="39792"/>
                </a:cubicBezTo>
                <a:cubicBezTo>
                  <a:pt x="576412" y="35592"/>
                  <a:pt x="575294" y="32793"/>
                  <a:pt x="573058" y="31393"/>
                </a:cubicBezTo>
                <a:cubicBezTo>
                  <a:pt x="570821" y="29993"/>
                  <a:pt x="567433" y="29293"/>
                  <a:pt x="562892" y="29293"/>
                </a:cubicBezTo>
                <a:cubicBezTo>
                  <a:pt x="557532" y="29293"/>
                  <a:pt x="552257" y="29959"/>
                  <a:pt x="547068" y="31290"/>
                </a:cubicBezTo>
                <a:lnTo>
                  <a:pt x="547938" y="24223"/>
                </a:lnTo>
                <a:cubicBezTo>
                  <a:pt x="553059" y="22755"/>
                  <a:pt x="558949" y="22021"/>
                  <a:pt x="565606" y="22021"/>
                </a:cubicBezTo>
                <a:cubicBezTo>
                  <a:pt x="571684" y="22021"/>
                  <a:pt x="576378" y="23276"/>
                  <a:pt x="579690" y="25785"/>
                </a:cubicBezTo>
                <a:cubicBezTo>
                  <a:pt x="583001" y="28295"/>
                  <a:pt x="584657" y="32571"/>
                  <a:pt x="584657" y="38614"/>
                </a:cubicBezTo>
                <a:cubicBezTo>
                  <a:pt x="584657" y="40218"/>
                  <a:pt x="584580" y="43129"/>
                  <a:pt x="584427" y="47345"/>
                </a:cubicBezTo>
                <a:cubicBezTo>
                  <a:pt x="584273" y="51562"/>
                  <a:pt x="584196" y="54370"/>
                  <a:pt x="584196" y="55770"/>
                </a:cubicBezTo>
                <a:cubicBezTo>
                  <a:pt x="584196" y="61983"/>
                  <a:pt x="584657" y="67514"/>
                  <a:pt x="585579" y="72362"/>
                </a:cubicBezTo>
                <a:moveTo>
                  <a:pt x="576515" y="62427"/>
                </a:moveTo>
                <a:cubicBezTo>
                  <a:pt x="576344" y="57238"/>
                  <a:pt x="576258" y="52578"/>
                  <a:pt x="576258" y="48446"/>
                </a:cubicBezTo>
                <a:cubicBezTo>
                  <a:pt x="569840" y="48446"/>
                  <a:pt x="564958" y="48924"/>
                  <a:pt x="561612" y="49880"/>
                </a:cubicBezTo>
                <a:cubicBezTo>
                  <a:pt x="556013" y="51587"/>
                  <a:pt x="553213" y="54848"/>
                  <a:pt x="553213" y="59662"/>
                </a:cubicBezTo>
                <a:cubicBezTo>
                  <a:pt x="553213" y="64305"/>
                  <a:pt x="556491" y="66627"/>
                  <a:pt x="563046" y="66627"/>
                </a:cubicBezTo>
                <a:cubicBezTo>
                  <a:pt x="568679" y="66627"/>
                  <a:pt x="573169" y="65227"/>
                  <a:pt x="576515" y="62427"/>
                </a:cubicBezTo>
                <a:close/>
                <a:moveTo>
                  <a:pt x="625904" y="65295"/>
                </a:moveTo>
                <a:lnTo>
                  <a:pt x="625289" y="71953"/>
                </a:lnTo>
                <a:cubicBezTo>
                  <a:pt x="622592" y="72943"/>
                  <a:pt x="620049" y="73438"/>
                  <a:pt x="617659" y="73438"/>
                </a:cubicBezTo>
                <a:cubicBezTo>
                  <a:pt x="611513" y="73438"/>
                  <a:pt x="607314" y="71876"/>
                  <a:pt x="605061" y="68752"/>
                </a:cubicBezTo>
                <a:cubicBezTo>
                  <a:pt x="602807" y="65628"/>
                  <a:pt x="601681" y="60037"/>
                  <a:pt x="601681" y="51980"/>
                </a:cubicBezTo>
                <a:cubicBezTo>
                  <a:pt x="601681" y="46756"/>
                  <a:pt x="601715" y="39945"/>
                  <a:pt x="601783" y="31547"/>
                </a:cubicBezTo>
                <a:cubicBezTo>
                  <a:pt x="599871" y="31547"/>
                  <a:pt x="597055" y="31649"/>
                  <a:pt x="593333" y="31854"/>
                </a:cubicBezTo>
                <a:lnTo>
                  <a:pt x="593640" y="24428"/>
                </a:lnTo>
                <a:cubicBezTo>
                  <a:pt x="596884" y="24633"/>
                  <a:pt x="599786" y="24735"/>
                  <a:pt x="602346" y="24735"/>
                </a:cubicBezTo>
                <a:cubicBezTo>
                  <a:pt x="602346" y="22687"/>
                  <a:pt x="602517" y="17822"/>
                  <a:pt x="602859" y="10140"/>
                </a:cubicBezTo>
                <a:lnTo>
                  <a:pt x="610899" y="9321"/>
                </a:lnTo>
                <a:cubicBezTo>
                  <a:pt x="610318" y="16490"/>
                  <a:pt x="610028" y="21628"/>
                  <a:pt x="610028" y="24735"/>
                </a:cubicBezTo>
                <a:cubicBezTo>
                  <a:pt x="613374" y="24735"/>
                  <a:pt x="618290" y="24565"/>
                  <a:pt x="624777" y="24223"/>
                </a:cubicBezTo>
                <a:lnTo>
                  <a:pt x="624419" y="31854"/>
                </a:lnTo>
                <a:cubicBezTo>
                  <a:pt x="618273" y="31649"/>
                  <a:pt x="613340" y="31547"/>
                  <a:pt x="609619" y="31547"/>
                </a:cubicBezTo>
                <a:cubicBezTo>
                  <a:pt x="609550" y="36702"/>
                  <a:pt x="609516" y="42506"/>
                  <a:pt x="609516" y="48959"/>
                </a:cubicBezTo>
                <a:cubicBezTo>
                  <a:pt x="609516" y="55992"/>
                  <a:pt x="610259" y="60643"/>
                  <a:pt x="611744" y="62914"/>
                </a:cubicBezTo>
                <a:cubicBezTo>
                  <a:pt x="613229" y="65184"/>
                  <a:pt x="615986" y="66319"/>
                  <a:pt x="620015" y="66319"/>
                </a:cubicBezTo>
                <a:cubicBezTo>
                  <a:pt x="621346" y="66319"/>
                  <a:pt x="623309" y="65978"/>
                  <a:pt x="625904" y="65295"/>
                </a:cubicBezTo>
                <a:close/>
                <a:moveTo>
                  <a:pt x="682102" y="46552"/>
                </a:moveTo>
                <a:cubicBezTo>
                  <a:pt x="682102" y="55292"/>
                  <a:pt x="679593" y="62112"/>
                  <a:pt x="674574" y="67011"/>
                </a:cubicBezTo>
                <a:cubicBezTo>
                  <a:pt x="669555" y="71910"/>
                  <a:pt x="663649" y="74360"/>
                  <a:pt x="656855" y="74360"/>
                </a:cubicBezTo>
                <a:cubicBezTo>
                  <a:pt x="650505" y="74360"/>
                  <a:pt x="645051" y="72192"/>
                  <a:pt x="640493" y="67856"/>
                </a:cubicBezTo>
                <a:cubicBezTo>
                  <a:pt x="635935" y="63520"/>
                  <a:pt x="633656" y="57409"/>
                  <a:pt x="633656" y="49522"/>
                </a:cubicBezTo>
                <a:cubicBezTo>
                  <a:pt x="633656" y="40713"/>
                  <a:pt x="636174" y="33834"/>
                  <a:pt x="641210" y="28884"/>
                </a:cubicBezTo>
                <a:cubicBezTo>
                  <a:pt x="646246" y="23933"/>
                  <a:pt x="652160" y="21458"/>
                  <a:pt x="658955" y="21458"/>
                </a:cubicBezTo>
                <a:cubicBezTo>
                  <a:pt x="665305" y="21458"/>
                  <a:pt x="670750" y="23651"/>
                  <a:pt x="675291" y="28039"/>
                </a:cubicBezTo>
                <a:cubicBezTo>
                  <a:pt x="679832" y="32426"/>
                  <a:pt x="682102" y="38597"/>
                  <a:pt x="682102" y="46552"/>
                </a:cubicBezTo>
                <a:moveTo>
                  <a:pt x="673243" y="48344"/>
                </a:moveTo>
                <a:cubicBezTo>
                  <a:pt x="673243" y="43018"/>
                  <a:pt x="671903" y="38281"/>
                  <a:pt x="669223" y="34133"/>
                </a:cubicBezTo>
                <a:cubicBezTo>
                  <a:pt x="666542" y="29985"/>
                  <a:pt x="662727" y="27910"/>
                  <a:pt x="657777" y="27910"/>
                </a:cubicBezTo>
                <a:cubicBezTo>
                  <a:pt x="652860" y="27910"/>
                  <a:pt x="649079" y="29874"/>
                  <a:pt x="646433" y="33800"/>
                </a:cubicBezTo>
                <a:cubicBezTo>
                  <a:pt x="643787" y="37726"/>
                  <a:pt x="642464" y="42284"/>
                  <a:pt x="642464" y="47473"/>
                </a:cubicBezTo>
                <a:cubicBezTo>
                  <a:pt x="642464" y="52834"/>
                  <a:pt x="643804" y="57579"/>
                  <a:pt x="646484" y="61710"/>
                </a:cubicBezTo>
                <a:cubicBezTo>
                  <a:pt x="649165" y="65841"/>
                  <a:pt x="652997" y="67907"/>
                  <a:pt x="657982" y="67907"/>
                </a:cubicBezTo>
                <a:cubicBezTo>
                  <a:pt x="662898" y="67907"/>
                  <a:pt x="666671" y="65935"/>
                  <a:pt x="669299" y="61992"/>
                </a:cubicBezTo>
                <a:cubicBezTo>
                  <a:pt x="671928" y="58049"/>
                  <a:pt x="673243" y="53499"/>
                  <a:pt x="673243" y="48344"/>
                </a:cubicBezTo>
                <a:close/>
                <a:moveTo>
                  <a:pt x="724445" y="23711"/>
                </a:moveTo>
                <a:lnTo>
                  <a:pt x="722141" y="31854"/>
                </a:lnTo>
                <a:cubicBezTo>
                  <a:pt x="719478" y="30795"/>
                  <a:pt x="717003" y="30266"/>
                  <a:pt x="714715" y="30266"/>
                </a:cubicBezTo>
                <a:cubicBezTo>
                  <a:pt x="708297" y="30266"/>
                  <a:pt x="704131" y="33322"/>
                  <a:pt x="702219" y="39433"/>
                </a:cubicBezTo>
                <a:cubicBezTo>
                  <a:pt x="702219" y="55138"/>
                  <a:pt x="702322" y="66115"/>
                  <a:pt x="702527" y="72362"/>
                </a:cubicBezTo>
                <a:lnTo>
                  <a:pt x="693462" y="72362"/>
                </a:lnTo>
                <a:cubicBezTo>
                  <a:pt x="694009" y="61540"/>
                  <a:pt x="694282" y="53141"/>
                  <a:pt x="694282" y="47166"/>
                </a:cubicBezTo>
                <a:cubicBezTo>
                  <a:pt x="694282" y="39075"/>
                  <a:pt x="693479" y="31325"/>
                  <a:pt x="691875" y="23916"/>
                </a:cubicBezTo>
                <a:lnTo>
                  <a:pt x="700837" y="22636"/>
                </a:lnTo>
                <a:cubicBezTo>
                  <a:pt x="701485" y="26391"/>
                  <a:pt x="701810" y="28901"/>
                  <a:pt x="701810" y="30164"/>
                </a:cubicBezTo>
                <a:lnTo>
                  <a:pt x="702219" y="30164"/>
                </a:lnTo>
                <a:cubicBezTo>
                  <a:pt x="705907" y="24735"/>
                  <a:pt x="710209" y="22021"/>
                  <a:pt x="715125" y="22021"/>
                </a:cubicBezTo>
                <a:cubicBezTo>
                  <a:pt x="717720" y="22021"/>
                  <a:pt x="720826" y="22584"/>
                  <a:pt x="724445" y="237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85930-0BAB-48D2-A85D-7209AB6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742" y="1105296"/>
            <a:ext cx="90133" cy="518741"/>
          </a:xfrm>
          <a:custGeom xmlns:a="http://schemas.openxmlformats.org/drawingml/2006/main">
            <a:pathLst>
              <a:path w="90133" h="518741">
                <a:moveTo>
                  <a:pt x="50075" y="90115"/>
                </a:moveTo>
                <a:lnTo>
                  <a:pt x="51607" y="518670"/>
                </a:lnTo>
                <a:lnTo>
                  <a:pt x="61622" y="518634"/>
                </a:lnTo>
                <a:lnTo>
                  <a:pt x="60088" y="90079"/>
                </a:lnTo>
                <a:lnTo>
                  <a:pt x="90133" y="89972"/>
                </a:lnTo>
                <a:lnTo>
                  <a:pt x="44744" y="0"/>
                </a:lnTo>
                <a:lnTo>
                  <a:pt x="0" y="90294"/>
                </a:lnTo>
                <a:lnTo>
                  <a:pt x="30044" y="90187"/>
                </a:lnTo>
                <a:lnTo>
                  <a:pt x="31578" y="518741"/>
                </a:lnTo>
                <a:lnTo>
                  <a:pt x="41592" y="518706"/>
                </a:lnTo>
                <a:lnTo>
                  <a:pt x="40059" y="90151"/>
                </a:lnTo>
                <a:lnTo>
                  <a:pt x="50075" y="90115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914d47e4948e6"/>
          <a:stretch xmlns:a="http://schemas.openxmlformats.org/drawingml/2006/main"/>
        </p:blipFill>
        <p:spPr>
          <a:xfrm xmlns:a="http://schemas.openxmlformats.org/drawingml/2006/main">
            <a:off x="5233735" y="2106969"/>
            <a:ext cx="340865" cy="313891"/>
          </a:xfrm>
          <a:prstGeom xmlns:a="http://schemas.openxmlformats.org/drawingml/2006/main" prst="rect">
            <a:avLst/>
          </a:prstGeom>
        </p:spPr>
      </p:pic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9D79C-AF64-4420-AEA6-C0CE1802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606" y="1961969"/>
            <a:ext cx="866097" cy="145031"/>
          </a:xfrm>
          <a:custGeom xmlns:a="http://schemas.openxmlformats.org/drawingml/2006/main">
            <a:pathLst>
              <a:path w="866097" h="145031">
                <a:moveTo>
                  <a:pt x="0" y="0"/>
                </a:moveTo>
                <a:lnTo>
                  <a:pt x="866097" y="0"/>
                </a:lnTo>
                <a:lnTo>
                  <a:pt x="866097" y="145031"/>
                </a:lnTo>
                <a:lnTo>
                  <a:pt x="0" y="1450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6C6AD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38F8BD-C124-4710-81EC-84DCB966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434" y="1937797"/>
            <a:ext cx="914441" cy="24172"/>
          </a:xfrm>
          <a:custGeom xmlns:a="http://schemas.openxmlformats.org/drawingml/2006/main">
            <a:pathLst>
              <a:path w="914441" h="24172">
                <a:moveTo>
                  <a:pt x="0" y="0"/>
                </a:moveTo>
                <a:lnTo>
                  <a:pt x="914441" y="0"/>
                </a:lnTo>
                <a:lnTo>
                  <a:pt x="890269" y="24172"/>
                </a:lnTo>
                <a:lnTo>
                  <a:pt x="24172" y="241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D1BD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BB071-B860-4B30-B401-F95EE5AD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434" y="2107001"/>
            <a:ext cx="914441" cy="24172"/>
          </a:xfrm>
          <a:custGeom xmlns:a="http://schemas.openxmlformats.org/drawingml/2006/main">
            <a:pathLst>
              <a:path w="914441" h="24172">
                <a:moveTo>
                  <a:pt x="0" y="24172"/>
                </a:moveTo>
                <a:lnTo>
                  <a:pt x="24172" y="0"/>
                </a:lnTo>
                <a:lnTo>
                  <a:pt x="890269" y="0"/>
                </a:lnTo>
                <a:lnTo>
                  <a:pt x="914441" y="24172"/>
                </a:lnTo>
                <a:lnTo>
                  <a:pt x="0" y="24172"/>
                </a:lnTo>
                <a:close/>
              </a:path>
            </a:pathLst>
          </a:custGeom>
          <a:solidFill xmlns:a="http://schemas.openxmlformats.org/drawingml/2006/main">
            <a:srgbClr val="C69F8B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6DCC64-1063-4983-904A-9DCD5EB7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434" y="1937797"/>
            <a:ext cx="24172" cy="193376"/>
          </a:xfrm>
          <a:custGeom xmlns:a="http://schemas.openxmlformats.org/drawingml/2006/main">
            <a:pathLst>
              <a:path w="24172" h="193376">
                <a:moveTo>
                  <a:pt x="0" y="0"/>
                </a:moveTo>
                <a:lnTo>
                  <a:pt x="24172" y="24172"/>
                </a:lnTo>
                <a:lnTo>
                  <a:pt x="24172" y="169204"/>
                </a:lnTo>
                <a:lnTo>
                  <a:pt x="0" y="1933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ADDCE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F2A2C-856F-44E7-ABCC-9D49AB09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703" y="1937797"/>
            <a:ext cx="24172" cy="193376"/>
          </a:xfrm>
          <a:custGeom xmlns:a="http://schemas.openxmlformats.org/drawingml/2006/main">
            <a:pathLst>
              <a:path w="24172" h="193376">
                <a:moveTo>
                  <a:pt x="24172" y="0"/>
                </a:moveTo>
                <a:lnTo>
                  <a:pt x="24172" y="193376"/>
                </a:lnTo>
                <a:lnTo>
                  <a:pt x="0" y="169204"/>
                </a:lnTo>
                <a:lnTo>
                  <a:pt x="0" y="24172"/>
                </a:lnTo>
                <a:lnTo>
                  <a:pt x="24172" y="0"/>
                </a:lnTo>
                <a:close/>
              </a:path>
            </a:pathLst>
          </a:custGeom>
          <a:solidFill xmlns:a="http://schemas.openxmlformats.org/drawingml/2006/main">
            <a:srgbClr val="947768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6BCEA-8556-4DFE-9494-8C2F8D11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434" y="1937797"/>
            <a:ext cx="914440" cy="193375"/>
          </a:xfrm>
          <a:custGeom xmlns:a="http://schemas.openxmlformats.org/drawingml/2006/main">
            <a:pathLst>
              <a:path w="914440" h="193375" fill="none">
                <a:moveTo>
                  <a:pt x="0" y="0"/>
                </a:moveTo>
                <a:lnTo>
                  <a:pt x="914440" y="0"/>
                </a:lnTo>
                <a:lnTo>
                  <a:pt x="914440" y="193375"/>
                </a:lnTo>
                <a:lnTo>
                  <a:pt x="0" y="193375"/>
                </a:lnTo>
                <a:lnTo>
                  <a:pt x="0" y="0"/>
                </a:lnTo>
                <a:close/>
                <a:moveTo>
                  <a:pt x="24172" y="24172"/>
                </a:moveTo>
                <a:lnTo>
                  <a:pt x="890268" y="24172"/>
                </a:lnTo>
                <a:lnTo>
                  <a:pt x="890268" y="169203"/>
                </a:lnTo>
                <a:lnTo>
                  <a:pt x="24172" y="169203"/>
                </a:lnTo>
                <a:lnTo>
                  <a:pt x="24172" y="24172"/>
                </a:lnTo>
                <a:close/>
                <a:moveTo>
                  <a:pt x="0" y="0"/>
                </a:moveTo>
                <a:lnTo>
                  <a:pt x="24172" y="24172"/>
                </a:lnTo>
                <a:moveTo>
                  <a:pt x="0" y="193375"/>
                </a:moveTo>
                <a:lnTo>
                  <a:pt x="24172" y="169203"/>
                </a:lnTo>
                <a:moveTo>
                  <a:pt x="914440" y="0"/>
                </a:moveTo>
                <a:lnTo>
                  <a:pt x="890268" y="24172"/>
                </a:lnTo>
                <a:moveTo>
                  <a:pt x="914440" y="193375"/>
                </a:moveTo>
                <a:lnTo>
                  <a:pt x="890268" y="169203"/>
                </a:ln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56" name="Text LLMInstance">
            <a:extLst xmlns:a="http://schemas.openxmlformats.org/drawingml/2006/main">
              <a:ext uri="{FF2B5EF4-FFF2-40B4-BE49-F238E27FC236}">
                <a16:creationId xmlns:a16="http://schemas.microsoft.com/office/drawing/2014/main" id="{BB4A8085-BFF4-4C1A-BC4F-5C4AF4BE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630" y="1994262"/>
            <a:ext cx="663109" cy="78695"/>
          </a:xfrm>
          <a:custGeom xmlns:a="http://schemas.openxmlformats.org/drawingml/2006/main">
            <a:pathLst>
              <a:path w="663109" h="78695">
                <a:moveTo>
                  <a:pt x="46957" y="68392"/>
                </a:moveTo>
                <a:lnTo>
                  <a:pt x="46601" y="77096"/>
                </a:lnTo>
                <a:lnTo>
                  <a:pt x="0" y="77096"/>
                </a:lnTo>
                <a:cubicBezTo>
                  <a:pt x="474" y="67346"/>
                  <a:pt x="711" y="53845"/>
                  <a:pt x="711" y="36594"/>
                </a:cubicBezTo>
                <a:cubicBezTo>
                  <a:pt x="711" y="21751"/>
                  <a:pt x="474" y="9553"/>
                  <a:pt x="0" y="0"/>
                </a:cubicBezTo>
                <a:lnTo>
                  <a:pt x="11014" y="0"/>
                </a:lnTo>
                <a:cubicBezTo>
                  <a:pt x="10540" y="7974"/>
                  <a:pt x="10303" y="20172"/>
                  <a:pt x="10303" y="36594"/>
                </a:cubicBezTo>
                <a:cubicBezTo>
                  <a:pt x="10303" y="50095"/>
                  <a:pt x="10086" y="60911"/>
                  <a:pt x="9652" y="69043"/>
                </a:cubicBezTo>
                <a:cubicBezTo>
                  <a:pt x="21495" y="69043"/>
                  <a:pt x="33929" y="68826"/>
                  <a:pt x="46957" y="68392"/>
                </a:cubicBezTo>
                <a:close/>
                <a:moveTo>
                  <a:pt x="105166" y="68392"/>
                </a:moveTo>
                <a:lnTo>
                  <a:pt x="104811" y="77096"/>
                </a:lnTo>
                <a:lnTo>
                  <a:pt x="58210" y="77096"/>
                </a:lnTo>
                <a:cubicBezTo>
                  <a:pt x="58683" y="67346"/>
                  <a:pt x="58920" y="53845"/>
                  <a:pt x="58920" y="36594"/>
                </a:cubicBezTo>
                <a:cubicBezTo>
                  <a:pt x="58920" y="21751"/>
                  <a:pt x="58683" y="9553"/>
                  <a:pt x="58210" y="0"/>
                </a:cubicBezTo>
                <a:lnTo>
                  <a:pt x="69223" y="0"/>
                </a:lnTo>
                <a:cubicBezTo>
                  <a:pt x="68750" y="7974"/>
                  <a:pt x="68513" y="20172"/>
                  <a:pt x="68513" y="36594"/>
                </a:cubicBezTo>
                <a:cubicBezTo>
                  <a:pt x="68513" y="50095"/>
                  <a:pt x="68296" y="60911"/>
                  <a:pt x="67861" y="69043"/>
                </a:cubicBezTo>
                <a:cubicBezTo>
                  <a:pt x="79704" y="69043"/>
                  <a:pt x="92139" y="68826"/>
                  <a:pt x="105166" y="68392"/>
                </a:cubicBezTo>
                <a:close/>
                <a:moveTo>
                  <a:pt x="198963" y="77096"/>
                </a:moveTo>
                <a:lnTo>
                  <a:pt x="187831" y="77096"/>
                </a:lnTo>
                <a:cubicBezTo>
                  <a:pt x="187831" y="68293"/>
                  <a:pt x="187219" y="55562"/>
                  <a:pt x="185995" y="38903"/>
                </a:cubicBezTo>
                <a:cubicBezTo>
                  <a:pt x="184771" y="22245"/>
                  <a:pt x="184120" y="12257"/>
                  <a:pt x="184041" y="8941"/>
                </a:cubicBezTo>
                <a:lnTo>
                  <a:pt x="183449" y="8941"/>
                </a:lnTo>
                <a:cubicBezTo>
                  <a:pt x="179501" y="21771"/>
                  <a:pt x="174498" y="35696"/>
                  <a:pt x="168438" y="50717"/>
                </a:cubicBezTo>
                <a:cubicBezTo>
                  <a:pt x="162379" y="65737"/>
                  <a:pt x="159349" y="74530"/>
                  <a:pt x="159349" y="77096"/>
                </a:cubicBezTo>
                <a:lnTo>
                  <a:pt x="151355" y="77096"/>
                </a:lnTo>
                <a:cubicBezTo>
                  <a:pt x="151355" y="74333"/>
                  <a:pt x="148532" y="65382"/>
                  <a:pt x="142887" y="50243"/>
                </a:cubicBezTo>
                <a:cubicBezTo>
                  <a:pt x="137242" y="35104"/>
                  <a:pt x="133670" y="24968"/>
                  <a:pt x="132170" y="19837"/>
                </a:cubicBezTo>
                <a:cubicBezTo>
                  <a:pt x="130670" y="14705"/>
                  <a:pt x="129643" y="11073"/>
                  <a:pt x="129091" y="8941"/>
                </a:cubicBezTo>
                <a:lnTo>
                  <a:pt x="128498" y="8941"/>
                </a:lnTo>
                <a:cubicBezTo>
                  <a:pt x="128380" y="14349"/>
                  <a:pt x="127600" y="25265"/>
                  <a:pt x="126160" y="41686"/>
                </a:cubicBezTo>
                <a:cubicBezTo>
                  <a:pt x="124719" y="58108"/>
                  <a:pt x="123998" y="69912"/>
                  <a:pt x="123998" y="77096"/>
                </a:cubicBezTo>
                <a:lnTo>
                  <a:pt x="113813" y="77096"/>
                </a:lnTo>
                <a:cubicBezTo>
                  <a:pt x="113813" y="76702"/>
                  <a:pt x="115156" y="65836"/>
                  <a:pt x="117840" y="44499"/>
                </a:cubicBezTo>
                <a:cubicBezTo>
                  <a:pt x="120524" y="23162"/>
                  <a:pt x="121867" y="8329"/>
                  <a:pt x="121867" y="0"/>
                </a:cubicBezTo>
                <a:lnTo>
                  <a:pt x="137440" y="0"/>
                </a:lnTo>
                <a:cubicBezTo>
                  <a:pt x="137440" y="4342"/>
                  <a:pt x="140598" y="15198"/>
                  <a:pt x="146914" y="32568"/>
                </a:cubicBezTo>
                <a:cubicBezTo>
                  <a:pt x="153230" y="49937"/>
                  <a:pt x="156388" y="60457"/>
                  <a:pt x="156388" y="64129"/>
                </a:cubicBezTo>
                <a:lnTo>
                  <a:pt x="156980" y="64129"/>
                </a:lnTo>
                <a:cubicBezTo>
                  <a:pt x="156980" y="60457"/>
                  <a:pt x="160533" y="49907"/>
                  <a:pt x="167639" y="32479"/>
                </a:cubicBezTo>
                <a:cubicBezTo>
                  <a:pt x="174744" y="15050"/>
                  <a:pt x="178297" y="4224"/>
                  <a:pt x="178297" y="0"/>
                </a:cubicBezTo>
                <a:lnTo>
                  <a:pt x="193515" y="0"/>
                </a:lnTo>
                <a:cubicBezTo>
                  <a:pt x="193515" y="8329"/>
                  <a:pt x="194423" y="23093"/>
                  <a:pt x="196239" y="44292"/>
                </a:cubicBezTo>
                <a:cubicBezTo>
                  <a:pt x="198055" y="65490"/>
                  <a:pt x="198963" y="76425"/>
                  <a:pt x="198963" y="77096"/>
                </a:cubicBezTo>
                <a:close/>
                <a:moveTo>
                  <a:pt x="257307" y="77096"/>
                </a:moveTo>
                <a:lnTo>
                  <a:pt x="246056" y="77096"/>
                </a:lnTo>
                <a:cubicBezTo>
                  <a:pt x="246649" y="64306"/>
                  <a:pt x="246945" y="50805"/>
                  <a:pt x="246945" y="36594"/>
                </a:cubicBezTo>
                <a:cubicBezTo>
                  <a:pt x="246945" y="22620"/>
                  <a:pt x="246649" y="10422"/>
                  <a:pt x="246056" y="0"/>
                </a:cubicBezTo>
                <a:lnTo>
                  <a:pt x="257307" y="0"/>
                </a:lnTo>
                <a:cubicBezTo>
                  <a:pt x="256754" y="10777"/>
                  <a:pt x="256478" y="22975"/>
                  <a:pt x="256478" y="36594"/>
                </a:cubicBezTo>
                <a:cubicBezTo>
                  <a:pt x="256478" y="50884"/>
                  <a:pt x="256754" y="64385"/>
                  <a:pt x="257307" y="77096"/>
                </a:cubicBezTo>
                <a:close/>
                <a:moveTo>
                  <a:pt x="326729" y="77096"/>
                </a:moveTo>
                <a:lnTo>
                  <a:pt x="315952" y="77096"/>
                </a:lnTo>
                <a:cubicBezTo>
                  <a:pt x="316820" y="66714"/>
                  <a:pt x="317255" y="55385"/>
                  <a:pt x="317255" y="43108"/>
                </a:cubicBezTo>
                <a:cubicBezTo>
                  <a:pt x="317255" y="37028"/>
                  <a:pt x="316021" y="32874"/>
                  <a:pt x="313554" y="30643"/>
                </a:cubicBezTo>
                <a:cubicBezTo>
                  <a:pt x="311086" y="28413"/>
                  <a:pt x="307563" y="27298"/>
                  <a:pt x="302984" y="27298"/>
                </a:cubicBezTo>
                <a:cubicBezTo>
                  <a:pt x="297378" y="27298"/>
                  <a:pt x="292207" y="29331"/>
                  <a:pt x="287470" y="33397"/>
                </a:cubicBezTo>
                <a:cubicBezTo>
                  <a:pt x="287470" y="46858"/>
                  <a:pt x="287549" y="61424"/>
                  <a:pt x="287707" y="77096"/>
                </a:cubicBezTo>
                <a:lnTo>
                  <a:pt x="276930" y="77096"/>
                </a:lnTo>
                <a:cubicBezTo>
                  <a:pt x="277601" y="63675"/>
                  <a:pt x="277937" y="53963"/>
                  <a:pt x="277937" y="47963"/>
                </a:cubicBezTo>
                <a:cubicBezTo>
                  <a:pt x="277937" y="38726"/>
                  <a:pt x="277068" y="29765"/>
                  <a:pt x="275331" y="21080"/>
                </a:cubicBezTo>
                <a:lnTo>
                  <a:pt x="285753" y="19600"/>
                </a:lnTo>
                <a:lnTo>
                  <a:pt x="286878" y="26824"/>
                </a:lnTo>
                <a:lnTo>
                  <a:pt x="287352" y="26824"/>
                </a:lnTo>
                <a:cubicBezTo>
                  <a:pt x="293194" y="21534"/>
                  <a:pt x="299451" y="18889"/>
                  <a:pt x="306122" y="18889"/>
                </a:cubicBezTo>
                <a:cubicBezTo>
                  <a:pt x="312675" y="18889"/>
                  <a:pt x="317748" y="20340"/>
                  <a:pt x="321340" y="23241"/>
                </a:cubicBezTo>
                <a:cubicBezTo>
                  <a:pt x="324933" y="26143"/>
                  <a:pt x="326729" y="31304"/>
                  <a:pt x="326729" y="38726"/>
                </a:cubicBezTo>
                <a:cubicBezTo>
                  <a:pt x="326729" y="39476"/>
                  <a:pt x="326689" y="40956"/>
                  <a:pt x="326610" y="43167"/>
                </a:cubicBezTo>
                <a:cubicBezTo>
                  <a:pt x="326531" y="45377"/>
                  <a:pt x="326492" y="46858"/>
                  <a:pt x="326492" y="47608"/>
                </a:cubicBezTo>
                <a:cubicBezTo>
                  <a:pt x="326492" y="54200"/>
                  <a:pt x="326571" y="64030"/>
                  <a:pt x="326729" y="77096"/>
                </a:cubicBezTo>
                <a:close/>
                <a:moveTo>
                  <a:pt x="379904" y="61049"/>
                </a:moveTo>
                <a:cubicBezTo>
                  <a:pt x="379904" y="72576"/>
                  <a:pt x="372541" y="78340"/>
                  <a:pt x="357817" y="78340"/>
                </a:cubicBezTo>
                <a:cubicBezTo>
                  <a:pt x="351303" y="78340"/>
                  <a:pt x="345224" y="77688"/>
                  <a:pt x="339579" y="76386"/>
                </a:cubicBezTo>
                <a:lnTo>
                  <a:pt x="341415" y="67681"/>
                </a:lnTo>
                <a:cubicBezTo>
                  <a:pt x="346547" y="69655"/>
                  <a:pt x="352113" y="70642"/>
                  <a:pt x="358113" y="70642"/>
                </a:cubicBezTo>
                <a:cubicBezTo>
                  <a:pt x="366719" y="70642"/>
                  <a:pt x="371022" y="68195"/>
                  <a:pt x="371022" y="63300"/>
                </a:cubicBezTo>
                <a:cubicBezTo>
                  <a:pt x="371022" y="60931"/>
                  <a:pt x="370064" y="59046"/>
                  <a:pt x="368150" y="57645"/>
                </a:cubicBezTo>
                <a:cubicBezTo>
                  <a:pt x="366235" y="56243"/>
                  <a:pt x="363067" y="54674"/>
                  <a:pt x="358646" y="52937"/>
                </a:cubicBezTo>
                <a:cubicBezTo>
                  <a:pt x="353040" y="50726"/>
                  <a:pt x="348974" y="48595"/>
                  <a:pt x="346448" y="46542"/>
                </a:cubicBezTo>
                <a:cubicBezTo>
                  <a:pt x="342737" y="43502"/>
                  <a:pt x="340882" y="39831"/>
                  <a:pt x="340882" y="35528"/>
                </a:cubicBezTo>
                <a:cubicBezTo>
                  <a:pt x="340882" y="31028"/>
                  <a:pt x="342579" y="27169"/>
                  <a:pt x="345974" y="23952"/>
                </a:cubicBezTo>
                <a:cubicBezTo>
                  <a:pt x="349369" y="20735"/>
                  <a:pt x="354540" y="19126"/>
                  <a:pt x="361488" y="19126"/>
                </a:cubicBezTo>
                <a:cubicBezTo>
                  <a:pt x="368278" y="19126"/>
                  <a:pt x="373726" y="19698"/>
                  <a:pt x="377831" y="20843"/>
                </a:cubicBezTo>
                <a:lnTo>
                  <a:pt x="375996" y="29370"/>
                </a:lnTo>
                <a:cubicBezTo>
                  <a:pt x="371732" y="27673"/>
                  <a:pt x="366798" y="26824"/>
                  <a:pt x="361192" y="26824"/>
                </a:cubicBezTo>
                <a:cubicBezTo>
                  <a:pt x="353613" y="26824"/>
                  <a:pt x="349823" y="29015"/>
                  <a:pt x="349823" y="33397"/>
                </a:cubicBezTo>
                <a:cubicBezTo>
                  <a:pt x="349823" y="35607"/>
                  <a:pt x="350672" y="37393"/>
                  <a:pt x="352369" y="38755"/>
                </a:cubicBezTo>
                <a:cubicBezTo>
                  <a:pt x="354067" y="40117"/>
                  <a:pt x="357383" y="41765"/>
                  <a:pt x="362317" y="43700"/>
                </a:cubicBezTo>
                <a:cubicBezTo>
                  <a:pt x="367646" y="45792"/>
                  <a:pt x="371594" y="47845"/>
                  <a:pt x="374160" y="49858"/>
                </a:cubicBezTo>
                <a:cubicBezTo>
                  <a:pt x="377989" y="52977"/>
                  <a:pt x="379904" y="56707"/>
                  <a:pt x="379904" y="61049"/>
                </a:cubicBezTo>
                <a:close/>
                <a:moveTo>
                  <a:pt x="425443" y="68925"/>
                </a:moveTo>
                <a:lnTo>
                  <a:pt x="424732" y="76623"/>
                </a:lnTo>
                <a:cubicBezTo>
                  <a:pt x="421614" y="77767"/>
                  <a:pt x="418673" y="78340"/>
                  <a:pt x="415910" y="78340"/>
                </a:cubicBezTo>
                <a:cubicBezTo>
                  <a:pt x="408804" y="78340"/>
                  <a:pt x="403948" y="76534"/>
                  <a:pt x="401343" y="72922"/>
                </a:cubicBezTo>
                <a:cubicBezTo>
                  <a:pt x="398738" y="69310"/>
                  <a:pt x="397435" y="62846"/>
                  <a:pt x="397435" y="53529"/>
                </a:cubicBezTo>
                <a:cubicBezTo>
                  <a:pt x="397435" y="47489"/>
                  <a:pt x="397474" y="39614"/>
                  <a:pt x="397553" y="29903"/>
                </a:cubicBezTo>
                <a:cubicBezTo>
                  <a:pt x="395343" y="29903"/>
                  <a:pt x="392086" y="30021"/>
                  <a:pt x="387783" y="30258"/>
                </a:cubicBezTo>
                <a:lnTo>
                  <a:pt x="388138" y="21672"/>
                </a:lnTo>
                <a:cubicBezTo>
                  <a:pt x="391889" y="21909"/>
                  <a:pt x="395244" y="22028"/>
                  <a:pt x="398205" y="22028"/>
                </a:cubicBezTo>
                <a:cubicBezTo>
                  <a:pt x="398205" y="19659"/>
                  <a:pt x="398402" y="14034"/>
                  <a:pt x="398797" y="5152"/>
                </a:cubicBezTo>
                <a:lnTo>
                  <a:pt x="408093" y="4204"/>
                </a:lnTo>
                <a:cubicBezTo>
                  <a:pt x="407422" y="12494"/>
                  <a:pt x="407087" y="18435"/>
                  <a:pt x="407087" y="22028"/>
                </a:cubicBezTo>
                <a:cubicBezTo>
                  <a:pt x="410955" y="22028"/>
                  <a:pt x="416640" y="21830"/>
                  <a:pt x="424140" y="21435"/>
                </a:cubicBezTo>
                <a:lnTo>
                  <a:pt x="423726" y="30258"/>
                </a:lnTo>
                <a:cubicBezTo>
                  <a:pt x="416620" y="30021"/>
                  <a:pt x="410916" y="29903"/>
                  <a:pt x="406613" y="29903"/>
                </a:cubicBezTo>
                <a:cubicBezTo>
                  <a:pt x="406534" y="35864"/>
                  <a:pt x="406495" y="42575"/>
                  <a:pt x="406495" y="50036"/>
                </a:cubicBezTo>
                <a:cubicBezTo>
                  <a:pt x="406495" y="58168"/>
                  <a:pt x="407353" y="63546"/>
                  <a:pt x="409070" y="66171"/>
                </a:cubicBezTo>
                <a:cubicBezTo>
                  <a:pt x="410788" y="68797"/>
                  <a:pt x="413975" y="70109"/>
                  <a:pt x="418633" y="70109"/>
                </a:cubicBezTo>
                <a:cubicBezTo>
                  <a:pt x="420173" y="70109"/>
                  <a:pt x="422443" y="69714"/>
                  <a:pt x="425443" y="68925"/>
                </a:cubicBezTo>
                <a:close/>
                <a:moveTo>
                  <a:pt x="480635" y="77096"/>
                </a:moveTo>
                <a:lnTo>
                  <a:pt x="471339" y="77452"/>
                </a:lnTo>
                <a:cubicBezTo>
                  <a:pt x="470865" y="75517"/>
                  <a:pt x="470628" y="73682"/>
                  <a:pt x="470628" y="71945"/>
                </a:cubicBezTo>
                <a:lnTo>
                  <a:pt x="470036" y="71945"/>
                </a:lnTo>
                <a:cubicBezTo>
                  <a:pt x="465181" y="76366"/>
                  <a:pt x="458568" y="78577"/>
                  <a:pt x="450199" y="78577"/>
                </a:cubicBezTo>
                <a:cubicBezTo>
                  <a:pt x="445660" y="78577"/>
                  <a:pt x="441752" y="77244"/>
                  <a:pt x="438475" y="74580"/>
                </a:cubicBezTo>
                <a:cubicBezTo>
                  <a:pt x="435199" y="71915"/>
                  <a:pt x="433560" y="68116"/>
                  <a:pt x="433560" y="63181"/>
                </a:cubicBezTo>
                <a:cubicBezTo>
                  <a:pt x="433560" y="57102"/>
                  <a:pt x="436126" y="52217"/>
                  <a:pt x="441258" y="48526"/>
                </a:cubicBezTo>
                <a:cubicBezTo>
                  <a:pt x="446390" y="44835"/>
                  <a:pt x="455923" y="42891"/>
                  <a:pt x="469858" y="42693"/>
                </a:cubicBezTo>
                <a:cubicBezTo>
                  <a:pt x="469977" y="41746"/>
                  <a:pt x="470036" y="40660"/>
                  <a:pt x="470036" y="39436"/>
                </a:cubicBezTo>
                <a:cubicBezTo>
                  <a:pt x="470036" y="34581"/>
                  <a:pt x="468743" y="31344"/>
                  <a:pt x="466158" y="29725"/>
                </a:cubicBezTo>
                <a:cubicBezTo>
                  <a:pt x="463572" y="28107"/>
                  <a:pt x="459654" y="27298"/>
                  <a:pt x="454404" y="27298"/>
                </a:cubicBezTo>
                <a:cubicBezTo>
                  <a:pt x="448206" y="27298"/>
                  <a:pt x="442107" y="28067"/>
                  <a:pt x="436107" y="29607"/>
                </a:cubicBezTo>
                <a:lnTo>
                  <a:pt x="437113" y="21435"/>
                </a:lnTo>
                <a:cubicBezTo>
                  <a:pt x="443035" y="19738"/>
                  <a:pt x="449844" y="18889"/>
                  <a:pt x="457542" y="18889"/>
                </a:cubicBezTo>
                <a:cubicBezTo>
                  <a:pt x="464569" y="18889"/>
                  <a:pt x="469997" y="20340"/>
                  <a:pt x="473826" y="23241"/>
                </a:cubicBezTo>
                <a:cubicBezTo>
                  <a:pt x="477655" y="26143"/>
                  <a:pt x="479570" y="31087"/>
                  <a:pt x="479570" y="38074"/>
                </a:cubicBezTo>
                <a:cubicBezTo>
                  <a:pt x="479570" y="39930"/>
                  <a:pt x="479481" y="43295"/>
                  <a:pt x="479303" y="48170"/>
                </a:cubicBezTo>
                <a:cubicBezTo>
                  <a:pt x="479125" y="53046"/>
                  <a:pt x="479037" y="56293"/>
                  <a:pt x="479037" y="57911"/>
                </a:cubicBezTo>
                <a:cubicBezTo>
                  <a:pt x="479037" y="65096"/>
                  <a:pt x="479570" y="71491"/>
                  <a:pt x="480635" y="77096"/>
                </a:cubicBezTo>
                <a:moveTo>
                  <a:pt x="470155" y="65609"/>
                </a:moveTo>
                <a:cubicBezTo>
                  <a:pt x="469957" y="59609"/>
                  <a:pt x="469858" y="54220"/>
                  <a:pt x="469858" y="49444"/>
                </a:cubicBezTo>
                <a:cubicBezTo>
                  <a:pt x="462437" y="49444"/>
                  <a:pt x="456792" y="49996"/>
                  <a:pt x="452923" y="51101"/>
                </a:cubicBezTo>
                <a:cubicBezTo>
                  <a:pt x="446449" y="53075"/>
                  <a:pt x="443212" y="56845"/>
                  <a:pt x="443212" y="62411"/>
                </a:cubicBezTo>
                <a:cubicBezTo>
                  <a:pt x="443212" y="67780"/>
                  <a:pt x="447002" y="70464"/>
                  <a:pt x="454581" y="70464"/>
                </a:cubicBezTo>
                <a:cubicBezTo>
                  <a:pt x="461095" y="70464"/>
                  <a:pt x="466286" y="68846"/>
                  <a:pt x="470155" y="65609"/>
                </a:cubicBezTo>
                <a:close/>
                <a:moveTo>
                  <a:pt x="544529" y="77096"/>
                </a:moveTo>
                <a:lnTo>
                  <a:pt x="533753" y="77096"/>
                </a:lnTo>
                <a:cubicBezTo>
                  <a:pt x="534621" y="66714"/>
                  <a:pt x="535055" y="55385"/>
                  <a:pt x="535055" y="43108"/>
                </a:cubicBezTo>
                <a:cubicBezTo>
                  <a:pt x="535055" y="37028"/>
                  <a:pt x="533822" y="32874"/>
                  <a:pt x="531354" y="30643"/>
                </a:cubicBezTo>
                <a:cubicBezTo>
                  <a:pt x="528887" y="28413"/>
                  <a:pt x="525364" y="27298"/>
                  <a:pt x="520785" y="27298"/>
                </a:cubicBezTo>
                <a:cubicBezTo>
                  <a:pt x="515179" y="27298"/>
                  <a:pt x="510008" y="29331"/>
                  <a:pt x="505271" y="33397"/>
                </a:cubicBezTo>
                <a:cubicBezTo>
                  <a:pt x="505271" y="46858"/>
                  <a:pt x="505350" y="61424"/>
                  <a:pt x="505508" y="77096"/>
                </a:cubicBezTo>
                <a:lnTo>
                  <a:pt x="494731" y="77096"/>
                </a:lnTo>
                <a:cubicBezTo>
                  <a:pt x="495402" y="63675"/>
                  <a:pt x="495737" y="53963"/>
                  <a:pt x="495737" y="47963"/>
                </a:cubicBezTo>
                <a:cubicBezTo>
                  <a:pt x="495737" y="38726"/>
                  <a:pt x="494869" y="29765"/>
                  <a:pt x="493132" y="21080"/>
                </a:cubicBezTo>
                <a:lnTo>
                  <a:pt x="503554" y="19600"/>
                </a:lnTo>
                <a:lnTo>
                  <a:pt x="504679" y="26824"/>
                </a:lnTo>
                <a:lnTo>
                  <a:pt x="505152" y="26824"/>
                </a:lnTo>
                <a:cubicBezTo>
                  <a:pt x="510995" y="21534"/>
                  <a:pt x="517252" y="18889"/>
                  <a:pt x="523923" y="18889"/>
                </a:cubicBezTo>
                <a:cubicBezTo>
                  <a:pt x="530476" y="18889"/>
                  <a:pt x="535549" y="20340"/>
                  <a:pt x="539141" y="23241"/>
                </a:cubicBezTo>
                <a:cubicBezTo>
                  <a:pt x="542733" y="26143"/>
                  <a:pt x="544529" y="31304"/>
                  <a:pt x="544529" y="38726"/>
                </a:cubicBezTo>
                <a:cubicBezTo>
                  <a:pt x="544529" y="39476"/>
                  <a:pt x="544490" y="40956"/>
                  <a:pt x="544411" y="43167"/>
                </a:cubicBezTo>
                <a:cubicBezTo>
                  <a:pt x="544332" y="45377"/>
                  <a:pt x="544293" y="46858"/>
                  <a:pt x="544293" y="47608"/>
                </a:cubicBezTo>
                <a:cubicBezTo>
                  <a:pt x="544293" y="54200"/>
                  <a:pt x="544372" y="64030"/>
                  <a:pt x="544529" y="77096"/>
                </a:cubicBezTo>
                <a:close/>
                <a:moveTo>
                  <a:pt x="603152" y="68037"/>
                </a:moveTo>
                <a:lnTo>
                  <a:pt x="602560" y="75971"/>
                </a:lnTo>
                <a:cubicBezTo>
                  <a:pt x="599362" y="77787"/>
                  <a:pt x="595079" y="78695"/>
                  <a:pt x="589710" y="78695"/>
                </a:cubicBezTo>
                <a:cubicBezTo>
                  <a:pt x="579486" y="78695"/>
                  <a:pt x="571670" y="75873"/>
                  <a:pt x="566262" y="70228"/>
                </a:cubicBezTo>
                <a:cubicBezTo>
                  <a:pt x="560854" y="64582"/>
                  <a:pt x="558150" y="57773"/>
                  <a:pt x="558150" y="49799"/>
                </a:cubicBezTo>
                <a:cubicBezTo>
                  <a:pt x="558150" y="41351"/>
                  <a:pt x="560992" y="34087"/>
                  <a:pt x="566676" y="28008"/>
                </a:cubicBezTo>
                <a:cubicBezTo>
                  <a:pt x="572361" y="21929"/>
                  <a:pt x="579881" y="18889"/>
                  <a:pt x="589237" y="18889"/>
                </a:cubicBezTo>
                <a:cubicBezTo>
                  <a:pt x="593934" y="18889"/>
                  <a:pt x="597764" y="19363"/>
                  <a:pt x="600724" y="20310"/>
                </a:cubicBezTo>
                <a:lnTo>
                  <a:pt x="599125" y="29607"/>
                </a:lnTo>
                <a:cubicBezTo>
                  <a:pt x="594981" y="28067"/>
                  <a:pt x="590776" y="27298"/>
                  <a:pt x="586513" y="27298"/>
                </a:cubicBezTo>
                <a:cubicBezTo>
                  <a:pt x="580907" y="27298"/>
                  <a:pt x="576447" y="29252"/>
                  <a:pt x="573131" y="33160"/>
                </a:cubicBezTo>
                <a:cubicBezTo>
                  <a:pt x="569815" y="37068"/>
                  <a:pt x="568157" y="41963"/>
                  <a:pt x="568157" y="47845"/>
                </a:cubicBezTo>
                <a:cubicBezTo>
                  <a:pt x="568157" y="54240"/>
                  <a:pt x="570130" y="59569"/>
                  <a:pt x="574078" y="63832"/>
                </a:cubicBezTo>
                <a:cubicBezTo>
                  <a:pt x="578026" y="68096"/>
                  <a:pt x="583611" y="70228"/>
                  <a:pt x="590836" y="70228"/>
                </a:cubicBezTo>
                <a:cubicBezTo>
                  <a:pt x="593796" y="70228"/>
                  <a:pt x="597902" y="69497"/>
                  <a:pt x="603152" y="68037"/>
                </a:cubicBezTo>
                <a:close/>
                <a:moveTo>
                  <a:pt x="663109" y="42338"/>
                </a:moveTo>
                <a:cubicBezTo>
                  <a:pt x="663109" y="43996"/>
                  <a:pt x="663030" y="46285"/>
                  <a:pt x="662872" y="49207"/>
                </a:cubicBezTo>
                <a:lnTo>
                  <a:pt x="622192" y="49917"/>
                </a:lnTo>
                <a:cubicBezTo>
                  <a:pt x="622587" y="55681"/>
                  <a:pt x="624818" y="60507"/>
                  <a:pt x="628884" y="64395"/>
                </a:cubicBezTo>
                <a:cubicBezTo>
                  <a:pt x="632950" y="68283"/>
                  <a:pt x="638338" y="70228"/>
                  <a:pt x="645049" y="70228"/>
                </a:cubicBezTo>
                <a:cubicBezTo>
                  <a:pt x="651049" y="70228"/>
                  <a:pt x="656675" y="69497"/>
                  <a:pt x="661925" y="68037"/>
                </a:cubicBezTo>
                <a:lnTo>
                  <a:pt x="660918" y="76386"/>
                </a:lnTo>
                <a:cubicBezTo>
                  <a:pt x="657050" y="77925"/>
                  <a:pt x="651464" y="78695"/>
                  <a:pt x="644161" y="78695"/>
                </a:cubicBezTo>
                <a:cubicBezTo>
                  <a:pt x="633897" y="78695"/>
                  <a:pt x="626071" y="75892"/>
                  <a:pt x="620682" y="70287"/>
                </a:cubicBezTo>
                <a:cubicBezTo>
                  <a:pt x="615294" y="64681"/>
                  <a:pt x="612600" y="57852"/>
                  <a:pt x="612600" y="49799"/>
                </a:cubicBezTo>
                <a:cubicBezTo>
                  <a:pt x="612600" y="41193"/>
                  <a:pt x="615057" y="33781"/>
                  <a:pt x="619972" y="27564"/>
                </a:cubicBezTo>
                <a:cubicBezTo>
                  <a:pt x="624887" y="21347"/>
                  <a:pt x="631489" y="18238"/>
                  <a:pt x="639779" y="18238"/>
                </a:cubicBezTo>
                <a:cubicBezTo>
                  <a:pt x="647398" y="18238"/>
                  <a:pt x="653191" y="20488"/>
                  <a:pt x="657158" y="24988"/>
                </a:cubicBezTo>
                <a:cubicBezTo>
                  <a:pt x="661125" y="29488"/>
                  <a:pt x="663109" y="35272"/>
                  <a:pt x="663109" y="42338"/>
                </a:cubicBezTo>
                <a:moveTo>
                  <a:pt x="653220" y="42456"/>
                </a:moveTo>
                <a:cubicBezTo>
                  <a:pt x="653220" y="31364"/>
                  <a:pt x="648582" y="25817"/>
                  <a:pt x="639305" y="25817"/>
                </a:cubicBezTo>
                <a:cubicBezTo>
                  <a:pt x="629831" y="25817"/>
                  <a:pt x="624245" y="31581"/>
                  <a:pt x="622548" y="43108"/>
                </a:cubicBezTo>
                <a:lnTo>
                  <a:pt x="653220" y="424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0b0c4df614121"/>
          <a:stretch xmlns:a="http://schemas.openxmlformats.org/drawingml/2006/main"/>
        </p:blipFill>
        <p:spPr>
          <a:xfrm xmlns:a="http://schemas.openxmlformats.org/drawingml/2006/main">
            <a:off x="5653673" y="2106591"/>
            <a:ext cx="336770" cy="314647"/>
          </a:xfrm>
          <a:prstGeom xmlns:a="http://schemas.openxmlformats.org/drawingml/2006/main" prst="rect">
            <a:avLst/>
          </a:prstGeom>
        </p:spPr>
      </p:pic>
      <p:sp>
        <p:nvSpPr>
          <p:cNvPr id="58" name="Text #1">
            <a:extLst xmlns:a="http://schemas.openxmlformats.org/drawingml/2006/main">
              <a:ext uri="{FF2B5EF4-FFF2-40B4-BE49-F238E27FC236}">
                <a16:creationId xmlns:a16="http://schemas.microsoft.com/office/drawing/2014/main" id="{0A95157A-86EB-40B3-B2E0-DBA8667D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234" y="1816622"/>
            <a:ext cx="122206" cy="77748"/>
          </a:xfrm>
          <a:custGeom xmlns:a="http://schemas.openxmlformats.org/drawingml/2006/main">
            <a:pathLst>
              <a:path w="122206" h="77748">
                <a:moveTo>
                  <a:pt x="58444" y="56016"/>
                </a:moveTo>
                <a:lnTo>
                  <a:pt x="45239" y="56016"/>
                </a:lnTo>
                <a:lnTo>
                  <a:pt x="43048" y="77748"/>
                </a:lnTo>
                <a:lnTo>
                  <a:pt x="34285" y="77748"/>
                </a:lnTo>
                <a:lnTo>
                  <a:pt x="36476" y="56016"/>
                </a:lnTo>
                <a:lnTo>
                  <a:pt x="21376" y="56016"/>
                </a:lnTo>
                <a:lnTo>
                  <a:pt x="19185" y="77748"/>
                </a:lnTo>
                <a:lnTo>
                  <a:pt x="10422" y="77748"/>
                </a:lnTo>
                <a:lnTo>
                  <a:pt x="12613" y="56016"/>
                </a:lnTo>
                <a:lnTo>
                  <a:pt x="0" y="56016"/>
                </a:lnTo>
                <a:lnTo>
                  <a:pt x="0" y="48318"/>
                </a:lnTo>
                <a:lnTo>
                  <a:pt x="13382" y="48318"/>
                </a:lnTo>
                <a:lnTo>
                  <a:pt x="15514" y="27594"/>
                </a:lnTo>
                <a:lnTo>
                  <a:pt x="3020" y="27594"/>
                </a:lnTo>
                <a:lnTo>
                  <a:pt x="3020" y="19896"/>
                </a:lnTo>
                <a:lnTo>
                  <a:pt x="16284" y="19896"/>
                </a:lnTo>
                <a:lnTo>
                  <a:pt x="18297" y="355"/>
                </a:lnTo>
                <a:lnTo>
                  <a:pt x="26942" y="355"/>
                </a:lnTo>
                <a:lnTo>
                  <a:pt x="24988" y="19896"/>
                </a:lnTo>
                <a:lnTo>
                  <a:pt x="40147" y="19896"/>
                </a:lnTo>
                <a:lnTo>
                  <a:pt x="42160" y="355"/>
                </a:lnTo>
                <a:lnTo>
                  <a:pt x="50924" y="355"/>
                </a:lnTo>
                <a:lnTo>
                  <a:pt x="48851" y="19896"/>
                </a:lnTo>
                <a:lnTo>
                  <a:pt x="61582" y="19896"/>
                </a:lnTo>
                <a:lnTo>
                  <a:pt x="61582" y="27594"/>
                </a:lnTo>
                <a:lnTo>
                  <a:pt x="48082" y="27594"/>
                </a:lnTo>
                <a:lnTo>
                  <a:pt x="46009" y="48318"/>
                </a:lnTo>
                <a:lnTo>
                  <a:pt x="58444" y="48318"/>
                </a:lnTo>
                <a:lnTo>
                  <a:pt x="58444" y="56016"/>
                </a:lnTo>
                <a:moveTo>
                  <a:pt x="37305" y="48318"/>
                </a:moveTo>
                <a:lnTo>
                  <a:pt x="39377" y="27594"/>
                </a:lnTo>
                <a:lnTo>
                  <a:pt x="24218" y="27594"/>
                </a:lnTo>
                <a:lnTo>
                  <a:pt x="22146" y="48318"/>
                </a:lnTo>
                <a:lnTo>
                  <a:pt x="37305" y="48318"/>
                </a:lnTo>
                <a:close/>
                <a:moveTo>
                  <a:pt x="122206" y="77748"/>
                </a:moveTo>
                <a:lnTo>
                  <a:pt x="73592" y="77748"/>
                </a:lnTo>
                <a:lnTo>
                  <a:pt x="73592" y="68155"/>
                </a:lnTo>
                <a:lnTo>
                  <a:pt x="93487" y="68155"/>
                </a:lnTo>
                <a:lnTo>
                  <a:pt x="93487" y="11665"/>
                </a:lnTo>
                <a:lnTo>
                  <a:pt x="74954" y="21731"/>
                </a:lnTo>
                <a:lnTo>
                  <a:pt x="71164" y="12968"/>
                </a:lnTo>
                <a:lnTo>
                  <a:pt x="95797" y="0"/>
                </a:lnTo>
                <a:lnTo>
                  <a:pt x="104916" y="0"/>
                </a:lnTo>
                <a:lnTo>
                  <a:pt x="104916" y="68155"/>
                </a:lnTo>
                <a:lnTo>
                  <a:pt x="122206" y="68155"/>
                </a:lnTo>
                <a:lnTo>
                  <a:pt x="122206" y="777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...">
            <a:extLst xmlns:a="http://schemas.openxmlformats.org/drawingml/2006/main">
              <a:ext uri="{FF2B5EF4-FFF2-40B4-BE49-F238E27FC236}">
                <a16:creationId xmlns:a16="http://schemas.microsoft.com/office/drawing/2014/main" id="{40944985-628F-4A8C-BA9B-7B16F1D9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842" y="1839664"/>
            <a:ext cx="151091" cy="19718"/>
          </a:xfrm>
          <a:custGeom xmlns:a="http://schemas.openxmlformats.org/drawingml/2006/main">
            <a:pathLst>
              <a:path w="151091" h="19718">
                <a:moveTo>
                  <a:pt x="9829" y="0"/>
                </a:moveTo>
                <a:cubicBezTo>
                  <a:pt x="11172" y="0"/>
                  <a:pt x="12445" y="257"/>
                  <a:pt x="13649" y="770"/>
                </a:cubicBezTo>
                <a:cubicBezTo>
                  <a:pt x="14853" y="1283"/>
                  <a:pt x="15899" y="1994"/>
                  <a:pt x="16787" y="2901"/>
                </a:cubicBezTo>
                <a:cubicBezTo>
                  <a:pt x="17675" y="3809"/>
                  <a:pt x="18376" y="4865"/>
                  <a:pt x="18889" y="6069"/>
                </a:cubicBezTo>
                <a:cubicBezTo>
                  <a:pt x="19402" y="7273"/>
                  <a:pt x="19659" y="8566"/>
                  <a:pt x="19659" y="9948"/>
                </a:cubicBezTo>
                <a:cubicBezTo>
                  <a:pt x="19659" y="11290"/>
                  <a:pt x="19402" y="12553"/>
                  <a:pt x="18889" y="13738"/>
                </a:cubicBezTo>
                <a:cubicBezTo>
                  <a:pt x="18376" y="14922"/>
                  <a:pt x="17675" y="15958"/>
                  <a:pt x="16787" y="16846"/>
                </a:cubicBezTo>
                <a:cubicBezTo>
                  <a:pt x="15899" y="17735"/>
                  <a:pt x="14853" y="18435"/>
                  <a:pt x="13649" y="18948"/>
                </a:cubicBezTo>
                <a:cubicBezTo>
                  <a:pt x="12445" y="19462"/>
                  <a:pt x="11172" y="19718"/>
                  <a:pt x="9829" y="19718"/>
                </a:cubicBezTo>
                <a:cubicBezTo>
                  <a:pt x="8448" y="19718"/>
                  <a:pt x="7165" y="19462"/>
                  <a:pt x="5981" y="18948"/>
                </a:cubicBezTo>
                <a:cubicBezTo>
                  <a:pt x="4796" y="18435"/>
                  <a:pt x="3760" y="17735"/>
                  <a:pt x="2872" y="16846"/>
                </a:cubicBezTo>
                <a:cubicBezTo>
                  <a:pt x="1984" y="15958"/>
                  <a:pt x="1283" y="14922"/>
                  <a:pt x="770" y="13738"/>
                </a:cubicBezTo>
                <a:cubicBezTo>
                  <a:pt x="257" y="12553"/>
                  <a:pt x="0" y="11290"/>
                  <a:pt x="0" y="9948"/>
                </a:cubicBezTo>
                <a:cubicBezTo>
                  <a:pt x="0" y="8566"/>
                  <a:pt x="257" y="7273"/>
                  <a:pt x="770" y="6069"/>
                </a:cubicBezTo>
                <a:cubicBezTo>
                  <a:pt x="1283" y="4865"/>
                  <a:pt x="1984" y="3809"/>
                  <a:pt x="2872" y="2901"/>
                </a:cubicBezTo>
                <a:cubicBezTo>
                  <a:pt x="3760" y="1994"/>
                  <a:pt x="4796" y="1283"/>
                  <a:pt x="5981" y="770"/>
                </a:cubicBezTo>
                <a:cubicBezTo>
                  <a:pt x="7165" y="257"/>
                  <a:pt x="8448" y="0"/>
                  <a:pt x="9829" y="0"/>
                </a:cubicBezTo>
                <a:close/>
                <a:moveTo>
                  <a:pt x="75546" y="0"/>
                </a:moveTo>
                <a:cubicBezTo>
                  <a:pt x="76888" y="0"/>
                  <a:pt x="78161" y="257"/>
                  <a:pt x="79365" y="770"/>
                </a:cubicBezTo>
                <a:cubicBezTo>
                  <a:pt x="80569" y="1283"/>
                  <a:pt x="81615" y="1994"/>
                  <a:pt x="82503" y="2901"/>
                </a:cubicBezTo>
                <a:cubicBezTo>
                  <a:pt x="83392" y="3809"/>
                  <a:pt x="84092" y="4865"/>
                  <a:pt x="84605" y="6069"/>
                </a:cubicBezTo>
                <a:cubicBezTo>
                  <a:pt x="85119" y="7273"/>
                  <a:pt x="85375" y="8566"/>
                  <a:pt x="85375" y="9948"/>
                </a:cubicBezTo>
                <a:cubicBezTo>
                  <a:pt x="85375" y="11290"/>
                  <a:pt x="85119" y="12553"/>
                  <a:pt x="84605" y="13738"/>
                </a:cubicBezTo>
                <a:cubicBezTo>
                  <a:pt x="84092" y="14922"/>
                  <a:pt x="83392" y="15958"/>
                  <a:pt x="82503" y="16846"/>
                </a:cubicBezTo>
                <a:cubicBezTo>
                  <a:pt x="81615" y="17735"/>
                  <a:pt x="80569" y="18435"/>
                  <a:pt x="79365" y="18948"/>
                </a:cubicBezTo>
                <a:cubicBezTo>
                  <a:pt x="78161" y="19462"/>
                  <a:pt x="76888" y="19718"/>
                  <a:pt x="75546" y="19718"/>
                </a:cubicBezTo>
                <a:cubicBezTo>
                  <a:pt x="74164" y="19718"/>
                  <a:pt x="72881" y="19462"/>
                  <a:pt x="71697" y="18948"/>
                </a:cubicBezTo>
                <a:cubicBezTo>
                  <a:pt x="70513" y="18435"/>
                  <a:pt x="69476" y="17735"/>
                  <a:pt x="68588" y="16846"/>
                </a:cubicBezTo>
                <a:cubicBezTo>
                  <a:pt x="67700" y="15958"/>
                  <a:pt x="66999" y="14922"/>
                  <a:pt x="66486" y="13738"/>
                </a:cubicBezTo>
                <a:cubicBezTo>
                  <a:pt x="65973" y="12553"/>
                  <a:pt x="65716" y="11290"/>
                  <a:pt x="65716" y="9948"/>
                </a:cubicBezTo>
                <a:cubicBezTo>
                  <a:pt x="65716" y="8566"/>
                  <a:pt x="65973" y="7273"/>
                  <a:pt x="66486" y="6069"/>
                </a:cubicBezTo>
                <a:cubicBezTo>
                  <a:pt x="66999" y="4865"/>
                  <a:pt x="67700" y="3809"/>
                  <a:pt x="68588" y="2901"/>
                </a:cubicBezTo>
                <a:cubicBezTo>
                  <a:pt x="69476" y="1994"/>
                  <a:pt x="70513" y="1283"/>
                  <a:pt x="71697" y="770"/>
                </a:cubicBezTo>
                <a:cubicBezTo>
                  <a:pt x="72881" y="257"/>
                  <a:pt x="74164" y="0"/>
                  <a:pt x="75546" y="0"/>
                </a:cubicBezTo>
                <a:close/>
                <a:moveTo>
                  <a:pt x="141262" y="0"/>
                </a:moveTo>
                <a:cubicBezTo>
                  <a:pt x="142604" y="0"/>
                  <a:pt x="143877" y="257"/>
                  <a:pt x="145081" y="770"/>
                </a:cubicBezTo>
                <a:cubicBezTo>
                  <a:pt x="146285" y="1283"/>
                  <a:pt x="147331" y="1994"/>
                  <a:pt x="148219" y="2901"/>
                </a:cubicBezTo>
                <a:cubicBezTo>
                  <a:pt x="149107" y="3809"/>
                  <a:pt x="149808" y="4865"/>
                  <a:pt x="150321" y="6069"/>
                </a:cubicBezTo>
                <a:cubicBezTo>
                  <a:pt x="150835" y="7273"/>
                  <a:pt x="151091" y="8566"/>
                  <a:pt x="151091" y="9948"/>
                </a:cubicBezTo>
                <a:cubicBezTo>
                  <a:pt x="151091" y="11290"/>
                  <a:pt x="150835" y="12553"/>
                  <a:pt x="150321" y="13738"/>
                </a:cubicBezTo>
                <a:cubicBezTo>
                  <a:pt x="149808" y="14922"/>
                  <a:pt x="149107" y="15958"/>
                  <a:pt x="148219" y="16846"/>
                </a:cubicBezTo>
                <a:cubicBezTo>
                  <a:pt x="147331" y="17735"/>
                  <a:pt x="146285" y="18435"/>
                  <a:pt x="145081" y="18948"/>
                </a:cubicBezTo>
                <a:cubicBezTo>
                  <a:pt x="143877" y="19462"/>
                  <a:pt x="142604" y="19718"/>
                  <a:pt x="141262" y="19718"/>
                </a:cubicBezTo>
                <a:cubicBezTo>
                  <a:pt x="139880" y="19718"/>
                  <a:pt x="138597" y="19462"/>
                  <a:pt x="137413" y="18948"/>
                </a:cubicBezTo>
                <a:cubicBezTo>
                  <a:pt x="136228" y="18435"/>
                  <a:pt x="135192" y="17735"/>
                  <a:pt x="134304" y="16846"/>
                </a:cubicBezTo>
                <a:cubicBezTo>
                  <a:pt x="133416" y="15958"/>
                  <a:pt x="132715" y="14922"/>
                  <a:pt x="132202" y="13738"/>
                </a:cubicBezTo>
                <a:cubicBezTo>
                  <a:pt x="131689" y="12553"/>
                  <a:pt x="131432" y="11290"/>
                  <a:pt x="131432" y="9948"/>
                </a:cubicBezTo>
                <a:cubicBezTo>
                  <a:pt x="131432" y="8566"/>
                  <a:pt x="131689" y="7273"/>
                  <a:pt x="132202" y="6069"/>
                </a:cubicBezTo>
                <a:cubicBezTo>
                  <a:pt x="132715" y="4865"/>
                  <a:pt x="133416" y="3809"/>
                  <a:pt x="134304" y="2901"/>
                </a:cubicBezTo>
                <a:cubicBezTo>
                  <a:pt x="135192" y="1994"/>
                  <a:pt x="136228" y="1283"/>
                  <a:pt x="137413" y="770"/>
                </a:cubicBezTo>
                <a:cubicBezTo>
                  <a:pt x="138597" y="257"/>
                  <a:pt x="139880" y="0"/>
                  <a:pt x="14126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D78F0-3553-4DD3-BD83-8F7DAA23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311" y="2914510"/>
            <a:ext cx="1474903" cy="609628"/>
          </a:xfrm>
          <a:custGeom xmlns:a="http://schemas.openxmlformats.org/drawingml/2006/main">
            <a:pathLst>
              <a:path w="1474903" h="609628">
                <a:moveTo>
                  <a:pt x="0" y="101606"/>
                </a:moveTo>
                <a:cubicBezTo>
                  <a:pt x="0" y="45491"/>
                  <a:pt x="45490" y="0"/>
                  <a:pt x="101605" y="0"/>
                </a:cubicBezTo>
                <a:lnTo>
                  <a:pt x="1373296" y="0"/>
                </a:lnTo>
                <a:cubicBezTo>
                  <a:pt x="1429413" y="0"/>
                  <a:pt x="1474903" y="45491"/>
                  <a:pt x="1474903" y="101606"/>
                </a:cubicBezTo>
                <a:lnTo>
                  <a:pt x="1474903" y="508022"/>
                </a:lnTo>
                <a:cubicBezTo>
                  <a:pt x="1474903" y="564137"/>
                  <a:pt x="1429413" y="609628"/>
                  <a:pt x="1373296" y="609628"/>
                </a:cubicBezTo>
                <a:lnTo>
                  <a:pt x="101605" y="609628"/>
                </a:lnTo>
                <a:cubicBezTo>
                  <a:pt x="45490" y="609628"/>
                  <a:pt x="0" y="564137"/>
                  <a:pt x="0" y="508022"/>
                </a:cubicBezTo>
                <a:lnTo>
                  <a:pt x="0" y="101606"/>
                </a:lnTo>
                <a:close/>
              </a:path>
            </a:pathLst>
          </a:custGeom>
          <a:solidFill xmlns:a="http://schemas.openxmlformats.org/drawingml/2006/main">
            <a:srgbClr val="C2F1C8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0DCCCD-ED6E-4025-AB40-6EB27095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312" y="2914510"/>
            <a:ext cx="1474903" cy="609628"/>
          </a:xfrm>
          <a:custGeom xmlns:a="http://schemas.openxmlformats.org/drawingml/2006/main">
            <a:pathLst>
              <a:path w="1474903" h="609628" fill="none">
                <a:moveTo>
                  <a:pt x="0" y="101606"/>
                </a:moveTo>
                <a:cubicBezTo>
                  <a:pt x="0" y="45491"/>
                  <a:pt x="45491" y="0"/>
                  <a:pt x="101606" y="0"/>
                </a:cubicBezTo>
                <a:lnTo>
                  <a:pt x="1373297" y="0"/>
                </a:lnTo>
                <a:cubicBezTo>
                  <a:pt x="1429412" y="0"/>
                  <a:pt x="1474903" y="45491"/>
                  <a:pt x="1474903" y="101606"/>
                </a:cubicBezTo>
                <a:lnTo>
                  <a:pt x="1474903" y="508022"/>
                </a:lnTo>
                <a:cubicBezTo>
                  <a:pt x="1474903" y="564137"/>
                  <a:pt x="1429412" y="609628"/>
                  <a:pt x="1373297" y="609628"/>
                </a:cubicBezTo>
                <a:lnTo>
                  <a:pt x="101606" y="609628"/>
                </a:lnTo>
                <a:cubicBezTo>
                  <a:pt x="45491" y="609628"/>
                  <a:pt x="0" y="564137"/>
                  <a:pt x="0" y="508022"/>
                </a:cubicBezTo>
                <a:lnTo>
                  <a:pt x="0" y="1016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42433"/>
            </a:solidFill>
            <a:miter/>
          </a:ln>
        </p:spPr>
      </p:sp>
      <p:sp>
        <p:nvSpPr>
          <p:cNvPr id="62" name="Text Load-aware">
            <a:extLst xmlns:a="http://schemas.openxmlformats.org/drawingml/2006/main">
              <a:ext uri="{FF2B5EF4-FFF2-40B4-BE49-F238E27FC236}">
                <a16:creationId xmlns:a16="http://schemas.microsoft.com/office/drawing/2014/main" id="{3C99F1BD-1E6F-4BFB-8576-AE3714E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9014" y="3075940"/>
            <a:ext cx="791499" cy="116187"/>
          </a:xfrm>
          <a:custGeom xmlns:a="http://schemas.openxmlformats.org/drawingml/2006/main">
            <a:pathLst>
              <a:path w="791499" h="116187">
                <a:moveTo>
                  <a:pt x="63455" y="101304"/>
                </a:moveTo>
                <a:lnTo>
                  <a:pt x="62975" y="113066"/>
                </a:lnTo>
                <a:lnTo>
                  <a:pt x="0" y="113066"/>
                </a:lnTo>
                <a:cubicBezTo>
                  <a:pt x="640" y="99890"/>
                  <a:pt x="960" y="81646"/>
                  <a:pt x="960" y="58334"/>
                </a:cubicBezTo>
                <a:cubicBezTo>
                  <a:pt x="960" y="38276"/>
                  <a:pt x="640" y="21792"/>
                  <a:pt x="0" y="8882"/>
                </a:cubicBezTo>
                <a:lnTo>
                  <a:pt x="14883" y="8882"/>
                </a:lnTo>
                <a:cubicBezTo>
                  <a:pt x="14243" y="19658"/>
                  <a:pt x="13923" y="36142"/>
                  <a:pt x="13923" y="58334"/>
                </a:cubicBezTo>
                <a:cubicBezTo>
                  <a:pt x="13923" y="76578"/>
                  <a:pt x="13630" y="91195"/>
                  <a:pt x="13043" y="102184"/>
                </a:cubicBezTo>
                <a:cubicBezTo>
                  <a:pt x="29047" y="102184"/>
                  <a:pt x="45851" y="101890"/>
                  <a:pt x="63455" y="101304"/>
                </a:cubicBezTo>
                <a:close/>
                <a:moveTo>
                  <a:pt x="149319" y="72737"/>
                </a:moveTo>
                <a:cubicBezTo>
                  <a:pt x="149319" y="86393"/>
                  <a:pt x="145398" y="97049"/>
                  <a:pt x="137556" y="104704"/>
                </a:cubicBezTo>
                <a:cubicBezTo>
                  <a:pt x="129714" y="112359"/>
                  <a:pt x="120485" y="116187"/>
                  <a:pt x="109869" y="116187"/>
                </a:cubicBezTo>
                <a:cubicBezTo>
                  <a:pt x="99947" y="116187"/>
                  <a:pt x="91425" y="112800"/>
                  <a:pt x="84303" y="106025"/>
                </a:cubicBezTo>
                <a:cubicBezTo>
                  <a:pt x="77182" y="99250"/>
                  <a:pt x="73621" y="89701"/>
                  <a:pt x="73621" y="77378"/>
                </a:cubicBezTo>
                <a:cubicBezTo>
                  <a:pt x="73621" y="63615"/>
                  <a:pt x="77555" y="52866"/>
                  <a:pt x="85424" y="45131"/>
                </a:cubicBezTo>
                <a:cubicBezTo>
                  <a:pt x="93292" y="37395"/>
                  <a:pt x="102534" y="33528"/>
                  <a:pt x="113150" y="33528"/>
                </a:cubicBezTo>
                <a:cubicBezTo>
                  <a:pt x="123073" y="33528"/>
                  <a:pt x="131581" y="36955"/>
                  <a:pt x="138676" y="43810"/>
                </a:cubicBezTo>
                <a:cubicBezTo>
                  <a:pt x="145771" y="50665"/>
                  <a:pt x="149319" y="60307"/>
                  <a:pt x="149319" y="72737"/>
                </a:cubicBezTo>
                <a:moveTo>
                  <a:pt x="135475" y="75538"/>
                </a:moveTo>
                <a:cubicBezTo>
                  <a:pt x="135475" y="67216"/>
                  <a:pt x="133382" y="59814"/>
                  <a:pt x="129194" y="53332"/>
                </a:cubicBezTo>
                <a:cubicBezTo>
                  <a:pt x="125006" y="46851"/>
                  <a:pt x="119045" y="43610"/>
                  <a:pt x="111310" y="43610"/>
                </a:cubicBezTo>
                <a:cubicBezTo>
                  <a:pt x="103628" y="43610"/>
                  <a:pt x="97720" y="46678"/>
                  <a:pt x="93586" y="52812"/>
                </a:cubicBezTo>
                <a:cubicBezTo>
                  <a:pt x="89451" y="58947"/>
                  <a:pt x="87384" y="66069"/>
                  <a:pt x="87384" y="74177"/>
                </a:cubicBezTo>
                <a:cubicBezTo>
                  <a:pt x="87384" y="82553"/>
                  <a:pt x="89478" y="89968"/>
                  <a:pt x="93666" y="96422"/>
                </a:cubicBezTo>
                <a:cubicBezTo>
                  <a:pt x="97853" y="102877"/>
                  <a:pt x="103841" y="106105"/>
                  <a:pt x="111630" y="106105"/>
                </a:cubicBezTo>
                <a:cubicBezTo>
                  <a:pt x="119312" y="106105"/>
                  <a:pt x="125206" y="103024"/>
                  <a:pt x="129314" y="96863"/>
                </a:cubicBezTo>
                <a:cubicBezTo>
                  <a:pt x="133422" y="90701"/>
                  <a:pt x="135475" y="83593"/>
                  <a:pt x="135475" y="75538"/>
                </a:cubicBezTo>
                <a:close/>
                <a:moveTo>
                  <a:pt x="228406" y="113066"/>
                </a:moveTo>
                <a:lnTo>
                  <a:pt x="215843" y="113546"/>
                </a:lnTo>
                <a:cubicBezTo>
                  <a:pt x="215203" y="110932"/>
                  <a:pt x="214883" y="108452"/>
                  <a:pt x="214883" y="106105"/>
                </a:cubicBezTo>
                <a:lnTo>
                  <a:pt x="214083" y="106105"/>
                </a:lnTo>
                <a:cubicBezTo>
                  <a:pt x="207521" y="112079"/>
                  <a:pt x="198586" y="115067"/>
                  <a:pt x="187276" y="115067"/>
                </a:cubicBezTo>
                <a:cubicBezTo>
                  <a:pt x="181142" y="115067"/>
                  <a:pt x="175860" y="113266"/>
                  <a:pt x="171433" y="109666"/>
                </a:cubicBezTo>
                <a:cubicBezTo>
                  <a:pt x="167005" y="106065"/>
                  <a:pt x="164791" y="100930"/>
                  <a:pt x="164791" y="94262"/>
                </a:cubicBezTo>
                <a:cubicBezTo>
                  <a:pt x="164791" y="86047"/>
                  <a:pt x="168259" y="79445"/>
                  <a:pt x="175194" y="74457"/>
                </a:cubicBezTo>
                <a:cubicBezTo>
                  <a:pt x="182129" y="69470"/>
                  <a:pt x="195012" y="66842"/>
                  <a:pt x="213843" y="66575"/>
                </a:cubicBezTo>
                <a:cubicBezTo>
                  <a:pt x="214003" y="65295"/>
                  <a:pt x="214083" y="63828"/>
                  <a:pt x="214083" y="62174"/>
                </a:cubicBezTo>
                <a:cubicBezTo>
                  <a:pt x="214083" y="55613"/>
                  <a:pt x="212336" y="51239"/>
                  <a:pt x="208841" y="49051"/>
                </a:cubicBezTo>
                <a:cubicBezTo>
                  <a:pt x="205347" y="46864"/>
                  <a:pt x="200053" y="45771"/>
                  <a:pt x="192958" y="45771"/>
                </a:cubicBezTo>
                <a:cubicBezTo>
                  <a:pt x="184582" y="45771"/>
                  <a:pt x="176341" y="46811"/>
                  <a:pt x="168232" y="48891"/>
                </a:cubicBezTo>
                <a:lnTo>
                  <a:pt x="169592" y="37849"/>
                </a:lnTo>
                <a:cubicBezTo>
                  <a:pt x="177594" y="35555"/>
                  <a:pt x="186796" y="34408"/>
                  <a:pt x="197199" y="34408"/>
                </a:cubicBezTo>
                <a:cubicBezTo>
                  <a:pt x="206694" y="34408"/>
                  <a:pt x="214029" y="36368"/>
                  <a:pt x="219204" y="40289"/>
                </a:cubicBezTo>
                <a:cubicBezTo>
                  <a:pt x="224378" y="44210"/>
                  <a:pt x="226966" y="50892"/>
                  <a:pt x="226966" y="60334"/>
                </a:cubicBezTo>
                <a:cubicBezTo>
                  <a:pt x="226966" y="62841"/>
                  <a:pt x="226846" y="67389"/>
                  <a:pt x="226606" y="73977"/>
                </a:cubicBezTo>
                <a:cubicBezTo>
                  <a:pt x="226365" y="80565"/>
                  <a:pt x="226245" y="84953"/>
                  <a:pt x="226245" y="87140"/>
                </a:cubicBezTo>
                <a:cubicBezTo>
                  <a:pt x="226245" y="96849"/>
                  <a:pt x="226966" y="105491"/>
                  <a:pt x="228406" y="113066"/>
                </a:cubicBezTo>
                <a:moveTo>
                  <a:pt x="214243" y="97543"/>
                </a:moveTo>
                <a:cubicBezTo>
                  <a:pt x="213976" y="89434"/>
                  <a:pt x="213843" y="82152"/>
                  <a:pt x="213843" y="75698"/>
                </a:cubicBezTo>
                <a:cubicBezTo>
                  <a:pt x="203814" y="75698"/>
                  <a:pt x="196185" y="76444"/>
                  <a:pt x="190957" y="77938"/>
                </a:cubicBezTo>
                <a:cubicBezTo>
                  <a:pt x="182209" y="80605"/>
                  <a:pt x="177834" y="85700"/>
                  <a:pt x="177834" y="93222"/>
                </a:cubicBezTo>
                <a:cubicBezTo>
                  <a:pt x="177834" y="100477"/>
                  <a:pt x="182955" y="104104"/>
                  <a:pt x="193198" y="104104"/>
                </a:cubicBezTo>
                <a:cubicBezTo>
                  <a:pt x="202000" y="104104"/>
                  <a:pt x="209015" y="101917"/>
                  <a:pt x="214243" y="97543"/>
                </a:cubicBezTo>
                <a:close/>
                <a:moveTo>
                  <a:pt x="318031" y="112986"/>
                </a:moveTo>
                <a:lnTo>
                  <a:pt x="306108" y="113386"/>
                </a:lnTo>
                <a:cubicBezTo>
                  <a:pt x="305681" y="111093"/>
                  <a:pt x="305468" y="108665"/>
                  <a:pt x="305468" y="106105"/>
                </a:cubicBezTo>
                <a:lnTo>
                  <a:pt x="304588" y="106105"/>
                </a:lnTo>
                <a:cubicBezTo>
                  <a:pt x="298987" y="112186"/>
                  <a:pt x="290665" y="115227"/>
                  <a:pt x="279622" y="115227"/>
                </a:cubicBezTo>
                <a:cubicBezTo>
                  <a:pt x="269486" y="115227"/>
                  <a:pt x="261418" y="111546"/>
                  <a:pt x="255416" y="104184"/>
                </a:cubicBezTo>
                <a:cubicBezTo>
                  <a:pt x="249415" y="96823"/>
                  <a:pt x="246414" y="87940"/>
                  <a:pt x="246414" y="77538"/>
                </a:cubicBezTo>
                <a:cubicBezTo>
                  <a:pt x="246414" y="65749"/>
                  <a:pt x="249748" y="55586"/>
                  <a:pt x="256417" y="47051"/>
                </a:cubicBezTo>
                <a:cubicBezTo>
                  <a:pt x="263085" y="38516"/>
                  <a:pt x="272474" y="34248"/>
                  <a:pt x="284583" y="34248"/>
                </a:cubicBezTo>
                <a:cubicBezTo>
                  <a:pt x="293225" y="34248"/>
                  <a:pt x="299413" y="36008"/>
                  <a:pt x="303148" y="39529"/>
                </a:cubicBezTo>
                <a:lnTo>
                  <a:pt x="303788" y="39529"/>
                </a:lnTo>
                <a:cubicBezTo>
                  <a:pt x="303788" y="26299"/>
                  <a:pt x="303414" y="13310"/>
                  <a:pt x="302667" y="560"/>
                </a:cubicBezTo>
                <a:lnTo>
                  <a:pt x="317871" y="0"/>
                </a:lnTo>
                <a:cubicBezTo>
                  <a:pt x="316857" y="13550"/>
                  <a:pt x="316351" y="31287"/>
                  <a:pt x="316351" y="53212"/>
                </a:cubicBezTo>
                <a:cubicBezTo>
                  <a:pt x="316351" y="75511"/>
                  <a:pt x="316911" y="95436"/>
                  <a:pt x="318031" y="112986"/>
                </a:cubicBezTo>
                <a:moveTo>
                  <a:pt x="305148" y="97223"/>
                </a:moveTo>
                <a:cubicBezTo>
                  <a:pt x="305148" y="80632"/>
                  <a:pt x="304695" y="64655"/>
                  <a:pt x="303788" y="49291"/>
                </a:cubicBezTo>
                <a:cubicBezTo>
                  <a:pt x="299467" y="45717"/>
                  <a:pt x="294079" y="43930"/>
                  <a:pt x="287624" y="43930"/>
                </a:cubicBezTo>
                <a:cubicBezTo>
                  <a:pt x="278608" y="43930"/>
                  <a:pt x="271860" y="46931"/>
                  <a:pt x="267379" y="52932"/>
                </a:cubicBezTo>
                <a:cubicBezTo>
                  <a:pt x="262898" y="58934"/>
                  <a:pt x="260658" y="66469"/>
                  <a:pt x="260658" y="75538"/>
                </a:cubicBezTo>
                <a:cubicBezTo>
                  <a:pt x="260658" y="83646"/>
                  <a:pt x="262778" y="90474"/>
                  <a:pt x="267019" y="96022"/>
                </a:cubicBezTo>
                <a:cubicBezTo>
                  <a:pt x="271260" y="101570"/>
                  <a:pt x="277141" y="104344"/>
                  <a:pt x="284663" y="104344"/>
                </a:cubicBezTo>
                <a:cubicBezTo>
                  <a:pt x="294105" y="104344"/>
                  <a:pt x="300934" y="101970"/>
                  <a:pt x="305148" y="97223"/>
                </a:cubicBezTo>
                <a:close/>
                <a:moveTo>
                  <a:pt x="366918" y="66575"/>
                </a:moveTo>
                <a:lnTo>
                  <a:pt x="365957" y="76898"/>
                </a:lnTo>
                <a:lnTo>
                  <a:pt x="331709" y="78018"/>
                </a:lnTo>
                <a:lnTo>
                  <a:pt x="332429" y="67776"/>
                </a:lnTo>
                <a:lnTo>
                  <a:pt x="366918" y="66575"/>
                </a:lnTo>
                <a:close/>
                <a:moveTo>
                  <a:pt x="440556" y="113066"/>
                </a:moveTo>
                <a:lnTo>
                  <a:pt x="427993" y="113546"/>
                </a:lnTo>
                <a:cubicBezTo>
                  <a:pt x="427353" y="110932"/>
                  <a:pt x="427032" y="108452"/>
                  <a:pt x="427032" y="106105"/>
                </a:cubicBezTo>
                <a:lnTo>
                  <a:pt x="426232" y="106105"/>
                </a:lnTo>
                <a:cubicBezTo>
                  <a:pt x="419671" y="112079"/>
                  <a:pt x="410735" y="115067"/>
                  <a:pt x="399426" y="115067"/>
                </a:cubicBezTo>
                <a:cubicBezTo>
                  <a:pt x="393291" y="115067"/>
                  <a:pt x="388010" y="113266"/>
                  <a:pt x="383582" y="109666"/>
                </a:cubicBezTo>
                <a:cubicBezTo>
                  <a:pt x="379155" y="106065"/>
                  <a:pt x="376941" y="100930"/>
                  <a:pt x="376941" y="94262"/>
                </a:cubicBezTo>
                <a:cubicBezTo>
                  <a:pt x="376941" y="86047"/>
                  <a:pt x="380408" y="79445"/>
                  <a:pt x="387343" y="74457"/>
                </a:cubicBezTo>
                <a:cubicBezTo>
                  <a:pt x="394278" y="69470"/>
                  <a:pt x="407161" y="66842"/>
                  <a:pt x="425992" y="66575"/>
                </a:cubicBezTo>
                <a:cubicBezTo>
                  <a:pt x="426152" y="65295"/>
                  <a:pt x="426232" y="63828"/>
                  <a:pt x="426232" y="62174"/>
                </a:cubicBezTo>
                <a:cubicBezTo>
                  <a:pt x="426232" y="55613"/>
                  <a:pt x="424485" y="51239"/>
                  <a:pt x="420991" y="49051"/>
                </a:cubicBezTo>
                <a:cubicBezTo>
                  <a:pt x="417497" y="46864"/>
                  <a:pt x="412202" y="45771"/>
                  <a:pt x="405107" y="45771"/>
                </a:cubicBezTo>
                <a:cubicBezTo>
                  <a:pt x="396732" y="45771"/>
                  <a:pt x="388490" y="46811"/>
                  <a:pt x="380382" y="48891"/>
                </a:cubicBezTo>
                <a:lnTo>
                  <a:pt x="381742" y="37849"/>
                </a:lnTo>
                <a:cubicBezTo>
                  <a:pt x="389744" y="35555"/>
                  <a:pt x="398946" y="34408"/>
                  <a:pt x="409348" y="34408"/>
                </a:cubicBezTo>
                <a:cubicBezTo>
                  <a:pt x="418844" y="34408"/>
                  <a:pt x="426179" y="36368"/>
                  <a:pt x="431353" y="40289"/>
                </a:cubicBezTo>
                <a:cubicBezTo>
                  <a:pt x="436528" y="44210"/>
                  <a:pt x="439115" y="50892"/>
                  <a:pt x="439115" y="60334"/>
                </a:cubicBezTo>
                <a:cubicBezTo>
                  <a:pt x="439115" y="62841"/>
                  <a:pt x="438995" y="67389"/>
                  <a:pt x="438755" y="73977"/>
                </a:cubicBezTo>
                <a:cubicBezTo>
                  <a:pt x="438515" y="80565"/>
                  <a:pt x="438395" y="84953"/>
                  <a:pt x="438395" y="87140"/>
                </a:cubicBezTo>
                <a:cubicBezTo>
                  <a:pt x="438395" y="96849"/>
                  <a:pt x="439115" y="105491"/>
                  <a:pt x="440556" y="113066"/>
                </a:cubicBezTo>
                <a:moveTo>
                  <a:pt x="426392" y="97543"/>
                </a:moveTo>
                <a:cubicBezTo>
                  <a:pt x="426126" y="89434"/>
                  <a:pt x="425992" y="82152"/>
                  <a:pt x="425992" y="75698"/>
                </a:cubicBezTo>
                <a:cubicBezTo>
                  <a:pt x="415963" y="75698"/>
                  <a:pt x="408335" y="76444"/>
                  <a:pt x="403107" y="77938"/>
                </a:cubicBezTo>
                <a:cubicBezTo>
                  <a:pt x="394358" y="80605"/>
                  <a:pt x="389984" y="85700"/>
                  <a:pt x="389984" y="93222"/>
                </a:cubicBezTo>
                <a:cubicBezTo>
                  <a:pt x="389984" y="100477"/>
                  <a:pt x="395105" y="104104"/>
                  <a:pt x="405347" y="104104"/>
                </a:cubicBezTo>
                <a:cubicBezTo>
                  <a:pt x="414149" y="104104"/>
                  <a:pt x="421164" y="101917"/>
                  <a:pt x="426392" y="97543"/>
                </a:cubicBezTo>
                <a:close/>
                <a:moveTo>
                  <a:pt x="572670" y="37049"/>
                </a:moveTo>
                <a:cubicBezTo>
                  <a:pt x="572670" y="40249"/>
                  <a:pt x="568096" y="52799"/>
                  <a:pt x="558947" y="74697"/>
                </a:cubicBezTo>
                <a:cubicBezTo>
                  <a:pt x="549798" y="96596"/>
                  <a:pt x="545224" y="109385"/>
                  <a:pt x="545224" y="113066"/>
                </a:cubicBezTo>
                <a:lnTo>
                  <a:pt x="534341" y="113066"/>
                </a:lnTo>
                <a:cubicBezTo>
                  <a:pt x="534341" y="111039"/>
                  <a:pt x="531647" y="103277"/>
                  <a:pt x="526259" y="89781"/>
                </a:cubicBezTo>
                <a:cubicBezTo>
                  <a:pt x="519645" y="73190"/>
                  <a:pt x="514950" y="60227"/>
                  <a:pt x="512176" y="50892"/>
                </a:cubicBezTo>
                <a:lnTo>
                  <a:pt x="511536" y="50892"/>
                </a:lnTo>
                <a:cubicBezTo>
                  <a:pt x="508975" y="59907"/>
                  <a:pt x="504601" y="72897"/>
                  <a:pt x="498413" y="89861"/>
                </a:cubicBezTo>
                <a:cubicBezTo>
                  <a:pt x="493505" y="103304"/>
                  <a:pt x="491051" y="111039"/>
                  <a:pt x="491051" y="113066"/>
                </a:cubicBezTo>
                <a:lnTo>
                  <a:pt x="480089" y="113066"/>
                </a:lnTo>
                <a:cubicBezTo>
                  <a:pt x="480089" y="109972"/>
                  <a:pt x="475768" y="97156"/>
                  <a:pt x="467126" y="74617"/>
                </a:cubicBezTo>
                <a:cubicBezTo>
                  <a:pt x="458484" y="52079"/>
                  <a:pt x="454163" y="39556"/>
                  <a:pt x="454163" y="37049"/>
                </a:cubicBezTo>
                <a:lnTo>
                  <a:pt x="468406" y="37049"/>
                </a:lnTo>
                <a:cubicBezTo>
                  <a:pt x="468406" y="39823"/>
                  <a:pt x="471513" y="49958"/>
                  <a:pt x="477728" y="67456"/>
                </a:cubicBezTo>
                <a:cubicBezTo>
                  <a:pt x="483943" y="84953"/>
                  <a:pt x="487050" y="95142"/>
                  <a:pt x="487050" y="98023"/>
                </a:cubicBezTo>
                <a:lnTo>
                  <a:pt x="487931" y="98023"/>
                </a:lnTo>
                <a:cubicBezTo>
                  <a:pt x="487931" y="93648"/>
                  <a:pt x="491145" y="83099"/>
                  <a:pt x="497573" y="66375"/>
                </a:cubicBezTo>
                <a:cubicBezTo>
                  <a:pt x="504001" y="49652"/>
                  <a:pt x="507215" y="39876"/>
                  <a:pt x="507215" y="37049"/>
                </a:cubicBezTo>
                <a:lnTo>
                  <a:pt x="520818" y="37049"/>
                </a:lnTo>
                <a:cubicBezTo>
                  <a:pt x="520818" y="39503"/>
                  <a:pt x="524152" y="49718"/>
                  <a:pt x="530821" y="67696"/>
                </a:cubicBezTo>
                <a:cubicBezTo>
                  <a:pt x="537489" y="85673"/>
                  <a:pt x="540823" y="95782"/>
                  <a:pt x="540823" y="98023"/>
                </a:cubicBezTo>
                <a:lnTo>
                  <a:pt x="541623" y="98023"/>
                </a:lnTo>
                <a:cubicBezTo>
                  <a:pt x="541623" y="94769"/>
                  <a:pt x="544517" y="84833"/>
                  <a:pt x="550305" y="68216"/>
                </a:cubicBezTo>
                <a:cubicBezTo>
                  <a:pt x="556093" y="51599"/>
                  <a:pt x="558987" y="41210"/>
                  <a:pt x="558987" y="37049"/>
                </a:cubicBezTo>
                <a:lnTo>
                  <a:pt x="572670" y="37049"/>
                </a:lnTo>
                <a:close/>
                <a:moveTo>
                  <a:pt x="647108" y="113066"/>
                </a:moveTo>
                <a:lnTo>
                  <a:pt x="634545" y="113546"/>
                </a:lnTo>
                <a:cubicBezTo>
                  <a:pt x="633905" y="110932"/>
                  <a:pt x="633585" y="108452"/>
                  <a:pt x="633585" y="106105"/>
                </a:cubicBezTo>
                <a:lnTo>
                  <a:pt x="632785" y="106105"/>
                </a:lnTo>
                <a:cubicBezTo>
                  <a:pt x="626223" y="112079"/>
                  <a:pt x="617288" y="115067"/>
                  <a:pt x="605978" y="115067"/>
                </a:cubicBezTo>
                <a:cubicBezTo>
                  <a:pt x="599844" y="115067"/>
                  <a:pt x="594562" y="113266"/>
                  <a:pt x="590135" y="109666"/>
                </a:cubicBezTo>
                <a:cubicBezTo>
                  <a:pt x="585707" y="106065"/>
                  <a:pt x="583493" y="100930"/>
                  <a:pt x="583493" y="94262"/>
                </a:cubicBezTo>
                <a:cubicBezTo>
                  <a:pt x="583493" y="86047"/>
                  <a:pt x="586961" y="79445"/>
                  <a:pt x="593896" y="74457"/>
                </a:cubicBezTo>
                <a:cubicBezTo>
                  <a:pt x="600831" y="69470"/>
                  <a:pt x="613714" y="66842"/>
                  <a:pt x="632545" y="66575"/>
                </a:cubicBezTo>
                <a:cubicBezTo>
                  <a:pt x="632705" y="65295"/>
                  <a:pt x="632785" y="63828"/>
                  <a:pt x="632785" y="62174"/>
                </a:cubicBezTo>
                <a:cubicBezTo>
                  <a:pt x="632785" y="55613"/>
                  <a:pt x="631038" y="51239"/>
                  <a:pt x="627543" y="49051"/>
                </a:cubicBezTo>
                <a:cubicBezTo>
                  <a:pt x="624049" y="46864"/>
                  <a:pt x="618755" y="45771"/>
                  <a:pt x="611660" y="45771"/>
                </a:cubicBezTo>
                <a:cubicBezTo>
                  <a:pt x="603284" y="45771"/>
                  <a:pt x="595043" y="46811"/>
                  <a:pt x="586934" y="48891"/>
                </a:cubicBezTo>
                <a:lnTo>
                  <a:pt x="588294" y="37849"/>
                </a:lnTo>
                <a:cubicBezTo>
                  <a:pt x="596296" y="35555"/>
                  <a:pt x="605498" y="34408"/>
                  <a:pt x="615901" y="34408"/>
                </a:cubicBezTo>
                <a:cubicBezTo>
                  <a:pt x="625396" y="34408"/>
                  <a:pt x="632731" y="36368"/>
                  <a:pt x="637906" y="40289"/>
                </a:cubicBezTo>
                <a:cubicBezTo>
                  <a:pt x="643080" y="44210"/>
                  <a:pt x="645668" y="50892"/>
                  <a:pt x="645668" y="60334"/>
                </a:cubicBezTo>
                <a:cubicBezTo>
                  <a:pt x="645668" y="62841"/>
                  <a:pt x="645548" y="67389"/>
                  <a:pt x="645308" y="73977"/>
                </a:cubicBezTo>
                <a:cubicBezTo>
                  <a:pt x="645068" y="80565"/>
                  <a:pt x="644948" y="84953"/>
                  <a:pt x="644948" y="87140"/>
                </a:cubicBezTo>
                <a:cubicBezTo>
                  <a:pt x="644948" y="96849"/>
                  <a:pt x="645668" y="105491"/>
                  <a:pt x="647108" y="113066"/>
                </a:cubicBezTo>
                <a:moveTo>
                  <a:pt x="632945" y="97543"/>
                </a:moveTo>
                <a:cubicBezTo>
                  <a:pt x="632678" y="89434"/>
                  <a:pt x="632545" y="82152"/>
                  <a:pt x="632545" y="75698"/>
                </a:cubicBezTo>
                <a:cubicBezTo>
                  <a:pt x="622516" y="75698"/>
                  <a:pt x="614887" y="76444"/>
                  <a:pt x="609659" y="77938"/>
                </a:cubicBezTo>
                <a:cubicBezTo>
                  <a:pt x="600911" y="80605"/>
                  <a:pt x="596536" y="85700"/>
                  <a:pt x="596536" y="93222"/>
                </a:cubicBezTo>
                <a:cubicBezTo>
                  <a:pt x="596536" y="100477"/>
                  <a:pt x="601657" y="104104"/>
                  <a:pt x="611900" y="104104"/>
                </a:cubicBezTo>
                <a:cubicBezTo>
                  <a:pt x="620702" y="104104"/>
                  <a:pt x="627717" y="101917"/>
                  <a:pt x="632945" y="97543"/>
                </a:cubicBezTo>
                <a:close/>
                <a:moveTo>
                  <a:pt x="716088" y="37049"/>
                </a:moveTo>
                <a:lnTo>
                  <a:pt x="712487" y="49772"/>
                </a:lnTo>
                <a:cubicBezTo>
                  <a:pt x="708326" y="48118"/>
                  <a:pt x="704459" y="47291"/>
                  <a:pt x="700884" y="47291"/>
                </a:cubicBezTo>
                <a:cubicBezTo>
                  <a:pt x="690855" y="47291"/>
                  <a:pt x="684347" y="52065"/>
                  <a:pt x="681360" y="61614"/>
                </a:cubicBezTo>
                <a:cubicBezTo>
                  <a:pt x="681360" y="86153"/>
                  <a:pt x="681520" y="103304"/>
                  <a:pt x="681840" y="113066"/>
                </a:cubicBezTo>
                <a:lnTo>
                  <a:pt x="667677" y="113066"/>
                </a:lnTo>
                <a:cubicBezTo>
                  <a:pt x="668530" y="96156"/>
                  <a:pt x="668957" y="83033"/>
                  <a:pt x="668957" y="73697"/>
                </a:cubicBezTo>
                <a:cubicBezTo>
                  <a:pt x="668957" y="61054"/>
                  <a:pt x="667703" y="48945"/>
                  <a:pt x="665196" y="37369"/>
                </a:cubicBezTo>
                <a:lnTo>
                  <a:pt x="679199" y="35368"/>
                </a:lnTo>
                <a:cubicBezTo>
                  <a:pt x="680213" y="41236"/>
                  <a:pt x="680720" y="45157"/>
                  <a:pt x="680720" y="47131"/>
                </a:cubicBezTo>
                <a:lnTo>
                  <a:pt x="681360" y="47131"/>
                </a:lnTo>
                <a:cubicBezTo>
                  <a:pt x="687121" y="38649"/>
                  <a:pt x="693843" y="34408"/>
                  <a:pt x="701525" y="34408"/>
                </a:cubicBezTo>
                <a:cubicBezTo>
                  <a:pt x="705579" y="34408"/>
                  <a:pt x="710433" y="35288"/>
                  <a:pt x="716088" y="37049"/>
                </a:cubicBezTo>
                <a:close/>
                <a:moveTo>
                  <a:pt x="791499" y="66095"/>
                </a:moveTo>
                <a:cubicBezTo>
                  <a:pt x="791499" y="68336"/>
                  <a:pt x="791393" y="71430"/>
                  <a:pt x="791179" y="75378"/>
                </a:cubicBezTo>
                <a:lnTo>
                  <a:pt x="736206" y="76338"/>
                </a:lnTo>
                <a:cubicBezTo>
                  <a:pt x="736740" y="84126"/>
                  <a:pt x="739754" y="90648"/>
                  <a:pt x="745248" y="95902"/>
                </a:cubicBezTo>
                <a:cubicBezTo>
                  <a:pt x="750743" y="101157"/>
                  <a:pt x="758025" y="103784"/>
                  <a:pt x="767094" y="103784"/>
                </a:cubicBezTo>
                <a:cubicBezTo>
                  <a:pt x="775202" y="103784"/>
                  <a:pt x="782804" y="102797"/>
                  <a:pt x="789899" y="100823"/>
                </a:cubicBezTo>
                <a:lnTo>
                  <a:pt x="788539" y="112106"/>
                </a:lnTo>
                <a:cubicBezTo>
                  <a:pt x="783311" y="114187"/>
                  <a:pt x="775762" y="115227"/>
                  <a:pt x="765893" y="115227"/>
                </a:cubicBezTo>
                <a:cubicBezTo>
                  <a:pt x="752023" y="115227"/>
                  <a:pt x="741448" y="111439"/>
                  <a:pt x="734166" y="103864"/>
                </a:cubicBezTo>
                <a:cubicBezTo>
                  <a:pt x="726884" y="96289"/>
                  <a:pt x="723243" y="87060"/>
                  <a:pt x="723243" y="76178"/>
                </a:cubicBezTo>
                <a:cubicBezTo>
                  <a:pt x="723243" y="64548"/>
                  <a:pt x="726564" y="54533"/>
                  <a:pt x="733206" y="46131"/>
                </a:cubicBezTo>
                <a:cubicBezTo>
                  <a:pt x="739847" y="37729"/>
                  <a:pt x="748769" y="33528"/>
                  <a:pt x="759972" y="33528"/>
                </a:cubicBezTo>
                <a:cubicBezTo>
                  <a:pt x="770268" y="33528"/>
                  <a:pt x="778096" y="36569"/>
                  <a:pt x="783457" y="42650"/>
                </a:cubicBezTo>
                <a:cubicBezTo>
                  <a:pt x="788819" y="48731"/>
                  <a:pt x="791499" y="56546"/>
                  <a:pt x="791499" y="66095"/>
                </a:cubicBezTo>
                <a:moveTo>
                  <a:pt x="778136" y="66255"/>
                </a:moveTo>
                <a:cubicBezTo>
                  <a:pt x="778136" y="51265"/>
                  <a:pt x="771868" y="43770"/>
                  <a:pt x="759332" y="43770"/>
                </a:cubicBezTo>
                <a:cubicBezTo>
                  <a:pt x="746529" y="43770"/>
                  <a:pt x="738980" y="51559"/>
                  <a:pt x="736686" y="67136"/>
                </a:cubicBezTo>
                <a:lnTo>
                  <a:pt x="778136" y="662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RequestRouter">
            <a:extLst xmlns:a="http://schemas.openxmlformats.org/drawingml/2006/main">
              <a:ext uri="{FF2B5EF4-FFF2-40B4-BE49-F238E27FC236}">
                <a16:creationId xmlns:a16="http://schemas.microsoft.com/office/drawing/2014/main" id="{3DD82C9A-4917-4EA9-B3CD-A9D92CF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181" y="3284274"/>
            <a:ext cx="1081838" cy="141073"/>
          </a:xfrm>
          <a:custGeom xmlns:a="http://schemas.openxmlformats.org/drawingml/2006/main">
            <a:pathLst>
              <a:path w="1081838" h="141073">
                <a:moveTo>
                  <a:pt x="78898" y="104664"/>
                </a:moveTo>
                <a:lnTo>
                  <a:pt x="63455" y="104664"/>
                </a:lnTo>
                <a:cubicBezTo>
                  <a:pt x="58334" y="89354"/>
                  <a:pt x="54599" y="79218"/>
                  <a:pt x="52252" y="74257"/>
                </a:cubicBezTo>
                <a:cubicBezTo>
                  <a:pt x="49265" y="68016"/>
                  <a:pt x="45877" y="63988"/>
                  <a:pt x="42090" y="62174"/>
                </a:cubicBezTo>
                <a:cubicBezTo>
                  <a:pt x="39102" y="60734"/>
                  <a:pt x="33741" y="60014"/>
                  <a:pt x="26006" y="60014"/>
                </a:cubicBezTo>
                <a:cubicBezTo>
                  <a:pt x="21472" y="60014"/>
                  <a:pt x="17444" y="60067"/>
                  <a:pt x="13923" y="60174"/>
                </a:cubicBezTo>
                <a:cubicBezTo>
                  <a:pt x="13923" y="77405"/>
                  <a:pt x="14243" y="92235"/>
                  <a:pt x="14883" y="104664"/>
                </a:cubicBezTo>
                <a:lnTo>
                  <a:pt x="0" y="104664"/>
                </a:lnTo>
                <a:cubicBezTo>
                  <a:pt x="800" y="88127"/>
                  <a:pt x="1200" y="69883"/>
                  <a:pt x="1200" y="49932"/>
                </a:cubicBezTo>
                <a:cubicBezTo>
                  <a:pt x="1200" y="31154"/>
                  <a:pt x="800" y="14670"/>
                  <a:pt x="0" y="480"/>
                </a:cubicBezTo>
                <a:lnTo>
                  <a:pt x="11283" y="480"/>
                </a:lnTo>
                <a:cubicBezTo>
                  <a:pt x="13683" y="480"/>
                  <a:pt x="16724" y="400"/>
                  <a:pt x="20405" y="240"/>
                </a:cubicBezTo>
                <a:cubicBezTo>
                  <a:pt x="24086" y="80"/>
                  <a:pt x="28300" y="0"/>
                  <a:pt x="33048" y="0"/>
                </a:cubicBezTo>
                <a:cubicBezTo>
                  <a:pt x="56413" y="0"/>
                  <a:pt x="68096" y="8055"/>
                  <a:pt x="68096" y="24166"/>
                </a:cubicBezTo>
                <a:cubicBezTo>
                  <a:pt x="68096" y="37555"/>
                  <a:pt x="61534" y="46971"/>
                  <a:pt x="48411" y="52412"/>
                </a:cubicBezTo>
                <a:lnTo>
                  <a:pt x="48411" y="53212"/>
                </a:lnTo>
                <a:cubicBezTo>
                  <a:pt x="54279" y="54973"/>
                  <a:pt x="59027" y="59054"/>
                  <a:pt x="62655" y="65455"/>
                </a:cubicBezTo>
                <a:cubicBezTo>
                  <a:pt x="65695" y="70790"/>
                  <a:pt x="71110" y="83860"/>
                  <a:pt x="78898" y="104664"/>
                </a:cubicBezTo>
                <a:moveTo>
                  <a:pt x="54413" y="29607"/>
                </a:moveTo>
                <a:cubicBezTo>
                  <a:pt x="54413" y="16911"/>
                  <a:pt x="45824" y="10562"/>
                  <a:pt x="28647" y="10562"/>
                </a:cubicBezTo>
                <a:cubicBezTo>
                  <a:pt x="22512" y="10562"/>
                  <a:pt x="17364" y="10909"/>
                  <a:pt x="13203" y="11603"/>
                </a:cubicBezTo>
                <a:cubicBezTo>
                  <a:pt x="13576" y="20885"/>
                  <a:pt x="13763" y="33501"/>
                  <a:pt x="13763" y="49452"/>
                </a:cubicBezTo>
                <a:cubicBezTo>
                  <a:pt x="16964" y="49558"/>
                  <a:pt x="20031" y="49612"/>
                  <a:pt x="22965" y="49612"/>
                </a:cubicBezTo>
                <a:cubicBezTo>
                  <a:pt x="43930" y="49612"/>
                  <a:pt x="54413" y="42943"/>
                  <a:pt x="54413" y="29607"/>
                </a:cubicBezTo>
                <a:close/>
                <a:moveTo>
                  <a:pt x="160658" y="57693"/>
                </a:moveTo>
                <a:cubicBezTo>
                  <a:pt x="160658" y="59934"/>
                  <a:pt x="160551" y="63028"/>
                  <a:pt x="160337" y="66976"/>
                </a:cubicBezTo>
                <a:lnTo>
                  <a:pt x="105365" y="67936"/>
                </a:lnTo>
                <a:cubicBezTo>
                  <a:pt x="105898" y="75724"/>
                  <a:pt x="108912" y="82246"/>
                  <a:pt x="114407" y="87500"/>
                </a:cubicBezTo>
                <a:cubicBezTo>
                  <a:pt x="119901" y="92755"/>
                  <a:pt x="127183" y="95382"/>
                  <a:pt x="136252" y="95382"/>
                </a:cubicBezTo>
                <a:cubicBezTo>
                  <a:pt x="144360" y="95382"/>
                  <a:pt x="151962" y="94395"/>
                  <a:pt x="159057" y="92422"/>
                </a:cubicBezTo>
                <a:lnTo>
                  <a:pt x="157697" y="103704"/>
                </a:lnTo>
                <a:cubicBezTo>
                  <a:pt x="152469" y="105785"/>
                  <a:pt x="144921" y="106825"/>
                  <a:pt x="135052" y="106825"/>
                </a:cubicBezTo>
                <a:cubicBezTo>
                  <a:pt x="121182" y="106825"/>
                  <a:pt x="110606" y="103037"/>
                  <a:pt x="103324" y="95462"/>
                </a:cubicBezTo>
                <a:cubicBezTo>
                  <a:pt x="96042" y="87887"/>
                  <a:pt x="92402" y="78658"/>
                  <a:pt x="92402" y="67776"/>
                </a:cubicBezTo>
                <a:cubicBezTo>
                  <a:pt x="92402" y="56146"/>
                  <a:pt x="95722" y="46131"/>
                  <a:pt x="102364" y="37729"/>
                </a:cubicBezTo>
                <a:cubicBezTo>
                  <a:pt x="109006" y="29327"/>
                  <a:pt x="117928" y="25126"/>
                  <a:pt x="129130" y="25126"/>
                </a:cubicBezTo>
                <a:cubicBezTo>
                  <a:pt x="139426" y="25126"/>
                  <a:pt x="147254" y="28167"/>
                  <a:pt x="152616" y="34248"/>
                </a:cubicBezTo>
                <a:cubicBezTo>
                  <a:pt x="157977" y="40329"/>
                  <a:pt x="160658" y="48145"/>
                  <a:pt x="160658" y="57693"/>
                </a:cubicBezTo>
                <a:moveTo>
                  <a:pt x="147294" y="57853"/>
                </a:moveTo>
                <a:cubicBezTo>
                  <a:pt x="147294" y="42863"/>
                  <a:pt x="141026" y="35368"/>
                  <a:pt x="128490" y="35368"/>
                </a:cubicBezTo>
                <a:cubicBezTo>
                  <a:pt x="115687" y="35368"/>
                  <a:pt x="108139" y="43157"/>
                  <a:pt x="105845" y="58734"/>
                </a:cubicBezTo>
                <a:lnTo>
                  <a:pt x="147294" y="57853"/>
                </a:lnTo>
                <a:close/>
                <a:moveTo>
                  <a:pt x="249425" y="141073"/>
                </a:moveTo>
                <a:lnTo>
                  <a:pt x="235181" y="141073"/>
                </a:lnTo>
                <a:cubicBezTo>
                  <a:pt x="235662" y="126456"/>
                  <a:pt x="235902" y="111999"/>
                  <a:pt x="235902" y="97703"/>
                </a:cubicBezTo>
                <a:lnTo>
                  <a:pt x="235021" y="97703"/>
                </a:lnTo>
                <a:cubicBezTo>
                  <a:pt x="229527" y="103784"/>
                  <a:pt x="221152" y="106825"/>
                  <a:pt x="209896" y="106825"/>
                </a:cubicBezTo>
                <a:cubicBezTo>
                  <a:pt x="199813" y="106825"/>
                  <a:pt x="191785" y="103104"/>
                  <a:pt x="185810" y="95662"/>
                </a:cubicBezTo>
                <a:cubicBezTo>
                  <a:pt x="179835" y="88221"/>
                  <a:pt x="176848" y="79378"/>
                  <a:pt x="176848" y="69136"/>
                </a:cubicBezTo>
                <a:cubicBezTo>
                  <a:pt x="176848" y="57613"/>
                  <a:pt x="180102" y="47518"/>
                  <a:pt x="186610" y="38849"/>
                </a:cubicBezTo>
                <a:cubicBezTo>
                  <a:pt x="193118" y="30180"/>
                  <a:pt x="202321" y="25846"/>
                  <a:pt x="214217" y="25846"/>
                </a:cubicBezTo>
                <a:cubicBezTo>
                  <a:pt x="223926" y="25846"/>
                  <a:pt x="231047" y="27606"/>
                  <a:pt x="235582" y="31127"/>
                </a:cubicBezTo>
                <a:lnTo>
                  <a:pt x="236222" y="31127"/>
                </a:lnTo>
                <a:lnTo>
                  <a:pt x="239502" y="28647"/>
                </a:lnTo>
                <a:lnTo>
                  <a:pt x="249425" y="27766"/>
                </a:lnTo>
                <a:cubicBezTo>
                  <a:pt x="248678" y="45691"/>
                  <a:pt x="248305" y="63668"/>
                  <a:pt x="248305" y="81699"/>
                </a:cubicBezTo>
                <a:cubicBezTo>
                  <a:pt x="248305" y="103251"/>
                  <a:pt x="248678" y="123042"/>
                  <a:pt x="249425" y="141073"/>
                </a:cubicBezTo>
                <a:moveTo>
                  <a:pt x="235902" y="87140"/>
                </a:moveTo>
                <a:cubicBezTo>
                  <a:pt x="235902" y="69536"/>
                  <a:pt x="235662" y="54173"/>
                  <a:pt x="235181" y="41050"/>
                </a:cubicBezTo>
                <a:cubicBezTo>
                  <a:pt x="230220" y="37369"/>
                  <a:pt x="224272" y="35528"/>
                  <a:pt x="217337" y="35528"/>
                </a:cubicBezTo>
                <a:cubicBezTo>
                  <a:pt x="208535" y="35528"/>
                  <a:pt x="201960" y="38622"/>
                  <a:pt x="197613" y="44810"/>
                </a:cubicBezTo>
                <a:cubicBezTo>
                  <a:pt x="193265" y="50999"/>
                  <a:pt x="191091" y="58440"/>
                  <a:pt x="191091" y="67136"/>
                </a:cubicBezTo>
                <a:cubicBezTo>
                  <a:pt x="191091" y="75031"/>
                  <a:pt x="193172" y="81806"/>
                  <a:pt x="197333" y="87460"/>
                </a:cubicBezTo>
                <a:cubicBezTo>
                  <a:pt x="201494" y="93115"/>
                  <a:pt x="207335" y="95942"/>
                  <a:pt x="214857" y="95942"/>
                </a:cubicBezTo>
                <a:cubicBezTo>
                  <a:pt x="224459" y="95942"/>
                  <a:pt x="231474" y="93008"/>
                  <a:pt x="235902" y="87140"/>
                </a:cubicBezTo>
                <a:close/>
                <a:moveTo>
                  <a:pt x="338929" y="104584"/>
                </a:moveTo>
                <a:lnTo>
                  <a:pt x="326526" y="105064"/>
                </a:lnTo>
                <a:cubicBezTo>
                  <a:pt x="325779" y="102077"/>
                  <a:pt x="325406" y="99623"/>
                  <a:pt x="325406" y="97703"/>
                </a:cubicBezTo>
                <a:lnTo>
                  <a:pt x="324606" y="97703"/>
                </a:lnTo>
                <a:cubicBezTo>
                  <a:pt x="317511" y="103677"/>
                  <a:pt x="308895" y="106665"/>
                  <a:pt x="298760" y="106665"/>
                </a:cubicBezTo>
                <a:cubicBezTo>
                  <a:pt x="289531" y="106665"/>
                  <a:pt x="282823" y="104438"/>
                  <a:pt x="278635" y="99983"/>
                </a:cubicBezTo>
                <a:cubicBezTo>
                  <a:pt x="274447" y="95529"/>
                  <a:pt x="272354" y="86553"/>
                  <a:pt x="272354" y="73057"/>
                </a:cubicBezTo>
                <a:cubicBezTo>
                  <a:pt x="272354" y="71137"/>
                  <a:pt x="272407" y="68283"/>
                  <a:pt x="272514" y="64495"/>
                </a:cubicBezTo>
                <a:cubicBezTo>
                  <a:pt x="272620" y="60707"/>
                  <a:pt x="272674" y="58120"/>
                  <a:pt x="272674" y="56733"/>
                </a:cubicBezTo>
                <a:cubicBezTo>
                  <a:pt x="272674" y="48891"/>
                  <a:pt x="272220" y="39663"/>
                  <a:pt x="271313" y="29047"/>
                </a:cubicBezTo>
                <a:lnTo>
                  <a:pt x="286197" y="28487"/>
                </a:lnTo>
                <a:cubicBezTo>
                  <a:pt x="285557" y="38782"/>
                  <a:pt x="285237" y="47584"/>
                  <a:pt x="285237" y="54893"/>
                </a:cubicBezTo>
                <a:cubicBezTo>
                  <a:pt x="285237" y="71697"/>
                  <a:pt x="286317" y="82646"/>
                  <a:pt x="288477" y="87740"/>
                </a:cubicBezTo>
                <a:cubicBezTo>
                  <a:pt x="290638" y="92835"/>
                  <a:pt x="295506" y="95382"/>
                  <a:pt x="303081" y="95382"/>
                </a:cubicBezTo>
                <a:cubicBezTo>
                  <a:pt x="311616" y="95382"/>
                  <a:pt x="318658" y="93248"/>
                  <a:pt x="324206" y="88981"/>
                </a:cubicBezTo>
                <a:cubicBezTo>
                  <a:pt x="324206" y="59320"/>
                  <a:pt x="323939" y="39342"/>
                  <a:pt x="323406" y="29047"/>
                </a:cubicBezTo>
                <a:lnTo>
                  <a:pt x="337809" y="28487"/>
                </a:lnTo>
                <a:cubicBezTo>
                  <a:pt x="337382" y="38516"/>
                  <a:pt x="337169" y="52386"/>
                  <a:pt x="337169" y="70096"/>
                </a:cubicBezTo>
                <a:cubicBezTo>
                  <a:pt x="337169" y="81459"/>
                  <a:pt x="337756" y="92955"/>
                  <a:pt x="338929" y="104584"/>
                </a:cubicBezTo>
                <a:close/>
                <a:moveTo>
                  <a:pt x="425304" y="57693"/>
                </a:moveTo>
                <a:cubicBezTo>
                  <a:pt x="425304" y="59934"/>
                  <a:pt x="425198" y="63028"/>
                  <a:pt x="424984" y="66976"/>
                </a:cubicBezTo>
                <a:lnTo>
                  <a:pt x="370011" y="67936"/>
                </a:lnTo>
                <a:cubicBezTo>
                  <a:pt x="370545" y="75724"/>
                  <a:pt x="373559" y="82246"/>
                  <a:pt x="379054" y="87500"/>
                </a:cubicBezTo>
                <a:cubicBezTo>
                  <a:pt x="384548" y="92755"/>
                  <a:pt x="391830" y="95382"/>
                  <a:pt x="400899" y="95382"/>
                </a:cubicBezTo>
                <a:cubicBezTo>
                  <a:pt x="409007" y="95382"/>
                  <a:pt x="416609" y="94395"/>
                  <a:pt x="423704" y="92422"/>
                </a:cubicBezTo>
                <a:lnTo>
                  <a:pt x="422344" y="103704"/>
                </a:lnTo>
                <a:cubicBezTo>
                  <a:pt x="417116" y="105785"/>
                  <a:pt x="409567" y="106825"/>
                  <a:pt x="399698" y="106825"/>
                </a:cubicBezTo>
                <a:cubicBezTo>
                  <a:pt x="385828" y="106825"/>
                  <a:pt x="375253" y="103037"/>
                  <a:pt x="367971" y="95462"/>
                </a:cubicBezTo>
                <a:cubicBezTo>
                  <a:pt x="360689" y="87887"/>
                  <a:pt x="357048" y="78658"/>
                  <a:pt x="357048" y="67776"/>
                </a:cubicBezTo>
                <a:cubicBezTo>
                  <a:pt x="357048" y="56146"/>
                  <a:pt x="360369" y="46131"/>
                  <a:pt x="367011" y="37729"/>
                </a:cubicBezTo>
                <a:cubicBezTo>
                  <a:pt x="373652" y="29327"/>
                  <a:pt x="382574" y="25126"/>
                  <a:pt x="393777" y="25126"/>
                </a:cubicBezTo>
                <a:cubicBezTo>
                  <a:pt x="404073" y="25126"/>
                  <a:pt x="411901" y="28167"/>
                  <a:pt x="417262" y="34248"/>
                </a:cubicBezTo>
                <a:cubicBezTo>
                  <a:pt x="422624" y="40329"/>
                  <a:pt x="425304" y="48145"/>
                  <a:pt x="425304" y="57693"/>
                </a:cubicBezTo>
                <a:moveTo>
                  <a:pt x="411941" y="57853"/>
                </a:moveTo>
                <a:cubicBezTo>
                  <a:pt x="411941" y="42863"/>
                  <a:pt x="405673" y="35368"/>
                  <a:pt x="393137" y="35368"/>
                </a:cubicBezTo>
                <a:cubicBezTo>
                  <a:pt x="380334" y="35368"/>
                  <a:pt x="372785" y="43157"/>
                  <a:pt x="370492" y="58734"/>
                </a:cubicBezTo>
                <a:lnTo>
                  <a:pt x="411941" y="57853"/>
                </a:lnTo>
                <a:close/>
                <a:moveTo>
                  <a:pt x="494947" y="82979"/>
                </a:moveTo>
                <a:cubicBezTo>
                  <a:pt x="494947" y="98556"/>
                  <a:pt x="484998" y="106345"/>
                  <a:pt x="465100" y="106345"/>
                </a:cubicBezTo>
                <a:cubicBezTo>
                  <a:pt x="456298" y="106345"/>
                  <a:pt x="448083" y="105465"/>
                  <a:pt x="440454" y="103704"/>
                </a:cubicBezTo>
                <a:lnTo>
                  <a:pt x="442935" y="91941"/>
                </a:lnTo>
                <a:cubicBezTo>
                  <a:pt x="449870" y="94609"/>
                  <a:pt x="457392" y="95942"/>
                  <a:pt x="465500" y="95942"/>
                </a:cubicBezTo>
                <a:cubicBezTo>
                  <a:pt x="477130" y="95942"/>
                  <a:pt x="482944" y="92635"/>
                  <a:pt x="482944" y="86020"/>
                </a:cubicBezTo>
                <a:cubicBezTo>
                  <a:pt x="482944" y="82819"/>
                  <a:pt x="481651" y="80272"/>
                  <a:pt x="479063" y="78378"/>
                </a:cubicBezTo>
                <a:cubicBezTo>
                  <a:pt x="476476" y="76484"/>
                  <a:pt x="472195" y="74364"/>
                  <a:pt x="466220" y="72017"/>
                </a:cubicBezTo>
                <a:cubicBezTo>
                  <a:pt x="458645" y="69029"/>
                  <a:pt x="453151" y="66149"/>
                  <a:pt x="449737" y="63375"/>
                </a:cubicBezTo>
                <a:cubicBezTo>
                  <a:pt x="444722" y="59267"/>
                  <a:pt x="442215" y="54306"/>
                  <a:pt x="442215" y="48491"/>
                </a:cubicBezTo>
                <a:cubicBezTo>
                  <a:pt x="442215" y="42410"/>
                  <a:pt x="444509" y="37195"/>
                  <a:pt x="449096" y="32848"/>
                </a:cubicBezTo>
                <a:cubicBezTo>
                  <a:pt x="453684" y="28500"/>
                  <a:pt x="460672" y="26326"/>
                  <a:pt x="470061" y="26326"/>
                </a:cubicBezTo>
                <a:cubicBezTo>
                  <a:pt x="479237" y="26326"/>
                  <a:pt x="486599" y="27100"/>
                  <a:pt x="492146" y="28647"/>
                </a:cubicBezTo>
                <a:lnTo>
                  <a:pt x="489666" y="40169"/>
                </a:lnTo>
                <a:cubicBezTo>
                  <a:pt x="483905" y="37875"/>
                  <a:pt x="477236" y="36729"/>
                  <a:pt x="469661" y="36729"/>
                </a:cubicBezTo>
                <a:cubicBezTo>
                  <a:pt x="459419" y="36729"/>
                  <a:pt x="454298" y="39689"/>
                  <a:pt x="454298" y="45611"/>
                </a:cubicBezTo>
                <a:cubicBezTo>
                  <a:pt x="454298" y="48598"/>
                  <a:pt x="455445" y="51012"/>
                  <a:pt x="457738" y="52852"/>
                </a:cubicBezTo>
                <a:cubicBezTo>
                  <a:pt x="460032" y="54693"/>
                  <a:pt x="464513" y="56920"/>
                  <a:pt x="471182" y="59534"/>
                </a:cubicBezTo>
                <a:cubicBezTo>
                  <a:pt x="478383" y="62361"/>
                  <a:pt x="483718" y="65135"/>
                  <a:pt x="487185" y="67856"/>
                </a:cubicBezTo>
                <a:cubicBezTo>
                  <a:pt x="492360" y="72070"/>
                  <a:pt x="494947" y="77111"/>
                  <a:pt x="494947" y="82979"/>
                </a:cubicBezTo>
                <a:close/>
                <a:moveTo>
                  <a:pt x="557519" y="93622"/>
                </a:moveTo>
                <a:lnTo>
                  <a:pt x="556559" y="104024"/>
                </a:lnTo>
                <a:cubicBezTo>
                  <a:pt x="552345" y="105571"/>
                  <a:pt x="548370" y="106345"/>
                  <a:pt x="544636" y="106345"/>
                </a:cubicBezTo>
                <a:cubicBezTo>
                  <a:pt x="535034" y="106345"/>
                  <a:pt x="528472" y="103904"/>
                  <a:pt x="524951" y="99023"/>
                </a:cubicBezTo>
                <a:cubicBezTo>
                  <a:pt x="521431" y="94142"/>
                  <a:pt x="519670" y="85407"/>
                  <a:pt x="519670" y="72817"/>
                </a:cubicBezTo>
                <a:cubicBezTo>
                  <a:pt x="519670" y="64655"/>
                  <a:pt x="519724" y="54013"/>
                  <a:pt x="519830" y="40890"/>
                </a:cubicBezTo>
                <a:cubicBezTo>
                  <a:pt x="516843" y="40890"/>
                  <a:pt x="512442" y="41050"/>
                  <a:pt x="506627" y="41370"/>
                </a:cubicBezTo>
                <a:lnTo>
                  <a:pt x="507107" y="29767"/>
                </a:lnTo>
                <a:cubicBezTo>
                  <a:pt x="512175" y="30087"/>
                  <a:pt x="516710" y="30247"/>
                  <a:pt x="520710" y="30247"/>
                </a:cubicBezTo>
                <a:cubicBezTo>
                  <a:pt x="520710" y="27046"/>
                  <a:pt x="520977" y="19445"/>
                  <a:pt x="521511" y="7442"/>
                </a:cubicBezTo>
                <a:lnTo>
                  <a:pt x="534074" y="6161"/>
                </a:lnTo>
                <a:cubicBezTo>
                  <a:pt x="533167" y="17364"/>
                  <a:pt x="532713" y="25393"/>
                  <a:pt x="532713" y="30247"/>
                </a:cubicBezTo>
                <a:cubicBezTo>
                  <a:pt x="537941" y="30247"/>
                  <a:pt x="545623" y="29980"/>
                  <a:pt x="555759" y="29447"/>
                </a:cubicBezTo>
                <a:lnTo>
                  <a:pt x="555199" y="41370"/>
                </a:lnTo>
                <a:cubicBezTo>
                  <a:pt x="545596" y="41050"/>
                  <a:pt x="537888" y="40890"/>
                  <a:pt x="532073" y="40890"/>
                </a:cubicBezTo>
                <a:cubicBezTo>
                  <a:pt x="531966" y="48945"/>
                  <a:pt x="531913" y="58014"/>
                  <a:pt x="531913" y="68096"/>
                </a:cubicBezTo>
                <a:cubicBezTo>
                  <a:pt x="531913" y="79085"/>
                  <a:pt x="533073" y="86353"/>
                  <a:pt x="535394" y="89901"/>
                </a:cubicBezTo>
                <a:cubicBezTo>
                  <a:pt x="537714" y="93448"/>
                  <a:pt x="542022" y="95222"/>
                  <a:pt x="548317" y="95222"/>
                </a:cubicBezTo>
                <a:cubicBezTo>
                  <a:pt x="550397" y="95222"/>
                  <a:pt x="553465" y="94689"/>
                  <a:pt x="557519" y="93622"/>
                </a:cubicBezTo>
                <a:close/>
                <a:moveTo>
                  <a:pt x="692688" y="104664"/>
                </a:moveTo>
                <a:lnTo>
                  <a:pt x="677244" y="104664"/>
                </a:lnTo>
                <a:cubicBezTo>
                  <a:pt x="672123" y="89354"/>
                  <a:pt x="668389" y="79218"/>
                  <a:pt x="666041" y="74257"/>
                </a:cubicBezTo>
                <a:cubicBezTo>
                  <a:pt x="663054" y="68016"/>
                  <a:pt x="659667" y="63988"/>
                  <a:pt x="655879" y="62174"/>
                </a:cubicBezTo>
                <a:cubicBezTo>
                  <a:pt x="652892" y="60734"/>
                  <a:pt x="647530" y="60014"/>
                  <a:pt x="639795" y="60014"/>
                </a:cubicBezTo>
                <a:cubicBezTo>
                  <a:pt x="635261" y="60014"/>
                  <a:pt x="631233" y="60067"/>
                  <a:pt x="627713" y="60174"/>
                </a:cubicBezTo>
                <a:cubicBezTo>
                  <a:pt x="627713" y="77405"/>
                  <a:pt x="628033" y="92235"/>
                  <a:pt x="628673" y="104664"/>
                </a:cubicBezTo>
                <a:lnTo>
                  <a:pt x="613789" y="104664"/>
                </a:lnTo>
                <a:cubicBezTo>
                  <a:pt x="614589" y="88127"/>
                  <a:pt x="614990" y="69883"/>
                  <a:pt x="614990" y="49932"/>
                </a:cubicBezTo>
                <a:cubicBezTo>
                  <a:pt x="614990" y="31154"/>
                  <a:pt x="614589" y="14670"/>
                  <a:pt x="613789" y="480"/>
                </a:cubicBezTo>
                <a:lnTo>
                  <a:pt x="625072" y="480"/>
                </a:lnTo>
                <a:cubicBezTo>
                  <a:pt x="627472" y="480"/>
                  <a:pt x="630513" y="400"/>
                  <a:pt x="634194" y="240"/>
                </a:cubicBezTo>
                <a:cubicBezTo>
                  <a:pt x="637875" y="80"/>
                  <a:pt x="642089" y="0"/>
                  <a:pt x="646837" y="0"/>
                </a:cubicBezTo>
                <a:cubicBezTo>
                  <a:pt x="670202" y="0"/>
                  <a:pt x="681885" y="8055"/>
                  <a:pt x="681885" y="24166"/>
                </a:cubicBezTo>
                <a:cubicBezTo>
                  <a:pt x="681885" y="37555"/>
                  <a:pt x="675324" y="46971"/>
                  <a:pt x="662201" y="52412"/>
                </a:cubicBezTo>
                <a:lnTo>
                  <a:pt x="662201" y="53212"/>
                </a:lnTo>
                <a:cubicBezTo>
                  <a:pt x="668069" y="54973"/>
                  <a:pt x="672816" y="59054"/>
                  <a:pt x="676444" y="65455"/>
                </a:cubicBezTo>
                <a:cubicBezTo>
                  <a:pt x="679485" y="70790"/>
                  <a:pt x="684899" y="83860"/>
                  <a:pt x="692688" y="104664"/>
                </a:cubicBezTo>
                <a:moveTo>
                  <a:pt x="668202" y="29607"/>
                </a:moveTo>
                <a:cubicBezTo>
                  <a:pt x="668202" y="16911"/>
                  <a:pt x="659613" y="10562"/>
                  <a:pt x="642436" y="10562"/>
                </a:cubicBezTo>
                <a:cubicBezTo>
                  <a:pt x="636301" y="10562"/>
                  <a:pt x="631153" y="10909"/>
                  <a:pt x="626992" y="11603"/>
                </a:cubicBezTo>
                <a:cubicBezTo>
                  <a:pt x="627366" y="20885"/>
                  <a:pt x="627552" y="33501"/>
                  <a:pt x="627552" y="49452"/>
                </a:cubicBezTo>
                <a:cubicBezTo>
                  <a:pt x="630753" y="49558"/>
                  <a:pt x="633821" y="49612"/>
                  <a:pt x="636755" y="49612"/>
                </a:cubicBezTo>
                <a:cubicBezTo>
                  <a:pt x="657720" y="49612"/>
                  <a:pt x="668202" y="42943"/>
                  <a:pt x="668202" y="29607"/>
                </a:cubicBezTo>
                <a:close/>
                <a:moveTo>
                  <a:pt x="781888" y="64335"/>
                </a:moveTo>
                <a:cubicBezTo>
                  <a:pt x="781888" y="77991"/>
                  <a:pt x="777967" y="88647"/>
                  <a:pt x="770126" y="96302"/>
                </a:cubicBezTo>
                <a:cubicBezTo>
                  <a:pt x="762284" y="103958"/>
                  <a:pt x="753055" y="107785"/>
                  <a:pt x="742439" y="107785"/>
                </a:cubicBezTo>
                <a:cubicBezTo>
                  <a:pt x="732517" y="107785"/>
                  <a:pt x="723995" y="104398"/>
                  <a:pt x="716873" y="97623"/>
                </a:cubicBezTo>
                <a:cubicBezTo>
                  <a:pt x="709751" y="90848"/>
                  <a:pt x="706191" y="81299"/>
                  <a:pt x="706191" y="68976"/>
                </a:cubicBezTo>
                <a:cubicBezTo>
                  <a:pt x="706191" y="55213"/>
                  <a:pt x="710125" y="44464"/>
                  <a:pt x="717993" y="36729"/>
                </a:cubicBezTo>
                <a:cubicBezTo>
                  <a:pt x="725862" y="28993"/>
                  <a:pt x="735104" y="25126"/>
                  <a:pt x="745720" y="25126"/>
                </a:cubicBezTo>
                <a:cubicBezTo>
                  <a:pt x="755642" y="25126"/>
                  <a:pt x="764151" y="28553"/>
                  <a:pt x="771246" y="35408"/>
                </a:cubicBezTo>
                <a:cubicBezTo>
                  <a:pt x="778341" y="42263"/>
                  <a:pt x="781888" y="51905"/>
                  <a:pt x="781888" y="64335"/>
                </a:cubicBezTo>
                <a:moveTo>
                  <a:pt x="768045" y="67136"/>
                </a:moveTo>
                <a:cubicBezTo>
                  <a:pt x="768045" y="58814"/>
                  <a:pt x="765951" y="51412"/>
                  <a:pt x="761764" y="44930"/>
                </a:cubicBezTo>
                <a:cubicBezTo>
                  <a:pt x="757576" y="38449"/>
                  <a:pt x="751615" y="35208"/>
                  <a:pt x="743879" y="35208"/>
                </a:cubicBezTo>
                <a:cubicBezTo>
                  <a:pt x="736198" y="35208"/>
                  <a:pt x="730290" y="38276"/>
                  <a:pt x="726155" y="44410"/>
                </a:cubicBezTo>
                <a:cubicBezTo>
                  <a:pt x="722021" y="50545"/>
                  <a:pt x="719954" y="57667"/>
                  <a:pt x="719954" y="65775"/>
                </a:cubicBezTo>
                <a:cubicBezTo>
                  <a:pt x="719954" y="74151"/>
                  <a:pt x="722048" y="81566"/>
                  <a:pt x="726235" y="88020"/>
                </a:cubicBezTo>
                <a:cubicBezTo>
                  <a:pt x="730423" y="94475"/>
                  <a:pt x="736411" y="97703"/>
                  <a:pt x="744199" y="97703"/>
                </a:cubicBezTo>
                <a:cubicBezTo>
                  <a:pt x="751881" y="97703"/>
                  <a:pt x="757776" y="94622"/>
                  <a:pt x="761884" y="88461"/>
                </a:cubicBezTo>
                <a:cubicBezTo>
                  <a:pt x="765991" y="82299"/>
                  <a:pt x="768045" y="75191"/>
                  <a:pt x="768045" y="67136"/>
                </a:cubicBezTo>
                <a:close/>
                <a:moveTo>
                  <a:pt x="868272" y="104584"/>
                </a:moveTo>
                <a:lnTo>
                  <a:pt x="855869" y="105064"/>
                </a:lnTo>
                <a:cubicBezTo>
                  <a:pt x="855122" y="102077"/>
                  <a:pt x="854749" y="99623"/>
                  <a:pt x="854749" y="97703"/>
                </a:cubicBezTo>
                <a:lnTo>
                  <a:pt x="853949" y="97703"/>
                </a:lnTo>
                <a:cubicBezTo>
                  <a:pt x="846854" y="103677"/>
                  <a:pt x="838239" y="106665"/>
                  <a:pt x="828103" y="106665"/>
                </a:cubicBezTo>
                <a:cubicBezTo>
                  <a:pt x="818874" y="106665"/>
                  <a:pt x="812166" y="104438"/>
                  <a:pt x="807978" y="99983"/>
                </a:cubicBezTo>
                <a:cubicBezTo>
                  <a:pt x="803790" y="95529"/>
                  <a:pt x="801697" y="86553"/>
                  <a:pt x="801697" y="73057"/>
                </a:cubicBezTo>
                <a:cubicBezTo>
                  <a:pt x="801697" y="71137"/>
                  <a:pt x="801750" y="68283"/>
                  <a:pt x="801857" y="64495"/>
                </a:cubicBezTo>
                <a:cubicBezTo>
                  <a:pt x="801963" y="60707"/>
                  <a:pt x="802017" y="58120"/>
                  <a:pt x="802017" y="56733"/>
                </a:cubicBezTo>
                <a:cubicBezTo>
                  <a:pt x="802017" y="48891"/>
                  <a:pt x="801563" y="39663"/>
                  <a:pt x="800656" y="29047"/>
                </a:cubicBezTo>
                <a:lnTo>
                  <a:pt x="815540" y="28487"/>
                </a:lnTo>
                <a:cubicBezTo>
                  <a:pt x="814900" y="38782"/>
                  <a:pt x="814580" y="47584"/>
                  <a:pt x="814580" y="54893"/>
                </a:cubicBezTo>
                <a:cubicBezTo>
                  <a:pt x="814580" y="71697"/>
                  <a:pt x="815660" y="82646"/>
                  <a:pt x="817820" y="87740"/>
                </a:cubicBezTo>
                <a:cubicBezTo>
                  <a:pt x="819981" y="92835"/>
                  <a:pt x="824849" y="95382"/>
                  <a:pt x="832424" y="95382"/>
                </a:cubicBezTo>
                <a:cubicBezTo>
                  <a:pt x="840959" y="95382"/>
                  <a:pt x="848001" y="93248"/>
                  <a:pt x="853549" y="88981"/>
                </a:cubicBezTo>
                <a:cubicBezTo>
                  <a:pt x="853549" y="59320"/>
                  <a:pt x="853282" y="39342"/>
                  <a:pt x="852749" y="29047"/>
                </a:cubicBezTo>
                <a:lnTo>
                  <a:pt x="867152" y="28487"/>
                </a:lnTo>
                <a:cubicBezTo>
                  <a:pt x="866725" y="38516"/>
                  <a:pt x="866512" y="52386"/>
                  <a:pt x="866512" y="70096"/>
                </a:cubicBezTo>
                <a:cubicBezTo>
                  <a:pt x="866512" y="81459"/>
                  <a:pt x="867099" y="92955"/>
                  <a:pt x="868272" y="104584"/>
                </a:cubicBezTo>
                <a:close/>
                <a:moveTo>
                  <a:pt x="932882" y="93622"/>
                </a:moveTo>
                <a:lnTo>
                  <a:pt x="931922" y="104024"/>
                </a:lnTo>
                <a:cubicBezTo>
                  <a:pt x="927708" y="105571"/>
                  <a:pt x="923733" y="106345"/>
                  <a:pt x="919999" y="106345"/>
                </a:cubicBezTo>
                <a:cubicBezTo>
                  <a:pt x="910397" y="106345"/>
                  <a:pt x="903836" y="103904"/>
                  <a:pt x="900315" y="99023"/>
                </a:cubicBezTo>
                <a:cubicBezTo>
                  <a:pt x="896794" y="94142"/>
                  <a:pt x="895033" y="85407"/>
                  <a:pt x="895033" y="72817"/>
                </a:cubicBezTo>
                <a:cubicBezTo>
                  <a:pt x="895033" y="64655"/>
                  <a:pt x="895087" y="54013"/>
                  <a:pt x="895193" y="40890"/>
                </a:cubicBezTo>
                <a:cubicBezTo>
                  <a:pt x="892206" y="40890"/>
                  <a:pt x="887805" y="41050"/>
                  <a:pt x="881990" y="41370"/>
                </a:cubicBezTo>
                <a:lnTo>
                  <a:pt x="882471" y="29767"/>
                </a:lnTo>
                <a:cubicBezTo>
                  <a:pt x="887538" y="30087"/>
                  <a:pt x="892073" y="30247"/>
                  <a:pt x="896074" y="30247"/>
                </a:cubicBezTo>
                <a:cubicBezTo>
                  <a:pt x="896074" y="27046"/>
                  <a:pt x="896340" y="19445"/>
                  <a:pt x="896874" y="7442"/>
                </a:cubicBezTo>
                <a:lnTo>
                  <a:pt x="909437" y="6161"/>
                </a:lnTo>
                <a:cubicBezTo>
                  <a:pt x="908530" y="17364"/>
                  <a:pt x="908076" y="25393"/>
                  <a:pt x="908076" y="30247"/>
                </a:cubicBezTo>
                <a:cubicBezTo>
                  <a:pt x="913304" y="30247"/>
                  <a:pt x="920986" y="29980"/>
                  <a:pt x="931122" y="29447"/>
                </a:cubicBezTo>
                <a:lnTo>
                  <a:pt x="930562" y="41370"/>
                </a:lnTo>
                <a:cubicBezTo>
                  <a:pt x="920959" y="41050"/>
                  <a:pt x="913251" y="40890"/>
                  <a:pt x="907436" y="40890"/>
                </a:cubicBezTo>
                <a:cubicBezTo>
                  <a:pt x="907330" y="48945"/>
                  <a:pt x="907276" y="58014"/>
                  <a:pt x="907276" y="68096"/>
                </a:cubicBezTo>
                <a:cubicBezTo>
                  <a:pt x="907276" y="79085"/>
                  <a:pt x="908437" y="86353"/>
                  <a:pt x="910757" y="89901"/>
                </a:cubicBezTo>
                <a:cubicBezTo>
                  <a:pt x="913078" y="93448"/>
                  <a:pt x="917385" y="95222"/>
                  <a:pt x="923680" y="95222"/>
                </a:cubicBezTo>
                <a:cubicBezTo>
                  <a:pt x="925761" y="95222"/>
                  <a:pt x="928828" y="94689"/>
                  <a:pt x="932882" y="93622"/>
                </a:cubicBezTo>
                <a:close/>
                <a:moveTo>
                  <a:pt x="1014676" y="57693"/>
                </a:moveTo>
                <a:cubicBezTo>
                  <a:pt x="1014676" y="59934"/>
                  <a:pt x="1014569" y="63028"/>
                  <a:pt x="1014356" y="66976"/>
                </a:cubicBezTo>
                <a:lnTo>
                  <a:pt x="959383" y="67936"/>
                </a:lnTo>
                <a:cubicBezTo>
                  <a:pt x="959916" y="75724"/>
                  <a:pt x="962930" y="82246"/>
                  <a:pt x="968425" y="87500"/>
                </a:cubicBezTo>
                <a:cubicBezTo>
                  <a:pt x="973920" y="92755"/>
                  <a:pt x="981201" y="95382"/>
                  <a:pt x="990270" y="95382"/>
                </a:cubicBezTo>
                <a:cubicBezTo>
                  <a:pt x="998379" y="95382"/>
                  <a:pt x="1005980" y="94395"/>
                  <a:pt x="1013075" y="92422"/>
                </a:cubicBezTo>
                <a:lnTo>
                  <a:pt x="1011715" y="103704"/>
                </a:lnTo>
                <a:cubicBezTo>
                  <a:pt x="1006487" y="105785"/>
                  <a:pt x="998939" y="106825"/>
                  <a:pt x="989070" y="106825"/>
                </a:cubicBezTo>
                <a:cubicBezTo>
                  <a:pt x="975200" y="106825"/>
                  <a:pt x="964624" y="103037"/>
                  <a:pt x="957342" y="95462"/>
                </a:cubicBezTo>
                <a:cubicBezTo>
                  <a:pt x="950061" y="87887"/>
                  <a:pt x="946420" y="78658"/>
                  <a:pt x="946420" y="67776"/>
                </a:cubicBezTo>
                <a:cubicBezTo>
                  <a:pt x="946420" y="56146"/>
                  <a:pt x="949741" y="46131"/>
                  <a:pt x="956382" y="37729"/>
                </a:cubicBezTo>
                <a:cubicBezTo>
                  <a:pt x="963024" y="29327"/>
                  <a:pt x="971946" y="25126"/>
                  <a:pt x="983148" y="25126"/>
                </a:cubicBezTo>
                <a:cubicBezTo>
                  <a:pt x="993444" y="25126"/>
                  <a:pt x="1001273" y="28167"/>
                  <a:pt x="1006634" y="34248"/>
                </a:cubicBezTo>
                <a:cubicBezTo>
                  <a:pt x="1011995" y="40329"/>
                  <a:pt x="1014676" y="48145"/>
                  <a:pt x="1014676" y="57693"/>
                </a:cubicBezTo>
                <a:moveTo>
                  <a:pt x="1001313" y="57853"/>
                </a:moveTo>
                <a:cubicBezTo>
                  <a:pt x="1001313" y="42863"/>
                  <a:pt x="995044" y="35368"/>
                  <a:pt x="982508" y="35368"/>
                </a:cubicBezTo>
                <a:cubicBezTo>
                  <a:pt x="969705" y="35368"/>
                  <a:pt x="962157" y="43157"/>
                  <a:pt x="959863" y="58734"/>
                </a:cubicBezTo>
                <a:lnTo>
                  <a:pt x="1001313" y="57853"/>
                </a:lnTo>
                <a:close/>
                <a:moveTo>
                  <a:pt x="1081838" y="28647"/>
                </a:moveTo>
                <a:lnTo>
                  <a:pt x="1078237" y="41370"/>
                </a:lnTo>
                <a:cubicBezTo>
                  <a:pt x="1074076" y="39716"/>
                  <a:pt x="1070209" y="38889"/>
                  <a:pt x="1066634" y="38889"/>
                </a:cubicBezTo>
                <a:cubicBezTo>
                  <a:pt x="1056605" y="38889"/>
                  <a:pt x="1050097" y="43663"/>
                  <a:pt x="1047110" y="53212"/>
                </a:cubicBezTo>
                <a:cubicBezTo>
                  <a:pt x="1047110" y="77751"/>
                  <a:pt x="1047270" y="94902"/>
                  <a:pt x="1047590" y="104664"/>
                </a:cubicBezTo>
                <a:lnTo>
                  <a:pt x="1033427" y="104664"/>
                </a:lnTo>
                <a:cubicBezTo>
                  <a:pt x="1034280" y="87754"/>
                  <a:pt x="1034707" y="74631"/>
                  <a:pt x="1034707" y="65295"/>
                </a:cubicBezTo>
                <a:cubicBezTo>
                  <a:pt x="1034707" y="52652"/>
                  <a:pt x="1033453" y="40543"/>
                  <a:pt x="1030946" y="28967"/>
                </a:cubicBezTo>
                <a:lnTo>
                  <a:pt x="1044949" y="26966"/>
                </a:lnTo>
                <a:cubicBezTo>
                  <a:pt x="1045963" y="32834"/>
                  <a:pt x="1046470" y="36755"/>
                  <a:pt x="1046470" y="38729"/>
                </a:cubicBezTo>
                <a:lnTo>
                  <a:pt x="1047110" y="38729"/>
                </a:lnTo>
                <a:cubicBezTo>
                  <a:pt x="1052871" y="30247"/>
                  <a:pt x="1059593" y="26006"/>
                  <a:pt x="1067275" y="26006"/>
                </a:cubicBezTo>
                <a:cubicBezTo>
                  <a:pt x="1071329" y="26006"/>
                  <a:pt x="1076183" y="26886"/>
                  <a:pt x="1081838" y="286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32F7D-40F8-4C59-AB08-B5B833B5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56" y="782183"/>
            <a:ext cx="674705" cy="698205"/>
          </a:xfrm>
          <a:custGeom xmlns:a="http://schemas.openxmlformats.org/drawingml/2006/main">
            <a:pathLst>
              <a:path w="674705" h="698205">
                <a:moveTo>
                  <a:pt x="0" y="0"/>
                </a:moveTo>
                <a:lnTo>
                  <a:pt x="0" y="30044"/>
                </a:lnTo>
                <a:lnTo>
                  <a:pt x="30044" y="30044"/>
                </a:lnTo>
                <a:lnTo>
                  <a:pt x="30044" y="0"/>
                </a:lnTo>
                <a:lnTo>
                  <a:pt x="0" y="0"/>
                </a:lnTo>
                <a:close/>
                <a:moveTo>
                  <a:pt x="60089" y="30044"/>
                </a:moveTo>
                <a:lnTo>
                  <a:pt x="90133" y="30044"/>
                </a:lnTo>
                <a:lnTo>
                  <a:pt x="90133" y="0"/>
                </a:lnTo>
                <a:lnTo>
                  <a:pt x="60089" y="0"/>
                </a:lnTo>
                <a:lnTo>
                  <a:pt x="60089" y="30044"/>
                </a:lnTo>
                <a:close/>
                <a:moveTo>
                  <a:pt x="120177" y="30044"/>
                </a:moveTo>
                <a:lnTo>
                  <a:pt x="150222" y="30044"/>
                </a:lnTo>
                <a:lnTo>
                  <a:pt x="150222" y="0"/>
                </a:lnTo>
                <a:lnTo>
                  <a:pt x="120177" y="0"/>
                </a:lnTo>
                <a:lnTo>
                  <a:pt x="120177" y="30044"/>
                </a:lnTo>
                <a:close/>
                <a:moveTo>
                  <a:pt x="180266" y="0"/>
                </a:moveTo>
                <a:lnTo>
                  <a:pt x="180266" y="30044"/>
                </a:lnTo>
                <a:lnTo>
                  <a:pt x="210310" y="30044"/>
                </a:lnTo>
                <a:lnTo>
                  <a:pt x="210310" y="0"/>
                </a:lnTo>
                <a:lnTo>
                  <a:pt x="180266" y="0"/>
                </a:lnTo>
                <a:close/>
                <a:moveTo>
                  <a:pt x="240355" y="30044"/>
                </a:moveTo>
                <a:lnTo>
                  <a:pt x="270399" y="30044"/>
                </a:lnTo>
                <a:lnTo>
                  <a:pt x="270399" y="0"/>
                </a:lnTo>
                <a:lnTo>
                  <a:pt x="240355" y="0"/>
                </a:lnTo>
                <a:lnTo>
                  <a:pt x="240355" y="30044"/>
                </a:lnTo>
                <a:close/>
                <a:moveTo>
                  <a:pt x="300443" y="30044"/>
                </a:moveTo>
                <a:lnTo>
                  <a:pt x="330488" y="30044"/>
                </a:lnTo>
                <a:lnTo>
                  <a:pt x="330488" y="0"/>
                </a:lnTo>
                <a:lnTo>
                  <a:pt x="300443" y="0"/>
                </a:lnTo>
                <a:lnTo>
                  <a:pt x="300443" y="30044"/>
                </a:lnTo>
                <a:close/>
                <a:moveTo>
                  <a:pt x="360532" y="0"/>
                </a:moveTo>
                <a:lnTo>
                  <a:pt x="360532" y="30044"/>
                </a:lnTo>
                <a:lnTo>
                  <a:pt x="390576" y="30044"/>
                </a:lnTo>
                <a:lnTo>
                  <a:pt x="390576" y="0"/>
                </a:lnTo>
                <a:lnTo>
                  <a:pt x="360532" y="0"/>
                </a:lnTo>
                <a:close/>
                <a:moveTo>
                  <a:pt x="420621" y="30044"/>
                </a:moveTo>
                <a:lnTo>
                  <a:pt x="450665" y="30044"/>
                </a:lnTo>
                <a:lnTo>
                  <a:pt x="450665" y="0"/>
                </a:lnTo>
                <a:lnTo>
                  <a:pt x="420621" y="0"/>
                </a:lnTo>
                <a:lnTo>
                  <a:pt x="420621" y="30044"/>
                </a:lnTo>
                <a:close/>
                <a:moveTo>
                  <a:pt x="480709" y="30044"/>
                </a:moveTo>
                <a:lnTo>
                  <a:pt x="510754" y="30044"/>
                </a:lnTo>
                <a:lnTo>
                  <a:pt x="510754" y="0"/>
                </a:lnTo>
                <a:lnTo>
                  <a:pt x="480709" y="0"/>
                </a:lnTo>
                <a:lnTo>
                  <a:pt x="480709" y="30044"/>
                </a:lnTo>
                <a:close/>
                <a:moveTo>
                  <a:pt x="540798" y="0"/>
                </a:moveTo>
                <a:lnTo>
                  <a:pt x="540798" y="30044"/>
                </a:lnTo>
                <a:lnTo>
                  <a:pt x="570842" y="30044"/>
                </a:lnTo>
                <a:lnTo>
                  <a:pt x="570842" y="0"/>
                </a:lnTo>
                <a:lnTo>
                  <a:pt x="540798" y="0"/>
                </a:lnTo>
                <a:close/>
                <a:moveTo>
                  <a:pt x="629639" y="30044"/>
                </a:moveTo>
                <a:lnTo>
                  <a:pt x="615910" y="16316"/>
                </a:lnTo>
                <a:lnTo>
                  <a:pt x="644661" y="16316"/>
                </a:lnTo>
                <a:lnTo>
                  <a:pt x="644661" y="0"/>
                </a:lnTo>
                <a:lnTo>
                  <a:pt x="600887" y="0"/>
                </a:lnTo>
                <a:lnTo>
                  <a:pt x="600887" y="30044"/>
                </a:lnTo>
                <a:lnTo>
                  <a:pt x="629639" y="30044"/>
                </a:lnTo>
                <a:close/>
                <a:moveTo>
                  <a:pt x="644661" y="46360"/>
                </a:moveTo>
                <a:lnTo>
                  <a:pt x="614617" y="46360"/>
                </a:lnTo>
                <a:lnTo>
                  <a:pt x="614617" y="76404"/>
                </a:lnTo>
                <a:lnTo>
                  <a:pt x="644661" y="76404"/>
                </a:lnTo>
                <a:lnTo>
                  <a:pt x="644661" y="46360"/>
                </a:lnTo>
                <a:close/>
                <a:moveTo>
                  <a:pt x="614617" y="106449"/>
                </a:moveTo>
                <a:lnTo>
                  <a:pt x="614617" y="136493"/>
                </a:lnTo>
                <a:lnTo>
                  <a:pt x="644661" y="136493"/>
                </a:lnTo>
                <a:lnTo>
                  <a:pt x="644661" y="106449"/>
                </a:lnTo>
                <a:lnTo>
                  <a:pt x="614617" y="106449"/>
                </a:lnTo>
                <a:close/>
                <a:moveTo>
                  <a:pt x="614617" y="166537"/>
                </a:moveTo>
                <a:lnTo>
                  <a:pt x="614617" y="196582"/>
                </a:lnTo>
                <a:lnTo>
                  <a:pt x="644661" y="196582"/>
                </a:lnTo>
                <a:lnTo>
                  <a:pt x="644661" y="166537"/>
                </a:lnTo>
                <a:lnTo>
                  <a:pt x="614617" y="166537"/>
                </a:lnTo>
                <a:close/>
                <a:moveTo>
                  <a:pt x="644661" y="226626"/>
                </a:moveTo>
                <a:lnTo>
                  <a:pt x="614617" y="226626"/>
                </a:lnTo>
                <a:lnTo>
                  <a:pt x="614617" y="256670"/>
                </a:lnTo>
                <a:lnTo>
                  <a:pt x="644661" y="256670"/>
                </a:lnTo>
                <a:lnTo>
                  <a:pt x="644661" y="226626"/>
                </a:lnTo>
                <a:close/>
                <a:moveTo>
                  <a:pt x="614617" y="286715"/>
                </a:moveTo>
                <a:lnTo>
                  <a:pt x="614617" y="316759"/>
                </a:lnTo>
                <a:lnTo>
                  <a:pt x="644661" y="316759"/>
                </a:lnTo>
                <a:lnTo>
                  <a:pt x="644661" y="286715"/>
                </a:lnTo>
                <a:lnTo>
                  <a:pt x="614617" y="286715"/>
                </a:lnTo>
                <a:close/>
                <a:moveTo>
                  <a:pt x="614617" y="346803"/>
                </a:moveTo>
                <a:lnTo>
                  <a:pt x="614617" y="376847"/>
                </a:lnTo>
                <a:lnTo>
                  <a:pt x="644661" y="376847"/>
                </a:lnTo>
                <a:lnTo>
                  <a:pt x="644661" y="346803"/>
                </a:lnTo>
                <a:lnTo>
                  <a:pt x="614617" y="346803"/>
                </a:lnTo>
                <a:close/>
                <a:moveTo>
                  <a:pt x="644661" y="406892"/>
                </a:moveTo>
                <a:lnTo>
                  <a:pt x="614617" y="406892"/>
                </a:lnTo>
                <a:lnTo>
                  <a:pt x="614617" y="436936"/>
                </a:lnTo>
                <a:lnTo>
                  <a:pt x="644661" y="436936"/>
                </a:lnTo>
                <a:lnTo>
                  <a:pt x="644661" y="406892"/>
                </a:lnTo>
                <a:close/>
                <a:moveTo>
                  <a:pt x="614617" y="466980"/>
                </a:moveTo>
                <a:lnTo>
                  <a:pt x="614617" y="497025"/>
                </a:lnTo>
                <a:lnTo>
                  <a:pt x="644661" y="497025"/>
                </a:lnTo>
                <a:lnTo>
                  <a:pt x="644661" y="466980"/>
                </a:lnTo>
                <a:lnTo>
                  <a:pt x="614617" y="466980"/>
                </a:lnTo>
                <a:close/>
                <a:moveTo>
                  <a:pt x="614617" y="527069"/>
                </a:moveTo>
                <a:lnTo>
                  <a:pt x="614617" y="557113"/>
                </a:lnTo>
                <a:lnTo>
                  <a:pt x="644661" y="557113"/>
                </a:lnTo>
                <a:lnTo>
                  <a:pt x="644661" y="527069"/>
                </a:lnTo>
                <a:lnTo>
                  <a:pt x="614617" y="527069"/>
                </a:lnTo>
                <a:close/>
                <a:moveTo>
                  <a:pt x="584572" y="608072"/>
                </a:moveTo>
                <a:lnTo>
                  <a:pt x="629639" y="698205"/>
                </a:lnTo>
                <a:lnTo>
                  <a:pt x="674705" y="608072"/>
                </a:lnTo>
                <a:lnTo>
                  <a:pt x="644661" y="608072"/>
                </a:lnTo>
                <a:lnTo>
                  <a:pt x="644661" y="587158"/>
                </a:lnTo>
                <a:lnTo>
                  <a:pt x="614617" y="587158"/>
                </a:lnTo>
                <a:lnTo>
                  <a:pt x="614617" y="608072"/>
                </a:lnTo>
                <a:lnTo>
                  <a:pt x="584572" y="608072"/>
                </a:lnTo>
                <a:close/>
              </a:path>
            </a:pathLst>
          </a:custGeom>
          <a:solidFill xmlns:a="http://schemas.openxmlformats.org/drawingml/2006/main">
            <a:srgbClr val="7820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Scaling">
            <a:extLst xmlns:a="http://schemas.openxmlformats.org/drawingml/2006/main">
              <a:ext uri="{FF2B5EF4-FFF2-40B4-BE49-F238E27FC236}">
                <a16:creationId xmlns:a16="http://schemas.microsoft.com/office/drawing/2014/main" id="{0FD2C0AA-A26A-49CA-A629-A1FF54EF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435" y="806041"/>
            <a:ext cx="525024" cy="170232"/>
          </a:xfrm>
          <a:custGeom xmlns:a="http://schemas.openxmlformats.org/drawingml/2006/main">
            <a:pathLst>
              <a:path w="525024" h="170232">
                <a:moveTo>
                  <a:pt x="74729" y="95062"/>
                </a:moveTo>
                <a:cubicBezTo>
                  <a:pt x="74729" y="116774"/>
                  <a:pt x="59619" y="127630"/>
                  <a:pt x="29399" y="127630"/>
                </a:cubicBezTo>
                <a:cubicBezTo>
                  <a:pt x="18367" y="127630"/>
                  <a:pt x="8567" y="126368"/>
                  <a:pt x="0" y="123845"/>
                </a:cubicBezTo>
                <a:lnTo>
                  <a:pt x="3081" y="110026"/>
                </a:lnTo>
                <a:cubicBezTo>
                  <a:pt x="12939" y="113429"/>
                  <a:pt x="22299" y="115131"/>
                  <a:pt x="31159" y="115131"/>
                </a:cubicBezTo>
                <a:cubicBezTo>
                  <a:pt x="51111" y="115131"/>
                  <a:pt x="61086" y="109497"/>
                  <a:pt x="61086" y="98231"/>
                </a:cubicBezTo>
                <a:cubicBezTo>
                  <a:pt x="61086" y="92539"/>
                  <a:pt x="58504" y="87668"/>
                  <a:pt x="53340" y="83619"/>
                </a:cubicBezTo>
                <a:cubicBezTo>
                  <a:pt x="49878" y="80920"/>
                  <a:pt x="43071" y="77311"/>
                  <a:pt x="32920" y="72793"/>
                </a:cubicBezTo>
                <a:cubicBezTo>
                  <a:pt x="22240" y="68040"/>
                  <a:pt x="14758" y="63668"/>
                  <a:pt x="10474" y="59678"/>
                </a:cubicBezTo>
                <a:cubicBezTo>
                  <a:pt x="4548" y="54162"/>
                  <a:pt x="1584" y="47238"/>
                  <a:pt x="1584" y="38905"/>
                </a:cubicBezTo>
                <a:cubicBezTo>
                  <a:pt x="1584" y="30220"/>
                  <a:pt x="4606" y="23149"/>
                  <a:pt x="10650" y="17692"/>
                </a:cubicBezTo>
                <a:cubicBezTo>
                  <a:pt x="17399" y="11589"/>
                  <a:pt x="26934" y="8538"/>
                  <a:pt x="39257" y="8538"/>
                </a:cubicBezTo>
                <a:cubicBezTo>
                  <a:pt x="53223" y="8538"/>
                  <a:pt x="62788" y="9448"/>
                  <a:pt x="67952" y="11267"/>
                </a:cubicBezTo>
                <a:lnTo>
                  <a:pt x="65839" y="25262"/>
                </a:lnTo>
                <a:cubicBezTo>
                  <a:pt x="56920" y="22445"/>
                  <a:pt x="47443" y="21037"/>
                  <a:pt x="37409" y="21037"/>
                </a:cubicBezTo>
                <a:cubicBezTo>
                  <a:pt x="22328" y="21037"/>
                  <a:pt x="14787" y="26083"/>
                  <a:pt x="14787" y="36176"/>
                </a:cubicBezTo>
                <a:cubicBezTo>
                  <a:pt x="14787" y="41047"/>
                  <a:pt x="16959" y="45125"/>
                  <a:pt x="21301" y="48411"/>
                </a:cubicBezTo>
                <a:cubicBezTo>
                  <a:pt x="24118" y="50465"/>
                  <a:pt x="30338" y="53575"/>
                  <a:pt x="39961" y="57741"/>
                </a:cubicBezTo>
                <a:cubicBezTo>
                  <a:pt x="50935" y="62495"/>
                  <a:pt x="58856" y="67013"/>
                  <a:pt x="63727" y="71297"/>
                </a:cubicBezTo>
                <a:cubicBezTo>
                  <a:pt x="71062" y="77751"/>
                  <a:pt x="74729" y="85673"/>
                  <a:pt x="74729" y="95062"/>
                </a:cubicBezTo>
                <a:close/>
                <a:moveTo>
                  <a:pt x="158903" y="111258"/>
                </a:moveTo>
                <a:lnTo>
                  <a:pt x="158023" y="123053"/>
                </a:lnTo>
                <a:cubicBezTo>
                  <a:pt x="153270" y="125752"/>
                  <a:pt x="146903" y="127102"/>
                  <a:pt x="138923" y="127102"/>
                </a:cubicBezTo>
                <a:cubicBezTo>
                  <a:pt x="123724" y="127102"/>
                  <a:pt x="112106" y="122906"/>
                  <a:pt x="104067" y="114515"/>
                </a:cubicBezTo>
                <a:cubicBezTo>
                  <a:pt x="96027" y="106123"/>
                  <a:pt x="92008" y="96001"/>
                  <a:pt x="92008" y="84148"/>
                </a:cubicBezTo>
                <a:cubicBezTo>
                  <a:pt x="92008" y="71590"/>
                  <a:pt x="96233" y="60793"/>
                  <a:pt x="104683" y="51756"/>
                </a:cubicBezTo>
                <a:cubicBezTo>
                  <a:pt x="113133" y="42719"/>
                  <a:pt x="124311" y="38201"/>
                  <a:pt x="138219" y="38201"/>
                </a:cubicBezTo>
                <a:cubicBezTo>
                  <a:pt x="145201" y="38201"/>
                  <a:pt x="150893" y="38905"/>
                  <a:pt x="155295" y="40313"/>
                </a:cubicBezTo>
                <a:lnTo>
                  <a:pt x="152918" y="54133"/>
                </a:lnTo>
                <a:cubicBezTo>
                  <a:pt x="146757" y="51844"/>
                  <a:pt x="140507" y="50700"/>
                  <a:pt x="134170" y="50700"/>
                </a:cubicBezTo>
                <a:cubicBezTo>
                  <a:pt x="125837" y="50700"/>
                  <a:pt x="119206" y="53604"/>
                  <a:pt x="114277" y="59414"/>
                </a:cubicBezTo>
                <a:cubicBezTo>
                  <a:pt x="109348" y="65223"/>
                  <a:pt x="106883" y="72500"/>
                  <a:pt x="106883" y="81243"/>
                </a:cubicBezTo>
                <a:cubicBezTo>
                  <a:pt x="106883" y="90749"/>
                  <a:pt x="109817" y="98671"/>
                  <a:pt x="115685" y="105008"/>
                </a:cubicBezTo>
                <a:cubicBezTo>
                  <a:pt x="121553" y="111346"/>
                  <a:pt x="129857" y="114515"/>
                  <a:pt x="140595" y="114515"/>
                </a:cubicBezTo>
                <a:cubicBezTo>
                  <a:pt x="144996" y="114515"/>
                  <a:pt x="151099" y="113429"/>
                  <a:pt x="158903" y="111258"/>
                </a:cubicBezTo>
                <a:close/>
                <a:moveTo>
                  <a:pt x="241847" y="124725"/>
                </a:moveTo>
                <a:lnTo>
                  <a:pt x="228028" y="125253"/>
                </a:lnTo>
                <a:cubicBezTo>
                  <a:pt x="227324" y="122378"/>
                  <a:pt x="226972" y="119649"/>
                  <a:pt x="226972" y="117067"/>
                </a:cubicBezTo>
                <a:lnTo>
                  <a:pt x="226092" y="117067"/>
                </a:lnTo>
                <a:cubicBezTo>
                  <a:pt x="218874" y="123639"/>
                  <a:pt x="209045" y="126926"/>
                  <a:pt x="196605" y="126926"/>
                </a:cubicBezTo>
                <a:cubicBezTo>
                  <a:pt x="189857" y="126926"/>
                  <a:pt x="184047" y="124945"/>
                  <a:pt x="179177" y="120984"/>
                </a:cubicBezTo>
                <a:cubicBezTo>
                  <a:pt x="174306" y="117023"/>
                  <a:pt x="171871" y="111375"/>
                  <a:pt x="171871" y="104040"/>
                </a:cubicBezTo>
                <a:cubicBezTo>
                  <a:pt x="171871" y="95003"/>
                  <a:pt x="175685" y="87742"/>
                  <a:pt x="183314" y="82255"/>
                </a:cubicBezTo>
                <a:cubicBezTo>
                  <a:pt x="190942" y="76769"/>
                  <a:pt x="205113" y="73879"/>
                  <a:pt x="225828" y="73585"/>
                </a:cubicBezTo>
                <a:cubicBezTo>
                  <a:pt x="226004" y="72177"/>
                  <a:pt x="226092" y="70563"/>
                  <a:pt x="226092" y="68744"/>
                </a:cubicBezTo>
                <a:cubicBezTo>
                  <a:pt x="226092" y="61526"/>
                  <a:pt x="224170" y="56715"/>
                  <a:pt x="220326" y="54309"/>
                </a:cubicBezTo>
                <a:cubicBezTo>
                  <a:pt x="216483" y="51903"/>
                  <a:pt x="210659" y="50700"/>
                  <a:pt x="202854" y="50700"/>
                </a:cubicBezTo>
                <a:cubicBezTo>
                  <a:pt x="193641" y="50700"/>
                  <a:pt x="184575" y="51844"/>
                  <a:pt x="175656" y="54133"/>
                </a:cubicBezTo>
                <a:lnTo>
                  <a:pt x="177152" y="41986"/>
                </a:lnTo>
                <a:cubicBezTo>
                  <a:pt x="185954" y="39463"/>
                  <a:pt x="196077" y="38201"/>
                  <a:pt x="207519" y="38201"/>
                </a:cubicBezTo>
                <a:cubicBezTo>
                  <a:pt x="217964" y="38201"/>
                  <a:pt x="226033" y="40357"/>
                  <a:pt x="231725" y="44670"/>
                </a:cubicBezTo>
                <a:cubicBezTo>
                  <a:pt x="237417" y="48983"/>
                  <a:pt x="240263" y="56333"/>
                  <a:pt x="240263" y="66720"/>
                </a:cubicBezTo>
                <a:cubicBezTo>
                  <a:pt x="240263" y="69478"/>
                  <a:pt x="240131" y="74480"/>
                  <a:pt x="239867" y="81727"/>
                </a:cubicBezTo>
                <a:cubicBezTo>
                  <a:pt x="239603" y="88974"/>
                  <a:pt x="239471" y="93800"/>
                  <a:pt x="239471" y="96206"/>
                </a:cubicBezTo>
                <a:cubicBezTo>
                  <a:pt x="239471" y="106886"/>
                  <a:pt x="240263" y="116392"/>
                  <a:pt x="241847" y="124725"/>
                </a:cubicBezTo>
                <a:moveTo>
                  <a:pt x="226268" y="107649"/>
                </a:moveTo>
                <a:cubicBezTo>
                  <a:pt x="225974" y="98730"/>
                  <a:pt x="225828" y="90720"/>
                  <a:pt x="225828" y="83619"/>
                </a:cubicBezTo>
                <a:cubicBezTo>
                  <a:pt x="214796" y="83619"/>
                  <a:pt x="206404" y="84441"/>
                  <a:pt x="200654" y="86084"/>
                </a:cubicBezTo>
                <a:cubicBezTo>
                  <a:pt x="191030" y="89018"/>
                  <a:pt x="186218" y="94622"/>
                  <a:pt x="186218" y="102896"/>
                </a:cubicBezTo>
                <a:cubicBezTo>
                  <a:pt x="186218" y="110876"/>
                  <a:pt x="191852" y="114867"/>
                  <a:pt x="203118" y="114867"/>
                </a:cubicBezTo>
                <a:cubicBezTo>
                  <a:pt x="212801" y="114867"/>
                  <a:pt x="220517" y="112461"/>
                  <a:pt x="226268" y="107649"/>
                </a:cubicBezTo>
                <a:close/>
                <a:moveTo>
                  <a:pt x="280954" y="124725"/>
                </a:moveTo>
                <a:lnTo>
                  <a:pt x="264054" y="124725"/>
                </a:lnTo>
                <a:cubicBezTo>
                  <a:pt x="265110" y="105361"/>
                  <a:pt x="265638" y="83473"/>
                  <a:pt x="265638" y="59062"/>
                </a:cubicBezTo>
                <a:cubicBezTo>
                  <a:pt x="265638" y="35355"/>
                  <a:pt x="264787" y="15961"/>
                  <a:pt x="263086" y="880"/>
                </a:cubicBezTo>
                <a:lnTo>
                  <a:pt x="280954" y="0"/>
                </a:lnTo>
                <a:cubicBezTo>
                  <a:pt x="279839" y="15961"/>
                  <a:pt x="279281" y="35648"/>
                  <a:pt x="279281" y="59062"/>
                </a:cubicBezTo>
                <a:cubicBezTo>
                  <a:pt x="279281" y="83179"/>
                  <a:pt x="279839" y="105067"/>
                  <a:pt x="280954" y="124725"/>
                </a:cubicBezTo>
                <a:close/>
                <a:moveTo>
                  <a:pt x="321251" y="124725"/>
                </a:moveTo>
                <a:lnTo>
                  <a:pt x="305319" y="124725"/>
                </a:lnTo>
                <a:cubicBezTo>
                  <a:pt x="306141" y="112989"/>
                  <a:pt x="306551" y="99581"/>
                  <a:pt x="306551" y="84500"/>
                </a:cubicBezTo>
                <a:cubicBezTo>
                  <a:pt x="306551" y="67541"/>
                  <a:pt x="305524" y="53311"/>
                  <a:pt x="303471" y="41810"/>
                </a:cubicBezTo>
                <a:lnTo>
                  <a:pt x="321075" y="39433"/>
                </a:lnTo>
                <a:cubicBezTo>
                  <a:pt x="320371" y="51697"/>
                  <a:pt x="320018" y="66720"/>
                  <a:pt x="320018" y="84500"/>
                </a:cubicBezTo>
                <a:cubicBezTo>
                  <a:pt x="320018" y="98583"/>
                  <a:pt x="320429" y="111991"/>
                  <a:pt x="321251" y="124725"/>
                </a:cubicBezTo>
                <a:moveTo>
                  <a:pt x="324948" y="14699"/>
                </a:moveTo>
                <a:cubicBezTo>
                  <a:pt x="324948" y="17692"/>
                  <a:pt x="323979" y="20289"/>
                  <a:pt x="322043" y="22489"/>
                </a:cubicBezTo>
                <a:cubicBezTo>
                  <a:pt x="320106" y="24690"/>
                  <a:pt x="317378" y="25790"/>
                  <a:pt x="313857" y="25790"/>
                </a:cubicBezTo>
                <a:cubicBezTo>
                  <a:pt x="310864" y="25790"/>
                  <a:pt x="308532" y="24836"/>
                  <a:pt x="306859" y="22929"/>
                </a:cubicBezTo>
                <a:cubicBezTo>
                  <a:pt x="305187" y="21022"/>
                  <a:pt x="304351" y="18719"/>
                  <a:pt x="304351" y="16020"/>
                </a:cubicBezTo>
                <a:cubicBezTo>
                  <a:pt x="304351" y="13086"/>
                  <a:pt x="305348" y="10533"/>
                  <a:pt x="307344" y="8362"/>
                </a:cubicBezTo>
                <a:cubicBezTo>
                  <a:pt x="309339" y="6191"/>
                  <a:pt x="312097" y="5105"/>
                  <a:pt x="315617" y="5105"/>
                </a:cubicBezTo>
                <a:cubicBezTo>
                  <a:pt x="318493" y="5105"/>
                  <a:pt x="320767" y="6059"/>
                  <a:pt x="322439" y="7966"/>
                </a:cubicBezTo>
                <a:cubicBezTo>
                  <a:pt x="324111" y="9873"/>
                  <a:pt x="324948" y="12117"/>
                  <a:pt x="324948" y="14699"/>
                </a:cubicBezTo>
                <a:close/>
                <a:moveTo>
                  <a:pt x="419242" y="124725"/>
                </a:moveTo>
                <a:lnTo>
                  <a:pt x="403222" y="124725"/>
                </a:lnTo>
                <a:cubicBezTo>
                  <a:pt x="404513" y="109292"/>
                  <a:pt x="405159" y="92451"/>
                  <a:pt x="405159" y="74201"/>
                </a:cubicBezTo>
                <a:cubicBezTo>
                  <a:pt x="405159" y="65164"/>
                  <a:pt x="403325" y="58988"/>
                  <a:pt x="399658" y="55673"/>
                </a:cubicBezTo>
                <a:cubicBezTo>
                  <a:pt x="395990" y="52358"/>
                  <a:pt x="390753" y="50700"/>
                  <a:pt x="383946" y="50700"/>
                </a:cubicBezTo>
                <a:cubicBezTo>
                  <a:pt x="375613" y="50700"/>
                  <a:pt x="367926" y="53722"/>
                  <a:pt x="360885" y="59766"/>
                </a:cubicBezTo>
                <a:cubicBezTo>
                  <a:pt x="360885" y="79776"/>
                  <a:pt x="361002" y="101429"/>
                  <a:pt x="361237" y="124725"/>
                </a:cubicBezTo>
                <a:lnTo>
                  <a:pt x="345217" y="124725"/>
                </a:lnTo>
                <a:cubicBezTo>
                  <a:pt x="346215" y="104774"/>
                  <a:pt x="346713" y="90338"/>
                  <a:pt x="346713" y="81419"/>
                </a:cubicBezTo>
                <a:cubicBezTo>
                  <a:pt x="346713" y="67688"/>
                  <a:pt x="345422" y="54367"/>
                  <a:pt x="342840" y="41458"/>
                </a:cubicBezTo>
                <a:lnTo>
                  <a:pt x="358332" y="39257"/>
                </a:lnTo>
                <a:lnTo>
                  <a:pt x="360004" y="49996"/>
                </a:lnTo>
                <a:lnTo>
                  <a:pt x="360709" y="49996"/>
                </a:lnTo>
                <a:cubicBezTo>
                  <a:pt x="369393" y="42132"/>
                  <a:pt x="378694" y="38201"/>
                  <a:pt x="388611" y="38201"/>
                </a:cubicBezTo>
                <a:cubicBezTo>
                  <a:pt x="398352" y="38201"/>
                  <a:pt x="405892" y="40357"/>
                  <a:pt x="411232" y="44670"/>
                </a:cubicBezTo>
                <a:cubicBezTo>
                  <a:pt x="416572" y="48983"/>
                  <a:pt x="419242" y="56656"/>
                  <a:pt x="419242" y="67688"/>
                </a:cubicBezTo>
                <a:cubicBezTo>
                  <a:pt x="419242" y="68803"/>
                  <a:pt x="419183" y="71003"/>
                  <a:pt x="419066" y="74289"/>
                </a:cubicBezTo>
                <a:cubicBezTo>
                  <a:pt x="418949" y="77575"/>
                  <a:pt x="418890" y="79776"/>
                  <a:pt x="418890" y="80891"/>
                </a:cubicBezTo>
                <a:cubicBezTo>
                  <a:pt x="418890" y="90690"/>
                  <a:pt x="419007" y="105302"/>
                  <a:pt x="419242" y="124725"/>
                </a:cubicBezTo>
                <a:close/>
                <a:moveTo>
                  <a:pt x="525024" y="30015"/>
                </a:moveTo>
                <a:lnTo>
                  <a:pt x="523616" y="42162"/>
                </a:lnTo>
                <a:cubicBezTo>
                  <a:pt x="512701" y="42162"/>
                  <a:pt x="506687" y="43922"/>
                  <a:pt x="505572" y="47443"/>
                </a:cubicBezTo>
                <a:lnTo>
                  <a:pt x="505572" y="48323"/>
                </a:lnTo>
                <a:cubicBezTo>
                  <a:pt x="509327" y="52900"/>
                  <a:pt x="511205" y="58123"/>
                  <a:pt x="511205" y="63991"/>
                </a:cubicBezTo>
                <a:cubicBezTo>
                  <a:pt x="511205" y="73145"/>
                  <a:pt x="508198" y="80700"/>
                  <a:pt x="502183" y="86656"/>
                </a:cubicBezTo>
                <a:cubicBezTo>
                  <a:pt x="496168" y="92612"/>
                  <a:pt x="486882" y="95590"/>
                  <a:pt x="474324" y="95590"/>
                </a:cubicBezTo>
                <a:cubicBezTo>
                  <a:pt x="468750" y="95590"/>
                  <a:pt x="464319" y="95003"/>
                  <a:pt x="461033" y="93830"/>
                </a:cubicBezTo>
                <a:cubicBezTo>
                  <a:pt x="458158" y="95884"/>
                  <a:pt x="456720" y="98436"/>
                  <a:pt x="456720" y="101488"/>
                </a:cubicBezTo>
                <a:cubicBezTo>
                  <a:pt x="456720" y="105243"/>
                  <a:pt x="458422" y="107737"/>
                  <a:pt x="461826" y="108969"/>
                </a:cubicBezTo>
                <a:cubicBezTo>
                  <a:pt x="466168" y="110612"/>
                  <a:pt x="475234" y="111434"/>
                  <a:pt x="489024" y="111434"/>
                </a:cubicBezTo>
                <a:cubicBezTo>
                  <a:pt x="511322" y="111434"/>
                  <a:pt x="522472" y="118828"/>
                  <a:pt x="522472" y="133615"/>
                </a:cubicBezTo>
                <a:cubicBezTo>
                  <a:pt x="522472" y="144178"/>
                  <a:pt x="518129" y="152921"/>
                  <a:pt x="509445" y="159845"/>
                </a:cubicBezTo>
                <a:cubicBezTo>
                  <a:pt x="500760" y="166769"/>
                  <a:pt x="489523" y="170232"/>
                  <a:pt x="475733" y="170232"/>
                </a:cubicBezTo>
                <a:cubicBezTo>
                  <a:pt x="461591" y="170232"/>
                  <a:pt x="451512" y="167664"/>
                  <a:pt x="445498" y="162530"/>
                </a:cubicBezTo>
                <a:cubicBezTo>
                  <a:pt x="439483" y="157395"/>
                  <a:pt x="436476" y="151219"/>
                  <a:pt x="436476" y="144002"/>
                </a:cubicBezTo>
                <a:cubicBezTo>
                  <a:pt x="436476" y="137429"/>
                  <a:pt x="437957" y="132148"/>
                  <a:pt x="440921" y="128158"/>
                </a:cubicBezTo>
                <a:cubicBezTo>
                  <a:pt x="443884" y="124168"/>
                  <a:pt x="447566" y="121703"/>
                  <a:pt x="451967" y="120764"/>
                </a:cubicBezTo>
                <a:lnTo>
                  <a:pt x="451967" y="119972"/>
                </a:lnTo>
                <a:cubicBezTo>
                  <a:pt x="447332" y="117742"/>
                  <a:pt x="445014" y="113458"/>
                  <a:pt x="445014" y="107121"/>
                </a:cubicBezTo>
                <a:cubicBezTo>
                  <a:pt x="445014" y="101370"/>
                  <a:pt x="447948" y="96324"/>
                  <a:pt x="453816" y="91981"/>
                </a:cubicBezTo>
                <a:lnTo>
                  <a:pt x="453816" y="91277"/>
                </a:lnTo>
                <a:cubicBezTo>
                  <a:pt x="450706" y="89752"/>
                  <a:pt x="447742" y="87170"/>
                  <a:pt x="444926" y="83531"/>
                </a:cubicBezTo>
                <a:cubicBezTo>
                  <a:pt x="442109" y="79893"/>
                  <a:pt x="440701" y="75375"/>
                  <a:pt x="440701" y="69976"/>
                </a:cubicBezTo>
                <a:cubicBezTo>
                  <a:pt x="440701" y="60646"/>
                  <a:pt x="443781" y="53047"/>
                  <a:pt x="449943" y="47179"/>
                </a:cubicBezTo>
                <a:cubicBezTo>
                  <a:pt x="456104" y="41311"/>
                  <a:pt x="465024" y="38377"/>
                  <a:pt x="476701" y="38377"/>
                </a:cubicBezTo>
                <a:cubicBezTo>
                  <a:pt x="486266" y="38377"/>
                  <a:pt x="493777" y="40108"/>
                  <a:pt x="499234" y="43570"/>
                </a:cubicBezTo>
                <a:lnTo>
                  <a:pt x="500202" y="43570"/>
                </a:lnTo>
                <a:cubicBezTo>
                  <a:pt x="502080" y="33653"/>
                  <a:pt x="507009" y="28695"/>
                  <a:pt x="514990" y="28695"/>
                </a:cubicBezTo>
                <a:cubicBezTo>
                  <a:pt x="519332" y="28695"/>
                  <a:pt x="522677" y="29135"/>
                  <a:pt x="525024" y="30015"/>
                </a:cubicBezTo>
                <a:moveTo>
                  <a:pt x="509269" y="139600"/>
                </a:moveTo>
                <a:cubicBezTo>
                  <a:pt x="509269" y="134085"/>
                  <a:pt x="507259" y="130197"/>
                  <a:pt x="503239" y="127938"/>
                </a:cubicBezTo>
                <a:cubicBezTo>
                  <a:pt x="499220" y="125679"/>
                  <a:pt x="491665" y="124549"/>
                  <a:pt x="480574" y="124549"/>
                </a:cubicBezTo>
                <a:cubicBezTo>
                  <a:pt x="473063" y="124549"/>
                  <a:pt x="466197" y="124197"/>
                  <a:pt x="459977" y="123493"/>
                </a:cubicBezTo>
                <a:cubicBezTo>
                  <a:pt x="452818" y="126955"/>
                  <a:pt x="449239" y="132031"/>
                  <a:pt x="449239" y="138720"/>
                </a:cubicBezTo>
                <a:cubicBezTo>
                  <a:pt x="449239" y="153038"/>
                  <a:pt x="458627" y="160197"/>
                  <a:pt x="477405" y="160197"/>
                </a:cubicBezTo>
                <a:cubicBezTo>
                  <a:pt x="487205" y="160197"/>
                  <a:pt x="494965" y="158290"/>
                  <a:pt x="500687" y="154476"/>
                </a:cubicBezTo>
                <a:cubicBezTo>
                  <a:pt x="506408" y="150662"/>
                  <a:pt x="509269" y="145703"/>
                  <a:pt x="509269" y="139600"/>
                </a:cubicBezTo>
                <a:moveTo>
                  <a:pt x="497034" y="67600"/>
                </a:moveTo>
                <a:cubicBezTo>
                  <a:pt x="497034" y="61145"/>
                  <a:pt x="494995" y="56201"/>
                  <a:pt x="490916" y="52768"/>
                </a:cubicBezTo>
                <a:cubicBezTo>
                  <a:pt x="486838" y="49335"/>
                  <a:pt x="481660" y="47619"/>
                  <a:pt x="475381" y="47619"/>
                </a:cubicBezTo>
                <a:cubicBezTo>
                  <a:pt x="469454" y="47619"/>
                  <a:pt x="464496" y="49277"/>
                  <a:pt x="460505" y="52592"/>
                </a:cubicBezTo>
                <a:cubicBezTo>
                  <a:pt x="456515" y="55908"/>
                  <a:pt x="454520" y="60617"/>
                  <a:pt x="454520" y="66720"/>
                </a:cubicBezTo>
                <a:cubicBezTo>
                  <a:pt x="454520" y="73116"/>
                  <a:pt x="456559" y="77986"/>
                  <a:pt x="460637" y="81331"/>
                </a:cubicBezTo>
                <a:cubicBezTo>
                  <a:pt x="464716" y="84676"/>
                  <a:pt x="469953" y="86348"/>
                  <a:pt x="476349" y="86348"/>
                </a:cubicBezTo>
                <a:cubicBezTo>
                  <a:pt x="482217" y="86348"/>
                  <a:pt x="487131" y="84720"/>
                  <a:pt x="491092" y="81463"/>
                </a:cubicBezTo>
                <a:cubicBezTo>
                  <a:pt x="495053" y="78206"/>
                  <a:pt x="497034" y="73585"/>
                  <a:pt x="497034" y="67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CA89C-9D39-45CA-907D-D6AA3DD9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434" y="2373713"/>
            <a:ext cx="681827" cy="827341"/>
          </a:xfrm>
          <a:custGeom xmlns:a="http://schemas.openxmlformats.org/drawingml/2006/main">
            <a:pathLst>
              <a:path w="681827" h="827341">
                <a:moveTo>
                  <a:pt x="0" y="827341"/>
                </a:moveTo>
                <a:lnTo>
                  <a:pt x="30044" y="827341"/>
                </a:lnTo>
                <a:lnTo>
                  <a:pt x="30044" y="797297"/>
                </a:lnTo>
                <a:lnTo>
                  <a:pt x="0" y="797297"/>
                </a:lnTo>
                <a:lnTo>
                  <a:pt x="0" y="827341"/>
                </a:lnTo>
                <a:close/>
                <a:moveTo>
                  <a:pt x="60089" y="827341"/>
                </a:moveTo>
                <a:lnTo>
                  <a:pt x="90133" y="827341"/>
                </a:lnTo>
                <a:lnTo>
                  <a:pt x="90133" y="797297"/>
                </a:lnTo>
                <a:lnTo>
                  <a:pt x="60089" y="797297"/>
                </a:lnTo>
                <a:lnTo>
                  <a:pt x="60089" y="827341"/>
                </a:lnTo>
                <a:close/>
                <a:moveTo>
                  <a:pt x="120177" y="827341"/>
                </a:moveTo>
                <a:lnTo>
                  <a:pt x="150222" y="827341"/>
                </a:lnTo>
                <a:lnTo>
                  <a:pt x="150222" y="797297"/>
                </a:lnTo>
                <a:lnTo>
                  <a:pt x="120177" y="797297"/>
                </a:lnTo>
                <a:lnTo>
                  <a:pt x="120177" y="827341"/>
                </a:lnTo>
                <a:close/>
                <a:moveTo>
                  <a:pt x="180266" y="827341"/>
                </a:moveTo>
                <a:lnTo>
                  <a:pt x="210310" y="827341"/>
                </a:lnTo>
                <a:lnTo>
                  <a:pt x="210310" y="797297"/>
                </a:lnTo>
                <a:lnTo>
                  <a:pt x="180266" y="797297"/>
                </a:lnTo>
                <a:lnTo>
                  <a:pt x="180266" y="827341"/>
                </a:lnTo>
                <a:close/>
                <a:moveTo>
                  <a:pt x="240355" y="827341"/>
                </a:moveTo>
                <a:lnTo>
                  <a:pt x="270399" y="827341"/>
                </a:lnTo>
                <a:lnTo>
                  <a:pt x="270399" y="797297"/>
                </a:lnTo>
                <a:lnTo>
                  <a:pt x="240355" y="797297"/>
                </a:lnTo>
                <a:lnTo>
                  <a:pt x="240355" y="827341"/>
                </a:lnTo>
                <a:close/>
                <a:moveTo>
                  <a:pt x="300443" y="827341"/>
                </a:moveTo>
                <a:lnTo>
                  <a:pt x="330488" y="827341"/>
                </a:lnTo>
                <a:lnTo>
                  <a:pt x="330488" y="797297"/>
                </a:lnTo>
                <a:lnTo>
                  <a:pt x="300443" y="797297"/>
                </a:lnTo>
                <a:lnTo>
                  <a:pt x="300443" y="827341"/>
                </a:lnTo>
                <a:close/>
                <a:moveTo>
                  <a:pt x="360532" y="827341"/>
                </a:moveTo>
                <a:lnTo>
                  <a:pt x="390576" y="827341"/>
                </a:lnTo>
                <a:lnTo>
                  <a:pt x="390576" y="797297"/>
                </a:lnTo>
                <a:lnTo>
                  <a:pt x="360532" y="797297"/>
                </a:lnTo>
                <a:lnTo>
                  <a:pt x="360532" y="827341"/>
                </a:lnTo>
                <a:close/>
                <a:moveTo>
                  <a:pt x="420621" y="827341"/>
                </a:moveTo>
                <a:lnTo>
                  <a:pt x="450665" y="827341"/>
                </a:lnTo>
                <a:lnTo>
                  <a:pt x="450665" y="797297"/>
                </a:lnTo>
                <a:lnTo>
                  <a:pt x="420621" y="797297"/>
                </a:lnTo>
                <a:lnTo>
                  <a:pt x="420621" y="827341"/>
                </a:lnTo>
                <a:close/>
                <a:moveTo>
                  <a:pt x="480709" y="827341"/>
                </a:moveTo>
                <a:lnTo>
                  <a:pt x="510754" y="827341"/>
                </a:lnTo>
                <a:lnTo>
                  <a:pt x="510754" y="797297"/>
                </a:lnTo>
                <a:lnTo>
                  <a:pt x="480709" y="797297"/>
                </a:lnTo>
                <a:lnTo>
                  <a:pt x="480709" y="827341"/>
                </a:lnTo>
                <a:close/>
                <a:moveTo>
                  <a:pt x="540798" y="827341"/>
                </a:moveTo>
                <a:lnTo>
                  <a:pt x="570842" y="827341"/>
                </a:lnTo>
                <a:lnTo>
                  <a:pt x="570842" y="797297"/>
                </a:lnTo>
                <a:lnTo>
                  <a:pt x="540798" y="797297"/>
                </a:lnTo>
                <a:lnTo>
                  <a:pt x="540798" y="827341"/>
                </a:lnTo>
                <a:close/>
                <a:moveTo>
                  <a:pt x="600887" y="827341"/>
                </a:moveTo>
                <a:lnTo>
                  <a:pt x="630931" y="827341"/>
                </a:lnTo>
                <a:lnTo>
                  <a:pt x="630931" y="797297"/>
                </a:lnTo>
                <a:lnTo>
                  <a:pt x="600887" y="797297"/>
                </a:lnTo>
                <a:lnTo>
                  <a:pt x="600887" y="827341"/>
                </a:lnTo>
                <a:close/>
                <a:moveTo>
                  <a:pt x="651783" y="788105"/>
                </a:moveTo>
                <a:lnTo>
                  <a:pt x="651783" y="758061"/>
                </a:lnTo>
                <a:lnTo>
                  <a:pt x="621739" y="758061"/>
                </a:lnTo>
                <a:lnTo>
                  <a:pt x="621739" y="788105"/>
                </a:lnTo>
                <a:lnTo>
                  <a:pt x="651783" y="788105"/>
                </a:lnTo>
                <a:close/>
                <a:moveTo>
                  <a:pt x="651783" y="728017"/>
                </a:moveTo>
                <a:lnTo>
                  <a:pt x="651783" y="697972"/>
                </a:lnTo>
                <a:lnTo>
                  <a:pt x="621739" y="697972"/>
                </a:lnTo>
                <a:lnTo>
                  <a:pt x="621739" y="728017"/>
                </a:lnTo>
                <a:lnTo>
                  <a:pt x="651783" y="728017"/>
                </a:lnTo>
                <a:close/>
                <a:moveTo>
                  <a:pt x="651783" y="667928"/>
                </a:moveTo>
                <a:lnTo>
                  <a:pt x="651783" y="637884"/>
                </a:lnTo>
                <a:lnTo>
                  <a:pt x="621739" y="637884"/>
                </a:lnTo>
                <a:lnTo>
                  <a:pt x="621739" y="667928"/>
                </a:lnTo>
                <a:lnTo>
                  <a:pt x="651783" y="667928"/>
                </a:lnTo>
                <a:close/>
                <a:moveTo>
                  <a:pt x="651783" y="607839"/>
                </a:moveTo>
                <a:lnTo>
                  <a:pt x="651783" y="577795"/>
                </a:lnTo>
                <a:lnTo>
                  <a:pt x="621739" y="577795"/>
                </a:lnTo>
                <a:lnTo>
                  <a:pt x="621739" y="607839"/>
                </a:lnTo>
                <a:lnTo>
                  <a:pt x="651783" y="607839"/>
                </a:lnTo>
                <a:close/>
                <a:moveTo>
                  <a:pt x="651783" y="547751"/>
                </a:moveTo>
                <a:lnTo>
                  <a:pt x="651783" y="517706"/>
                </a:lnTo>
                <a:lnTo>
                  <a:pt x="621739" y="517706"/>
                </a:lnTo>
                <a:lnTo>
                  <a:pt x="621739" y="547751"/>
                </a:lnTo>
                <a:lnTo>
                  <a:pt x="651783" y="547751"/>
                </a:lnTo>
                <a:close/>
                <a:moveTo>
                  <a:pt x="651783" y="487662"/>
                </a:moveTo>
                <a:lnTo>
                  <a:pt x="651783" y="457618"/>
                </a:lnTo>
                <a:lnTo>
                  <a:pt x="621739" y="457618"/>
                </a:lnTo>
                <a:lnTo>
                  <a:pt x="621739" y="487662"/>
                </a:lnTo>
                <a:lnTo>
                  <a:pt x="651783" y="487662"/>
                </a:lnTo>
                <a:close/>
                <a:moveTo>
                  <a:pt x="651783" y="427573"/>
                </a:moveTo>
                <a:lnTo>
                  <a:pt x="651783" y="397529"/>
                </a:lnTo>
                <a:lnTo>
                  <a:pt x="621739" y="397529"/>
                </a:lnTo>
                <a:lnTo>
                  <a:pt x="621739" y="427573"/>
                </a:lnTo>
                <a:lnTo>
                  <a:pt x="651783" y="427573"/>
                </a:lnTo>
                <a:close/>
                <a:moveTo>
                  <a:pt x="651783" y="367485"/>
                </a:moveTo>
                <a:lnTo>
                  <a:pt x="651783" y="337440"/>
                </a:lnTo>
                <a:lnTo>
                  <a:pt x="621739" y="337440"/>
                </a:lnTo>
                <a:lnTo>
                  <a:pt x="621739" y="367485"/>
                </a:lnTo>
                <a:lnTo>
                  <a:pt x="651783" y="367485"/>
                </a:lnTo>
                <a:close/>
                <a:moveTo>
                  <a:pt x="651783" y="307396"/>
                </a:moveTo>
                <a:lnTo>
                  <a:pt x="651783" y="277352"/>
                </a:lnTo>
                <a:lnTo>
                  <a:pt x="621739" y="277352"/>
                </a:lnTo>
                <a:lnTo>
                  <a:pt x="621739" y="307396"/>
                </a:lnTo>
                <a:lnTo>
                  <a:pt x="651783" y="307396"/>
                </a:lnTo>
                <a:close/>
                <a:moveTo>
                  <a:pt x="651783" y="247307"/>
                </a:moveTo>
                <a:lnTo>
                  <a:pt x="651783" y="217263"/>
                </a:lnTo>
                <a:lnTo>
                  <a:pt x="621739" y="217263"/>
                </a:lnTo>
                <a:lnTo>
                  <a:pt x="621739" y="247307"/>
                </a:lnTo>
                <a:lnTo>
                  <a:pt x="651783" y="247307"/>
                </a:lnTo>
                <a:close/>
                <a:moveTo>
                  <a:pt x="651783" y="187219"/>
                </a:moveTo>
                <a:lnTo>
                  <a:pt x="651783" y="157174"/>
                </a:lnTo>
                <a:lnTo>
                  <a:pt x="621739" y="157174"/>
                </a:lnTo>
                <a:lnTo>
                  <a:pt x="621739" y="187219"/>
                </a:lnTo>
                <a:lnTo>
                  <a:pt x="651783" y="187219"/>
                </a:lnTo>
                <a:close/>
                <a:moveTo>
                  <a:pt x="651783" y="127130"/>
                </a:moveTo>
                <a:lnTo>
                  <a:pt x="651783" y="97086"/>
                </a:lnTo>
                <a:lnTo>
                  <a:pt x="621739" y="97086"/>
                </a:lnTo>
                <a:lnTo>
                  <a:pt x="621739" y="127130"/>
                </a:lnTo>
                <a:lnTo>
                  <a:pt x="651783" y="127130"/>
                </a:lnTo>
                <a:close/>
                <a:moveTo>
                  <a:pt x="681827" y="90133"/>
                </a:moveTo>
                <a:lnTo>
                  <a:pt x="636761" y="0"/>
                </a:lnTo>
                <a:lnTo>
                  <a:pt x="591694" y="90133"/>
                </a:lnTo>
                <a:lnTo>
                  <a:pt x="681827" y="90133"/>
                </a:lnTo>
                <a:close/>
              </a:path>
            </a:pathLst>
          </a:custGeom>
          <a:solidFill xmlns:a="http://schemas.openxmlformats.org/drawingml/2006/main">
            <a:srgbClr val="7820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Routing">
            <a:extLst xmlns:a="http://schemas.openxmlformats.org/drawingml/2006/main">
              <a:ext uri="{FF2B5EF4-FFF2-40B4-BE49-F238E27FC236}">
                <a16:creationId xmlns:a16="http://schemas.microsoft.com/office/drawing/2014/main" id="{52D2A26C-9A94-4459-B289-CDAAF18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29" y="3030056"/>
            <a:ext cx="584934" cy="165126"/>
          </a:xfrm>
          <a:custGeom xmlns:a="http://schemas.openxmlformats.org/drawingml/2006/main">
            <a:pathLst>
              <a:path w="584934" h="165126">
                <a:moveTo>
                  <a:pt x="86788" y="119620"/>
                </a:moveTo>
                <a:lnTo>
                  <a:pt x="69800" y="119620"/>
                </a:lnTo>
                <a:cubicBezTo>
                  <a:pt x="64167" y="102779"/>
                  <a:pt x="60059" y="91629"/>
                  <a:pt x="57477" y="86172"/>
                </a:cubicBezTo>
                <a:cubicBezTo>
                  <a:pt x="54191" y="79306"/>
                  <a:pt x="50465" y="74876"/>
                  <a:pt x="46299" y="72881"/>
                </a:cubicBezTo>
                <a:cubicBezTo>
                  <a:pt x="43013" y="71297"/>
                  <a:pt x="37115" y="70504"/>
                  <a:pt x="28607" y="70504"/>
                </a:cubicBezTo>
                <a:cubicBezTo>
                  <a:pt x="23619" y="70504"/>
                  <a:pt x="19188" y="70563"/>
                  <a:pt x="15316" y="70680"/>
                </a:cubicBezTo>
                <a:cubicBezTo>
                  <a:pt x="15316" y="89634"/>
                  <a:pt x="15668" y="105947"/>
                  <a:pt x="16372" y="119620"/>
                </a:cubicBezTo>
                <a:lnTo>
                  <a:pt x="0" y="119620"/>
                </a:lnTo>
                <a:cubicBezTo>
                  <a:pt x="880" y="101429"/>
                  <a:pt x="1320" y="81360"/>
                  <a:pt x="1320" y="59414"/>
                </a:cubicBezTo>
                <a:cubicBezTo>
                  <a:pt x="1320" y="38758"/>
                  <a:pt x="880" y="20626"/>
                  <a:pt x="0" y="5017"/>
                </a:cubicBezTo>
                <a:lnTo>
                  <a:pt x="12411" y="5017"/>
                </a:lnTo>
                <a:cubicBezTo>
                  <a:pt x="15052" y="5017"/>
                  <a:pt x="18396" y="4929"/>
                  <a:pt x="22445" y="4753"/>
                </a:cubicBezTo>
                <a:cubicBezTo>
                  <a:pt x="26494" y="4577"/>
                  <a:pt x="31130" y="4489"/>
                  <a:pt x="36352" y="4489"/>
                </a:cubicBezTo>
                <a:cubicBezTo>
                  <a:pt x="62054" y="4489"/>
                  <a:pt x="74905" y="13350"/>
                  <a:pt x="74905" y="31071"/>
                </a:cubicBezTo>
                <a:cubicBezTo>
                  <a:pt x="74905" y="45800"/>
                  <a:pt x="67688" y="56157"/>
                  <a:pt x="53252" y="62142"/>
                </a:cubicBezTo>
                <a:lnTo>
                  <a:pt x="53252" y="63023"/>
                </a:lnTo>
                <a:cubicBezTo>
                  <a:pt x="59707" y="64959"/>
                  <a:pt x="64930" y="69448"/>
                  <a:pt x="68920" y="76490"/>
                </a:cubicBezTo>
                <a:cubicBezTo>
                  <a:pt x="72265" y="82358"/>
                  <a:pt x="78221" y="96735"/>
                  <a:pt x="86788" y="119620"/>
                </a:cubicBezTo>
                <a:moveTo>
                  <a:pt x="59854" y="37057"/>
                </a:moveTo>
                <a:cubicBezTo>
                  <a:pt x="59854" y="23091"/>
                  <a:pt x="50406" y="16108"/>
                  <a:pt x="31511" y="16108"/>
                </a:cubicBezTo>
                <a:cubicBezTo>
                  <a:pt x="24763" y="16108"/>
                  <a:pt x="19100" y="16489"/>
                  <a:pt x="14523" y="17252"/>
                </a:cubicBezTo>
                <a:cubicBezTo>
                  <a:pt x="14934" y="27462"/>
                  <a:pt x="15140" y="41340"/>
                  <a:pt x="15140" y="58886"/>
                </a:cubicBezTo>
                <a:cubicBezTo>
                  <a:pt x="18660" y="59003"/>
                  <a:pt x="22034" y="59062"/>
                  <a:pt x="25262" y="59062"/>
                </a:cubicBezTo>
                <a:cubicBezTo>
                  <a:pt x="48323" y="59062"/>
                  <a:pt x="59854" y="51727"/>
                  <a:pt x="59854" y="37057"/>
                </a:cubicBezTo>
                <a:close/>
                <a:moveTo>
                  <a:pt x="184350" y="75258"/>
                </a:moveTo>
                <a:cubicBezTo>
                  <a:pt x="184350" y="90280"/>
                  <a:pt x="180037" y="102001"/>
                  <a:pt x="171411" y="110422"/>
                </a:cubicBezTo>
                <a:cubicBezTo>
                  <a:pt x="162785" y="118842"/>
                  <a:pt x="152634" y="123053"/>
                  <a:pt x="140956" y="123053"/>
                </a:cubicBezTo>
                <a:cubicBezTo>
                  <a:pt x="130042" y="123053"/>
                  <a:pt x="120667" y="119326"/>
                  <a:pt x="112834" y="111874"/>
                </a:cubicBezTo>
                <a:cubicBezTo>
                  <a:pt x="105000" y="104422"/>
                  <a:pt x="101083" y="93918"/>
                  <a:pt x="101083" y="80363"/>
                </a:cubicBezTo>
                <a:cubicBezTo>
                  <a:pt x="101083" y="65223"/>
                  <a:pt x="105411" y="53399"/>
                  <a:pt x="114066" y="44890"/>
                </a:cubicBezTo>
                <a:cubicBezTo>
                  <a:pt x="122721" y="36382"/>
                  <a:pt x="132888" y="32127"/>
                  <a:pt x="144565" y="32127"/>
                </a:cubicBezTo>
                <a:cubicBezTo>
                  <a:pt x="155480" y="32127"/>
                  <a:pt x="164839" y="35898"/>
                  <a:pt x="172644" y="43438"/>
                </a:cubicBezTo>
                <a:cubicBezTo>
                  <a:pt x="180448" y="50979"/>
                  <a:pt x="184350" y="61585"/>
                  <a:pt x="184350" y="75258"/>
                </a:cubicBezTo>
                <a:moveTo>
                  <a:pt x="169123" y="78338"/>
                </a:moveTo>
                <a:cubicBezTo>
                  <a:pt x="169123" y="69184"/>
                  <a:pt x="166820" y="61042"/>
                  <a:pt x="162213" y="53913"/>
                </a:cubicBezTo>
                <a:cubicBezTo>
                  <a:pt x="157607" y="46783"/>
                  <a:pt x="151049" y="43218"/>
                  <a:pt x="142541" y="43218"/>
                </a:cubicBezTo>
                <a:cubicBezTo>
                  <a:pt x="134091" y="43218"/>
                  <a:pt x="127592" y="46592"/>
                  <a:pt x="123044" y="53340"/>
                </a:cubicBezTo>
                <a:cubicBezTo>
                  <a:pt x="118496" y="60089"/>
                  <a:pt x="116222" y="67922"/>
                  <a:pt x="116222" y="76842"/>
                </a:cubicBezTo>
                <a:cubicBezTo>
                  <a:pt x="116222" y="86055"/>
                  <a:pt x="118526" y="94211"/>
                  <a:pt x="123132" y="101312"/>
                </a:cubicBezTo>
                <a:cubicBezTo>
                  <a:pt x="127738" y="108412"/>
                  <a:pt x="134325" y="111962"/>
                  <a:pt x="142893" y="111962"/>
                </a:cubicBezTo>
                <a:cubicBezTo>
                  <a:pt x="151343" y="111962"/>
                  <a:pt x="157827" y="108573"/>
                  <a:pt x="162345" y="101796"/>
                </a:cubicBezTo>
                <a:cubicBezTo>
                  <a:pt x="166864" y="95018"/>
                  <a:pt x="169123" y="87199"/>
                  <a:pt x="169123" y="78338"/>
                </a:cubicBezTo>
                <a:close/>
                <a:moveTo>
                  <a:pt x="279534" y="119532"/>
                </a:moveTo>
                <a:lnTo>
                  <a:pt x="265891" y="120060"/>
                </a:lnTo>
                <a:cubicBezTo>
                  <a:pt x="265070" y="116774"/>
                  <a:pt x="264659" y="114075"/>
                  <a:pt x="264659" y="111962"/>
                </a:cubicBezTo>
                <a:lnTo>
                  <a:pt x="263779" y="111962"/>
                </a:lnTo>
                <a:cubicBezTo>
                  <a:pt x="255974" y="118534"/>
                  <a:pt x="246497" y="121820"/>
                  <a:pt x="235348" y="121820"/>
                </a:cubicBezTo>
                <a:cubicBezTo>
                  <a:pt x="225196" y="121820"/>
                  <a:pt x="217817" y="119370"/>
                  <a:pt x="213211" y="114471"/>
                </a:cubicBezTo>
                <a:cubicBezTo>
                  <a:pt x="208605" y="109571"/>
                  <a:pt x="206301" y="99698"/>
                  <a:pt x="206301" y="84852"/>
                </a:cubicBezTo>
                <a:cubicBezTo>
                  <a:pt x="206301" y="82739"/>
                  <a:pt x="206360" y="79600"/>
                  <a:pt x="206477" y="75434"/>
                </a:cubicBezTo>
                <a:cubicBezTo>
                  <a:pt x="206595" y="71267"/>
                  <a:pt x="206653" y="68421"/>
                  <a:pt x="206653" y="66896"/>
                </a:cubicBezTo>
                <a:cubicBezTo>
                  <a:pt x="206653" y="58270"/>
                  <a:pt x="206155" y="48118"/>
                  <a:pt x="205157" y="36440"/>
                </a:cubicBezTo>
                <a:lnTo>
                  <a:pt x="221529" y="35824"/>
                </a:lnTo>
                <a:cubicBezTo>
                  <a:pt x="220825" y="47150"/>
                  <a:pt x="220473" y="56832"/>
                  <a:pt x="220473" y="64871"/>
                </a:cubicBezTo>
                <a:cubicBezTo>
                  <a:pt x="220473" y="83355"/>
                  <a:pt x="221661" y="95400"/>
                  <a:pt x="224037" y="101003"/>
                </a:cubicBezTo>
                <a:cubicBezTo>
                  <a:pt x="226414" y="106607"/>
                  <a:pt x="231769" y="109409"/>
                  <a:pt x="240101" y="109409"/>
                </a:cubicBezTo>
                <a:cubicBezTo>
                  <a:pt x="249490" y="109409"/>
                  <a:pt x="257236" y="107062"/>
                  <a:pt x="263339" y="102368"/>
                </a:cubicBezTo>
                <a:cubicBezTo>
                  <a:pt x="263339" y="69742"/>
                  <a:pt x="263045" y="47766"/>
                  <a:pt x="262458" y="36440"/>
                </a:cubicBezTo>
                <a:lnTo>
                  <a:pt x="278302" y="35824"/>
                </a:lnTo>
                <a:cubicBezTo>
                  <a:pt x="277833" y="46856"/>
                  <a:pt x="277598" y="62113"/>
                  <a:pt x="277598" y="81595"/>
                </a:cubicBezTo>
                <a:cubicBezTo>
                  <a:pt x="277598" y="94094"/>
                  <a:pt x="278243" y="106740"/>
                  <a:pt x="279534" y="119532"/>
                </a:cubicBezTo>
                <a:close/>
                <a:moveTo>
                  <a:pt x="349325" y="107473"/>
                </a:moveTo>
                <a:lnTo>
                  <a:pt x="348269" y="118916"/>
                </a:lnTo>
                <a:cubicBezTo>
                  <a:pt x="343633" y="120617"/>
                  <a:pt x="339262" y="121468"/>
                  <a:pt x="335154" y="121468"/>
                </a:cubicBezTo>
                <a:cubicBezTo>
                  <a:pt x="324591" y="121468"/>
                  <a:pt x="317374" y="118784"/>
                  <a:pt x="313501" y="113414"/>
                </a:cubicBezTo>
                <a:cubicBezTo>
                  <a:pt x="309628" y="108045"/>
                  <a:pt x="307691" y="98436"/>
                  <a:pt x="307691" y="84588"/>
                </a:cubicBezTo>
                <a:cubicBezTo>
                  <a:pt x="307691" y="75610"/>
                  <a:pt x="307750" y="63903"/>
                  <a:pt x="307868" y="49468"/>
                </a:cubicBezTo>
                <a:cubicBezTo>
                  <a:pt x="304581" y="49468"/>
                  <a:pt x="299740" y="49644"/>
                  <a:pt x="293344" y="49996"/>
                </a:cubicBezTo>
                <a:lnTo>
                  <a:pt x="293872" y="37233"/>
                </a:lnTo>
                <a:cubicBezTo>
                  <a:pt x="299447" y="37585"/>
                  <a:pt x="304435" y="37761"/>
                  <a:pt x="308836" y="37761"/>
                </a:cubicBezTo>
                <a:cubicBezTo>
                  <a:pt x="308836" y="34240"/>
                  <a:pt x="309129" y="25878"/>
                  <a:pt x="309716" y="12675"/>
                </a:cubicBezTo>
                <a:lnTo>
                  <a:pt x="323535" y="11267"/>
                </a:lnTo>
                <a:cubicBezTo>
                  <a:pt x="322538" y="23589"/>
                  <a:pt x="322039" y="32421"/>
                  <a:pt x="322039" y="37761"/>
                </a:cubicBezTo>
                <a:cubicBezTo>
                  <a:pt x="327790" y="37761"/>
                  <a:pt x="336239" y="37467"/>
                  <a:pt x="347389" y="36881"/>
                </a:cubicBezTo>
                <a:lnTo>
                  <a:pt x="346773" y="49996"/>
                </a:lnTo>
                <a:cubicBezTo>
                  <a:pt x="336210" y="49644"/>
                  <a:pt x="327731" y="49468"/>
                  <a:pt x="321335" y="49468"/>
                </a:cubicBezTo>
                <a:cubicBezTo>
                  <a:pt x="321217" y="58328"/>
                  <a:pt x="321159" y="68304"/>
                  <a:pt x="321159" y="79394"/>
                </a:cubicBezTo>
                <a:cubicBezTo>
                  <a:pt x="321159" y="91483"/>
                  <a:pt x="322435" y="99478"/>
                  <a:pt x="324988" y="103380"/>
                </a:cubicBezTo>
                <a:cubicBezTo>
                  <a:pt x="327540" y="107282"/>
                  <a:pt x="332279" y="109233"/>
                  <a:pt x="339203" y="109233"/>
                </a:cubicBezTo>
                <a:cubicBezTo>
                  <a:pt x="341491" y="109233"/>
                  <a:pt x="344865" y="108647"/>
                  <a:pt x="349325" y="107473"/>
                </a:cubicBezTo>
                <a:close/>
                <a:moveTo>
                  <a:pt x="380872" y="119620"/>
                </a:moveTo>
                <a:lnTo>
                  <a:pt x="364940" y="119620"/>
                </a:lnTo>
                <a:cubicBezTo>
                  <a:pt x="365762" y="107884"/>
                  <a:pt x="366173" y="94475"/>
                  <a:pt x="366173" y="79394"/>
                </a:cubicBezTo>
                <a:cubicBezTo>
                  <a:pt x="366173" y="62436"/>
                  <a:pt x="365146" y="48206"/>
                  <a:pt x="363092" y="36705"/>
                </a:cubicBezTo>
                <a:lnTo>
                  <a:pt x="380696" y="34328"/>
                </a:lnTo>
                <a:cubicBezTo>
                  <a:pt x="379992" y="46592"/>
                  <a:pt x="379640" y="61614"/>
                  <a:pt x="379640" y="79394"/>
                </a:cubicBezTo>
                <a:cubicBezTo>
                  <a:pt x="379640" y="93478"/>
                  <a:pt x="380050" y="106886"/>
                  <a:pt x="380872" y="119620"/>
                </a:cubicBezTo>
                <a:moveTo>
                  <a:pt x="384569" y="9594"/>
                </a:moveTo>
                <a:cubicBezTo>
                  <a:pt x="384569" y="12587"/>
                  <a:pt x="383601" y="15184"/>
                  <a:pt x="381664" y="17384"/>
                </a:cubicBezTo>
                <a:cubicBezTo>
                  <a:pt x="379728" y="19585"/>
                  <a:pt x="376999" y="20685"/>
                  <a:pt x="373478" y="20685"/>
                </a:cubicBezTo>
                <a:cubicBezTo>
                  <a:pt x="370486" y="20685"/>
                  <a:pt x="368153" y="19731"/>
                  <a:pt x="366481" y="17824"/>
                </a:cubicBezTo>
                <a:cubicBezTo>
                  <a:pt x="364808" y="15917"/>
                  <a:pt x="363972" y="13614"/>
                  <a:pt x="363972" y="10915"/>
                </a:cubicBezTo>
                <a:cubicBezTo>
                  <a:pt x="363972" y="7981"/>
                  <a:pt x="364970" y="5428"/>
                  <a:pt x="366965" y="3257"/>
                </a:cubicBezTo>
                <a:cubicBezTo>
                  <a:pt x="368960" y="1086"/>
                  <a:pt x="371718" y="0"/>
                  <a:pt x="375239" y="0"/>
                </a:cubicBezTo>
                <a:cubicBezTo>
                  <a:pt x="378114" y="0"/>
                  <a:pt x="380388" y="954"/>
                  <a:pt x="382060" y="2861"/>
                </a:cubicBezTo>
                <a:cubicBezTo>
                  <a:pt x="383733" y="4768"/>
                  <a:pt x="384569" y="7012"/>
                  <a:pt x="384569" y="9594"/>
                </a:cubicBezTo>
                <a:close/>
                <a:moveTo>
                  <a:pt x="479008" y="119620"/>
                </a:moveTo>
                <a:lnTo>
                  <a:pt x="462988" y="119620"/>
                </a:lnTo>
                <a:cubicBezTo>
                  <a:pt x="464279" y="104187"/>
                  <a:pt x="464925" y="87346"/>
                  <a:pt x="464925" y="69096"/>
                </a:cubicBezTo>
                <a:cubicBezTo>
                  <a:pt x="464925" y="60059"/>
                  <a:pt x="463091" y="53883"/>
                  <a:pt x="459423" y="50568"/>
                </a:cubicBezTo>
                <a:cubicBezTo>
                  <a:pt x="455756" y="47252"/>
                  <a:pt x="450519" y="45595"/>
                  <a:pt x="443712" y="45595"/>
                </a:cubicBezTo>
                <a:cubicBezTo>
                  <a:pt x="435379" y="45595"/>
                  <a:pt x="427692" y="48617"/>
                  <a:pt x="420650" y="54661"/>
                </a:cubicBezTo>
                <a:cubicBezTo>
                  <a:pt x="420650" y="74671"/>
                  <a:pt x="420768" y="96324"/>
                  <a:pt x="421002" y="119620"/>
                </a:cubicBezTo>
                <a:lnTo>
                  <a:pt x="404983" y="119620"/>
                </a:lnTo>
                <a:cubicBezTo>
                  <a:pt x="405980" y="99669"/>
                  <a:pt x="406479" y="85233"/>
                  <a:pt x="406479" y="76314"/>
                </a:cubicBezTo>
                <a:cubicBezTo>
                  <a:pt x="406479" y="62583"/>
                  <a:pt x="405188" y="49262"/>
                  <a:pt x="402606" y="36352"/>
                </a:cubicBezTo>
                <a:lnTo>
                  <a:pt x="418098" y="34152"/>
                </a:lnTo>
                <a:lnTo>
                  <a:pt x="419770" y="44890"/>
                </a:lnTo>
                <a:lnTo>
                  <a:pt x="420474" y="44890"/>
                </a:lnTo>
                <a:cubicBezTo>
                  <a:pt x="429159" y="37027"/>
                  <a:pt x="438460" y="33096"/>
                  <a:pt x="448377" y="33096"/>
                </a:cubicBezTo>
                <a:cubicBezTo>
                  <a:pt x="458118" y="33096"/>
                  <a:pt x="465658" y="35252"/>
                  <a:pt x="470998" y="39565"/>
                </a:cubicBezTo>
                <a:cubicBezTo>
                  <a:pt x="476338" y="43878"/>
                  <a:pt x="479008" y="51551"/>
                  <a:pt x="479008" y="62583"/>
                </a:cubicBezTo>
                <a:cubicBezTo>
                  <a:pt x="479008" y="63697"/>
                  <a:pt x="478949" y="65898"/>
                  <a:pt x="478832" y="69184"/>
                </a:cubicBezTo>
                <a:cubicBezTo>
                  <a:pt x="478715" y="72470"/>
                  <a:pt x="478656" y="74671"/>
                  <a:pt x="478656" y="75786"/>
                </a:cubicBezTo>
                <a:cubicBezTo>
                  <a:pt x="478656" y="85585"/>
                  <a:pt x="478773" y="100197"/>
                  <a:pt x="479008" y="119620"/>
                </a:cubicBezTo>
                <a:close/>
                <a:moveTo>
                  <a:pt x="584934" y="24910"/>
                </a:moveTo>
                <a:lnTo>
                  <a:pt x="583526" y="37057"/>
                </a:lnTo>
                <a:cubicBezTo>
                  <a:pt x="572611" y="37057"/>
                  <a:pt x="566597" y="38817"/>
                  <a:pt x="565482" y="42338"/>
                </a:cubicBezTo>
                <a:lnTo>
                  <a:pt x="565482" y="43218"/>
                </a:lnTo>
                <a:cubicBezTo>
                  <a:pt x="569237" y="47795"/>
                  <a:pt x="571115" y="53018"/>
                  <a:pt x="571115" y="58886"/>
                </a:cubicBezTo>
                <a:cubicBezTo>
                  <a:pt x="571115" y="68040"/>
                  <a:pt x="568108" y="75595"/>
                  <a:pt x="562093" y="81551"/>
                </a:cubicBezTo>
                <a:cubicBezTo>
                  <a:pt x="556078" y="87507"/>
                  <a:pt x="546792" y="90485"/>
                  <a:pt x="534235" y="90485"/>
                </a:cubicBezTo>
                <a:cubicBezTo>
                  <a:pt x="528660" y="90485"/>
                  <a:pt x="524230" y="89898"/>
                  <a:pt x="520943" y="88725"/>
                </a:cubicBezTo>
                <a:cubicBezTo>
                  <a:pt x="518068" y="90778"/>
                  <a:pt x="516630" y="93331"/>
                  <a:pt x="516630" y="96382"/>
                </a:cubicBezTo>
                <a:cubicBezTo>
                  <a:pt x="516630" y="100138"/>
                  <a:pt x="518332" y="102632"/>
                  <a:pt x="521736" y="103864"/>
                </a:cubicBezTo>
                <a:cubicBezTo>
                  <a:pt x="526078" y="105507"/>
                  <a:pt x="535144" y="106329"/>
                  <a:pt x="548934" y="106329"/>
                </a:cubicBezTo>
                <a:cubicBezTo>
                  <a:pt x="571232" y="106329"/>
                  <a:pt x="582382" y="113722"/>
                  <a:pt x="582382" y="128510"/>
                </a:cubicBezTo>
                <a:cubicBezTo>
                  <a:pt x="582382" y="139072"/>
                  <a:pt x="578039" y="147816"/>
                  <a:pt x="569355" y="154740"/>
                </a:cubicBezTo>
                <a:cubicBezTo>
                  <a:pt x="560670" y="161664"/>
                  <a:pt x="549433" y="165126"/>
                  <a:pt x="535643" y="165126"/>
                </a:cubicBezTo>
                <a:cubicBezTo>
                  <a:pt x="521501" y="165126"/>
                  <a:pt x="511423" y="162559"/>
                  <a:pt x="505408" y="157425"/>
                </a:cubicBezTo>
                <a:cubicBezTo>
                  <a:pt x="499393" y="152290"/>
                  <a:pt x="496386" y="146114"/>
                  <a:pt x="496386" y="138896"/>
                </a:cubicBezTo>
                <a:cubicBezTo>
                  <a:pt x="496386" y="132324"/>
                  <a:pt x="497867" y="127043"/>
                  <a:pt x="500831" y="123053"/>
                </a:cubicBezTo>
                <a:cubicBezTo>
                  <a:pt x="503794" y="119062"/>
                  <a:pt x="507476" y="116598"/>
                  <a:pt x="511877" y="115659"/>
                </a:cubicBezTo>
                <a:lnTo>
                  <a:pt x="511877" y="114867"/>
                </a:lnTo>
                <a:cubicBezTo>
                  <a:pt x="507242" y="112637"/>
                  <a:pt x="504924" y="108353"/>
                  <a:pt x="504924" y="102016"/>
                </a:cubicBezTo>
                <a:cubicBezTo>
                  <a:pt x="504924" y="96265"/>
                  <a:pt x="507858" y="91219"/>
                  <a:pt x="513726" y="86876"/>
                </a:cubicBezTo>
                <a:lnTo>
                  <a:pt x="513726" y="86172"/>
                </a:lnTo>
                <a:cubicBezTo>
                  <a:pt x="510616" y="84646"/>
                  <a:pt x="507652" y="82064"/>
                  <a:pt x="504836" y="78426"/>
                </a:cubicBezTo>
                <a:cubicBezTo>
                  <a:pt x="502019" y="74788"/>
                  <a:pt x="500611" y="70270"/>
                  <a:pt x="500611" y="64871"/>
                </a:cubicBezTo>
                <a:cubicBezTo>
                  <a:pt x="500611" y="55541"/>
                  <a:pt x="503691" y="47942"/>
                  <a:pt x="509853" y="42074"/>
                </a:cubicBezTo>
                <a:cubicBezTo>
                  <a:pt x="516014" y="36206"/>
                  <a:pt x="524934" y="33272"/>
                  <a:pt x="536611" y="33272"/>
                </a:cubicBezTo>
                <a:cubicBezTo>
                  <a:pt x="546176" y="33272"/>
                  <a:pt x="553687" y="35003"/>
                  <a:pt x="559144" y="38465"/>
                </a:cubicBezTo>
                <a:lnTo>
                  <a:pt x="560113" y="38465"/>
                </a:lnTo>
                <a:cubicBezTo>
                  <a:pt x="561990" y="28548"/>
                  <a:pt x="566919" y="23589"/>
                  <a:pt x="574900" y="23589"/>
                </a:cubicBezTo>
                <a:cubicBezTo>
                  <a:pt x="579242" y="23589"/>
                  <a:pt x="582587" y="24030"/>
                  <a:pt x="584934" y="24910"/>
                </a:cubicBezTo>
                <a:moveTo>
                  <a:pt x="569179" y="134495"/>
                </a:moveTo>
                <a:cubicBezTo>
                  <a:pt x="569179" y="128979"/>
                  <a:pt x="567169" y="125092"/>
                  <a:pt x="563149" y="122833"/>
                </a:cubicBezTo>
                <a:cubicBezTo>
                  <a:pt x="559130" y="120573"/>
                  <a:pt x="551575" y="119444"/>
                  <a:pt x="540484" y="119444"/>
                </a:cubicBezTo>
                <a:cubicBezTo>
                  <a:pt x="532973" y="119444"/>
                  <a:pt x="526107" y="119092"/>
                  <a:pt x="519887" y="118388"/>
                </a:cubicBezTo>
                <a:cubicBezTo>
                  <a:pt x="512728" y="121850"/>
                  <a:pt x="509149" y="126926"/>
                  <a:pt x="509149" y="133615"/>
                </a:cubicBezTo>
                <a:cubicBezTo>
                  <a:pt x="509149" y="147933"/>
                  <a:pt x="518538" y="155092"/>
                  <a:pt x="537315" y="155092"/>
                </a:cubicBezTo>
                <a:cubicBezTo>
                  <a:pt x="547115" y="155092"/>
                  <a:pt x="554875" y="153185"/>
                  <a:pt x="560597" y="149371"/>
                </a:cubicBezTo>
                <a:cubicBezTo>
                  <a:pt x="566318" y="145557"/>
                  <a:pt x="569179" y="140598"/>
                  <a:pt x="569179" y="134495"/>
                </a:cubicBezTo>
                <a:moveTo>
                  <a:pt x="556944" y="62495"/>
                </a:moveTo>
                <a:cubicBezTo>
                  <a:pt x="556944" y="56040"/>
                  <a:pt x="554905" y="51096"/>
                  <a:pt x="550826" y="47663"/>
                </a:cubicBezTo>
                <a:cubicBezTo>
                  <a:pt x="546748" y="44230"/>
                  <a:pt x="541570" y="42514"/>
                  <a:pt x="535291" y="42514"/>
                </a:cubicBezTo>
                <a:cubicBezTo>
                  <a:pt x="529364" y="42514"/>
                  <a:pt x="524406" y="44172"/>
                  <a:pt x="520415" y="47487"/>
                </a:cubicBezTo>
                <a:cubicBezTo>
                  <a:pt x="516425" y="50802"/>
                  <a:pt x="514430" y="55512"/>
                  <a:pt x="514430" y="61614"/>
                </a:cubicBezTo>
                <a:cubicBezTo>
                  <a:pt x="514430" y="68010"/>
                  <a:pt x="516469" y="72881"/>
                  <a:pt x="520547" y="76226"/>
                </a:cubicBezTo>
                <a:cubicBezTo>
                  <a:pt x="524626" y="79571"/>
                  <a:pt x="529863" y="81243"/>
                  <a:pt x="536259" y="81243"/>
                </a:cubicBezTo>
                <a:cubicBezTo>
                  <a:pt x="542127" y="81243"/>
                  <a:pt x="547042" y="79615"/>
                  <a:pt x="551002" y="76358"/>
                </a:cubicBezTo>
                <a:cubicBezTo>
                  <a:pt x="554963" y="73101"/>
                  <a:pt x="556944" y="68480"/>
                  <a:pt x="556944" y="62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11703e6484e58"/>
          <a:stretch xmlns:a="http://schemas.openxmlformats.org/drawingml/2006/main"/>
        </p:blipFill>
        <p:spPr>
          <a:xfrm xmlns:a="http://schemas.openxmlformats.org/drawingml/2006/main">
            <a:off x="5342987" y="2900581"/>
            <a:ext cx="278593" cy="275315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E35F6-F61C-441E-9508-392D0368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62" y="2439265"/>
            <a:ext cx="90133" cy="468163"/>
          </a:xfrm>
          <a:custGeom xmlns:a="http://schemas.openxmlformats.org/drawingml/2006/main">
            <a:pathLst>
              <a:path w="90133" h="468163">
                <a:moveTo>
                  <a:pt x="50073" y="0"/>
                </a:moveTo>
                <a:lnTo>
                  <a:pt x="50073" y="378030"/>
                </a:lnTo>
                <a:lnTo>
                  <a:pt x="40060" y="378030"/>
                </a:lnTo>
                <a:lnTo>
                  <a:pt x="40058" y="0"/>
                </a:lnTo>
                <a:lnTo>
                  <a:pt x="30043" y="0"/>
                </a:lnTo>
                <a:lnTo>
                  <a:pt x="30044" y="378030"/>
                </a:lnTo>
                <a:lnTo>
                  <a:pt x="0" y="378030"/>
                </a:lnTo>
                <a:lnTo>
                  <a:pt x="45066" y="468163"/>
                </a:lnTo>
                <a:lnTo>
                  <a:pt x="90133" y="378030"/>
                </a:lnTo>
                <a:lnTo>
                  <a:pt x="60089" y="378030"/>
                </a:lnTo>
                <a:lnTo>
                  <a:pt x="60087" y="0"/>
                </a:lnTo>
                <a:lnTo>
                  <a:pt x="50073" y="0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A6855-B3AA-44C0-92EB-72707D9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355" y="1105297"/>
            <a:ext cx="90133" cy="360559"/>
          </a:xfrm>
          <a:custGeom xmlns:a="http://schemas.openxmlformats.org/drawingml/2006/main">
            <a:pathLst>
              <a:path w="90133" h="360559">
                <a:moveTo>
                  <a:pt x="90133" y="90133"/>
                </a:moveTo>
                <a:lnTo>
                  <a:pt x="45066" y="0"/>
                </a:lnTo>
                <a:lnTo>
                  <a:pt x="0" y="90131"/>
                </a:lnTo>
                <a:lnTo>
                  <a:pt x="30044" y="90132"/>
                </a:lnTo>
                <a:lnTo>
                  <a:pt x="30043" y="360559"/>
                </a:lnTo>
                <a:lnTo>
                  <a:pt x="40058" y="360559"/>
                </a:lnTo>
                <a:lnTo>
                  <a:pt x="40060" y="90132"/>
                </a:lnTo>
                <a:lnTo>
                  <a:pt x="50073" y="90132"/>
                </a:lnTo>
                <a:lnTo>
                  <a:pt x="50073" y="360559"/>
                </a:lnTo>
                <a:lnTo>
                  <a:pt x="60087" y="360559"/>
                </a:lnTo>
                <a:lnTo>
                  <a:pt x="60089" y="90132"/>
                </a:lnTo>
                <a:lnTo>
                  <a:pt x="90133" y="90133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9E648-1540-423A-8949-103B0E41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62" y="1105296"/>
            <a:ext cx="90133" cy="662812"/>
          </a:xfrm>
          <a:custGeom xmlns:a="http://schemas.openxmlformats.org/drawingml/2006/main">
            <a:pathLst>
              <a:path w="90133" h="662812">
                <a:moveTo>
                  <a:pt x="90133" y="90134"/>
                </a:moveTo>
                <a:lnTo>
                  <a:pt x="45066" y="0"/>
                </a:lnTo>
                <a:lnTo>
                  <a:pt x="0" y="90133"/>
                </a:lnTo>
                <a:lnTo>
                  <a:pt x="30044" y="90133"/>
                </a:lnTo>
                <a:lnTo>
                  <a:pt x="30043" y="662812"/>
                </a:lnTo>
                <a:lnTo>
                  <a:pt x="40058" y="662812"/>
                </a:lnTo>
                <a:lnTo>
                  <a:pt x="40060" y="90134"/>
                </a:lnTo>
                <a:lnTo>
                  <a:pt x="50073" y="90134"/>
                </a:lnTo>
                <a:lnTo>
                  <a:pt x="50073" y="662812"/>
                </a:lnTo>
                <a:lnTo>
                  <a:pt x="60087" y="662812"/>
                </a:lnTo>
                <a:lnTo>
                  <a:pt x="60089" y="90134"/>
                </a:lnTo>
                <a:lnTo>
                  <a:pt x="90133" y="90134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4CEB5-21F4-40DE-AA0C-B430C181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0553" y="2051269"/>
            <a:ext cx="384724" cy="100815"/>
          </a:xfrm>
          <a:custGeom xmlns:a="http://schemas.openxmlformats.org/drawingml/2006/main">
            <a:pathLst>
              <a:path w="384724" h="100815">
                <a:moveTo>
                  <a:pt x="384724" y="61673"/>
                </a:moveTo>
                <a:lnTo>
                  <a:pt x="384724" y="39140"/>
                </a:lnTo>
                <a:lnTo>
                  <a:pt x="60543" y="39142"/>
                </a:lnTo>
                <a:lnTo>
                  <a:pt x="87318" y="22407"/>
                </a:lnTo>
                <a:lnTo>
                  <a:pt x="87958" y="21976"/>
                </a:lnTo>
                <a:lnTo>
                  <a:pt x="88560" y="21509"/>
                </a:lnTo>
                <a:lnTo>
                  <a:pt x="89122" y="21009"/>
                </a:lnTo>
                <a:lnTo>
                  <a:pt x="89644" y="20478"/>
                </a:lnTo>
                <a:lnTo>
                  <a:pt x="90126" y="19918"/>
                </a:lnTo>
                <a:lnTo>
                  <a:pt x="90567" y="19331"/>
                </a:lnTo>
                <a:lnTo>
                  <a:pt x="90967" y="18721"/>
                </a:lnTo>
                <a:lnTo>
                  <a:pt x="91324" y="18088"/>
                </a:lnTo>
                <a:lnTo>
                  <a:pt x="91639" y="17436"/>
                </a:lnTo>
                <a:lnTo>
                  <a:pt x="91911" y="16767"/>
                </a:lnTo>
                <a:lnTo>
                  <a:pt x="92140" y="16083"/>
                </a:lnTo>
                <a:lnTo>
                  <a:pt x="92324" y="15386"/>
                </a:lnTo>
                <a:lnTo>
                  <a:pt x="92464" y="14679"/>
                </a:lnTo>
                <a:lnTo>
                  <a:pt x="92558" y="13963"/>
                </a:lnTo>
                <a:lnTo>
                  <a:pt x="92607" y="13243"/>
                </a:lnTo>
                <a:lnTo>
                  <a:pt x="92610" y="12518"/>
                </a:lnTo>
                <a:lnTo>
                  <a:pt x="92565" y="11793"/>
                </a:lnTo>
                <a:lnTo>
                  <a:pt x="92474" y="11069"/>
                </a:lnTo>
                <a:lnTo>
                  <a:pt x="92334" y="10349"/>
                </a:lnTo>
                <a:lnTo>
                  <a:pt x="92147" y="9634"/>
                </a:lnTo>
                <a:lnTo>
                  <a:pt x="91910" y="8928"/>
                </a:lnTo>
                <a:lnTo>
                  <a:pt x="91624" y="8232"/>
                </a:lnTo>
                <a:lnTo>
                  <a:pt x="91287" y="7549"/>
                </a:lnTo>
                <a:lnTo>
                  <a:pt x="90901" y="6882"/>
                </a:lnTo>
                <a:lnTo>
                  <a:pt x="90470" y="6241"/>
                </a:lnTo>
                <a:lnTo>
                  <a:pt x="90003" y="5640"/>
                </a:lnTo>
                <a:lnTo>
                  <a:pt x="89503" y="5077"/>
                </a:lnTo>
                <a:lnTo>
                  <a:pt x="88972" y="4555"/>
                </a:lnTo>
                <a:lnTo>
                  <a:pt x="88412" y="4073"/>
                </a:lnTo>
                <a:lnTo>
                  <a:pt x="87826" y="3632"/>
                </a:lnTo>
                <a:lnTo>
                  <a:pt x="87215" y="3232"/>
                </a:lnTo>
                <a:lnTo>
                  <a:pt x="86582" y="2874"/>
                </a:lnTo>
                <a:lnTo>
                  <a:pt x="85930" y="2559"/>
                </a:lnTo>
                <a:lnTo>
                  <a:pt x="85261" y="2287"/>
                </a:lnTo>
                <a:lnTo>
                  <a:pt x="84577" y="2059"/>
                </a:lnTo>
                <a:lnTo>
                  <a:pt x="83880" y="1874"/>
                </a:lnTo>
                <a:lnTo>
                  <a:pt x="83173" y="1735"/>
                </a:lnTo>
                <a:lnTo>
                  <a:pt x="82457" y="1640"/>
                </a:lnTo>
                <a:lnTo>
                  <a:pt x="81737" y="1591"/>
                </a:lnTo>
                <a:lnTo>
                  <a:pt x="81012" y="1589"/>
                </a:lnTo>
                <a:lnTo>
                  <a:pt x="80287" y="1633"/>
                </a:lnTo>
                <a:lnTo>
                  <a:pt x="79563" y="1725"/>
                </a:lnTo>
                <a:lnTo>
                  <a:pt x="78843" y="1864"/>
                </a:lnTo>
                <a:lnTo>
                  <a:pt x="78128" y="2052"/>
                </a:lnTo>
                <a:lnTo>
                  <a:pt x="77422" y="2289"/>
                </a:lnTo>
                <a:lnTo>
                  <a:pt x="76726" y="2576"/>
                </a:lnTo>
                <a:lnTo>
                  <a:pt x="76043" y="2912"/>
                </a:lnTo>
                <a:lnTo>
                  <a:pt x="75375" y="3299"/>
                </a:lnTo>
                <a:lnTo>
                  <a:pt x="0" y="50408"/>
                </a:lnTo>
                <a:lnTo>
                  <a:pt x="75375" y="97518"/>
                </a:lnTo>
                <a:lnTo>
                  <a:pt x="76043" y="97905"/>
                </a:lnTo>
                <a:lnTo>
                  <a:pt x="76726" y="98241"/>
                </a:lnTo>
                <a:lnTo>
                  <a:pt x="77422" y="98527"/>
                </a:lnTo>
                <a:lnTo>
                  <a:pt x="78129" y="98764"/>
                </a:lnTo>
                <a:lnTo>
                  <a:pt x="78843" y="98952"/>
                </a:lnTo>
                <a:lnTo>
                  <a:pt x="79564" y="99091"/>
                </a:lnTo>
                <a:lnTo>
                  <a:pt x="80288" y="99183"/>
                </a:lnTo>
                <a:lnTo>
                  <a:pt x="81013" y="99227"/>
                </a:lnTo>
                <a:lnTo>
                  <a:pt x="81737" y="99224"/>
                </a:lnTo>
                <a:lnTo>
                  <a:pt x="82458" y="99176"/>
                </a:lnTo>
                <a:lnTo>
                  <a:pt x="83173" y="99081"/>
                </a:lnTo>
                <a:lnTo>
                  <a:pt x="83880" y="98941"/>
                </a:lnTo>
                <a:lnTo>
                  <a:pt x="84577" y="98757"/>
                </a:lnTo>
                <a:lnTo>
                  <a:pt x="85261" y="98529"/>
                </a:lnTo>
                <a:lnTo>
                  <a:pt x="85931" y="98257"/>
                </a:lnTo>
                <a:lnTo>
                  <a:pt x="86583" y="97941"/>
                </a:lnTo>
                <a:lnTo>
                  <a:pt x="87215" y="97584"/>
                </a:lnTo>
                <a:lnTo>
                  <a:pt x="87826" y="97184"/>
                </a:lnTo>
                <a:lnTo>
                  <a:pt x="88412" y="96743"/>
                </a:lnTo>
                <a:lnTo>
                  <a:pt x="88972" y="96261"/>
                </a:lnTo>
                <a:lnTo>
                  <a:pt x="89503" y="95739"/>
                </a:lnTo>
                <a:lnTo>
                  <a:pt x="90003" y="95177"/>
                </a:lnTo>
                <a:lnTo>
                  <a:pt x="90470" y="94575"/>
                </a:lnTo>
                <a:lnTo>
                  <a:pt x="90901" y="93935"/>
                </a:lnTo>
                <a:lnTo>
                  <a:pt x="91287" y="93267"/>
                </a:lnTo>
                <a:lnTo>
                  <a:pt x="91624" y="92584"/>
                </a:lnTo>
                <a:lnTo>
                  <a:pt x="91910" y="91888"/>
                </a:lnTo>
                <a:lnTo>
                  <a:pt x="92147" y="91182"/>
                </a:lnTo>
                <a:lnTo>
                  <a:pt x="92334" y="90467"/>
                </a:lnTo>
                <a:lnTo>
                  <a:pt x="92474" y="89747"/>
                </a:lnTo>
                <a:lnTo>
                  <a:pt x="92566" y="89023"/>
                </a:lnTo>
                <a:lnTo>
                  <a:pt x="92610" y="88297"/>
                </a:lnTo>
                <a:lnTo>
                  <a:pt x="92608" y="87573"/>
                </a:lnTo>
                <a:lnTo>
                  <a:pt x="92559" y="86852"/>
                </a:lnTo>
                <a:lnTo>
                  <a:pt x="92464" y="86137"/>
                </a:lnTo>
                <a:lnTo>
                  <a:pt x="92325" y="85430"/>
                </a:lnTo>
                <a:lnTo>
                  <a:pt x="92140" y="84733"/>
                </a:lnTo>
                <a:lnTo>
                  <a:pt x="91912" y="84049"/>
                </a:lnTo>
                <a:lnTo>
                  <a:pt x="91640" y="83380"/>
                </a:lnTo>
                <a:lnTo>
                  <a:pt x="91325" y="82728"/>
                </a:lnTo>
                <a:lnTo>
                  <a:pt x="90967" y="82095"/>
                </a:lnTo>
                <a:lnTo>
                  <a:pt x="90568" y="81484"/>
                </a:lnTo>
                <a:lnTo>
                  <a:pt x="90127" y="80898"/>
                </a:lnTo>
                <a:lnTo>
                  <a:pt x="89645" y="80338"/>
                </a:lnTo>
                <a:lnTo>
                  <a:pt x="89122" y="79807"/>
                </a:lnTo>
                <a:lnTo>
                  <a:pt x="88560" y="79307"/>
                </a:lnTo>
                <a:lnTo>
                  <a:pt x="87958" y="78840"/>
                </a:lnTo>
                <a:lnTo>
                  <a:pt x="87318" y="78410"/>
                </a:lnTo>
                <a:lnTo>
                  <a:pt x="60542" y="61675"/>
                </a:lnTo>
                <a:lnTo>
                  <a:pt x="384724" y="61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UserRequests">
            <a:extLst xmlns:a="http://schemas.openxmlformats.org/drawingml/2006/main">
              <a:ext uri="{FF2B5EF4-FFF2-40B4-BE49-F238E27FC236}">
                <a16:creationId xmlns:a16="http://schemas.microsoft.com/office/drawing/2014/main" id="{07AE7683-ED02-49CA-AB18-58159F92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24" y="3037823"/>
            <a:ext cx="1074648" cy="155180"/>
          </a:xfrm>
          <a:custGeom xmlns:a="http://schemas.openxmlformats.org/drawingml/2006/main">
            <a:pathLst>
              <a:path w="1074648" h="155180">
                <a:moveTo>
                  <a:pt x="93830" y="528"/>
                </a:moveTo>
                <a:cubicBezTo>
                  <a:pt x="93595" y="11619"/>
                  <a:pt x="93419" y="21976"/>
                  <a:pt x="93302" y="31599"/>
                </a:cubicBezTo>
                <a:cubicBezTo>
                  <a:pt x="93184" y="41223"/>
                  <a:pt x="93126" y="50201"/>
                  <a:pt x="93126" y="58534"/>
                </a:cubicBezTo>
                <a:cubicBezTo>
                  <a:pt x="93126" y="97849"/>
                  <a:pt x="77605" y="117507"/>
                  <a:pt x="46563" y="117507"/>
                </a:cubicBezTo>
                <a:cubicBezTo>
                  <a:pt x="38465" y="117507"/>
                  <a:pt x="31526" y="116348"/>
                  <a:pt x="25746" y="114031"/>
                </a:cubicBezTo>
                <a:cubicBezTo>
                  <a:pt x="19966" y="111713"/>
                  <a:pt x="15213" y="108163"/>
                  <a:pt x="11487" y="103380"/>
                </a:cubicBezTo>
                <a:cubicBezTo>
                  <a:pt x="7760" y="98598"/>
                  <a:pt x="5032" y="92568"/>
                  <a:pt x="3301" y="85292"/>
                </a:cubicBezTo>
                <a:cubicBezTo>
                  <a:pt x="1570" y="78015"/>
                  <a:pt x="704" y="69419"/>
                  <a:pt x="704" y="59502"/>
                </a:cubicBezTo>
                <a:cubicBezTo>
                  <a:pt x="704" y="50817"/>
                  <a:pt x="645" y="41590"/>
                  <a:pt x="528" y="31819"/>
                </a:cubicBezTo>
                <a:cubicBezTo>
                  <a:pt x="411" y="22049"/>
                  <a:pt x="235" y="11619"/>
                  <a:pt x="0" y="528"/>
                </a:cubicBezTo>
                <a:lnTo>
                  <a:pt x="16724" y="528"/>
                </a:lnTo>
                <a:cubicBezTo>
                  <a:pt x="16020" y="22885"/>
                  <a:pt x="15668" y="40401"/>
                  <a:pt x="15668" y="53076"/>
                </a:cubicBezTo>
                <a:cubicBezTo>
                  <a:pt x="15668" y="63287"/>
                  <a:pt x="16166" y="71605"/>
                  <a:pt x="17164" y="78030"/>
                </a:cubicBezTo>
                <a:cubicBezTo>
                  <a:pt x="18162" y="84456"/>
                  <a:pt x="19937" y="89810"/>
                  <a:pt x="22489" y="94094"/>
                </a:cubicBezTo>
                <a:cubicBezTo>
                  <a:pt x="25042" y="98378"/>
                  <a:pt x="28255" y="101414"/>
                  <a:pt x="32127" y="103204"/>
                </a:cubicBezTo>
                <a:cubicBezTo>
                  <a:pt x="36000" y="104994"/>
                  <a:pt x="40930" y="105889"/>
                  <a:pt x="46915" y="105889"/>
                </a:cubicBezTo>
                <a:cubicBezTo>
                  <a:pt x="53194" y="105889"/>
                  <a:pt x="58299" y="104994"/>
                  <a:pt x="62230" y="103204"/>
                </a:cubicBezTo>
                <a:cubicBezTo>
                  <a:pt x="66162" y="101414"/>
                  <a:pt x="69360" y="98451"/>
                  <a:pt x="71825" y="94314"/>
                </a:cubicBezTo>
                <a:cubicBezTo>
                  <a:pt x="74289" y="90177"/>
                  <a:pt x="76050" y="84866"/>
                  <a:pt x="77106" y="78382"/>
                </a:cubicBezTo>
                <a:cubicBezTo>
                  <a:pt x="78162" y="71898"/>
                  <a:pt x="78690" y="63404"/>
                  <a:pt x="78690" y="52900"/>
                </a:cubicBezTo>
                <a:cubicBezTo>
                  <a:pt x="78690" y="46680"/>
                  <a:pt x="78588" y="39242"/>
                  <a:pt x="78382" y="30587"/>
                </a:cubicBezTo>
                <a:cubicBezTo>
                  <a:pt x="78177" y="21932"/>
                  <a:pt x="77869" y="11912"/>
                  <a:pt x="77458" y="528"/>
                </a:cubicBezTo>
                <a:lnTo>
                  <a:pt x="93830" y="528"/>
                </a:lnTo>
                <a:close/>
                <a:moveTo>
                  <a:pt x="176833" y="91277"/>
                </a:moveTo>
                <a:cubicBezTo>
                  <a:pt x="176833" y="108412"/>
                  <a:pt x="165889" y="116979"/>
                  <a:pt x="144002" y="116979"/>
                </a:cubicBezTo>
                <a:cubicBezTo>
                  <a:pt x="134319" y="116979"/>
                  <a:pt x="125283" y="116011"/>
                  <a:pt x="116891" y="114075"/>
                </a:cubicBezTo>
                <a:lnTo>
                  <a:pt x="119620" y="101136"/>
                </a:lnTo>
                <a:cubicBezTo>
                  <a:pt x="127248" y="104070"/>
                  <a:pt x="135522" y="105537"/>
                  <a:pt x="144442" y="105537"/>
                </a:cubicBezTo>
                <a:cubicBezTo>
                  <a:pt x="157234" y="105537"/>
                  <a:pt x="163630" y="101898"/>
                  <a:pt x="163630" y="94622"/>
                </a:cubicBezTo>
                <a:cubicBezTo>
                  <a:pt x="163630" y="91101"/>
                  <a:pt x="162207" y="88299"/>
                  <a:pt x="159361" y="86216"/>
                </a:cubicBezTo>
                <a:cubicBezTo>
                  <a:pt x="156515" y="84133"/>
                  <a:pt x="151806" y="81800"/>
                  <a:pt x="145234" y="79218"/>
                </a:cubicBezTo>
                <a:cubicBezTo>
                  <a:pt x="136901" y="75932"/>
                  <a:pt x="130857" y="72764"/>
                  <a:pt x="127102" y="69712"/>
                </a:cubicBezTo>
                <a:cubicBezTo>
                  <a:pt x="121586" y="65194"/>
                  <a:pt x="118828" y="59737"/>
                  <a:pt x="118828" y="53340"/>
                </a:cubicBezTo>
                <a:cubicBezTo>
                  <a:pt x="118828" y="46651"/>
                  <a:pt x="121351" y="40915"/>
                  <a:pt x="126397" y="36132"/>
                </a:cubicBezTo>
                <a:cubicBezTo>
                  <a:pt x="131444" y="31350"/>
                  <a:pt x="139131" y="28959"/>
                  <a:pt x="149459" y="28959"/>
                </a:cubicBezTo>
                <a:cubicBezTo>
                  <a:pt x="159552" y="28959"/>
                  <a:pt x="167650" y="29810"/>
                  <a:pt x="173753" y="31511"/>
                </a:cubicBezTo>
                <a:lnTo>
                  <a:pt x="171024" y="44186"/>
                </a:lnTo>
                <a:cubicBezTo>
                  <a:pt x="164686" y="41663"/>
                  <a:pt x="157351" y="40401"/>
                  <a:pt x="149019" y="40401"/>
                </a:cubicBezTo>
                <a:cubicBezTo>
                  <a:pt x="137752" y="40401"/>
                  <a:pt x="132119" y="43658"/>
                  <a:pt x="132119" y="50172"/>
                </a:cubicBezTo>
                <a:cubicBezTo>
                  <a:pt x="132119" y="53458"/>
                  <a:pt x="133380" y="56113"/>
                  <a:pt x="135904" y="58138"/>
                </a:cubicBezTo>
                <a:cubicBezTo>
                  <a:pt x="138427" y="60162"/>
                  <a:pt x="143356" y="62612"/>
                  <a:pt x="150691" y="65487"/>
                </a:cubicBezTo>
                <a:cubicBezTo>
                  <a:pt x="158613" y="68597"/>
                  <a:pt x="164481" y="71649"/>
                  <a:pt x="168295" y="74641"/>
                </a:cubicBezTo>
                <a:cubicBezTo>
                  <a:pt x="173987" y="79277"/>
                  <a:pt x="176833" y="84822"/>
                  <a:pt x="176833" y="91277"/>
                </a:cubicBezTo>
                <a:close/>
                <a:moveTo>
                  <a:pt x="268198" y="63463"/>
                </a:moveTo>
                <a:cubicBezTo>
                  <a:pt x="268198" y="65927"/>
                  <a:pt x="268080" y="69331"/>
                  <a:pt x="267846" y="73673"/>
                </a:cubicBezTo>
                <a:lnTo>
                  <a:pt x="207376" y="74729"/>
                </a:lnTo>
                <a:cubicBezTo>
                  <a:pt x="207962" y="83297"/>
                  <a:pt x="211278" y="90470"/>
                  <a:pt x="217322" y="96250"/>
                </a:cubicBezTo>
                <a:cubicBezTo>
                  <a:pt x="223366" y="102030"/>
                  <a:pt x="231376" y="104920"/>
                  <a:pt x="241352" y="104920"/>
                </a:cubicBezTo>
                <a:cubicBezTo>
                  <a:pt x="250271" y="104920"/>
                  <a:pt x="258633" y="103835"/>
                  <a:pt x="266437" y="101664"/>
                </a:cubicBezTo>
                <a:lnTo>
                  <a:pt x="264941" y="114075"/>
                </a:lnTo>
                <a:cubicBezTo>
                  <a:pt x="259190" y="116363"/>
                  <a:pt x="250887" y="117507"/>
                  <a:pt x="240031" y="117507"/>
                </a:cubicBezTo>
                <a:cubicBezTo>
                  <a:pt x="224774" y="117507"/>
                  <a:pt x="213141" y="113341"/>
                  <a:pt x="205131" y="105008"/>
                </a:cubicBezTo>
                <a:cubicBezTo>
                  <a:pt x="197121" y="96676"/>
                  <a:pt x="193116" y="86524"/>
                  <a:pt x="193116" y="74553"/>
                </a:cubicBezTo>
                <a:cubicBezTo>
                  <a:pt x="193116" y="61761"/>
                  <a:pt x="196769" y="50744"/>
                  <a:pt x="204075" y="41502"/>
                </a:cubicBezTo>
                <a:cubicBezTo>
                  <a:pt x="211381" y="32260"/>
                  <a:pt x="221195" y="27638"/>
                  <a:pt x="233518" y="27638"/>
                </a:cubicBezTo>
                <a:cubicBezTo>
                  <a:pt x="244843" y="27638"/>
                  <a:pt x="253454" y="30983"/>
                  <a:pt x="259352" y="37673"/>
                </a:cubicBezTo>
                <a:cubicBezTo>
                  <a:pt x="265249" y="44362"/>
                  <a:pt x="268198" y="52959"/>
                  <a:pt x="268198" y="63463"/>
                </a:cubicBezTo>
                <a:moveTo>
                  <a:pt x="253498" y="63639"/>
                </a:moveTo>
                <a:cubicBezTo>
                  <a:pt x="253498" y="47150"/>
                  <a:pt x="246603" y="38905"/>
                  <a:pt x="232814" y="38905"/>
                </a:cubicBezTo>
                <a:cubicBezTo>
                  <a:pt x="218730" y="38905"/>
                  <a:pt x="210427" y="47472"/>
                  <a:pt x="207904" y="64607"/>
                </a:cubicBezTo>
                <a:lnTo>
                  <a:pt x="253498" y="63639"/>
                </a:lnTo>
                <a:close/>
                <a:moveTo>
                  <a:pt x="341211" y="31511"/>
                </a:moveTo>
                <a:lnTo>
                  <a:pt x="337250" y="45507"/>
                </a:lnTo>
                <a:cubicBezTo>
                  <a:pt x="332673" y="43688"/>
                  <a:pt x="328419" y="42778"/>
                  <a:pt x="324487" y="42778"/>
                </a:cubicBezTo>
                <a:cubicBezTo>
                  <a:pt x="313455" y="42778"/>
                  <a:pt x="306296" y="48030"/>
                  <a:pt x="303010" y="58534"/>
                </a:cubicBezTo>
                <a:cubicBezTo>
                  <a:pt x="303010" y="85527"/>
                  <a:pt x="303186" y="104392"/>
                  <a:pt x="303538" y="115131"/>
                </a:cubicBezTo>
                <a:lnTo>
                  <a:pt x="287959" y="115131"/>
                </a:lnTo>
                <a:cubicBezTo>
                  <a:pt x="288898" y="96529"/>
                  <a:pt x="289367" y="82094"/>
                  <a:pt x="289367" y="71825"/>
                </a:cubicBezTo>
                <a:cubicBezTo>
                  <a:pt x="289367" y="57917"/>
                  <a:pt x="287988" y="44597"/>
                  <a:pt x="285230" y="31863"/>
                </a:cubicBezTo>
                <a:lnTo>
                  <a:pt x="300634" y="29663"/>
                </a:lnTo>
                <a:cubicBezTo>
                  <a:pt x="301749" y="36118"/>
                  <a:pt x="302306" y="40431"/>
                  <a:pt x="302306" y="42602"/>
                </a:cubicBezTo>
                <a:lnTo>
                  <a:pt x="303010" y="42602"/>
                </a:lnTo>
                <a:cubicBezTo>
                  <a:pt x="309348" y="33272"/>
                  <a:pt x="316741" y="28607"/>
                  <a:pt x="325191" y="28607"/>
                </a:cubicBezTo>
                <a:cubicBezTo>
                  <a:pt x="329651" y="28607"/>
                  <a:pt x="334991" y="29575"/>
                  <a:pt x="341211" y="31511"/>
                </a:cubicBezTo>
                <a:close/>
                <a:moveTo>
                  <a:pt x="483056" y="115131"/>
                </a:moveTo>
                <a:lnTo>
                  <a:pt x="466068" y="115131"/>
                </a:lnTo>
                <a:cubicBezTo>
                  <a:pt x="460435" y="98290"/>
                  <a:pt x="456328" y="87140"/>
                  <a:pt x="453746" y="81683"/>
                </a:cubicBezTo>
                <a:cubicBezTo>
                  <a:pt x="450459" y="74817"/>
                  <a:pt x="446733" y="70387"/>
                  <a:pt x="442567" y="68392"/>
                </a:cubicBezTo>
                <a:cubicBezTo>
                  <a:pt x="439281" y="66808"/>
                  <a:pt x="433383" y="66015"/>
                  <a:pt x="424875" y="66015"/>
                </a:cubicBezTo>
                <a:cubicBezTo>
                  <a:pt x="419887" y="66015"/>
                  <a:pt x="415457" y="66074"/>
                  <a:pt x="411584" y="66191"/>
                </a:cubicBezTo>
                <a:cubicBezTo>
                  <a:pt x="411584" y="85145"/>
                  <a:pt x="411936" y="101458"/>
                  <a:pt x="412640" y="115131"/>
                </a:cubicBezTo>
                <a:lnTo>
                  <a:pt x="396268" y="115131"/>
                </a:lnTo>
                <a:cubicBezTo>
                  <a:pt x="397148" y="96940"/>
                  <a:pt x="397589" y="76871"/>
                  <a:pt x="397589" y="54925"/>
                </a:cubicBezTo>
                <a:cubicBezTo>
                  <a:pt x="397589" y="34269"/>
                  <a:pt x="397148" y="16137"/>
                  <a:pt x="396268" y="528"/>
                </a:cubicBezTo>
                <a:lnTo>
                  <a:pt x="408679" y="528"/>
                </a:lnTo>
                <a:cubicBezTo>
                  <a:pt x="411320" y="528"/>
                  <a:pt x="414664" y="440"/>
                  <a:pt x="418713" y="264"/>
                </a:cubicBezTo>
                <a:cubicBezTo>
                  <a:pt x="422762" y="88"/>
                  <a:pt x="427398" y="0"/>
                  <a:pt x="432621" y="0"/>
                </a:cubicBezTo>
                <a:cubicBezTo>
                  <a:pt x="458323" y="0"/>
                  <a:pt x="471174" y="8861"/>
                  <a:pt x="471174" y="26582"/>
                </a:cubicBezTo>
                <a:cubicBezTo>
                  <a:pt x="471174" y="41311"/>
                  <a:pt x="463956" y="51668"/>
                  <a:pt x="449521" y="57653"/>
                </a:cubicBezTo>
                <a:lnTo>
                  <a:pt x="449521" y="58534"/>
                </a:lnTo>
                <a:cubicBezTo>
                  <a:pt x="455975" y="60470"/>
                  <a:pt x="461198" y="64959"/>
                  <a:pt x="465188" y="72001"/>
                </a:cubicBezTo>
                <a:cubicBezTo>
                  <a:pt x="468533" y="77869"/>
                  <a:pt x="474489" y="92245"/>
                  <a:pt x="483056" y="115131"/>
                </a:cubicBezTo>
                <a:moveTo>
                  <a:pt x="456122" y="32568"/>
                </a:moveTo>
                <a:cubicBezTo>
                  <a:pt x="456122" y="18602"/>
                  <a:pt x="446675" y="11619"/>
                  <a:pt x="427780" y="11619"/>
                </a:cubicBezTo>
                <a:cubicBezTo>
                  <a:pt x="421031" y="11619"/>
                  <a:pt x="415369" y="12000"/>
                  <a:pt x="410792" y="12763"/>
                </a:cubicBezTo>
                <a:cubicBezTo>
                  <a:pt x="411202" y="22973"/>
                  <a:pt x="411408" y="36851"/>
                  <a:pt x="411408" y="54397"/>
                </a:cubicBezTo>
                <a:cubicBezTo>
                  <a:pt x="414929" y="54514"/>
                  <a:pt x="418303" y="54573"/>
                  <a:pt x="421530" y="54573"/>
                </a:cubicBezTo>
                <a:cubicBezTo>
                  <a:pt x="444591" y="54573"/>
                  <a:pt x="456122" y="47238"/>
                  <a:pt x="456122" y="32568"/>
                </a:cubicBezTo>
                <a:close/>
                <a:moveTo>
                  <a:pt x="572487" y="63463"/>
                </a:moveTo>
                <a:cubicBezTo>
                  <a:pt x="572487" y="65927"/>
                  <a:pt x="572369" y="69331"/>
                  <a:pt x="572134" y="73673"/>
                </a:cubicBezTo>
                <a:lnTo>
                  <a:pt x="511664" y="74729"/>
                </a:lnTo>
                <a:cubicBezTo>
                  <a:pt x="512251" y="83297"/>
                  <a:pt x="515567" y="90470"/>
                  <a:pt x="521611" y="96250"/>
                </a:cubicBezTo>
                <a:cubicBezTo>
                  <a:pt x="527655" y="102030"/>
                  <a:pt x="535665" y="104920"/>
                  <a:pt x="545640" y="104920"/>
                </a:cubicBezTo>
                <a:cubicBezTo>
                  <a:pt x="554560" y="104920"/>
                  <a:pt x="562922" y="103835"/>
                  <a:pt x="570726" y="101664"/>
                </a:cubicBezTo>
                <a:lnTo>
                  <a:pt x="569230" y="114075"/>
                </a:lnTo>
                <a:cubicBezTo>
                  <a:pt x="563479" y="116363"/>
                  <a:pt x="555176" y="117507"/>
                  <a:pt x="544320" y="117507"/>
                </a:cubicBezTo>
                <a:cubicBezTo>
                  <a:pt x="529063" y="117507"/>
                  <a:pt x="517430" y="113341"/>
                  <a:pt x="509420" y="105008"/>
                </a:cubicBezTo>
                <a:cubicBezTo>
                  <a:pt x="501410" y="96676"/>
                  <a:pt x="497405" y="86524"/>
                  <a:pt x="497405" y="74553"/>
                </a:cubicBezTo>
                <a:cubicBezTo>
                  <a:pt x="497405" y="61761"/>
                  <a:pt x="501058" y="50744"/>
                  <a:pt x="508364" y="41502"/>
                </a:cubicBezTo>
                <a:cubicBezTo>
                  <a:pt x="515669" y="32260"/>
                  <a:pt x="525484" y="27638"/>
                  <a:pt x="537807" y="27638"/>
                </a:cubicBezTo>
                <a:cubicBezTo>
                  <a:pt x="549132" y="27638"/>
                  <a:pt x="557743" y="30983"/>
                  <a:pt x="563641" y="37673"/>
                </a:cubicBezTo>
                <a:cubicBezTo>
                  <a:pt x="569538" y="44362"/>
                  <a:pt x="572487" y="52959"/>
                  <a:pt x="572487" y="63463"/>
                </a:cubicBezTo>
                <a:moveTo>
                  <a:pt x="557787" y="63639"/>
                </a:moveTo>
                <a:cubicBezTo>
                  <a:pt x="557787" y="47150"/>
                  <a:pt x="550892" y="38905"/>
                  <a:pt x="537102" y="38905"/>
                </a:cubicBezTo>
                <a:cubicBezTo>
                  <a:pt x="523019" y="38905"/>
                  <a:pt x="514716" y="47472"/>
                  <a:pt x="512193" y="64607"/>
                </a:cubicBezTo>
                <a:lnTo>
                  <a:pt x="557787" y="63639"/>
                </a:lnTo>
                <a:close/>
                <a:moveTo>
                  <a:pt x="669265" y="155180"/>
                </a:moveTo>
                <a:lnTo>
                  <a:pt x="653598" y="155180"/>
                </a:lnTo>
                <a:cubicBezTo>
                  <a:pt x="654126" y="139102"/>
                  <a:pt x="654390" y="123199"/>
                  <a:pt x="654390" y="107473"/>
                </a:cubicBezTo>
                <a:lnTo>
                  <a:pt x="653422" y="107473"/>
                </a:lnTo>
                <a:cubicBezTo>
                  <a:pt x="647378" y="114163"/>
                  <a:pt x="638165" y="117507"/>
                  <a:pt x="625783" y="117507"/>
                </a:cubicBezTo>
                <a:cubicBezTo>
                  <a:pt x="614693" y="117507"/>
                  <a:pt x="605861" y="113414"/>
                  <a:pt x="599289" y="105228"/>
                </a:cubicBezTo>
                <a:cubicBezTo>
                  <a:pt x="592717" y="97043"/>
                  <a:pt x="589431" y="87316"/>
                  <a:pt x="589431" y="76050"/>
                </a:cubicBezTo>
                <a:cubicBezTo>
                  <a:pt x="589431" y="63375"/>
                  <a:pt x="593010" y="52269"/>
                  <a:pt x="600169" y="42734"/>
                </a:cubicBezTo>
                <a:cubicBezTo>
                  <a:pt x="607328" y="33198"/>
                  <a:pt x="617451" y="28431"/>
                  <a:pt x="630536" y="28431"/>
                </a:cubicBezTo>
                <a:cubicBezTo>
                  <a:pt x="641216" y="28431"/>
                  <a:pt x="649050" y="30367"/>
                  <a:pt x="654038" y="34240"/>
                </a:cubicBezTo>
                <a:lnTo>
                  <a:pt x="654742" y="34240"/>
                </a:lnTo>
                <a:lnTo>
                  <a:pt x="658351" y="31511"/>
                </a:lnTo>
                <a:lnTo>
                  <a:pt x="669265" y="30543"/>
                </a:lnTo>
                <a:cubicBezTo>
                  <a:pt x="668444" y="50260"/>
                  <a:pt x="668033" y="70035"/>
                  <a:pt x="668033" y="89869"/>
                </a:cubicBezTo>
                <a:cubicBezTo>
                  <a:pt x="668033" y="113576"/>
                  <a:pt x="668444" y="135346"/>
                  <a:pt x="669265" y="155180"/>
                </a:cubicBezTo>
                <a:moveTo>
                  <a:pt x="654390" y="95854"/>
                </a:moveTo>
                <a:cubicBezTo>
                  <a:pt x="654390" y="76490"/>
                  <a:pt x="654126" y="59590"/>
                  <a:pt x="653598" y="45155"/>
                </a:cubicBezTo>
                <a:cubicBezTo>
                  <a:pt x="648140" y="41106"/>
                  <a:pt x="641598" y="39081"/>
                  <a:pt x="633969" y="39081"/>
                </a:cubicBezTo>
                <a:cubicBezTo>
                  <a:pt x="624287" y="39081"/>
                  <a:pt x="617055" y="42485"/>
                  <a:pt x="612272" y="49291"/>
                </a:cubicBezTo>
                <a:cubicBezTo>
                  <a:pt x="607490" y="56098"/>
                  <a:pt x="605098" y="64284"/>
                  <a:pt x="605098" y="73849"/>
                </a:cubicBezTo>
                <a:cubicBezTo>
                  <a:pt x="605098" y="82534"/>
                  <a:pt x="607387" y="89986"/>
                  <a:pt x="611964" y="96206"/>
                </a:cubicBezTo>
                <a:cubicBezTo>
                  <a:pt x="616541" y="102427"/>
                  <a:pt x="622967" y="105537"/>
                  <a:pt x="631240" y="105537"/>
                </a:cubicBezTo>
                <a:cubicBezTo>
                  <a:pt x="641803" y="105537"/>
                  <a:pt x="649519" y="102309"/>
                  <a:pt x="654390" y="95854"/>
                </a:cubicBezTo>
                <a:close/>
                <a:moveTo>
                  <a:pt x="766134" y="115043"/>
                </a:moveTo>
                <a:lnTo>
                  <a:pt x="752491" y="115571"/>
                </a:lnTo>
                <a:cubicBezTo>
                  <a:pt x="751669" y="112285"/>
                  <a:pt x="751258" y="109586"/>
                  <a:pt x="751258" y="107473"/>
                </a:cubicBezTo>
                <a:lnTo>
                  <a:pt x="750378" y="107473"/>
                </a:lnTo>
                <a:cubicBezTo>
                  <a:pt x="742574" y="114045"/>
                  <a:pt x="733097" y="117331"/>
                  <a:pt x="721947" y="117331"/>
                </a:cubicBezTo>
                <a:cubicBezTo>
                  <a:pt x="711796" y="117331"/>
                  <a:pt x="704417" y="114881"/>
                  <a:pt x="699810" y="109982"/>
                </a:cubicBezTo>
                <a:cubicBezTo>
                  <a:pt x="695204" y="105082"/>
                  <a:pt x="692901" y="95209"/>
                  <a:pt x="692901" y="80363"/>
                </a:cubicBezTo>
                <a:cubicBezTo>
                  <a:pt x="692901" y="78250"/>
                  <a:pt x="692959" y="75111"/>
                  <a:pt x="693077" y="70945"/>
                </a:cubicBezTo>
                <a:cubicBezTo>
                  <a:pt x="693194" y="66778"/>
                  <a:pt x="693253" y="63932"/>
                  <a:pt x="693253" y="62407"/>
                </a:cubicBezTo>
                <a:cubicBezTo>
                  <a:pt x="693253" y="53781"/>
                  <a:pt x="692754" y="43629"/>
                  <a:pt x="691756" y="31951"/>
                </a:cubicBezTo>
                <a:lnTo>
                  <a:pt x="708128" y="31335"/>
                </a:lnTo>
                <a:cubicBezTo>
                  <a:pt x="707424" y="42661"/>
                  <a:pt x="707072" y="52343"/>
                  <a:pt x="707072" y="60382"/>
                </a:cubicBezTo>
                <a:cubicBezTo>
                  <a:pt x="707072" y="78866"/>
                  <a:pt x="708260" y="90910"/>
                  <a:pt x="710637" y="96514"/>
                </a:cubicBezTo>
                <a:cubicBezTo>
                  <a:pt x="713013" y="102118"/>
                  <a:pt x="718368" y="104920"/>
                  <a:pt x="726701" y="104920"/>
                </a:cubicBezTo>
                <a:cubicBezTo>
                  <a:pt x="736089" y="104920"/>
                  <a:pt x="743835" y="102573"/>
                  <a:pt x="749938" y="97879"/>
                </a:cubicBezTo>
                <a:cubicBezTo>
                  <a:pt x="749938" y="65253"/>
                  <a:pt x="749645" y="43277"/>
                  <a:pt x="749058" y="31951"/>
                </a:cubicBezTo>
                <a:lnTo>
                  <a:pt x="764901" y="31335"/>
                </a:lnTo>
                <a:cubicBezTo>
                  <a:pt x="764432" y="42367"/>
                  <a:pt x="764197" y="57624"/>
                  <a:pt x="764197" y="77106"/>
                </a:cubicBezTo>
                <a:cubicBezTo>
                  <a:pt x="764197" y="89605"/>
                  <a:pt x="764843" y="102250"/>
                  <a:pt x="766134" y="115043"/>
                </a:cubicBezTo>
                <a:close/>
                <a:moveTo>
                  <a:pt x="859921" y="63463"/>
                </a:moveTo>
                <a:cubicBezTo>
                  <a:pt x="859921" y="65927"/>
                  <a:pt x="859803" y="69331"/>
                  <a:pt x="859569" y="73673"/>
                </a:cubicBezTo>
                <a:lnTo>
                  <a:pt x="799098" y="74729"/>
                </a:lnTo>
                <a:cubicBezTo>
                  <a:pt x="799685" y="83297"/>
                  <a:pt x="803001" y="90470"/>
                  <a:pt x="809045" y="96250"/>
                </a:cubicBezTo>
                <a:cubicBezTo>
                  <a:pt x="815089" y="102030"/>
                  <a:pt x="823099" y="104920"/>
                  <a:pt x="833074" y="104920"/>
                </a:cubicBezTo>
                <a:cubicBezTo>
                  <a:pt x="841994" y="104920"/>
                  <a:pt x="850356" y="103835"/>
                  <a:pt x="858160" y="101664"/>
                </a:cubicBezTo>
                <a:lnTo>
                  <a:pt x="856664" y="114075"/>
                </a:lnTo>
                <a:cubicBezTo>
                  <a:pt x="850913" y="116363"/>
                  <a:pt x="842610" y="117507"/>
                  <a:pt x="831754" y="117507"/>
                </a:cubicBezTo>
                <a:cubicBezTo>
                  <a:pt x="816497" y="117507"/>
                  <a:pt x="804864" y="113341"/>
                  <a:pt x="796854" y="105008"/>
                </a:cubicBezTo>
                <a:cubicBezTo>
                  <a:pt x="788844" y="96676"/>
                  <a:pt x="784839" y="86524"/>
                  <a:pt x="784839" y="74553"/>
                </a:cubicBezTo>
                <a:cubicBezTo>
                  <a:pt x="784839" y="61761"/>
                  <a:pt x="788492" y="50744"/>
                  <a:pt x="795798" y="41502"/>
                </a:cubicBezTo>
                <a:cubicBezTo>
                  <a:pt x="803103" y="32260"/>
                  <a:pt x="812918" y="27638"/>
                  <a:pt x="825241" y="27638"/>
                </a:cubicBezTo>
                <a:cubicBezTo>
                  <a:pt x="836566" y="27638"/>
                  <a:pt x="845177" y="30983"/>
                  <a:pt x="851075" y="37673"/>
                </a:cubicBezTo>
                <a:cubicBezTo>
                  <a:pt x="856972" y="44362"/>
                  <a:pt x="859921" y="52959"/>
                  <a:pt x="859921" y="63463"/>
                </a:cubicBezTo>
                <a:moveTo>
                  <a:pt x="845221" y="63639"/>
                </a:moveTo>
                <a:cubicBezTo>
                  <a:pt x="845221" y="47150"/>
                  <a:pt x="838326" y="38905"/>
                  <a:pt x="824536" y="38905"/>
                </a:cubicBezTo>
                <a:cubicBezTo>
                  <a:pt x="810453" y="38905"/>
                  <a:pt x="802150" y="47472"/>
                  <a:pt x="799627" y="64607"/>
                </a:cubicBezTo>
                <a:lnTo>
                  <a:pt x="845221" y="63639"/>
                </a:lnTo>
                <a:close/>
                <a:moveTo>
                  <a:pt x="935663" y="91277"/>
                </a:moveTo>
                <a:cubicBezTo>
                  <a:pt x="935663" y="108412"/>
                  <a:pt x="924719" y="116979"/>
                  <a:pt x="902831" y="116979"/>
                </a:cubicBezTo>
                <a:cubicBezTo>
                  <a:pt x="893149" y="116979"/>
                  <a:pt x="884112" y="116011"/>
                  <a:pt x="875721" y="114075"/>
                </a:cubicBezTo>
                <a:lnTo>
                  <a:pt x="878449" y="101136"/>
                </a:lnTo>
                <a:cubicBezTo>
                  <a:pt x="886078" y="104070"/>
                  <a:pt x="894352" y="105537"/>
                  <a:pt x="903271" y="105537"/>
                </a:cubicBezTo>
                <a:cubicBezTo>
                  <a:pt x="916063" y="105537"/>
                  <a:pt x="922460" y="101898"/>
                  <a:pt x="922460" y="94622"/>
                </a:cubicBezTo>
                <a:cubicBezTo>
                  <a:pt x="922460" y="91101"/>
                  <a:pt x="921037" y="88299"/>
                  <a:pt x="918191" y="86216"/>
                </a:cubicBezTo>
                <a:cubicBezTo>
                  <a:pt x="915345" y="84133"/>
                  <a:pt x="910635" y="81800"/>
                  <a:pt x="904063" y="79218"/>
                </a:cubicBezTo>
                <a:cubicBezTo>
                  <a:pt x="895731" y="75932"/>
                  <a:pt x="889687" y="72764"/>
                  <a:pt x="885931" y="69712"/>
                </a:cubicBezTo>
                <a:cubicBezTo>
                  <a:pt x="880415" y="65194"/>
                  <a:pt x="877657" y="59737"/>
                  <a:pt x="877657" y="53340"/>
                </a:cubicBezTo>
                <a:cubicBezTo>
                  <a:pt x="877657" y="46651"/>
                  <a:pt x="880180" y="40915"/>
                  <a:pt x="885227" y="36132"/>
                </a:cubicBezTo>
                <a:cubicBezTo>
                  <a:pt x="890273" y="31350"/>
                  <a:pt x="897961" y="28959"/>
                  <a:pt x="908288" y="28959"/>
                </a:cubicBezTo>
                <a:cubicBezTo>
                  <a:pt x="918381" y="28959"/>
                  <a:pt x="926479" y="29810"/>
                  <a:pt x="932582" y="31511"/>
                </a:cubicBezTo>
                <a:lnTo>
                  <a:pt x="929853" y="44186"/>
                </a:lnTo>
                <a:cubicBezTo>
                  <a:pt x="923516" y="41663"/>
                  <a:pt x="916181" y="40401"/>
                  <a:pt x="907848" y="40401"/>
                </a:cubicBezTo>
                <a:cubicBezTo>
                  <a:pt x="896582" y="40401"/>
                  <a:pt x="890948" y="43658"/>
                  <a:pt x="890948" y="50172"/>
                </a:cubicBezTo>
                <a:cubicBezTo>
                  <a:pt x="890948" y="53458"/>
                  <a:pt x="892210" y="56113"/>
                  <a:pt x="894733" y="58138"/>
                </a:cubicBezTo>
                <a:cubicBezTo>
                  <a:pt x="897256" y="60162"/>
                  <a:pt x="902186" y="62612"/>
                  <a:pt x="909521" y="65487"/>
                </a:cubicBezTo>
                <a:cubicBezTo>
                  <a:pt x="917442" y="68597"/>
                  <a:pt x="923310" y="71649"/>
                  <a:pt x="927125" y="74641"/>
                </a:cubicBezTo>
                <a:cubicBezTo>
                  <a:pt x="932817" y="79277"/>
                  <a:pt x="935663" y="84822"/>
                  <a:pt x="935663" y="91277"/>
                </a:cubicBezTo>
                <a:close/>
                <a:moveTo>
                  <a:pt x="1003085" y="102984"/>
                </a:moveTo>
                <a:lnTo>
                  <a:pt x="1002029" y="114427"/>
                </a:lnTo>
                <a:cubicBezTo>
                  <a:pt x="997393" y="116128"/>
                  <a:pt x="993022" y="116979"/>
                  <a:pt x="988914" y="116979"/>
                </a:cubicBezTo>
                <a:cubicBezTo>
                  <a:pt x="978352" y="116979"/>
                  <a:pt x="971134" y="114295"/>
                  <a:pt x="967261" y="108925"/>
                </a:cubicBezTo>
                <a:cubicBezTo>
                  <a:pt x="963388" y="103556"/>
                  <a:pt x="961452" y="93947"/>
                  <a:pt x="961452" y="80099"/>
                </a:cubicBezTo>
                <a:cubicBezTo>
                  <a:pt x="961452" y="71121"/>
                  <a:pt x="961510" y="59414"/>
                  <a:pt x="961628" y="44978"/>
                </a:cubicBezTo>
                <a:cubicBezTo>
                  <a:pt x="958342" y="44978"/>
                  <a:pt x="953501" y="45155"/>
                  <a:pt x="947104" y="45507"/>
                </a:cubicBezTo>
                <a:lnTo>
                  <a:pt x="947632" y="32744"/>
                </a:lnTo>
                <a:cubicBezTo>
                  <a:pt x="953207" y="33096"/>
                  <a:pt x="958195" y="33272"/>
                  <a:pt x="962596" y="33272"/>
                </a:cubicBezTo>
                <a:cubicBezTo>
                  <a:pt x="962596" y="29751"/>
                  <a:pt x="962889" y="21389"/>
                  <a:pt x="963476" y="8186"/>
                </a:cubicBezTo>
                <a:lnTo>
                  <a:pt x="977295" y="6778"/>
                </a:lnTo>
                <a:cubicBezTo>
                  <a:pt x="976298" y="19100"/>
                  <a:pt x="975799" y="27932"/>
                  <a:pt x="975799" y="33272"/>
                </a:cubicBezTo>
                <a:cubicBezTo>
                  <a:pt x="981550" y="33272"/>
                  <a:pt x="990000" y="32978"/>
                  <a:pt x="1001149" y="32392"/>
                </a:cubicBezTo>
                <a:lnTo>
                  <a:pt x="1000533" y="45507"/>
                </a:lnTo>
                <a:cubicBezTo>
                  <a:pt x="989970" y="45155"/>
                  <a:pt x="981491" y="44978"/>
                  <a:pt x="975095" y="44978"/>
                </a:cubicBezTo>
                <a:cubicBezTo>
                  <a:pt x="974978" y="53839"/>
                  <a:pt x="974919" y="63815"/>
                  <a:pt x="974919" y="74905"/>
                </a:cubicBezTo>
                <a:cubicBezTo>
                  <a:pt x="974919" y="86994"/>
                  <a:pt x="976195" y="94989"/>
                  <a:pt x="978748" y="98891"/>
                </a:cubicBezTo>
                <a:cubicBezTo>
                  <a:pt x="981300" y="102793"/>
                  <a:pt x="986039" y="104744"/>
                  <a:pt x="992963" y="104744"/>
                </a:cubicBezTo>
                <a:cubicBezTo>
                  <a:pt x="995252" y="104744"/>
                  <a:pt x="998626" y="104158"/>
                  <a:pt x="1003085" y="102984"/>
                </a:cubicBezTo>
                <a:close/>
                <a:moveTo>
                  <a:pt x="1074648" y="91277"/>
                </a:moveTo>
                <a:cubicBezTo>
                  <a:pt x="1074648" y="108412"/>
                  <a:pt x="1063704" y="116979"/>
                  <a:pt x="1041816" y="116979"/>
                </a:cubicBezTo>
                <a:cubicBezTo>
                  <a:pt x="1032134" y="116979"/>
                  <a:pt x="1023097" y="116011"/>
                  <a:pt x="1014706" y="114075"/>
                </a:cubicBezTo>
                <a:lnTo>
                  <a:pt x="1017434" y="101136"/>
                </a:lnTo>
                <a:cubicBezTo>
                  <a:pt x="1025063" y="104070"/>
                  <a:pt x="1033337" y="105537"/>
                  <a:pt x="1042256" y="105537"/>
                </a:cubicBezTo>
                <a:cubicBezTo>
                  <a:pt x="1055048" y="105537"/>
                  <a:pt x="1061445" y="101898"/>
                  <a:pt x="1061445" y="94622"/>
                </a:cubicBezTo>
                <a:cubicBezTo>
                  <a:pt x="1061445" y="91101"/>
                  <a:pt x="1060022" y="88299"/>
                  <a:pt x="1057176" y="86216"/>
                </a:cubicBezTo>
                <a:cubicBezTo>
                  <a:pt x="1054330" y="84133"/>
                  <a:pt x="1049621" y="81800"/>
                  <a:pt x="1043048" y="79218"/>
                </a:cubicBezTo>
                <a:cubicBezTo>
                  <a:pt x="1034716" y="75932"/>
                  <a:pt x="1028672" y="72764"/>
                  <a:pt x="1024916" y="69712"/>
                </a:cubicBezTo>
                <a:cubicBezTo>
                  <a:pt x="1019400" y="65194"/>
                  <a:pt x="1016642" y="59737"/>
                  <a:pt x="1016642" y="53340"/>
                </a:cubicBezTo>
                <a:cubicBezTo>
                  <a:pt x="1016642" y="46651"/>
                  <a:pt x="1019165" y="40915"/>
                  <a:pt x="1024212" y="36132"/>
                </a:cubicBezTo>
                <a:cubicBezTo>
                  <a:pt x="1029258" y="31350"/>
                  <a:pt x="1036946" y="28959"/>
                  <a:pt x="1047273" y="28959"/>
                </a:cubicBezTo>
                <a:cubicBezTo>
                  <a:pt x="1057366" y="28959"/>
                  <a:pt x="1065464" y="29810"/>
                  <a:pt x="1071567" y="31511"/>
                </a:cubicBezTo>
                <a:lnTo>
                  <a:pt x="1068838" y="44186"/>
                </a:lnTo>
                <a:cubicBezTo>
                  <a:pt x="1062501" y="41663"/>
                  <a:pt x="1055166" y="40401"/>
                  <a:pt x="1046833" y="40401"/>
                </a:cubicBezTo>
                <a:cubicBezTo>
                  <a:pt x="1035567" y="40401"/>
                  <a:pt x="1029933" y="43658"/>
                  <a:pt x="1029933" y="50172"/>
                </a:cubicBezTo>
                <a:cubicBezTo>
                  <a:pt x="1029933" y="53458"/>
                  <a:pt x="1031195" y="56113"/>
                  <a:pt x="1033718" y="58138"/>
                </a:cubicBezTo>
                <a:cubicBezTo>
                  <a:pt x="1036241" y="60162"/>
                  <a:pt x="1041171" y="62612"/>
                  <a:pt x="1048506" y="65487"/>
                </a:cubicBezTo>
                <a:cubicBezTo>
                  <a:pt x="1056427" y="68597"/>
                  <a:pt x="1062296" y="71649"/>
                  <a:pt x="1066110" y="74641"/>
                </a:cubicBezTo>
                <a:cubicBezTo>
                  <a:pt x="1071802" y="79277"/>
                  <a:pt x="1074648" y="84822"/>
                  <a:pt x="1074648" y="912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78132-1382-40FA-B866-22497991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340" y="3272585"/>
            <a:ext cx="459892" cy="90133"/>
          </a:xfrm>
          <a:custGeom xmlns:a="http://schemas.openxmlformats.org/drawingml/2006/main">
            <a:pathLst>
              <a:path w="459892" h="90133">
                <a:moveTo>
                  <a:pt x="0" y="40058"/>
                </a:moveTo>
                <a:lnTo>
                  <a:pt x="369759" y="40059"/>
                </a:lnTo>
                <a:lnTo>
                  <a:pt x="369759" y="50074"/>
                </a:lnTo>
                <a:lnTo>
                  <a:pt x="0" y="50073"/>
                </a:lnTo>
                <a:lnTo>
                  <a:pt x="0" y="60088"/>
                </a:lnTo>
                <a:lnTo>
                  <a:pt x="369759" y="60089"/>
                </a:lnTo>
                <a:lnTo>
                  <a:pt x="369759" y="90133"/>
                </a:lnTo>
                <a:lnTo>
                  <a:pt x="459892" y="45067"/>
                </a:lnTo>
                <a:lnTo>
                  <a:pt x="369759" y="0"/>
                </a:lnTo>
                <a:lnTo>
                  <a:pt x="369759" y="30044"/>
                </a:lnTo>
                <a:lnTo>
                  <a:pt x="0" y="30043"/>
                </a:lnTo>
                <a:lnTo>
                  <a:pt x="0" y="40058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64DB2-38F2-46A4-80CF-C5916057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95" y="3272585"/>
            <a:ext cx="461635" cy="90133"/>
          </a:xfrm>
          <a:custGeom xmlns:a="http://schemas.openxmlformats.org/drawingml/2006/main">
            <a:pathLst>
              <a:path w="461635" h="90133">
                <a:moveTo>
                  <a:pt x="0" y="30043"/>
                </a:moveTo>
                <a:lnTo>
                  <a:pt x="0" y="60088"/>
                </a:lnTo>
                <a:lnTo>
                  <a:pt x="371502" y="60089"/>
                </a:lnTo>
                <a:lnTo>
                  <a:pt x="371502" y="90133"/>
                </a:lnTo>
                <a:lnTo>
                  <a:pt x="461635" y="45067"/>
                </a:lnTo>
                <a:lnTo>
                  <a:pt x="371502" y="0"/>
                </a:lnTo>
                <a:lnTo>
                  <a:pt x="371502" y="30044"/>
                </a:lnTo>
                <a:lnTo>
                  <a:pt x="0" y="3004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61A0A-94CC-417A-A470-1C932A9E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450" y="3272585"/>
            <a:ext cx="459890" cy="90133"/>
          </a:xfrm>
          <a:custGeom xmlns:a="http://schemas.openxmlformats.org/drawingml/2006/main">
            <a:pathLst>
              <a:path w="459890" h="90133">
                <a:moveTo>
                  <a:pt x="30044" y="30043"/>
                </a:moveTo>
                <a:lnTo>
                  <a:pt x="0" y="30043"/>
                </a:lnTo>
                <a:lnTo>
                  <a:pt x="0" y="60088"/>
                </a:lnTo>
                <a:lnTo>
                  <a:pt x="30044" y="60088"/>
                </a:lnTo>
                <a:lnTo>
                  <a:pt x="30044" y="30043"/>
                </a:lnTo>
                <a:close/>
                <a:moveTo>
                  <a:pt x="90133" y="30044"/>
                </a:moveTo>
                <a:lnTo>
                  <a:pt x="60089" y="30044"/>
                </a:lnTo>
                <a:lnTo>
                  <a:pt x="60089" y="60088"/>
                </a:lnTo>
                <a:lnTo>
                  <a:pt x="90133" y="60088"/>
                </a:lnTo>
                <a:lnTo>
                  <a:pt x="90133" y="30044"/>
                </a:lnTo>
                <a:close/>
                <a:moveTo>
                  <a:pt x="150222" y="30044"/>
                </a:moveTo>
                <a:lnTo>
                  <a:pt x="120177" y="30044"/>
                </a:lnTo>
                <a:lnTo>
                  <a:pt x="120177" y="60088"/>
                </a:lnTo>
                <a:lnTo>
                  <a:pt x="150222" y="60088"/>
                </a:lnTo>
                <a:lnTo>
                  <a:pt x="150222" y="30044"/>
                </a:lnTo>
                <a:close/>
                <a:moveTo>
                  <a:pt x="210310" y="30044"/>
                </a:moveTo>
                <a:lnTo>
                  <a:pt x="180266" y="30044"/>
                </a:lnTo>
                <a:lnTo>
                  <a:pt x="180266" y="60088"/>
                </a:lnTo>
                <a:lnTo>
                  <a:pt x="210310" y="60088"/>
                </a:lnTo>
                <a:lnTo>
                  <a:pt x="210310" y="30044"/>
                </a:lnTo>
                <a:close/>
                <a:moveTo>
                  <a:pt x="270399" y="30044"/>
                </a:moveTo>
                <a:lnTo>
                  <a:pt x="240355" y="30044"/>
                </a:lnTo>
                <a:lnTo>
                  <a:pt x="240355" y="60088"/>
                </a:lnTo>
                <a:lnTo>
                  <a:pt x="270399" y="60088"/>
                </a:lnTo>
                <a:lnTo>
                  <a:pt x="270399" y="30044"/>
                </a:lnTo>
                <a:close/>
                <a:moveTo>
                  <a:pt x="330488" y="30044"/>
                </a:moveTo>
                <a:lnTo>
                  <a:pt x="300443" y="30044"/>
                </a:lnTo>
                <a:lnTo>
                  <a:pt x="300443" y="60089"/>
                </a:lnTo>
                <a:lnTo>
                  <a:pt x="330488" y="60089"/>
                </a:lnTo>
                <a:lnTo>
                  <a:pt x="330488" y="30044"/>
                </a:lnTo>
                <a:close/>
                <a:moveTo>
                  <a:pt x="369758" y="60089"/>
                </a:moveTo>
                <a:lnTo>
                  <a:pt x="369757" y="90133"/>
                </a:lnTo>
                <a:lnTo>
                  <a:pt x="459890" y="45067"/>
                </a:lnTo>
                <a:lnTo>
                  <a:pt x="369759" y="0"/>
                </a:lnTo>
                <a:lnTo>
                  <a:pt x="369758" y="30044"/>
                </a:lnTo>
                <a:lnTo>
                  <a:pt x="360532" y="30044"/>
                </a:lnTo>
                <a:lnTo>
                  <a:pt x="360532" y="60089"/>
                </a:lnTo>
                <a:lnTo>
                  <a:pt x="369758" y="60089"/>
                </a:lnTo>
                <a:close/>
              </a:path>
            </a:pathLst>
          </a:custGeom>
          <a:solidFill xmlns:a="http://schemas.openxmlformats.org/drawingml/2006/main">
            <a:srgbClr val="78206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requestflowdataflowmanagement">
            <a:extLst xmlns:a="http://schemas.openxmlformats.org/drawingml/2006/main">
              <a:ext uri="{FF2B5EF4-FFF2-40B4-BE49-F238E27FC236}">
                <a16:creationId xmlns:a16="http://schemas.microsoft.com/office/drawing/2014/main" id="{592F30C5-A0BA-4F8B-B528-9FF20014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60" y="3428076"/>
            <a:ext cx="2751846" cy="162832"/>
          </a:xfrm>
          <a:custGeom xmlns:a="http://schemas.openxmlformats.org/drawingml/2006/main">
            <a:pathLst>
              <a:path w="2751846" h="162832">
                <a:moveTo>
                  <a:pt x="50892" y="42167"/>
                </a:moveTo>
                <a:lnTo>
                  <a:pt x="47291" y="54890"/>
                </a:lnTo>
                <a:cubicBezTo>
                  <a:pt x="43130" y="53236"/>
                  <a:pt x="39262" y="52409"/>
                  <a:pt x="35688" y="52409"/>
                </a:cubicBezTo>
                <a:cubicBezTo>
                  <a:pt x="25659" y="52409"/>
                  <a:pt x="19151" y="57183"/>
                  <a:pt x="16164" y="66732"/>
                </a:cubicBezTo>
                <a:cubicBezTo>
                  <a:pt x="16164" y="91271"/>
                  <a:pt x="16324" y="108422"/>
                  <a:pt x="16644" y="118184"/>
                </a:cubicBezTo>
                <a:lnTo>
                  <a:pt x="2481" y="118184"/>
                </a:lnTo>
                <a:cubicBezTo>
                  <a:pt x="3334" y="101274"/>
                  <a:pt x="3761" y="88151"/>
                  <a:pt x="3761" y="78815"/>
                </a:cubicBezTo>
                <a:cubicBezTo>
                  <a:pt x="3761" y="66172"/>
                  <a:pt x="2507" y="54063"/>
                  <a:pt x="0" y="42487"/>
                </a:cubicBezTo>
                <a:lnTo>
                  <a:pt x="14003" y="40486"/>
                </a:lnTo>
                <a:cubicBezTo>
                  <a:pt x="15017" y="46354"/>
                  <a:pt x="15524" y="50275"/>
                  <a:pt x="15524" y="52249"/>
                </a:cubicBezTo>
                <a:lnTo>
                  <a:pt x="16164" y="52249"/>
                </a:lnTo>
                <a:cubicBezTo>
                  <a:pt x="21925" y="43767"/>
                  <a:pt x="28647" y="39526"/>
                  <a:pt x="36328" y="39526"/>
                </a:cubicBezTo>
                <a:cubicBezTo>
                  <a:pt x="40383" y="39526"/>
                  <a:pt x="45237" y="40406"/>
                  <a:pt x="50892" y="42167"/>
                </a:cubicBezTo>
                <a:close/>
                <a:moveTo>
                  <a:pt x="126385" y="71213"/>
                </a:moveTo>
                <a:cubicBezTo>
                  <a:pt x="126385" y="73454"/>
                  <a:pt x="126279" y="76548"/>
                  <a:pt x="126065" y="80496"/>
                </a:cubicBezTo>
                <a:lnTo>
                  <a:pt x="71093" y="81456"/>
                </a:lnTo>
                <a:cubicBezTo>
                  <a:pt x="71626" y="89244"/>
                  <a:pt x="74640" y="95766"/>
                  <a:pt x="80135" y="101020"/>
                </a:cubicBezTo>
                <a:cubicBezTo>
                  <a:pt x="85629" y="106275"/>
                  <a:pt x="92911" y="108902"/>
                  <a:pt x="101980" y="108902"/>
                </a:cubicBezTo>
                <a:cubicBezTo>
                  <a:pt x="110088" y="108902"/>
                  <a:pt x="117690" y="107915"/>
                  <a:pt x="124785" y="105941"/>
                </a:cubicBezTo>
                <a:lnTo>
                  <a:pt x="123425" y="117224"/>
                </a:lnTo>
                <a:cubicBezTo>
                  <a:pt x="118197" y="119305"/>
                  <a:pt x="110648" y="120345"/>
                  <a:pt x="100779" y="120345"/>
                </a:cubicBezTo>
                <a:cubicBezTo>
                  <a:pt x="86910" y="120345"/>
                  <a:pt x="76334" y="116557"/>
                  <a:pt x="69052" y="108982"/>
                </a:cubicBezTo>
                <a:cubicBezTo>
                  <a:pt x="61770" y="101407"/>
                  <a:pt x="58129" y="92178"/>
                  <a:pt x="58129" y="81296"/>
                </a:cubicBezTo>
                <a:cubicBezTo>
                  <a:pt x="58129" y="69666"/>
                  <a:pt x="61450" y="59651"/>
                  <a:pt x="68092" y="51249"/>
                </a:cubicBezTo>
                <a:cubicBezTo>
                  <a:pt x="74733" y="42847"/>
                  <a:pt x="83655" y="38646"/>
                  <a:pt x="94858" y="38646"/>
                </a:cubicBezTo>
                <a:cubicBezTo>
                  <a:pt x="105154" y="38646"/>
                  <a:pt x="112982" y="41686"/>
                  <a:pt x="118343" y="47768"/>
                </a:cubicBezTo>
                <a:cubicBezTo>
                  <a:pt x="123705" y="53849"/>
                  <a:pt x="126385" y="61664"/>
                  <a:pt x="126385" y="71213"/>
                </a:cubicBezTo>
                <a:moveTo>
                  <a:pt x="113022" y="71373"/>
                </a:moveTo>
                <a:cubicBezTo>
                  <a:pt x="113022" y="56383"/>
                  <a:pt x="106754" y="48888"/>
                  <a:pt x="94218" y="48888"/>
                </a:cubicBezTo>
                <a:cubicBezTo>
                  <a:pt x="81415" y="48888"/>
                  <a:pt x="73866" y="56677"/>
                  <a:pt x="71573" y="72254"/>
                </a:cubicBezTo>
                <a:lnTo>
                  <a:pt x="113022" y="71373"/>
                </a:lnTo>
                <a:close/>
                <a:moveTo>
                  <a:pt x="215136" y="154593"/>
                </a:moveTo>
                <a:lnTo>
                  <a:pt x="200893" y="154593"/>
                </a:lnTo>
                <a:cubicBezTo>
                  <a:pt x="201373" y="139976"/>
                  <a:pt x="201613" y="125519"/>
                  <a:pt x="201613" y="111223"/>
                </a:cubicBezTo>
                <a:lnTo>
                  <a:pt x="200733" y="111223"/>
                </a:lnTo>
                <a:cubicBezTo>
                  <a:pt x="195238" y="117304"/>
                  <a:pt x="186863" y="120345"/>
                  <a:pt x="175607" y="120345"/>
                </a:cubicBezTo>
                <a:cubicBezTo>
                  <a:pt x="165525" y="120345"/>
                  <a:pt x="157496" y="116624"/>
                  <a:pt x="151522" y="109182"/>
                </a:cubicBezTo>
                <a:cubicBezTo>
                  <a:pt x="145547" y="101740"/>
                  <a:pt x="142559" y="92898"/>
                  <a:pt x="142559" y="82656"/>
                </a:cubicBezTo>
                <a:cubicBezTo>
                  <a:pt x="142559" y="71133"/>
                  <a:pt x="145814" y="61038"/>
                  <a:pt x="152322" y="52369"/>
                </a:cubicBezTo>
                <a:cubicBezTo>
                  <a:pt x="158830" y="43700"/>
                  <a:pt x="168032" y="39366"/>
                  <a:pt x="179928" y="39366"/>
                </a:cubicBezTo>
                <a:cubicBezTo>
                  <a:pt x="189637" y="39366"/>
                  <a:pt x="196759" y="41126"/>
                  <a:pt x="201293" y="44647"/>
                </a:cubicBezTo>
                <a:lnTo>
                  <a:pt x="201933" y="44647"/>
                </a:lnTo>
                <a:lnTo>
                  <a:pt x="205214" y="42167"/>
                </a:lnTo>
                <a:lnTo>
                  <a:pt x="215136" y="41286"/>
                </a:lnTo>
                <a:cubicBezTo>
                  <a:pt x="214390" y="59211"/>
                  <a:pt x="214016" y="77188"/>
                  <a:pt x="214016" y="95219"/>
                </a:cubicBezTo>
                <a:cubicBezTo>
                  <a:pt x="214016" y="116771"/>
                  <a:pt x="214390" y="136562"/>
                  <a:pt x="215136" y="154593"/>
                </a:cubicBezTo>
                <a:moveTo>
                  <a:pt x="201613" y="100660"/>
                </a:moveTo>
                <a:cubicBezTo>
                  <a:pt x="201613" y="83056"/>
                  <a:pt x="201373" y="67693"/>
                  <a:pt x="200893" y="54569"/>
                </a:cubicBezTo>
                <a:cubicBezTo>
                  <a:pt x="195932" y="50889"/>
                  <a:pt x="189984" y="49048"/>
                  <a:pt x="183049" y="49048"/>
                </a:cubicBezTo>
                <a:cubicBezTo>
                  <a:pt x="174247" y="49048"/>
                  <a:pt x="167672" y="52142"/>
                  <a:pt x="163324" y="58330"/>
                </a:cubicBezTo>
                <a:cubicBezTo>
                  <a:pt x="158977" y="64518"/>
                  <a:pt x="156803" y="71960"/>
                  <a:pt x="156803" y="80656"/>
                </a:cubicBezTo>
                <a:cubicBezTo>
                  <a:pt x="156803" y="88551"/>
                  <a:pt x="158883" y="95326"/>
                  <a:pt x="163044" y="100980"/>
                </a:cubicBezTo>
                <a:cubicBezTo>
                  <a:pt x="167205" y="106635"/>
                  <a:pt x="173047" y="109462"/>
                  <a:pt x="180568" y="109462"/>
                </a:cubicBezTo>
                <a:cubicBezTo>
                  <a:pt x="190171" y="109462"/>
                  <a:pt x="197186" y="106528"/>
                  <a:pt x="201613" y="100660"/>
                </a:cubicBezTo>
                <a:close/>
                <a:moveTo>
                  <a:pt x="304624" y="118104"/>
                </a:moveTo>
                <a:lnTo>
                  <a:pt x="292221" y="118584"/>
                </a:lnTo>
                <a:cubicBezTo>
                  <a:pt x="291475" y="115597"/>
                  <a:pt x="291101" y="113143"/>
                  <a:pt x="291101" y="111223"/>
                </a:cubicBezTo>
                <a:lnTo>
                  <a:pt x="290301" y="111223"/>
                </a:lnTo>
                <a:cubicBezTo>
                  <a:pt x="283206" y="117197"/>
                  <a:pt x="274591" y="120185"/>
                  <a:pt x="264455" y="120185"/>
                </a:cubicBezTo>
                <a:cubicBezTo>
                  <a:pt x="255226" y="120185"/>
                  <a:pt x="248518" y="117958"/>
                  <a:pt x="244330" y="113503"/>
                </a:cubicBezTo>
                <a:cubicBezTo>
                  <a:pt x="240143" y="109049"/>
                  <a:pt x="238049" y="100073"/>
                  <a:pt x="238049" y="86577"/>
                </a:cubicBezTo>
                <a:cubicBezTo>
                  <a:pt x="238049" y="84656"/>
                  <a:pt x="238102" y="81802"/>
                  <a:pt x="238209" y="78015"/>
                </a:cubicBezTo>
                <a:cubicBezTo>
                  <a:pt x="238315" y="74227"/>
                  <a:pt x="238369" y="71640"/>
                  <a:pt x="238369" y="70253"/>
                </a:cubicBezTo>
                <a:cubicBezTo>
                  <a:pt x="238369" y="62411"/>
                  <a:pt x="237915" y="53183"/>
                  <a:pt x="237009" y="42567"/>
                </a:cubicBezTo>
                <a:lnTo>
                  <a:pt x="251892" y="42007"/>
                </a:lnTo>
                <a:cubicBezTo>
                  <a:pt x="251252" y="52302"/>
                  <a:pt x="250932" y="61104"/>
                  <a:pt x="250932" y="68413"/>
                </a:cubicBezTo>
                <a:cubicBezTo>
                  <a:pt x="250932" y="85217"/>
                  <a:pt x="252012" y="96166"/>
                  <a:pt x="254173" y="101260"/>
                </a:cubicBezTo>
                <a:cubicBezTo>
                  <a:pt x="256333" y="106355"/>
                  <a:pt x="261201" y="108902"/>
                  <a:pt x="268776" y="108902"/>
                </a:cubicBezTo>
                <a:cubicBezTo>
                  <a:pt x="277311" y="108902"/>
                  <a:pt x="284353" y="106768"/>
                  <a:pt x="289901" y="102501"/>
                </a:cubicBezTo>
                <a:cubicBezTo>
                  <a:pt x="289901" y="72840"/>
                  <a:pt x="289634" y="52862"/>
                  <a:pt x="289101" y="42567"/>
                </a:cubicBezTo>
                <a:lnTo>
                  <a:pt x="303504" y="42007"/>
                </a:lnTo>
                <a:cubicBezTo>
                  <a:pt x="303077" y="52036"/>
                  <a:pt x="302864" y="65905"/>
                  <a:pt x="302864" y="83616"/>
                </a:cubicBezTo>
                <a:cubicBezTo>
                  <a:pt x="302864" y="94979"/>
                  <a:pt x="303451" y="106475"/>
                  <a:pt x="304624" y="118104"/>
                </a:cubicBezTo>
                <a:close/>
                <a:moveTo>
                  <a:pt x="390983" y="71213"/>
                </a:moveTo>
                <a:cubicBezTo>
                  <a:pt x="390983" y="73454"/>
                  <a:pt x="390876" y="76548"/>
                  <a:pt x="390663" y="80496"/>
                </a:cubicBezTo>
                <a:lnTo>
                  <a:pt x="335690" y="81456"/>
                </a:lnTo>
                <a:cubicBezTo>
                  <a:pt x="336224" y="89244"/>
                  <a:pt x="339238" y="95766"/>
                  <a:pt x="344732" y="101020"/>
                </a:cubicBezTo>
                <a:cubicBezTo>
                  <a:pt x="350227" y="106275"/>
                  <a:pt x="357509" y="108902"/>
                  <a:pt x="366577" y="108902"/>
                </a:cubicBezTo>
                <a:cubicBezTo>
                  <a:pt x="374686" y="108902"/>
                  <a:pt x="382288" y="107915"/>
                  <a:pt x="389383" y="105941"/>
                </a:cubicBezTo>
                <a:lnTo>
                  <a:pt x="388022" y="117224"/>
                </a:lnTo>
                <a:cubicBezTo>
                  <a:pt x="382794" y="119305"/>
                  <a:pt x="375246" y="120345"/>
                  <a:pt x="365377" y="120345"/>
                </a:cubicBezTo>
                <a:cubicBezTo>
                  <a:pt x="351507" y="120345"/>
                  <a:pt x="340931" y="116557"/>
                  <a:pt x="333650" y="108982"/>
                </a:cubicBezTo>
                <a:cubicBezTo>
                  <a:pt x="326368" y="101407"/>
                  <a:pt x="322727" y="92178"/>
                  <a:pt x="322727" y="81296"/>
                </a:cubicBezTo>
                <a:cubicBezTo>
                  <a:pt x="322727" y="69666"/>
                  <a:pt x="326048" y="59651"/>
                  <a:pt x="332689" y="51249"/>
                </a:cubicBezTo>
                <a:cubicBezTo>
                  <a:pt x="339331" y="42847"/>
                  <a:pt x="348253" y="38646"/>
                  <a:pt x="359456" y="38646"/>
                </a:cubicBezTo>
                <a:cubicBezTo>
                  <a:pt x="369751" y="38646"/>
                  <a:pt x="377580" y="41686"/>
                  <a:pt x="382941" y="47768"/>
                </a:cubicBezTo>
                <a:cubicBezTo>
                  <a:pt x="388302" y="53849"/>
                  <a:pt x="390983" y="61664"/>
                  <a:pt x="390983" y="71213"/>
                </a:cubicBezTo>
                <a:moveTo>
                  <a:pt x="377620" y="71373"/>
                </a:moveTo>
                <a:cubicBezTo>
                  <a:pt x="377620" y="56383"/>
                  <a:pt x="371352" y="48888"/>
                  <a:pt x="358815" y="48888"/>
                </a:cubicBezTo>
                <a:cubicBezTo>
                  <a:pt x="346013" y="48888"/>
                  <a:pt x="338464" y="56677"/>
                  <a:pt x="336170" y="72254"/>
                </a:cubicBezTo>
                <a:lnTo>
                  <a:pt x="377620" y="71373"/>
                </a:lnTo>
                <a:close/>
                <a:moveTo>
                  <a:pt x="460610" y="96499"/>
                </a:moveTo>
                <a:cubicBezTo>
                  <a:pt x="460610" y="112076"/>
                  <a:pt x="450661" y="119865"/>
                  <a:pt x="430763" y="119865"/>
                </a:cubicBezTo>
                <a:cubicBezTo>
                  <a:pt x="421961" y="119865"/>
                  <a:pt x="413745" y="118984"/>
                  <a:pt x="406117" y="117224"/>
                </a:cubicBezTo>
                <a:lnTo>
                  <a:pt x="408597" y="105461"/>
                </a:lnTo>
                <a:cubicBezTo>
                  <a:pt x="415532" y="108129"/>
                  <a:pt x="423054" y="109462"/>
                  <a:pt x="431163" y="109462"/>
                </a:cubicBezTo>
                <a:cubicBezTo>
                  <a:pt x="442792" y="109462"/>
                  <a:pt x="448607" y="106155"/>
                  <a:pt x="448607" y="99540"/>
                </a:cubicBezTo>
                <a:cubicBezTo>
                  <a:pt x="448607" y="96339"/>
                  <a:pt x="447313" y="93792"/>
                  <a:pt x="444726" y="91898"/>
                </a:cubicBezTo>
                <a:cubicBezTo>
                  <a:pt x="442139" y="90004"/>
                  <a:pt x="437858" y="87884"/>
                  <a:pt x="431883" y="85537"/>
                </a:cubicBezTo>
                <a:cubicBezTo>
                  <a:pt x="424308" y="82549"/>
                  <a:pt x="418813" y="79669"/>
                  <a:pt x="415399" y="76895"/>
                </a:cubicBezTo>
                <a:cubicBezTo>
                  <a:pt x="410385" y="72787"/>
                  <a:pt x="407877" y="67826"/>
                  <a:pt x="407877" y="62011"/>
                </a:cubicBezTo>
                <a:cubicBezTo>
                  <a:pt x="407877" y="55930"/>
                  <a:pt x="410171" y="50715"/>
                  <a:pt x="414759" y="46368"/>
                </a:cubicBezTo>
                <a:cubicBezTo>
                  <a:pt x="419347" y="42020"/>
                  <a:pt x="426335" y="39846"/>
                  <a:pt x="435724" y="39846"/>
                </a:cubicBezTo>
                <a:cubicBezTo>
                  <a:pt x="444899" y="39846"/>
                  <a:pt x="452261" y="40620"/>
                  <a:pt x="457809" y="42167"/>
                </a:cubicBezTo>
                <a:lnTo>
                  <a:pt x="455328" y="53689"/>
                </a:lnTo>
                <a:cubicBezTo>
                  <a:pt x="449567" y="51395"/>
                  <a:pt x="442899" y="50248"/>
                  <a:pt x="435324" y="50248"/>
                </a:cubicBezTo>
                <a:cubicBezTo>
                  <a:pt x="425081" y="50248"/>
                  <a:pt x="419960" y="53209"/>
                  <a:pt x="419960" y="59131"/>
                </a:cubicBezTo>
                <a:cubicBezTo>
                  <a:pt x="419960" y="62118"/>
                  <a:pt x="421107" y="64532"/>
                  <a:pt x="423401" y="66372"/>
                </a:cubicBezTo>
                <a:cubicBezTo>
                  <a:pt x="425695" y="68213"/>
                  <a:pt x="430176" y="70440"/>
                  <a:pt x="436844" y="73054"/>
                </a:cubicBezTo>
                <a:cubicBezTo>
                  <a:pt x="444046" y="75881"/>
                  <a:pt x="449380" y="78655"/>
                  <a:pt x="452848" y="81376"/>
                </a:cubicBezTo>
                <a:cubicBezTo>
                  <a:pt x="458022" y="85590"/>
                  <a:pt x="460610" y="90631"/>
                  <a:pt x="460610" y="96499"/>
                </a:cubicBezTo>
                <a:close/>
                <a:moveTo>
                  <a:pt x="523165" y="107142"/>
                </a:moveTo>
                <a:lnTo>
                  <a:pt x="522205" y="117544"/>
                </a:lnTo>
                <a:cubicBezTo>
                  <a:pt x="517991" y="119091"/>
                  <a:pt x="514016" y="119865"/>
                  <a:pt x="510282" y="119865"/>
                </a:cubicBezTo>
                <a:cubicBezTo>
                  <a:pt x="500680" y="119865"/>
                  <a:pt x="494118" y="117424"/>
                  <a:pt x="490598" y="112543"/>
                </a:cubicBezTo>
                <a:cubicBezTo>
                  <a:pt x="487077" y="107662"/>
                  <a:pt x="485316" y="98926"/>
                  <a:pt x="485316" y="86337"/>
                </a:cubicBezTo>
                <a:cubicBezTo>
                  <a:pt x="485316" y="78175"/>
                  <a:pt x="485370" y="67533"/>
                  <a:pt x="485476" y="54409"/>
                </a:cubicBezTo>
                <a:cubicBezTo>
                  <a:pt x="482489" y="54409"/>
                  <a:pt x="478088" y="54569"/>
                  <a:pt x="472273" y="54890"/>
                </a:cubicBezTo>
                <a:lnTo>
                  <a:pt x="472753" y="43287"/>
                </a:lnTo>
                <a:cubicBezTo>
                  <a:pt x="477821" y="43607"/>
                  <a:pt x="482356" y="43767"/>
                  <a:pt x="486357" y="43767"/>
                </a:cubicBezTo>
                <a:cubicBezTo>
                  <a:pt x="486357" y="40566"/>
                  <a:pt x="486623" y="32964"/>
                  <a:pt x="487157" y="20962"/>
                </a:cubicBezTo>
                <a:lnTo>
                  <a:pt x="499720" y="19681"/>
                </a:lnTo>
                <a:cubicBezTo>
                  <a:pt x="498813" y="30884"/>
                  <a:pt x="498359" y="38913"/>
                  <a:pt x="498359" y="43767"/>
                </a:cubicBezTo>
                <a:cubicBezTo>
                  <a:pt x="503587" y="43767"/>
                  <a:pt x="511269" y="43500"/>
                  <a:pt x="521405" y="42967"/>
                </a:cubicBezTo>
                <a:lnTo>
                  <a:pt x="520845" y="54890"/>
                </a:lnTo>
                <a:cubicBezTo>
                  <a:pt x="511242" y="54569"/>
                  <a:pt x="503534" y="54409"/>
                  <a:pt x="497719" y="54409"/>
                </a:cubicBezTo>
                <a:cubicBezTo>
                  <a:pt x="497613" y="62465"/>
                  <a:pt x="497559" y="71533"/>
                  <a:pt x="497559" y="81616"/>
                </a:cubicBezTo>
                <a:cubicBezTo>
                  <a:pt x="497559" y="92605"/>
                  <a:pt x="498719" y="99873"/>
                  <a:pt x="501040" y="103421"/>
                </a:cubicBezTo>
                <a:cubicBezTo>
                  <a:pt x="503361" y="106968"/>
                  <a:pt x="507668" y="108742"/>
                  <a:pt x="513963" y="108742"/>
                </a:cubicBezTo>
                <a:cubicBezTo>
                  <a:pt x="516043" y="108742"/>
                  <a:pt x="519111" y="108209"/>
                  <a:pt x="523165" y="107142"/>
                </a:cubicBezTo>
                <a:close/>
                <a:moveTo>
                  <a:pt x="620251" y="4638"/>
                </a:moveTo>
                <a:lnTo>
                  <a:pt x="617931" y="15200"/>
                </a:lnTo>
                <a:cubicBezTo>
                  <a:pt x="614730" y="14400"/>
                  <a:pt x="611529" y="14000"/>
                  <a:pt x="608328" y="14000"/>
                </a:cubicBezTo>
                <a:cubicBezTo>
                  <a:pt x="603420" y="14000"/>
                  <a:pt x="600100" y="15934"/>
                  <a:pt x="598366" y="19801"/>
                </a:cubicBezTo>
                <a:cubicBezTo>
                  <a:pt x="596632" y="23669"/>
                  <a:pt x="595765" y="31657"/>
                  <a:pt x="595765" y="43767"/>
                </a:cubicBezTo>
                <a:cubicBezTo>
                  <a:pt x="601047" y="43767"/>
                  <a:pt x="608435" y="43500"/>
                  <a:pt x="617931" y="42967"/>
                </a:cubicBezTo>
                <a:lnTo>
                  <a:pt x="617450" y="54890"/>
                </a:lnTo>
                <a:cubicBezTo>
                  <a:pt x="606675" y="54569"/>
                  <a:pt x="599446" y="54409"/>
                  <a:pt x="595765" y="54409"/>
                </a:cubicBezTo>
                <a:cubicBezTo>
                  <a:pt x="595765" y="78682"/>
                  <a:pt x="596085" y="99940"/>
                  <a:pt x="596726" y="118184"/>
                </a:cubicBezTo>
                <a:lnTo>
                  <a:pt x="582402" y="118184"/>
                </a:lnTo>
                <a:cubicBezTo>
                  <a:pt x="583149" y="100420"/>
                  <a:pt x="583523" y="79162"/>
                  <a:pt x="583523" y="54409"/>
                </a:cubicBezTo>
                <a:cubicBezTo>
                  <a:pt x="580268" y="54409"/>
                  <a:pt x="574587" y="54569"/>
                  <a:pt x="566479" y="54890"/>
                </a:cubicBezTo>
                <a:lnTo>
                  <a:pt x="567039" y="43127"/>
                </a:lnTo>
                <a:cubicBezTo>
                  <a:pt x="574400" y="43554"/>
                  <a:pt x="579895" y="43767"/>
                  <a:pt x="583523" y="43767"/>
                </a:cubicBezTo>
                <a:cubicBezTo>
                  <a:pt x="583523" y="29630"/>
                  <a:pt x="585496" y="19348"/>
                  <a:pt x="589444" y="12920"/>
                </a:cubicBezTo>
                <a:cubicBezTo>
                  <a:pt x="593391" y="6492"/>
                  <a:pt x="599686" y="3278"/>
                  <a:pt x="608328" y="3278"/>
                </a:cubicBezTo>
                <a:cubicBezTo>
                  <a:pt x="612116" y="3278"/>
                  <a:pt x="616090" y="3731"/>
                  <a:pt x="620251" y="4638"/>
                </a:cubicBezTo>
                <a:close/>
                <a:moveTo>
                  <a:pt x="647049" y="118184"/>
                </a:moveTo>
                <a:lnTo>
                  <a:pt x="631686" y="118184"/>
                </a:lnTo>
                <a:cubicBezTo>
                  <a:pt x="632646" y="100580"/>
                  <a:pt x="633126" y="80682"/>
                  <a:pt x="633126" y="58490"/>
                </a:cubicBezTo>
                <a:cubicBezTo>
                  <a:pt x="633126" y="36939"/>
                  <a:pt x="632352" y="19308"/>
                  <a:pt x="630805" y="5598"/>
                </a:cubicBezTo>
                <a:lnTo>
                  <a:pt x="647049" y="4798"/>
                </a:lnTo>
                <a:cubicBezTo>
                  <a:pt x="646036" y="19308"/>
                  <a:pt x="645529" y="37205"/>
                  <a:pt x="645529" y="58490"/>
                </a:cubicBezTo>
                <a:cubicBezTo>
                  <a:pt x="645529" y="80416"/>
                  <a:pt x="646036" y="100313"/>
                  <a:pt x="647049" y="118184"/>
                </a:cubicBezTo>
                <a:close/>
                <a:moveTo>
                  <a:pt x="742142" y="77855"/>
                </a:moveTo>
                <a:cubicBezTo>
                  <a:pt x="742142" y="91511"/>
                  <a:pt x="738221" y="102167"/>
                  <a:pt x="730379" y="109822"/>
                </a:cubicBezTo>
                <a:cubicBezTo>
                  <a:pt x="722537" y="117477"/>
                  <a:pt x="713308" y="121305"/>
                  <a:pt x="702692" y="121305"/>
                </a:cubicBezTo>
                <a:cubicBezTo>
                  <a:pt x="692770" y="121305"/>
                  <a:pt x="684248" y="117918"/>
                  <a:pt x="677126" y="111143"/>
                </a:cubicBezTo>
                <a:cubicBezTo>
                  <a:pt x="670005" y="104368"/>
                  <a:pt x="666444" y="94819"/>
                  <a:pt x="666444" y="82496"/>
                </a:cubicBezTo>
                <a:cubicBezTo>
                  <a:pt x="666444" y="68733"/>
                  <a:pt x="670378" y="57984"/>
                  <a:pt x="678247" y="50248"/>
                </a:cubicBezTo>
                <a:cubicBezTo>
                  <a:pt x="686115" y="42513"/>
                  <a:pt x="695357" y="38646"/>
                  <a:pt x="705973" y="38646"/>
                </a:cubicBezTo>
                <a:cubicBezTo>
                  <a:pt x="715895" y="38646"/>
                  <a:pt x="724404" y="42073"/>
                  <a:pt x="731499" y="48928"/>
                </a:cubicBezTo>
                <a:cubicBezTo>
                  <a:pt x="738594" y="55783"/>
                  <a:pt x="742142" y="65425"/>
                  <a:pt x="742142" y="77855"/>
                </a:cubicBezTo>
                <a:moveTo>
                  <a:pt x="728298" y="80656"/>
                </a:moveTo>
                <a:cubicBezTo>
                  <a:pt x="728298" y="72334"/>
                  <a:pt x="726204" y="64932"/>
                  <a:pt x="722017" y="58450"/>
                </a:cubicBezTo>
                <a:cubicBezTo>
                  <a:pt x="717829" y="51969"/>
                  <a:pt x="711868" y="48728"/>
                  <a:pt x="704133" y="48728"/>
                </a:cubicBezTo>
                <a:cubicBezTo>
                  <a:pt x="696451" y="48728"/>
                  <a:pt x="690543" y="51796"/>
                  <a:pt x="686409" y="57930"/>
                </a:cubicBezTo>
                <a:cubicBezTo>
                  <a:pt x="682274" y="64065"/>
                  <a:pt x="680207" y="71187"/>
                  <a:pt x="680207" y="79295"/>
                </a:cubicBezTo>
                <a:cubicBezTo>
                  <a:pt x="680207" y="87671"/>
                  <a:pt x="682301" y="95086"/>
                  <a:pt x="686489" y="101540"/>
                </a:cubicBezTo>
                <a:cubicBezTo>
                  <a:pt x="690676" y="107995"/>
                  <a:pt x="696664" y="111223"/>
                  <a:pt x="704453" y="111223"/>
                </a:cubicBezTo>
                <a:cubicBezTo>
                  <a:pt x="712135" y="111223"/>
                  <a:pt x="718029" y="108142"/>
                  <a:pt x="722137" y="101981"/>
                </a:cubicBezTo>
                <a:cubicBezTo>
                  <a:pt x="726244" y="95819"/>
                  <a:pt x="728298" y="88711"/>
                  <a:pt x="728298" y="80656"/>
                </a:cubicBezTo>
                <a:close/>
                <a:moveTo>
                  <a:pt x="872601" y="42167"/>
                </a:moveTo>
                <a:cubicBezTo>
                  <a:pt x="872601" y="45367"/>
                  <a:pt x="868026" y="57917"/>
                  <a:pt x="858878" y="79815"/>
                </a:cubicBezTo>
                <a:cubicBezTo>
                  <a:pt x="849729" y="101714"/>
                  <a:pt x="845154" y="114503"/>
                  <a:pt x="845154" y="118184"/>
                </a:cubicBezTo>
                <a:lnTo>
                  <a:pt x="834272" y="118184"/>
                </a:lnTo>
                <a:cubicBezTo>
                  <a:pt x="834272" y="116157"/>
                  <a:pt x="831578" y="108395"/>
                  <a:pt x="826190" y="94899"/>
                </a:cubicBezTo>
                <a:cubicBezTo>
                  <a:pt x="819575" y="78308"/>
                  <a:pt x="814881" y="65345"/>
                  <a:pt x="812107" y="56010"/>
                </a:cubicBezTo>
                <a:lnTo>
                  <a:pt x="811467" y="56010"/>
                </a:lnTo>
                <a:cubicBezTo>
                  <a:pt x="808906" y="65025"/>
                  <a:pt x="804532" y="78015"/>
                  <a:pt x="798344" y="94979"/>
                </a:cubicBezTo>
                <a:cubicBezTo>
                  <a:pt x="793436" y="108422"/>
                  <a:pt x="790982" y="116157"/>
                  <a:pt x="790982" y="118184"/>
                </a:cubicBezTo>
                <a:lnTo>
                  <a:pt x="780019" y="118184"/>
                </a:lnTo>
                <a:cubicBezTo>
                  <a:pt x="780019" y="115090"/>
                  <a:pt x="775698" y="102274"/>
                  <a:pt x="767056" y="79735"/>
                </a:cubicBezTo>
                <a:cubicBezTo>
                  <a:pt x="758414" y="57197"/>
                  <a:pt x="754093" y="44674"/>
                  <a:pt x="754093" y="42167"/>
                </a:cubicBezTo>
                <a:lnTo>
                  <a:pt x="768337" y="42167"/>
                </a:lnTo>
                <a:cubicBezTo>
                  <a:pt x="768337" y="44941"/>
                  <a:pt x="771444" y="55076"/>
                  <a:pt x="777659" y="72574"/>
                </a:cubicBezTo>
                <a:cubicBezTo>
                  <a:pt x="783874" y="90071"/>
                  <a:pt x="786981" y="100260"/>
                  <a:pt x="786981" y="103141"/>
                </a:cubicBezTo>
                <a:lnTo>
                  <a:pt x="787861" y="103141"/>
                </a:lnTo>
                <a:cubicBezTo>
                  <a:pt x="787861" y="98766"/>
                  <a:pt x="791075" y="88217"/>
                  <a:pt x="797503" y="71493"/>
                </a:cubicBezTo>
                <a:cubicBezTo>
                  <a:pt x="803932" y="54770"/>
                  <a:pt x="807146" y="44994"/>
                  <a:pt x="807146" y="42167"/>
                </a:cubicBezTo>
                <a:lnTo>
                  <a:pt x="820749" y="42167"/>
                </a:lnTo>
                <a:cubicBezTo>
                  <a:pt x="820749" y="44621"/>
                  <a:pt x="824083" y="54836"/>
                  <a:pt x="830751" y="72814"/>
                </a:cubicBezTo>
                <a:cubicBezTo>
                  <a:pt x="837419" y="90791"/>
                  <a:pt x="840753" y="100900"/>
                  <a:pt x="840753" y="103141"/>
                </a:cubicBezTo>
                <a:lnTo>
                  <a:pt x="841554" y="103141"/>
                </a:lnTo>
                <a:cubicBezTo>
                  <a:pt x="841554" y="99887"/>
                  <a:pt x="844448" y="89951"/>
                  <a:pt x="850236" y="73334"/>
                </a:cubicBezTo>
                <a:cubicBezTo>
                  <a:pt x="856024" y="56717"/>
                  <a:pt x="858918" y="46328"/>
                  <a:pt x="858918" y="42167"/>
                </a:cubicBezTo>
                <a:lnTo>
                  <a:pt x="872601" y="42167"/>
                </a:lnTo>
                <a:close/>
                <a:moveTo>
                  <a:pt x="1102576" y="114827"/>
                </a:moveTo>
                <a:lnTo>
                  <a:pt x="1090654" y="115227"/>
                </a:lnTo>
                <a:cubicBezTo>
                  <a:pt x="1090227" y="112933"/>
                  <a:pt x="1090013" y="110506"/>
                  <a:pt x="1090013" y="107945"/>
                </a:cubicBezTo>
                <a:lnTo>
                  <a:pt x="1089133" y="107945"/>
                </a:lnTo>
                <a:cubicBezTo>
                  <a:pt x="1083532" y="114027"/>
                  <a:pt x="1075210" y="117067"/>
                  <a:pt x="1064167" y="117067"/>
                </a:cubicBezTo>
                <a:cubicBezTo>
                  <a:pt x="1054032" y="117067"/>
                  <a:pt x="1045963" y="113386"/>
                  <a:pt x="1039962" y="106025"/>
                </a:cubicBezTo>
                <a:cubicBezTo>
                  <a:pt x="1033960" y="98663"/>
                  <a:pt x="1030960" y="89781"/>
                  <a:pt x="1030960" y="79378"/>
                </a:cubicBezTo>
                <a:cubicBezTo>
                  <a:pt x="1030960" y="67589"/>
                  <a:pt x="1034294" y="57427"/>
                  <a:pt x="1040962" y="48891"/>
                </a:cubicBezTo>
                <a:cubicBezTo>
                  <a:pt x="1047630" y="40356"/>
                  <a:pt x="1057019" y="36088"/>
                  <a:pt x="1069128" y="36088"/>
                </a:cubicBezTo>
                <a:cubicBezTo>
                  <a:pt x="1077771" y="36088"/>
                  <a:pt x="1083959" y="37849"/>
                  <a:pt x="1087693" y="41370"/>
                </a:cubicBezTo>
                <a:lnTo>
                  <a:pt x="1088333" y="41370"/>
                </a:lnTo>
                <a:cubicBezTo>
                  <a:pt x="1088333" y="28140"/>
                  <a:pt x="1087960" y="15150"/>
                  <a:pt x="1087213" y="2401"/>
                </a:cubicBezTo>
                <a:lnTo>
                  <a:pt x="1102416" y="1840"/>
                </a:lnTo>
                <a:cubicBezTo>
                  <a:pt x="1101403" y="15390"/>
                  <a:pt x="1100896" y="33128"/>
                  <a:pt x="1100896" y="55053"/>
                </a:cubicBezTo>
                <a:cubicBezTo>
                  <a:pt x="1100896" y="77351"/>
                  <a:pt x="1101456" y="97276"/>
                  <a:pt x="1102576" y="114827"/>
                </a:cubicBezTo>
                <a:moveTo>
                  <a:pt x="1089693" y="99063"/>
                </a:moveTo>
                <a:cubicBezTo>
                  <a:pt x="1089693" y="82473"/>
                  <a:pt x="1089240" y="66495"/>
                  <a:pt x="1088333" y="51132"/>
                </a:cubicBezTo>
                <a:cubicBezTo>
                  <a:pt x="1084012" y="47558"/>
                  <a:pt x="1078624" y="45771"/>
                  <a:pt x="1072169" y="45771"/>
                </a:cubicBezTo>
                <a:cubicBezTo>
                  <a:pt x="1063154" y="45771"/>
                  <a:pt x="1056406" y="48771"/>
                  <a:pt x="1051924" y="54773"/>
                </a:cubicBezTo>
                <a:cubicBezTo>
                  <a:pt x="1047443" y="60774"/>
                  <a:pt x="1045203" y="68309"/>
                  <a:pt x="1045203" y="77378"/>
                </a:cubicBezTo>
                <a:cubicBezTo>
                  <a:pt x="1045203" y="85487"/>
                  <a:pt x="1047323" y="92315"/>
                  <a:pt x="1051564" y="97863"/>
                </a:cubicBezTo>
                <a:cubicBezTo>
                  <a:pt x="1055805" y="103411"/>
                  <a:pt x="1061687" y="106185"/>
                  <a:pt x="1069209" y="106185"/>
                </a:cubicBezTo>
                <a:cubicBezTo>
                  <a:pt x="1078651" y="106185"/>
                  <a:pt x="1085479" y="103811"/>
                  <a:pt x="1089693" y="99063"/>
                </a:cubicBezTo>
                <a:close/>
                <a:moveTo>
                  <a:pt x="1183827" y="114907"/>
                </a:moveTo>
                <a:lnTo>
                  <a:pt x="1171264" y="115387"/>
                </a:lnTo>
                <a:cubicBezTo>
                  <a:pt x="1170624" y="112773"/>
                  <a:pt x="1170304" y="110292"/>
                  <a:pt x="1170304" y="107945"/>
                </a:cubicBezTo>
                <a:lnTo>
                  <a:pt x="1169503" y="107945"/>
                </a:lnTo>
                <a:cubicBezTo>
                  <a:pt x="1162942" y="113920"/>
                  <a:pt x="1154007" y="116907"/>
                  <a:pt x="1142697" y="116907"/>
                </a:cubicBezTo>
                <a:cubicBezTo>
                  <a:pt x="1136562" y="116907"/>
                  <a:pt x="1131281" y="115107"/>
                  <a:pt x="1126854" y="111506"/>
                </a:cubicBezTo>
                <a:cubicBezTo>
                  <a:pt x="1122426" y="107905"/>
                  <a:pt x="1120212" y="102771"/>
                  <a:pt x="1120212" y="96102"/>
                </a:cubicBezTo>
                <a:cubicBezTo>
                  <a:pt x="1120212" y="87887"/>
                  <a:pt x="1123679" y="81286"/>
                  <a:pt x="1130614" y="76298"/>
                </a:cubicBezTo>
                <a:cubicBezTo>
                  <a:pt x="1137549" y="71310"/>
                  <a:pt x="1150432" y="68683"/>
                  <a:pt x="1169263" y="68416"/>
                </a:cubicBezTo>
                <a:cubicBezTo>
                  <a:pt x="1169423" y="67136"/>
                  <a:pt x="1169503" y="65669"/>
                  <a:pt x="1169503" y="64015"/>
                </a:cubicBezTo>
                <a:cubicBezTo>
                  <a:pt x="1169503" y="57453"/>
                  <a:pt x="1167756" y="53079"/>
                  <a:pt x="1164262" y="50892"/>
                </a:cubicBezTo>
                <a:cubicBezTo>
                  <a:pt x="1160768" y="48705"/>
                  <a:pt x="1155474" y="47611"/>
                  <a:pt x="1148379" y="47611"/>
                </a:cubicBezTo>
                <a:cubicBezTo>
                  <a:pt x="1140003" y="47611"/>
                  <a:pt x="1131761" y="48651"/>
                  <a:pt x="1123653" y="50732"/>
                </a:cubicBezTo>
                <a:lnTo>
                  <a:pt x="1125013" y="39689"/>
                </a:lnTo>
                <a:cubicBezTo>
                  <a:pt x="1133015" y="37395"/>
                  <a:pt x="1142217" y="36248"/>
                  <a:pt x="1152620" y="36248"/>
                </a:cubicBezTo>
                <a:cubicBezTo>
                  <a:pt x="1162115" y="36248"/>
                  <a:pt x="1169450" y="38209"/>
                  <a:pt x="1174625" y="42130"/>
                </a:cubicBezTo>
                <a:cubicBezTo>
                  <a:pt x="1179799" y="46051"/>
                  <a:pt x="1182386" y="52732"/>
                  <a:pt x="1182386" y="62174"/>
                </a:cubicBezTo>
                <a:cubicBezTo>
                  <a:pt x="1182386" y="64682"/>
                  <a:pt x="1182266" y="69229"/>
                  <a:pt x="1182026" y="75818"/>
                </a:cubicBezTo>
                <a:cubicBezTo>
                  <a:pt x="1181786" y="82406"/>
                  <a:pt x="1181666" y="86794"/>
                  <a:pt x="1181666" y="88981"/>
                </a:cubicBezTo>
                <a:cubicBezTo>
                  <a:pt x="1181666" y="98690"/>
                  <a:pt x="1182386" y="107332"/>
                  <a:pt x="1183827" y="114907"/>
                </a:cubicBezTo>
                <a:moveTo>
                  <a:pt x="1169664" y="99383"/>
                </a:moveTo>
                <a:cubicBezTo>
                  <a:pt x="1169397" y="91275"/>
                  <a:pt x="1169263" y="83993"/>
                  <a:pt x="1169263" y="77538"/>
                </a:cubicBezTo>
                <a:cubicBezTo>
                  <a:pt x="1159234" y="77538"/>
                  <a:pt x="1151606" y="78285"/>
                  <a:pt x="1146378" y="79779"/>
                </a:cubicBezTo>
                <a:cubicBezTo>
                  <a:pt x="1137629" y="82446"/>
                  <a:pt x="1133255" y="87540"/>
                  <a:pt x="1133255" y="95062"/>
                </a:cubicBezTo>
                <a:cubicBezTo>
                  <a:pt x="1133255" y="102317"/>
                  <a:pt x="1138376" y="105945"/>
                  <a:pt x="1148619" y="105945"/>
                </a:cubicBezTo>
                <a:cubicBezTo>
                  <a:pt x="1157421" y="105945"/>
                  <a:pt x="1164436" y="103757"/>
                  <a:pt x="1169664" y="99383"/>
                </a:cubicBezTo>
                <a:close/>
                <a:moveTo>
                  <a:pt x="1248326" y="103864"/>
                </a:moveTo>
                <a:lnTo>
                  <a:pt x="1247366" y="114267"/>
                </a:lnTo>
                <a:cubicBezTo>
                  <a:pt x="1243151" y="115814"/>
                  <a:pt x="1239177" y="116587"/>
                  <a:pt x="1235443" y="116587"/>
                </a:cubicBezTo>
                <a:cubicBezTo>
                  <a:pt x="1225841" y="116587"/>
                  <a:pt x="1219279" y="114147"/>
                  <a:pt x="1215758" y="109265"/>
                </a:cubicBezTo>
                <a:cubicBezTo>
                  <a:pt x="1212237" y="104384"/>
                  <a:pt x="1210477" y="95649"/>
                  <a:pt x="1210477" y="83059"/>
                </a:cubicBezTo>
                <a:cubicBezTo>
                  <a:pt x="1210477" y="74897"/>
                  <a:pt x="1210530" y="64255"/>
                  <a:pt x="1210637" y="51132"/>
                </a:cubicBezTo>
                <a:cubicBezTo>
                  <a:pt x="1207650" y="51132"/>
                  <a:pt x="1203249" y="51292"/>
                  <a:pt x="1197434" y="51612"/>
                </a:cubicBezTo>
                <a:lnTo>
                  <a:pt x="1197914" y="40009"/>
                </a:lnTo>
                <a:cubicBezTo>
                  <a:pt x="1202982" y="40329"/>
                  <a:pt x="1207516" y="40489"/>
                  <a:pt x="1211517" y="40489"/>
                </a:cubicBezTo>
                <a:cubicBezTo>
                  <a:pt x="1211517" y="37289"/>
                  <a:pt x="1211784" y="29687"/>
                  <a:pt x="1212317" y="17684"/>
                </a:cubicBezTo>
                <a:lnTo>
                  <a:pt x="1224880" y="16404"/>
                </a:lnTo>
                <a:cubicBezTo>
                  <a:pt x="1223973" y="27606"/>
                  <a:pt x="1223520" y="35635"/>
                  <a:pt x="1223520" y="40489"/>
                </a:cubicBezTo>
                <a:cubicBezTo>
                  <a:pt x="1228748" y="40489"/>
                  <a:pt x="1236430" y="40223"/>
                  <a:pt x="1246565" y="39689"/>
                </a:cubicBezTo>
                <a:lnTo>
                  <a:pt x="1246005" y="51612"/>
                </a:lnTo>
                <a:cubicBezTo>
                  <a:pt x="1236403" y="51292"/>
                  <a:pt x="1228695" y="51132"/>
                  <a:pt x="1222880" y="51132"/>
                </a:cubicBezTo>
                <a:cubicBezTo>
                  <a:pt x="1222773" y="59187"/>
                  <a:pt x="1222720" y="68256"/>
                  <a:pt x="1222720" y="78338"/>
                </a:cubicBezTo>
                <a:cubicBezTo>
                  <a:pt x="1222720" y="89327"/>
                  <a:pt x="1223880" y="96596"/>
                  <a:pt x="1226201" y="100143"/>
                </a:cubicBezTo>
                <a:cubicBezTo>
                  <a:pt x="1228521" y="103691"/>
                  <a:pt x="1232829" y="105465"/>
                  <a:pt x="1239124" y="105465"/>
                </a:cubicBezTo>
                <a:cubicBezTo>
                  <a:pt x="1241204" y="105465"/>
                  <a:pt x="1244271" y="104931"/>
                  <a:pt x="1248326" y="103864"/>
                </a:cubicBezTo>
                <a:close/>
                <a:moveTo>
                  <a:pt x="1324664" y="114907"/>
                </a:moveTo>
                <a:lnTo>
                  <a:pt x="1312101" y="115387"/>
                </a:lnTo>
                <a:cubicBezTo>
                  <a:pt x="1311461" y="112773"/>
                  <a:pt x="1311141" y="110292"/>
                  <a:pt x="1311141" y="107945"/>
                </a:cubicBezTo>
                <a:lnTo>
                  <a:pt x="1310340" y="107945"/>
                </a:lnTo>
                <a:cubicBezTo>
                  <a:pt x="1303779" y="113920"/>
                  <a:pt x="1294843" y="116907"/>
                  <a:pt x="1283534" y="116907"/>
                </a:cubicBezTo>
                <a:cubicBezTo>
                  <a:pt x="1277399" y="116907"/>
                  <a:pt x="1272118" y="115107"/>
                  <a:pt x="1267691" y="111506"/>
                </a:cubicBezTo>
                <a:cubicBezTo>
                  <a:pt x="1263263" y="107905"/>
                  <a:pt x="1261049" y="102771"/>
                  <a:pt x="1261049" y="96102"/>
                </a:cubicBezTo>
                <a:cubicBezTo>
                  <a:pt x="1261049" y="87887"/>
                  <a:pt x="1264516" y="81286"/>
                  <a:pt x="1271451" y="76298"/>
                </a:cubicBezTo>
                <a:cubicBezTo>
                  <a:pt x="1278386" y="71310"/>
                  <a:pt x="1291269" y="68683"/>
                  <a:pt x="1310100" y="68416"/>
                </a:cubicBezTo>
                <a:cubicBezTo>
                  <a:pt x="1310260" y="67136"/>
                  <a:pt x="1310340" y="65669"/>
                  <a:pt x="1310340" y="64015"/>
                </a:cubicBezTo>
                <a:cubicBezTo>
                  <a:pt x="1310340" y="57453"/>
                  <a:pt x="1308593" y="53079"/>
                  <a:pt x="1305099" y="50892"/>
                </a:cubicBezTo>
                <a:cubicBezTo>
                  <a:pt x="1301605" y="48705"/>
                  <a:pt x="1296311" y="47611"/>
                  <a:pt x="1289216" y="47611"/>
                </a:cubicBezTo>
                <a:cubicBezTo>
                  <a:pt x="1280840" y="47611"/>
                  <a:pt x="1272598" y="48651"/>
                  <a:pt x="1264490" y="50732"/>
                </a:cubicBezTo>
                <a:lnTo>
                  <a:pt x="1265850" y="39689"/>
                </a:lnTo>
                <a:cubicBezTo>
                  <a:pt x="1273852" y="37395"/>
                  <a:pt x="1283054" y="36248"/>
                  <a:pt x="1293457" y="36248"/>
                </a:cubicBezTo>
                <a:cubicBezTo>
                  <a:pt x="1302952" y="36248"/>
                  <a:pt x="1310287" y="38209"/>
                  <a:pt x="1315462" y="42130"/>
                </a:cubicBezTo>
                <a:cubicBezTo>
                  <a:pt x="1320636" y="46051"/>
                  <a:pt x="1323223" y="52732"/>
                  <a:pt x="1323223" y="62174"/>
                </a:cubicBezTo>
                <a:cubicBezTo>
                  <a:pt x="1323223" y="64682"/>
                  <a:pt x="1323103" y="69229"/>
                  <a:pt x="1322863" y="75818"/>
                </a:cubicBezTo>
                <a:cubicBezTo>
                  <a:pt x="1322623" y="82406"/>
                  <a:pt x="1322503" y="86794"/>
                  <a:pt x="1322503" y="88981"/>
                </a:cubicBezTo>
                <a:cubicBezTo>
                  <a:pt x="1322503" y="98690"/>
                  <a:pt x="1323223" y="107332"/>
                  <a:pt x="1324664" y="114907"/>
                </a:cubicBezTo>
                <a:moveTo>
                  <a:pt x="1310500" y="99383"/>
                </a:moveTo>
                <a:cubicBezTo>
                  <a:pt x="1310234" y="91275"/>
                  <a:pt x="1310100" y="83993"/>
                  <a:pt x="1310100" y="77538"/>
                </a:cubicBezTo>
                <a:cubicBezTo>
                  <a:pt x="1300071" y="77538"/>
                  <a:pt x="1292443" y="78285"/>
                  <a:pt x="1287215" y="79779"/>
                </a:cubicBezTo>
                <a:cubicBezTo>
                  <a:pt x="1278466" y="82446"/>
                  <a:pt x="1274092" y="87540"/>
                  <a:pt x="1274092" y="95062"/>
                </a:cubicBezTo>
                <a:cubicBezTo>
                  <a:pt x="1274092" y="102317"/>
                  <a:pt x="1279213" y="105945"/>
                  <a:pt x="1289456" y="105945"/>
                </a:cubicBezTo>
                <a:cubicBezTo>
                  <a:pt x="1298258" y="105945"/>
                  <a:pt x="1305273" y="103757"/>
                  <a:pt x="1310500" y="99383"/>
                </a:cubicBezTo>
                <a:close/>
                <a:moveTo>
                  <a:pt x="1425959" y="1360"/>
                </a:moveTo>
                <a:lnTo>
                  <a:pt x="1423639" y="11923"/>
                </a:lnTo>
                <a:cubicBezTo>
                  <a:pt x="1420438" y="11123"/>
                  <a:pt x="1417237" y="10722"/>
                  <a:pt x="1414036" y="10722"/>
                </a:cubicBezTo>
                <a:cubicBezTo>
                  <a:pt x="1409129" y="10722"/>
                  <a:pt x="1405808" y="12656"/>
                  <a:pt x="1404074" y="16524"/>
                </a:cubicBezTo>
                <a:cubicBezTo>
                  <a:pt x="1402340" y="20391"/>
                  <a:pt x="1401474" y="28380"/>
                  <a:pt x="1401474" y="40489"/>
                </a:cubicBezTo>
                <a:cubicBezTo>
                  <a:pt x="1406755" y="40489"/>
                  <a:pt x="1414143" y="40223"/>
                  <a:pt x="1423639" y="39689"/>
                </a:cubicBezTo>
                <a:lnTo>
                  <a:pt x="1423159" y="51612"/>
                </a:lnTo>
                <a:cubicBezTo>
                  <a:pt x="1412383" y="51292"/>
                  <a:pt x="1405154" y="51132"/>
                  <a:pt x="1401474" y="51132"/>
                </a:cubicBezTo>
                <a:cubicBezTo>
                  <a:pt x="1401474" y="75404"/>
                  <a:pt x="1401794" y="96662"/>
                  <a:pt x="1402434" y="114907"/>
                </a:cubicBezTo>
                <a:lnTo>
                  <a:pt x="1388110" y="114907"/>
                </a:lnTo>
                <a:cubicBezTo>
                  <a:pt x="1388857" y="97143"/>
                  <a:pt x="1389231" y="75884"/>
                  <a:pt x="1389231" y="51132"/>
                </a:cubicBezTo>
                <a:cubicBezTo>
                  <a:pt x="1385977" y="51132"/>
                  <a:pt x="1380295" y="51292"/>
                  <a:pt x="1372187" y="51612"/>
                </a:cubicBezTo>
                <a:lnTo>
                  <a:pt x="1372747" y="39849"/>
                </a:lnTo>
                <a:cubicBezTo>
                  <a:pt x="1380109" y="40276"/>
                  <a:pt x="1385603" y="40489"/>
                  <a:pt x="1389231" y="40489"/>
                </a:cubicBezTo>
                <a:cubicBezTo>
                  <a:pt x="1389231" y="26353"/>
                  <a:pt x="1391204" y="16070"/>
                  <a:pt x="1395152" y="9642"/>
                </a:cubicBezTo>
                <a:cubicBezTo>
                  <a:pt x="1399100" y="3214"/>
                  <a:pt x="1405394" y="0"/>
                  <a:pt x="1414036" y="0"/>
                </a:cubicBezTo>
                <a:cubicBezTo>
                  <a:pt x="1417824" y="0"/>
                  <a:pt x="1421798" y="453"/>
                  <a:pt x="1425959" y="1360"/>
                </a:cubicBezTo>
                <a:close/>
                <a:moveTo>
                  <a:pt x="1452757" y="114907"/>
                </a:moveTo>
                <a:lnTo>
                  <a:pt x="1437394" y="114907"/>
                </a:lnTo>
                <a:cubicBezTo>
                  <a:pt x="1438354" y="97303"/>
                  <a:pt x="1438834" y="77405"/>
                  <a:pt x="1438834" y="55213"/>
                </a:cubicBezTo>
                <a:cubicBezTo>
                  <a:pt x="1438834" y="33661"/>
                  <a:pt x="1438061" y="16030"/>
                  <a:pt x="1436513" y="2321"/>
                </a:cubicBezTo>
                <a:lnTo>
                  <a:pt x="1452757" y="1520"/>
                </a:lnTo>
                <a:cubicBezTo>
                  <a:pt x="1451744" y="16030"/>
                  <a:pt x="1451237" y="33928"/>
                  <a:pt x="1451237" y="55213"/>
                </a:cubicBezTo>
                <a:cubicBezTo>
                  <a:pt x="1451237" y="77138"/>
                  <a:pt x="1451744" y="97036"/>
                  <a:pt x="1452757" y="114907"/>
                </a:cubicBezTo>
                <a:close/>
                <a:moveTo>
                  <a:pt x="1547850" y="74577"/>
                </a:moveTo>
                <a:cubicBezTo>
                  <a:pt x="1547850" y="88234"/>
                  <a:pt x="1543929" y="98890"/>
                  <a:pt x="1536087" y="106545"/>
                </a:cubicBezTo>
                <a:cubicBezTo>
                  <a:pt x="1528245" y="114200"/>
                  <a:pt x="1519016" y="118027"/>
                  <a:pt x="1508400" y="118027"/>
                </a:cubicBezTo>
                <a:cubicBezTo>
                  <a:pt x="1498478" y="118027"/>
                  <a:pt x="1489956" y="114640"/>
                  <a:pt x="1482835" y="107865"/>
                </a:cubicBezTo>
                <a:cubicBezTo>
                  <a:pt x="1475713" y="101090"/>
                  <a:pt x="1472152" y="91541"/>
                  <a:pt x="1472152" y="79218"/>
                </a:cubicBezTo>
                <a:cubicBezTo>
                  <a:pt x="1472152" y="65455"/>
                  <a:pt x="1476086" y="54706"/>
                  <a:pt x="1483955" y="46971"/>
                </a:cubicBezTo>
                <a:cubicBezTo>
                  <a:pt x="1491823" y="39236"/>
                  <a:pt x="1501065" y="35368"/>
                  <a:pt x="1511681" y="35368"/>
                </a:cubicBezTo>
                <a:cubicBezTo>
                  <a:pt x="1521604" y="35368"/>
                  <a:pt x="1530112" y="38796"/>
                  <a:pt x="1537207" y="45651"/>
                </a:cubicBezTo>
                <a:cubicBezTo>
                  <a:pt x="1544302" y="52506"/>
                  <a:pt x="1547850" y="62148"/>
                  <a:pt x="1547850" y="74577"/>
                </a:cubicBezTo>
                <a:moveTo>
                  <a:pt x="1534006" y="77378"/>
                </a:moveTo>
                <a:cubicBezTo>
                  <a:pt x="1534006" y="69056"/>
                  <a:pt x="1531913" y="61654"/>
                  <a:pt x="1527725" y="55173"/>
                </a:cubicBezTo>
                <a:cubicBezTo>
                  <a:pt x="1523537" y="48691"/>
                  <a:pt x="1517576" y="45451"/>
                  <a:pt x="1509841" y="45451"/>
                </a:cubicBezTo>
                <a:cubicBezTo>
                  <a:pt x="1502159" y="45451"/>
                  <a:pt x="1496251" y="48518"/>
                  <a:pt x="1492117" y="54653"/>
                </a:cubicBezTo>
                <a:cubicBezTo>
                  <a:pt x="1487982" y="60787"/>
                  <a:pt x="1485915" y="67909"/>
                  <a:pt x="1485915" y="76018"/>
                </a:cubicBezTo>
                <a:cubicBezTo>
                  <a:pt x="1485915" y="84393"/>
                  <a:pt x="1488009" y="91808"/>
                  <a:pt x="1492197" y="98263"/>
                </a:cubicBezTo>
                <a:cubicBezTo>
                  <a:pt x="1496384" y="104718"/>
                  <a:pt x="1502372" y="107945"/>
                  <a:pt x="1510161" y="107945"/>
                </a:cubicBezTo>
                <a:cubicBezTo>
                  <a:pt x="1517843" y="107945"/>
                  <a:pt x="1523737" y="104864"/>
                  <a:pt x="1527845" y="98703"/>
                </a:cubicBezTo>
                <a:cubicBezTo>
                  <a:pt x="1531953" y="92542"/>
                  <a:pt x="1534006" y="85433"/>
                  <a:pt x="1534006" y="77378"/>
                </a:cubicBezTo>
                <a:close/>
                <a:moveTo>
                  <a:pt x="1678309" y="38889"/>
                </a:moveTo>
                <a:cubicBezTo>
                  <a:pt x="1678309" y="42090"/>
                  <a:pt x="1673734" y="54639"/>
                  <a:pt x="1664586" y="76538"/>
                </a:cubicBezTo>
                <a:cubicBezTo>
                  <a:pt x="1655437" y="98436"/>
                  <a:pt x="1650862" y="111226"/>
                  <a:pt x="1650862" y="114907"/>
                </a:cubicBezTo>
                <a:lnTo>
                  <a:pt x="1639980" y="114907"/>
                </a:lnTo>
                <a:cubicBezTo>
                  <a:pt x="1639980" y="112880"/>
                  <a:pt x="1637286" y="105118"/>
                  <a:pt x="1631898" y="91621"/>
                </a:cubicBezTo>
                <a:cubicBezTo>
                  <a:pt x="1625283" y="75031"/>
                  <a:pt x="1620589" y="62068"/>
                  <a:pt x="1617815" y="52732"/>
                </a:cubicBezTo>
                <a:lnTo>
                  <a:pt x="1617175" y="52732"/>
                </a:lnTo>
                <a:cubicBezTo>
                  <a:pt x="1614614" y="61748"/>
                  <a:pt x="1610240" y="74737"/>
                  <a:pt x="1604052" y="91701"/>
                </a:cubicBezTo>
                <a:cubicBezTo>
                  <a:pt x="1599144" y="105144"/>
                  <a:pt x="1596690" y="112880"/>
                  <a:pt x="1596690" y="114907"/>
                </a:cubicBezTo>
                <a:lnTo>
                  <a:pt x="1585727" y="114907"/>
                </a:lnTo>
                <a:cubicBezTo>
                  <a:pt x="1585727" y="111813"/>
                  <a:pt x="1581406" y="98996"/>
                  <a:pt x="1572764" y="76458"/>
                </a:cubicBezTo>
                <a:cubicBezTo>
                  <a:pt x="1564122" y="53919"/>
                  <a:pt x="1559801" y="41396"/>
                  <a:pt x="1559801" y="38889"/>
                </a:cubicBezTo>
                <a:lnTo>
                  <a:pt x="1574045" y="38889"/>
                </a:lnTo>
                <a:cubicBezTo>
                  <a:pt x="1574045" y="41663"/>
                  <a:pt x="1577152" y="51799"/>
                  <a:pt x="1583367" y="69296"/>
                </a:cubicBezTo>
                <a:cubicBezTo>
                  <a:pt x="1589582" y="86794"/>
                  <a:pt x="1592689" y="96983"/>
                  <a:pt x="1592689" y="99863"/>
                </a:cubicBezTo>
                <a:lnTo>
                  <a:pt x="1593569" y="99863"/>
                </a:lnTo>
                <a:cubicBezTo>
                  <a:pt x="1593569" y="95489"/>
                  <a:pt x="1596783" y="84940"/>
                  <a:pt x="1603211" y="68216"/>
                </a:cubicBezTo>
                <a:cubicBezTo>
                  <a:pt x="1609640" y="51492"/>
                  <a:pt x="1612854" y="41716"/>
                  <a:pt x="1612854" y="38889"/>
                </a:cubicBezTo>
                <a:lnTo>
                  <a:pt x="1626457" y="38889"/>
                </a:lnTo>
                <a:cubicBezTo>
                  <a:pt x="1626457" y="41343"/>
                  <a:pt x="1629791" y="51559"/>
                  <a:pt x="1636459" y="69536"/>
                </a:cubicBezTo>
                <a:cubicBezTo>
                  <a:pt x="1643127" y="87514"/>
                  <a:pt x="1646461" y="97623"/>
                  <a:pt x="1646461" y="99863"/>
                </a:cubicBezTo>
                <a:lnTo>
                  <a:pt x="1647262" y="99863"/>
                </a:lnTo>
                <a:cubicBezTo>
                  <a:pt x="1647262" y="96609"/>
                  <a:pt x="1650156" y="86674"/>
                  <a:pt x="1655944" y="70056"/>
                </a:cubicBezTo>
                <a:cubicBezTo>
                  <a:pt x="1661732" y="53439"/>
                  <a:pt x="1664626" y="43050"/>
                  <a:pt x="1664626" y="38889"/>
                </a:cubicBezTo>
                <a:lnTo>
                  <a:pt x="1678309" y="38889"/>
                </a:lnTo>
                <a:close/>
                <a:moveTo>
                  <a:pt x="1938962" y="75131"/>
                </a:moveTo>
                <a:cubicBezTo>
                  <a:pt x="1938962" y="66596"/>
                  <a:pt x="1937482" y="60955"/>
                  <a:pt x="1934521" y="58207"/>
                </a:cubicBezTo>
                <a:cubicBezTo>
                  <a:pt x="1931560" y="55460"/>
                  <a:pt x="1926693" y="54086"/>
                  <a:pt x="1919918" y="54086"/>
                </a:cubicBezTo>
                <a:cubicBezTo>
                  <a:pt x="1914210" y="54086"/>
                  <a:pt x="1908315" y="56887"/>
                  <a:pt x="1902234" y="62488"/>
                </a:cubicBezTo>
                <a:cubicBezTo>
                  <a:pt x="1902020" y="68997"/>
                  <a:pt x="1901914" y="75371"/>
                  <a:pt x="1901914" y="81613"/>
                </a:cubicBezTo>
                <a:cubicBezTo>
                  <a:pt x="1901914" y="90522"/>
                  <a:pt x="1902074" y="103805"/>
                  <a:pt x="1902394" y="121462"/>
                </a:cubicBezTo>
                <a:lnTo>
                  <a:pt x="1887830" y="121462"/>
                </a:lnTo>
                <a:cubicBezTo>
                  <a:pt x="1889004" y="106259"/>
                  <a:pt x="1889591" y="90815"/>
                  <a:pt x="1889591" y="75131"/>
                </a:cubicBezTo>
                <a:cubicBezTo>
                  <a:pt x="1889591" y="66596"/>
                  <a:pt x="1888110" y="60955"/>
                  <a:pt x="1885150" y="58207"/>
                </a:cubicBezTo>
                <a:cubicBezTo>
                  <a:pt x="1882189" y="55460"/>
                  <a:pt x="1877455" y="54086"/>
                  <a:pt x="1870946" y="54086"/>
                </a:cubicBezTo>
                <a:cubicBezTo>
                  <a:pt x="1864278" y="54086"/>
                  <a:pt x="1858037" y="56887"/>
                  <a:pt x="1852222" y="62488"/>
                </a:cubicBezTo>
                <a:cubicBezTo>
                  <a:pt x="1852222" y="79399"/>
                  <a:pt x="1852329" y="99057"/>
                  <a:pt x="1852542" y="121462"/>
                </a:cubicBezTo>
                <a:lnTo>
                  <a:pt x="1837979" y="121462"/>
                </a:lnTo>
                <a:cubicBezTo>
                  <a:pt x="1838992" y="103325"/>
                  <a:pt x="1839499" y="90202"/>
                  <a:pt x="1839499" y="82093"/>
                </a:cubicBezTo>
                <a:cubicBezTo>
                  <a:pt x="1839499" y="69770"/>
                  <a:pt x="1838299" y="57661"/>
                  <a:pt x="1835898" y="45765"/>
                </a:cubicBezTo>
                <a:lnTo>
                  <a:pt x="1849981" y="43764"/>
                </a:lnTo>
                <a:lnTo>
                  <a:pt x="1851422" y="53446"/>
                </a:lnTo>
                <a:lnTo>
                  <a:pt x="1852222" y="53446"/>
                </a:lnTo>
                <a:cubicBezTo>
                  <a:pt x="1859157" y="46351"/>
                  <a:pt x="1866865" y="42804"/>
                  <a:pt x="1875347" y="42804"/>
                </a:cubicBezTo>
                <a:cubicBezTo>
                  <a:pt x="1887990" y="42804"/>
                  <a:pt x="1896126" y="46351"/>
                  <a:pt x="1899753" y="53446"/>
                </a:cubicBezTo>
                <a:lnTo>
                  <a:pt x="1900633" y="53446"/>
                </a:lnTo>
                <a:cubicBezTo>
                  <a:pt x="1908688" y="46351"/>
                  <a:pt x="1916637" y="42804"/>
                  <a:pt x="1924479" y="42804"/>
                </a:cubicBezTo>
                <a:cubicBezTo>
                  <a:pt x="1933441" y="42804"/>
                  <a:pt x="1940216" y="44778"/>
                  <a:pt x="1944804" y="48725"/>
                </a:cubicBezTo>
                <a:cubicBezTo>
                  <a:pt x="1949391" y="52673"/>
                  <a:pt x="1951685" y="59634"/>
                  <a:pt x="1951685" y="69610"/>
                </a:cubicBezTo>
                <a:cubicBezTo>
                  <a:pt x="1951685" y="70624"/>
                  <a:pt x="1951632" y="72624"/>
                  <a:pt x="1951525" y="75611"/>
                </a:cubicBezTo>
                <a:cubicBezTo>
                  <a:pt x="1951418" y="78599"/>
                  <a:pt x="1951365" y="80599"/>
                  <a:pt x="1951365" y="81613"/>
                </a:cubicBezTo>
                <a:cubicBezTo>
                  <a:pt x="1951365" y="90522"/>
                  <a:pt x="1951472" y="103805"/>
                  <a:pt x="1951685" y="121462"/>
                </a:cubicBezTo>
                <a:lnTo>
                  <a:pt x="1937122" y="121462"/>
                </a:lnTo>
                <a:cubicBezTo>
                  <a:pt x="1938349" y="107486"/>
                  <a:pt x="1938962" y="92042"/>
                  <a:pt x="1938962" y="75131"/>
                </a:cubicBezTo>
                <a:close/>
                <a:moveTo>
                  <a:pt x="2033752" y="121462"/>
                </a:moveTo>
                <a:lnTo>
                  <a:pt x="2021189" y="121942"/>
                </a:lnTo>
                <a:cubicBezTo>
                  <a:pt x="2020549" y="119328"/>
                  <a:pt x="2020229" y="116848"/>
                  <a:pt x="2020229" y="114501"/>
                </a:cubicBezTo>
                <a:lnTo>
                  <a:pt x="2019429" y="114501"/>
                </a:lnTo>
                <a:cubicBezTo>
                  <a:pt x="2012867" y="120475"/>
                  <a:pt x="2003932" y="123463"/>
                  <a:pt x="1992623" y="123463"/>
                </a:cubicBezTo>
                <a:cubicBezTo>
                  <a:pt x="1986488" y="123463"/>
                  <a:pt x="1981207" y="121662"/>
                  <a:pt x="1976779" y="118061"/>
                </a:cubicBezTo>
                <a:cubicBezTo>
                  <a:pt x="1972351" y="114461"/>
                  <a:pt x="1970137" y="109326"/>
                  <a:pt x="1970137" y="102658"/>
                </a:cubicBezTo>
                <a:cubicBezTo>
                  <a:pt x="1970137" y="94443"/>
                  <a:pt x="1973605" y="87841"/>
                  <a:pt x="1980540" y="82853"/>
                </a:cubicBezTo>
                <a:cubicBezTo>
                  <a:pt x="1987475" y="77865"/>
                  <a:pt x="2000358" y="75238"/>
                  <a:pt x="2019189" y="74971"/>
                </a:cubicBezTo>
                <a:cubicBezTo>
                  <a:pt x="2019349" y="73691"/>
                  <a:pt x="2019429" y="72224"/>
                  <a:pt x="2019429" y="70570"/>
                </a:cubicBezTo>
                <a:cubicBezTo>
                  <a:pt x="2019429" y="64009"/>
                  <a:pt x="2017682" y="59634"/>
                  <a:pt x="2014188" y="57447"/>
                </a:cubicBezTo>
                <a:cubicBezTo>
                  <a:pt x="2010694" y="55260"/>
                  <a:pt x="2005399" y="54166"/>
                  <a:pt x="1998304" y="54166"/>
                </a:cubicBezTo>
                <a:cubicBezTo>
                  <a:pt x="1989929" y="54166"/>
                  <a:pt x="1981687" y="55207"/>
                  <a:pt x="1973578" y="57287"/>
                </a:cubicBezTo>
                <a:lnTo>
                  <a:pt x="1974939" y="46245"/>
                </a:lnTo>
                <a:cubicBezTo>
                  <a:pt x="1982940" y="43951"/>
                  <a:pt x="1992143" y="42804"/>
                  <a:pt x="2002545" y="42804"/>
                </a:cubicBezTo>
                <a:cubicBezTo>
                  <a:pt x="2012041" y="42804"/>
                  <a:pt x="2019376" y="44764"/>
                  <a:pt x="2024550" y="48685"/>
                </a:cubicBezTo>
                <a:cubicBezTo>
                  <a:pt x="2029725" y="52606"/>
                  <a:pt x="2032312" y="59288"/>
                  <a:pt x="2032312" y="68730"/>
                </a:cubicBezTo>
                <a:cubicBezTo>
                  <a:pt x="2032312" y="71237"/>
                  <a:pt x="2032192" y="75785"/>
                  <a:pt x="2031952" y="82373"/>
                </a:cubicBezTo>
                <a:cubicBezTo>
                  <a:pt x="2031712" y="88961"/>
                  <a:pt x="2031592" y="93349"/>
                  <a:pt x="2031592" y="95536"/>
                </a:cubicBezTo>
                <a:cubicBezTo>
                  <a:pt x="2031592" y="105245"/>
                  <a:pt x="2032312" y="113887"/>
                  <a:pt x="2033752" y="121462"/>
                </a:cubicBezTo>
                <a:moveTo>
                  <a:pt x="2019589" y="105939"/>
                </a:moveTo>
                <a:cubicBezTo>
                  <a:pt x="2019322" y="97830"/>
                  <a:pt x="2019189" y="90548"/>
                  <a:pt x="2019189" y="84093"/>
                </a:cubicBezTo>
                <a:cubicBezTo>
                  <a:pt x="2009160" y="84093"/>
                  <a:pt x="2001531" y="84840"/>
                  <a:pt x="1996304" y="86334"/>
                </a:cubicBezTo>
                <a:cubicBezTo>
                  <a:pt x="1987555" y="89001"/>
                  <a:pt x="1983181" y="94096"/>
                  <a:pt x="1983181" y="101618"/>
                </a:cubicBezTo>
                <a:cubicBezTo>
                  <a:pt x="1983181" y="108873"/>
                  <a:pt x="1988302" y="112500"/>
                  <a:pt x="1998544" y="112500"/>
                </a:cubicBezTo>
                <a:cubicBezTo>
                  <a:pt x="2007346" y="112500"/>
                  <a:pt x="2014361" y="110313"/>
                  <a:pt x="2019589" y="105939"/>
                </a:cubicBezTo>
                <a:close/>
                <a:moveTo>
                  <a:pt x="2122226" y="121462"/>
                </a:moveTo>
                <a:lnTo>
                  <a:pt x="2107662" y="121462"/>
                </a:lnTo>
                <a:cubicBezTo>
                  <a:pt x="2108836" y="107432"/>
                  <a:pt x="2109423" y="92122"/>
                  <a:pt x="2109423" y="75531"/>
                </a:cubicBezTo>
                <a:cubicBezTo>
                  <a:pt x="2109423" y="67316"/>
                  <a:pt x="2107756" y="61702"/>
                  <a:pt x="2104422" y="58688"/>
                </a:cubicBezTo>
                <a:cubicBezTo>
                  <a:pt x="2101088" y="55673"/>
                  <a:pt x="2096327" y="54166"/>
                  <a:pt x="2090138" y="54166"/>
                </a:cubicBezTo>
                <a:cubicBezTo>
                  <a:pt x="2082563" y="54166"/>
                  <a:pt x="2075575" y="56914"/>
                  <a:pt x="2069174" y="62408"/>
                </a:cubicBezTo>
                <a:cubicBezTo>
                  <a:pt x="2069174" y="80599"/>
                  <a:pt x="2069280" y="100284"/>
                  <a:pt x="2069494" y="121462"/>
                </a:cubicBezTo>
                <a:lnTo>
                  <a:pt x="2054930" y="121462"/>
                </a:lnTo>
                <a:cubicBezTo>
                  <a:pt x="2055837" y="103325"/>
                  <a:pt x="2056291" y="90202"/>
                  <a:pt x="2056291" y="82093"/>
                </a:cubicBezTo>
                <a:cubicBezTo>
                  <a:pt x="2056291" y="69610"/>
                  <a:pt x="2055117" y="57501"/>
                  <a:pt x="2052770" y="45765"/>
                </a:cubicBezTo>
                <a:lnTo>
                  <a:pt x="2066853" y="43764"/>
                </a:lnTo>
                <a:lnTo>
                  <a:pt x="2068373" y="53526"/>
                </a:lnTo>
                <a:lnTo>
                  <a:pt x="2069013" y="53526"/>
                </a:lnTo>
                <a:cubicBezTo>
                  <a:pt x="2076909" y="46378"/>
                  <a:pt x="2085364" y="42804"/>
                  <a:pt x="2094379" y="42804"/>
                </a:cubicBezTo>
                <a:cubicBezTo>
                  <a:pt x="2103235" y="42804"/>
                  <a:pt x="2110090" y="44764"/>
                  <a:pt x="2114944" y="48685"/>
                </a:cubicBezTo>
                <a:cubicBezTo>
                  <a:pt x="2119799" y="52606"/>
                  <a:pt x="2122226" y="59581"/>
                  <a:pt x="2122226" y="69610"/>
                </a:cubicBezTo>
                <a:cubicBezTo>
                  <a:pt x="2122226" y="70624"/>
                  <a:pt x="2122173" y="72624"/>
                  <a:pt x="2122066" y="75611"/>
                </a:cubicBezTo>
                <a:cubicBezTo>
                  <a:pt x="2121959" y="78599"/>
                  <a:pt x="2121906" y="80599"/>
                  <a:pt x="2121906" y="81613"/>
                </a:cubicBezTo>
                <a:cubicBezTo>
                  <a:pt x="2121906" y="90522"/>
                  <a:pt x="2122012" y="103805"/>
                  <a:pt x="2122226" y="121462"/>
                </a:cubicBezTo>
                <a:close/>
                <a:moveTo>
                  <a:pt x="2204677" y="121462"/>
                </a:moveTo>
                <a:lnTo>
                  <a:pt x="2192114" y="121942"/>
                </a:lnTo>
                <a:cubicBezTo>
                  <a:pt x="2191474" y="119328"/>
                  <a:pt x="2191154" y="116848"/>
                  <a:pt x="2191154" y="114501"/>
                </a:cubicBezTo>
                <a:lnTo>
                  <a:pt x="2190354" y="114501"/>
                </a:lnTo>
                <a:cubicBezTo>
                  <a:pt x="2183792" y="120475"/>
                  <a:pt x="2174857" y="123463"/>
                  <a:pt x="2163547" y="123463"/>
                </a:cubicBezTo>
                <a:cubicBezTo>
                  <a:pt x="2157413" y="123463"/>
                  <a:pt x="2152132" y="121662"/>
                  <a:pt x="2147704" y="118061"/>
                </a:cubicBezTo>
                <a:cubicBezTo>
                  <a:pt x="2143276" y="114461"/>
                  <a:pt x="2141062" y="109326"/>
                  <a:pt x="2141062" y="102658"/>
                </a:cubicBezTo>
                <a:cubicBezTo>
                  <a:pt x="2141062" y="94443"/>
                  <a:pt x="2144530" y="87841"/>
                  <a:pt x="2151465" y="82853"/>
                </a:cubicBezTo>
                <a:cubicBezTo>
                  <a:pt x="2158400" y="77865"/>
                  <a:pt x="2171283" y="75238"/>
                  <a:pt x="2190114" y="74971"/>
                </a:cubicBezTo>
                <a:cubicBezTo>
                  <a:pt x="2190274" y="73691"/>
                  <a:pt x="2190354" y="72224"/>
                  <a:pt x="2190354" y="70570"/>
                </a:cubicBezTo>
                <a:cubicBezTo>
                  <a:pt x="2190354" y="64009"/>
                  <a:pt x="2188607" y="59634"/>
                  <a:pt x="2185113" y="57447"/>
                </a:cubicBezTo>
                <a:cubicBezTo>
                  <a:pt x="2181618" y="55260"/>
                  <a:pt x="2176324" y="54166"/>
                  <a:pt x="2169229" y="54166"/>
                </a:cubicBezTo>
                <a:cubicBezTo>
                  <a:pt x="2160854" y="54166"/>
                  <a:pt x="2152612" y="55207"/>
                  <a:pt x="2144503" y="57287"/>
                </a:cubicBezTo>
                <a:lnTo>
                  <a:pt x="2145863" y="46245"/>
                </a:lnTo>
                <a:cubicBezTo>
                  <a:pt x="2153865" y="43951"/>
                  <a:pt x="2163067" y="42804"/>
                  <a:pt x="2173470" y="42804"/>
                </a:cubicBezTo>
                <a:cubicBezTo>
                  <a:pt x="2182965" y="42804"/>
                  <a:pt x="2190300" y="44764"/>
                  <a:pt x="2195475" y="48685"/>
                </a:cubicBezTo>
                <a:cubicBezTo>
                  <a:pt x="2200649" y="52606"/>
                  <a:pt x="2203237" y="59288"/>
                  <a:pt x="2203237" y="68730"/>
                </a:cubicBezTo>
                <a:cubicBezTo>
                  <a:pt x="2203237" y="71237"/>
                  <a:pt x="2203117" y="75785"/>
                  <a:pt x="2202877" y="82373"/>
                </a:cubicBezTo>
                <a:cubicBezTo>
                  <a:pt x="2202637" y="88961"/>
                  <a:pt x="2202517" y="93349"/>
                  <a:pt x="2202517" y="95536"/>
                </a:cubicBezTo>
                <a:cubicBezTo>
                  <a:pt x="2202517" y="105245"/>
                  <a:pt x="2203237" y="113887"/>
                  <a:pt x="2204677" y="121462"/>
                </a:cubicBezTo>
                <a:moveTo>
                  <a:pt x="2190514" y="105939"/>
                </a:moveTo>
                <a:cubicBezTo>
                  <a:pt x="2190247" y="97830"/>
                  <a:pt x="2190114" y="90548"/>
                  <a:pt x="2190114" y="84093"/>
                </a:cubicBezTo>
                <a:cubicBezTo>
                  <a:pt x="2180085" y="84093"/>
                  <a:pt x="2172456" y="84840"/>
                  <a:pt x="2167228" y="86334"/>
                </a:cubicBezTo>
                <a:cubicBezTo>
                  <a:pt x="2158480" y="89001"/>
                  <a:pt x="2154105" y="94096"/>
                  <a:pt x="2154105" y="101618"/>
                </a:cubicBezTo>
                <a:cubicBezTo>
                  <a:pt x="2154105" y="108873"/>
                  <a:pt x="2159226" y="112500"/>
                  <a:pt x="2169469" y="112500"/>
                </a:cubicBezTo>
                <a:cubicBezTo>
                  <a:pt x="2178271" y="112500"/>
                  <a:pt x="2185286" y="110313"/>
                  <a:pt x="2190514" y="105939"/>
                </a:cubicBezTo>
                <a:close/>
                <a:moveTo>
                  <a:pt x="2300593" y="35362"/>
                </a:moveTo>
                <a:lnTo>
                  <a:pt x="2299312" y="46405"/>
                </a:lnTo>
                <a:cubicBezTo>
                  <a:pt x="2289390" y="46405"/>
                  <a:pt x="2283922" y="48005"/>
                  <a:pt x="2282909" y="51206"/>
                </a:cubicBezTo>
                <a:lnTo>
                  <a:pt x="2282909" y="52006"/>
                </a:lnTo>
                <a:cubicBezTo>
                  <a:pt x="2286323" y="56167"/>
                  <a:pt x="2288030" y="60915"/>
                  <a:pt x="2288030" y="66249"/>
                </a:cubicBezTo>
                <a:cubicBezTo>
                  <a:pt x="2288030" y="74571"/>
                  <a:pt x="2285296" y="81439"/>
                  <a:pt x="2279828" y="86854"/>
                </a:cubicBezTo>
                <a:cubicBezTo>
                  <a:pt x="2274360" y="92269"/>
                  <a:pt x="2265918" y="94976"/>
                  <a:pt x="2254502" y="94976"/>
                </a:cubicBezTo>
                <a:cubicBezTo>
                  <a:pt x="2249434" y="94976"/>
                  <a:pt x="2245407" y="94443"/>
                  <a:pt x="2242419" y="93376"/>
                </a:cubicBezTo>
                <a:cubicBezTo>
                  <a:pt x="2239805" y="95243"/>
                  <a:pt x="2238498" y="97563"/>
                  <a:pt x="2238498" y="100337"/>
                </a:cubicBezTo>
                <a:cubicBezTo>
                  <a:pt x="2238498" y="103751"/>
                  <a:pt x="2240045" y="106019"/>
                  <a:pt x="2243139" y="107139"/>
                </a:cubicBezTo>
                <a:cubicBezTo>
                  <a:pt x="2247087" y="108632"/>
                  <a:pt x="2255329" y="109379"/>
                  <a:pt x="2267865" y="109379"/>
                </a:cubicBezTo>
                <a:cubicBezTo>
                  <a:pt x="2288136" y="109379"/>
                  <a:pt x="2298272" y="116101"/>
                  <a:pt x="2298272" y="129544"/>
                </a:cubicBezTo>
                <a:cubicBezTo>
                  <a:pt x="2298272" y="139146"/>
                  <a:pt x="2294325" y="147095"/>
                  <a:pt x="2286429" y="153390"/>
                </a:cubicBezTo>
                <a:cubicBezTo>
                  <a:pt x="2278534" y="159684"/>
                  <a:pt x="2268319" y="162832"/>
                  <a:pt x="2255782" y="162832"/>
                </a:cubicBezTo>
                <a:cubicBezTo>
                  <a:pt x="2242926" y="162832"/>
                  <a:pt x="2233764" y="160498"/>
                  <a:pt x="2228296" y="155830"/>
                </a:cubicBezTo>
                <a:cubicBezTo>
                  <a:pt x="2222828" y="151162"/>
                  <a:pt x="2220094" y="145548"/>
                  <a:pt x="2220094" y="138986"/>
                </a:cubicBezTo>
                <a:cubicBezTo>
                  <a:pt x="2220094" y="133011"/>
                  <a:pt x="2221441" y="128210"/>
                  <a:pt x="2224135" y="124583"/>
                </a:cubicBezTo>
                <a:cubicBezTo>
                  <a:pt x="2226829" y="120955"/>
                  <a:pt x="2230176" y="118715"/>
                  <a:pt x="2234177" y="117861"/>
                </a:cubicBezTo>
                <a:lnTo>
                  <a:pt x="2234177" y="117141"/>
                </a:lnTo>
                <a:cubicBezTo>
                  <a:pt x="2229963" y="115114"/>
                  <a:pt x="2227856" y="111220"/>
                  <a:pt x="2227856" y="105458"/>
                </a:cubicBezTo>
                <a:cubicBezTo>
                  <a:pt x="2227856" y="100231"/>
                  <a:pt x="2230523" y="95643"/>
                  <a:pt x="2235858" y="91695"/>
                </a:cubicBezTo>
                <a:lnTo>
                  <a:pt x="2235858" y="91055"/>
                </a:lnTo>
                <a:cubicBezTo>
                  <a:pt x="2233030" y="89668"/>
                  <a:pt x="2230336" y="87321"/>
                  <a:pt x="2227776" y="84013"/>
                </a:cubicBezTo>
                <a:cubicBezTo>
                  <a:pt x="2225215" y="80706"/>
                  <a:pt x="2223935" y="76598"/>
                  <a:pt x="2223935" y="71691"/>
                </a:cubicBezTo>
                <a:cubicBezTo>
                  <a:pt x="2223935" y="63209"/>
                  <a:pt x="2226736" y="56300"/>
                  <a:pt x="2232337" y="50966"/>
                </a:cubicBezTo>
                <a:cubicBezTo>
                  <a:pt x="2237938" y="45631"/>
                  <a:pt x="2246047" y="42964"/>
                  <a:pt x="2256662" y="42964"/>
                </a:cubicBezTo>
                <a:cubicBezTo>
                  <a:pt x="2265358" y="42964"/>
                  <a:pt x="2272186" y="44538"/>
                  <a:pt x="2277147" y="47685"/>
                </a:cubicBezTo>
                <a:lnTo>
                  <a:pt x="2278027" y="47685"/>
                </a:lnTo>
                <a:cubicBezTo>
                  <a:pt x="2279735" y="38670"/>
                  <a:pt x="2284216" y="34162"/>
                  <a:pt x="2291471" y="34162"/>
                </a:cubicBezTo>
                <a:cubicBezTo>
                  <a:pt x="2295418" y="34162"/>
                  <a:pt x="2298459" y="34562"/>
                  <a:pt x="2300593" y="35362"/>
                </a:cubicBezTo>
                <a:moveTo>
                  <a:pt x="2286269" y="134985"/>
                </a:moveTo>
                <a:cubicBezTo>
                  <a:pt x="2286269" y="129971"/>
                  <a:pt x="2284442" y="126437"/>
                  <a:pt x="2280788" y="124383"/>
                </a:cubicBezTo>
                <a:cubicBezTo>
                  <a:pt x="2277134" y="122329"/>
                  <a:pt x="2270266" y="121302"/>
                  <a:pt x="2260183" y="121302"/>
                </a:cubicBezTo>
                <a:cubicBezTo>
                  <a:pt x="2253355" y="121302"/>
                  <a:pt x="2247114" y="120982"/>
                  <a:pt x="2241459" y="120342"/>
                </a:cubicBezTo>
                <a:cubicBezTo>
                  <a:pt x="2234951" y="123489"/>
                  <a:pt x="2231697" y="128104"/>
                  <a:pt x="2231697" y="134185"/>
                </a:cubicBezTo>
                <a:cubicBezTo>
                  <a:pt x="2231697" y="147201"/>
                  <a:pt x="2240232" y="153710"/>
                  <a:pt x="2257303" y="153710"/>
                </a:cubicBezTo>
                <a:cubicBezTo>
                  <a:pt x="2266211" y="153710"/>
                  <a:pt x="2273266" y="151976"/>
                  <a:pt x="2278468" y="148508"/>
                </a:cubicBezTo>
                <a:cubicBezTo>
                  <a:pt x="2283669" y="145041"/>
                  <a:pt x="2286269" y="140533"/>
                  <a:pt x="2286269" y="134985"/>
                </a:cubicBezTo>
                <a:moveTo>
                  <a:pt x="2275147" y="69530"/>
                </a:moveTo>
                <a:cubicBezTo>
                  <a:pt x="2275147" y="63662"/>
                  <a:pt x="2273293" y="59168"/>
                  <a:pt x="2269585" y="56047"/>
                </a:cubicBezTo>
                <a:cubicBezTo>
                  <a:pt x="2265878" y="52926"/>
                  <a:pt x="2261170" y="51366"/>
                  <a:pt x="2255462" y="51366"/>
                </a:cubicBezTo>
                <a:cubicBezTo>
                  <a:pt x="2250074" y="51366"/>
                  <a:pt x="2245567" y="52873"/>
                  <a:pt x="2241939" y="55887"/>
                </a:cubicBezTo>
                <a:cubicBezTo>
                  <a:pt x="2238312" y="58901"/>
                  <a:pt x="2236498" y="63182"/>
                  <a:pt x="2236498" y="68730"/>
                </a:cubicBezTo>
                <a:cubicBezTo>
                  <a:pt x="2236498" y="74545"/>
                  <a:pt x="2238352" y="78972"/>
                  <a:pt x="2242059" y="82013"/>
                </a:cubicBezTo>
                <a:cubicBezTo>
                  <a:pt x="2245767" y="85054"/>
                  <a:pt x="2250528" y="86574"/>
                  <a:pt x="2256342" y="86574"/>
                </a:cubicBezTo>
                <a:cubicBezTo>
                  <a:pt x="2261677" y="86574"/>
                  <a:pt x="2266145" y="85094"/>
                  <a:pt x="2269746" y="82133"/>
                </a:cubicBezTo>
                <a:cubicBezTo>
                  <a:pt x="2273346" y="79172"/>
                  <a:pt x="2275147" y="74971"/>
                  <a:pt x="2275147" y="69530"/>
                </a:cubicBezTo>
                <a:close/>
                <a:moveTo>
                  <a:pt x="2379157" y="74491"/>
                </a:moveTo>
                <a:cubicBezTo>
                  <a:pt x="2379157" y="76732"/>
                  <a:pt x="2379050" y="79826"/>
                  <a:pt x="2378837" y="83773"/>
                </a:cubicBezTo>
                <a:lnTo>
                  <a:pt x="2323864" y="84734"/>
                </a:lnTo>
                <a:cubicBezTo>
                  <a:pt x="2324397" y="92522"/>
                  <a:pt x="2327411" y="99044"/>
                  <a:pt x="2332906" y="104298"/>
                </a:cubicBezTo>
                <a:cubicBezTo>
                  <a:pt x="2338400" y="109553"/>
                  <a:pt x="2345682" y="112180"/>
                  <a:pt x="2354751" y="112180"/>
                </a:cubicBezTo>
                <a:cubicBezTo>
                  <a:pt x="2362859" y="112180"/>
                  <a:pt x="2370461" y="111193"/>
                  <a:pt x="2377556" y="109219"/>
                </a:cubicBezTo>
                <a:lnTo>
                  <a:pt x="2376196" y="120502"/>
                </a:lnTo>
                <a:cubicBezTo>
                  <a:pt x="2370968" y="122582"/>
                  <a:pt x="2363420" y="123623"/>
                  <a:pt x="2353551" y="123623"/>
                </a:cubicBezTo>
                <a:cubicBezTo>
                  <a:pt x="2339681" y="123623"/>
                  <a:pt x="2329105" y="119835"/>
                  <a:pt x="2321823" y="112260"/>
                </a:cubicBezTo>
                <a:cubicBezTo>
                  <a:pt x="2314542" y="104685"/>
                  <a:pt x="2310901" y="95456"/>
                  <a:pt x="2310901" y="84574"/>
                </a:cubicBezTo>
                <a:cubicBezTo>
                  <a:pt x="2310901" y="72944"/>
                  <a:pt x="2314222" y="62929"/>
                  <a:pt x="2320863" y="54527"/>
                </a:cubicBezTo>
                <a:cubicBezTo>
                  <a:pt x="2327505" y="46125"/>
                  <a:pt x="2336427" y="41924"/>
                  <a:pt x="2347629" y="41924"/>
                </a:cubicBezTo>
                <a:cubicBezTo>
                  <a:pt x="2357925" y="41924"/>
                  <a:pt x="2365753" y="44964"/>
                  <a:pt x="2371115" y="51046"/>
                </a:cubicBezTo>
                <a:cubicBezTo>
                  <a:pt x="2376476" y="57127"/>
                  <a:pt x="2379157" y="64942"/>
                  <a:pt x="2379157" y="74491"/>
                </a:cubicBezTo>
                <a:moveTo>
                  <a:pt x="2365794" y="74651"/>
                </a:moveTo>
                <a:cubicBezTo>
                  <a:pt x="2365794" y="59661"/>
                  <a:pt x="2359525" y="52166"/>
                  <a:pt x="2346989" y="52166"/>
                </a:cubicBezTo>
                <a:cubicBezTo>
                  <a:pt x="2334186" y="52166"/>
                  <a:pt x="2326638" y="59954"/>
                  <a:pt x="2324344" y="75531"/>
                </a:cubicBezTo>
                <a:lnTo>
                  <a:pt x="2365794" y="74651"/>
                </a:lnTo>
                <a:close/>
                <a:moveTo>
                  <a:pt x="2498606" y="75131"/>
                </a:moveTo>
                <a:cubicBezTo>
                  <a:pt x="2498606" y="66596"/>
                  <a:pt x="2497126" y="60955"/>
                  <a:pt x="2494165" y="58207"/>
                </a:cubicBezTo>
                <a:cubicBezTo>
                  <a:pt x="2491204" y="55460"/>
                  <a:pt x="2486337" y="54086"/>
                  <a:pt x="2479562" y="54086"/>
                </a:cubicBezTo>
                <a:cubicBezTo>
                  <a:pt x="2473854" y="54086"/>
                  <a:pt x="2467959" y="56887"/>
                  <a:pt x="2461878" y="62488"/>
                </a:cubicBezTo>
                <a:cubicBezTo>
                  <a:pt x="2461664" y="68997"/>
                  <a:pt x="2461558" y="75371"/>
                  <a:pt x="2461558" y="81613"/>
                </a:cubicBezTo>
                <a:cubicBezTo>
                  <a:pt x="2461558" y="90522"/>
                  <a:pt x="2461718" y="103805"/>
                  <a:pt x="2462038" y="121462"/>
                </a:cubicBezTo>
                <a:lnTo>
                  <a:pt x="2447474" y="121462"/>
                </a:lnTo>
                <a:cubicBezTo>
                  <a:pt x="2448648" y="106259"/>
                  <a:pt x="2449235" y="90815"/>
                  <a:pt x="2449235" y="75131"/>
                </a:cubicBezTo>
                <a:cubicBezTo>
                  <a:pt x="2449235" y="66596"/>
                  <a:pt x="2447754" y="60955"/>
                  <a:pt x="2444794" y="58207"/>
                </a:cubicBezTo>
                <a:cubicBezTo>
                  <a:pt x="2441833" y="55460"/>
                  <a:pt x="2437098" y="54086"/>
                  <a:pt x="2430590" y="54086"/>
                </a:cubicBezTo>
                <a:cubicBezTo>
                  <a:pt x="2423922" y="54086"/>
                  <a:pt x="2417681" y="56887"/>
                  <a:pt x="2411866" y="62488"/>
                </a:cubicBezTo>
                <a:cubicBezTo>
                  <a:pt x="2411866" y="79399"/>
                  <a:pt x="2411973" y="99057"/>
                  <a:pt x="2412186" y="121462"/>
                </a:cubicBezTo>
                <a:lnTo>
                  <a:pt x="2397623" y="121462"/>
                </a:lnTo>
                <a:cubicBezTo>
                  <a:pt x="2398636" y="103325"/>
                  <a:pt x="2399143" y="90202"/>
                  <a:pt x="2399143" y="82093"/>
                </a:cubicBezTo>
                <a:cubicBezTo>
                  <a:pt x="2399143" y="69770"/>
                  <a:pt x="2397943" y="57661"/>
                  <a:pt x="2395542" y="45765"/>
                </a:cubicBezTo>
                <a:lnTo>
                  <a:pt x="2409625" y="43764"/>
                </a:lnTo>
                <a:lnTo>
                  <a:pt x="2411066" y="53446"/>
                </a:lnTo>
                <a:lnTo>
                  <a:pt x="2411866" y="53446"/>
                </a:lnTo>
                <a:cubicBezTo>
                  <a:pt x="2418801" y="46351"/>
                  <a:pt x="2426509" y="42804"/>
                  <a:pt x="2434991" y="42804"/>
                </a:cubicBezTo>
                <a:cubicBezTo>
                  <a:pt x="2447634" y="42804"/>
                  <a:pt x="2455770" y="46351"/>
                  <a:pt x="2459397" y="53446"/>
                </a:cubicBezTo>
                <a:lnTo>
                  <a:pt x="2460277" y="53446"/>
                </a:lnTo>
                <a:cubicBezTo>
                  <a:pt x="2468332" y="46351"/>
                  <a:pt x="2476281" y="42804"/>
                  <a:pt x="2484123" y="42804"/>
                </a:cubicBezTo>
                <a:cubicBezTo>
                  <a:pt x="2493085" y="42804"/>
                  <a:pt x="2499860" y="44778"/>
                  <a:pt x="2504447" y="48725"/>
                </a:cubicBezTo>
                <a:cubicBezTo>
                  <a:pt x="2509035" y="52673"/>
                  <a:pt x="2511329" y="59634"/>
                  <a:pt x="2511329" y="69610"/>
                </a:cubicBezTo>
                <a:cubicBezTo>
                  <a:pt x="2511329" y="70624"/>
                  <a:pt x="2511276" y="72624"/>
                  <a:pt x="2511169" y="75611"/>
                </a:cubicBezTo>
                <a:cubicBezTo>
                  <a:pt x="2511062" y="78599"/>
                  <a:pt x="2511009" y="80599"/>
                  <a:pt x="2511009" y="81613"/>
                </a:cubicBezTo>
                <a:cubicBezTo>
                  <a:pt x="2511009" y="90522"/>
                  <a:pt x="2511116" y="103805"/>
                  <a:pt x="2511329" y="121462"/>
                </a:cubicBezTo>
                <a:lnTo>
                  <a:pt x="2496766" y="121462"/>
                </a:lnTo>
                <a:cubicBezTo>
                  <a:pt x="2497993" y="107486"/>
                  <a:pt x="2498606" y="92042"/>
                  <a:pt x="2498606" y="75131"/>
                </a:cubicBezTo>
                <a:close/>
                <a:moveTo>
                  <a:pt x="2598917" y="74491"/>
                </a:moveTo>
                <a:cubicBezTo>
                  <a:pt x="2598917" y="76732"/>
                  <a:pt x="2598811" y="79826"/>
                  <a:pt x="2598597" y="83773"/>
                </a:cubicBezTo>
                <a:lnTo>
                  <a:pt x="2543624" y="84734"/>
                </a:lnTo>
                <a:cubicBezTo>
                  <a:pt x="2544158" y="92522"/>
                  <a:pt x="2547172" y="99044"/>
                  <a:pt x="2552666" y="104298"/>
                </a:cubicBezTo>
                <a:cubicBezTo>
                  <a:pt x="2558161" y="109553"/>
                  <a:pt x="2565443" y="112180"/>
                  <a:pt x="2574512" y="112180"/>
                </a:cubicBezTo>
                <a:cubicBezTo>
                  <a:pt x="2582620" y="112180"/>
                  <a:pt x="2590222" y="111193"/>
                  <a:pt x="2597317" y="109219"/>
                </a:cubicBezTo>
                <a:lnTo>
                  <a:pt x="2595957" y="120502"/>
                </a:lnTo>
                <a:cubicBezTo>
                  <a:pt x="2590729" y="122582"/>
                  <a:pt x="2583180" y="123623"/>
                  <a:pt x="2573311" y="123623"/>
                </a:cubicBezTo>
                <a:cubicBezTo>
                  <a:pt x="2559441" y="123623"/>
                  <a:pt x="2548866" y="119835"/>
                  <a:pt x="2541584" y="112260"/>
                </a:cubicBezTo>
                <a:cubicBezTo>
                  <a:pt x="2534302" y="104685"/>
                  <a:pt x="2530661" y="95456"/>
                  <a:pt x="2530661" y="84574"/>
                </a:cubicBezTo>
                <a:cubicBezTo>
                  <a:pt x="2530661" y="72944"/>
                  <a:pt x="2533982" y="62929"/>
                  <a:pt x="2540624" y="54527"/>
                </a:cubicBezTo>
                <a:cubicBezTo>
                  <a:pt x="2547265" y="46125"/>
                  <a:pt x="2556187" y="41924"/>
                  <a:pt x="2567390" y="41924"/>
                </a:cubicBezTo>
                <a:cubicBezTo>
                  <a:pt x="2577686" y="41924"/>
                  <a:pt x="2585514" y="44964"/>
                  <a:pt x="2590875" y="51046"/>
                </a:cubicBezTo>
                <a:cubicBezTo>
                  <a:pt x="2596237" y="57127"/>
                  <a:pt x="2598917" y="64942"/>
                  <a:pt x="2598917" y="74491"/>
                </a:cubicBezTo>
                <a:moveTo>
                  <a:pt x="2585554" y="74651"/>
                </a:moveTo>
                <a:cubicBezTo>
                  <a:pt x="2585554" y="59661"/>
                  <a:pt x="2579286" y="52166"/>
                  <a:pt x="2566750" y="52166"/>
                </a:cubicBezTo>
                <a:cubicBezTo>
                  <a:pt x="2553947" y="52166"/>
                  <a:pt x="2546398" y="59954"/>
                  <a:pt x="2544104" y="75531"/>
                </a:cubicBezTo>
                <a:lnTo>
                  <a:pt x="2585554" y="74651"/>
                </a:lnTo>
                <a:close/>
                <a:moveTo>
                  <a:pt x="2685639" y="121462"/>
                </a:moveTo>
                <a:lnTo>
                  <a:pt x="2671076" y="121462"/>
                </a:lnTo>
                <a:cubicBezTo>
                  <a:pt x="2672249" y="107432"/>
                  <a:pt x="2672836" y="92122"/>
                  <a:pt x="2672836" y="75531"/>
                </a:cubicBezTo>
                <a:cubicBezTo>
                  <a:pt x="2672836" y="67316"/>
                  <a:pt x="2671169" y="61702"/>
                  <a:pt x="2667835" y="58688"/>
                </a:cubicBezTo>
                <a:cubicBezTo>
                  <a:pt x="2664501" y="55673"/>
                  <a:pt x="2659740" y="54166"/>
                  <a:pt x="2653552" y="54166"/>
                </a:cubicBezTo>
                <a:cubicBezTo>
                  <a:pt x="2645977" y="54166"/>
                  <a:pt x="2638988" y="56914"/>
                  <a:pt x="2632587" y="62408"/>
                </a:cubicBezTo>
                <a:cubicBezTo>
                  <a:pt x="2632587" y="80599"/>
                  <a:pt x="2632693" y="100284"/>
                  <a:pt x="2632907" y="121462"/>
                </a:cubicBezTo>
                <a:lnTo>
                  <a:pt x="2618343" y="121462"/>
                </a:lnTo>
                <a:cubicBezTo>
                  <a:pt x="2619250" y="103325"/>
                  <a:pt x="2619704" y="90202"/>
                  <a:pt x="2619704" y="82093"/>
                </a:cubicBezTo>
                <a:cubicBezTo>
                  <a:pt x="2619704" y="69610"/>
                  <a:pt x="2618530" y="57501"/>
                  <a:pt x="2616183" y="45765"/>
                </a:cubicBezTo>
                <a:lnTo>
                  <a:pt x="2630266" y="43764"/>
                </a:lnTo>
                <a:lnTo>
                  <a:pt x="2631787" y="53526"/>
                </a:lnTo>
                <a:lnTo>
                  <a:pt x="2632427" y="53526"/>
                </a:lnTo>
                <a:cubicBezTo>
                  <a:pt x="2640322" y="46378"/>
                  <a:pt x="2648777" y="42804"/>
                  <a:pt x="2657793" y="42804"/>
                </a:cubicBezTo>
                <a:cubicBezTo>
                  <a:pt x="2666648" y="42804"/>
                  <a:pt x="2673503" y="44764"/>
                  <a:pt x="2678357" y="48685"/>
                </a:cubicBezTo>
                <a:cubicBezTo>
                  <a:pt x="2683212" y="52606"/>
                  <a:pt x="2685639" y="59581"/>
                  <a:pt x="2685639" y="69610"/>
                </a:cubicBezTo>
                <a:cubicBezTo>
                  <a:pt x="2685639" y="70624"/>
                  <a:pt x="2685586" y="72624"/>
                  <a:pt x="2685479" y="75611"/>
                </a:cubicBezTo>
                <a:cubicBezTo>
                  <a:pt x="2685372" y="78599"/>
                  <a:pt x="2685319" y="80599"/>
                  <a:pt x="2685319" y="81613"/>
                </a:cubicBezTo>
                <a:cubicBezTo>
                  <a:pt x="2685319" y="90522"/>
                  <a:pt x="2685426" y="103805"/>
                  <a:pt x="2685639" y="121462"/>
                </a:cubicBezTo>
                <a:close/>
                <a:moveTo>
                  <a:pt x="2751846" y="110420"/>
                </a:moveTo>
                <a:lnTo>
                  <a:pt x="2750886" y="120822"/>
                </a:lnTo>
                <a:cubicBezTo>
                  <a:pt x="2746672" y="122369"/>
                  <a:pt x="2742697" y="123143"/>
                  <a:pt x="2738963" y="123143"/>
                </a:cubicBezTo>
                <a:cubicBezTo>
                  <a:pt x="2729361" y="123143"/>
                  <a:pt x="2722800" y="120702"/>
                  <a:pt x="2719279" y="115821"/>
                </a:cubicBezTo>
                <a:cubicBezTo>
                  <a:pt x="2715758" y="110940"/>
                  <a:pt x="2713997" y="102204"/>
                  <a:pt x="2713997" y="89615"/>
                </a:cubicBezTo>
                <a:cubicBezTo>
                  <a:pt x="2713997" y="81453"/>
                  <a:pt x="2714051" y="70810"/>
                  <a:pt x="2714158" y="57687"/>
                </a:cubicBezTo>
                <a:cubicBezTo>
                  <a:pt x="2711170" y="57687"/>
                  <a:pt x="2706769" y="57847"/>
                  <a:pt x="2700954" y="58167"/>
                </a:cubicBezTo>
                <a:lnTo>
                  <a:pt x="2701435" y="46565"/>
                </a:lnTo>
                <a:cubicBezTo>
                  <a:pt x="2706502" y="46885"/>
                  <a:pt x="2711037" y="47045"/>
                  <a:pt x="2715038" y="47045"/>
                </a:cubicBezTo>
                <a:cubicBezTo>
                  <a:pt x="2715038" y="43844"/>
                  <a:pt x="2715304" y="36242"/>
                  <a:pt x="2715838" y="24240"/>
                </a:cubicBezTo>
                <a:lnTo>
                  <a:pt x="2728401" y="22959"/>
                </a:lnTo>
                <a:cubicBezTo>
                  <a:pt x="2727494" y="34162"/>
                  <a:pt x="2727041" y="42190"/>
                  <a:pt x="2727041" y="47045"/>
                </a:cubicBezTo>
                <a:cubicBezTo>
                  <a:pt x="2732268" y="47045"/>
                  <a:pt x="2739950" y="46778"/>
                  <a:pt x="2750086" y="46245"/>
                </a:cubicBezTo>
                <a:lnTo>
                  <a:pt x="2749526" y="58167"/>
                </a:lnTo>
                <a:cubicBezTo>
                  <a:pt x="2739924" y="57847"/>
                  <a:pt x="2732215" y="57687"/>
                  <a:pt x="2726400" y="57687"/>
                </a:cubicBezTo>
                <a:cubicBezTo>
                  <a:pt x="2726294" y="65743"/>
                  <a:pt x="2726240" y="74811"/>
                  <a:pt x="2726240" y="84894"/>
                </a:cubicBezTo>
                <a:cubicBezTo>
                  <a:pt x="2726240" y="95883"/>
                  <a:pt x="2727401" y="103151"/>
                  <a:pt x="2729721" y="106699"/>
                </a:cubicBezTo>
                <a:cubicBezTo>
                  <a:pt x="2732042" y="110246"/>
                  <a:pt x="2736349" y="112020"/>
                  <a:pt x="2742644" y="112020"/>
                </a:cubicBezTo>
                <a:cubicBezTo>
                  <a:pt x="2744725" y="112020"/>
                  <a:pt x="2747792" y="111486"/>
                  <a:pt x="2751846" y="1104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D04F4-C97C-4EF4-9B6C-224DEB3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9" y="3234073"/>
            <a:ext cx="3110407" cy="357254"/>
          </a:xfrm>
          <a:custGeom xmlns:a="http://schemas.openxmlformats.org/drawingml/2006/main">
            <a:pathLst>
              <a:path w="3110407" h="357254">
                <a:moveTo>
                  <a:pt x="0" y="0"/>
                </a:moveTo>
                <a:lnTo>
                  <a:pt x="3110407" y="0"/>
                </a:lnTo>
                <a:lnTo>
                  <a:pt x="3110407" y="357254"/>
                </a:lnTo>
                <a:lnTo>
                  <a:pt x="0" y="3572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FBFBF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19601C-7000-46BC-81CC-92ED43D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999" y="1059176"/>
            <a:ext cx="363669" cy="92247"/>
          </a:xfrm>
          <a:custGeom xmlns:a="http://schemas.openxmlformats.org/drawingml/2006/main">
            <a:pathLst>
              <a:path w="363669" h="92247">
                <a:moveTo>
                  <a:pt x="0" y="53632"/>
                </a:moveTo>
                <a:lnTo>
                  <a:pt x="323306" y="53635"/>
                </a:lnTo>
                <a:lnTo>
                  <a:pt x="285426" y="77309"/>
                </a:lnTo>
                <a:lnTo>
                  <a:pt x="284999" y="77596"/>
                </a:lnTo>
                <a:lnTo>
                  <a:pt x="284598" y="77907"/>
                </a:lnTo>
                <a:lnTo>
                  <a:pt x="284223" y="78240"/>
                </a:lnTo>
                <a:lnTo>
                  <a:pt x="283875" y="78595"/>
                </a:lnTo>
                <a:lnTo>
                  <a:pt x="283554" y="78968"/>
                </a:lnTo>
                <a:lnTo>
                  <a:pt x="283260" y="79359"/>
                </a:lnTo>
                <a:lnTo>
                  <a:pt x="282993" y="79766"/>
                </a:lnTo>
                <a:lnTo>
                  <a:pt x="282755" y="80188"/>
                </a:lnTo>
                <a:lnTo>
                  <a:pt x="282545" y="80623"/>
                </a:lnTo>
                <a:lnTo>
                  <a:pt x="282364" y="81069"/>
                </a:lnTo>
                <a:lnTo>
                  <a:pt x="282211" y="81525"/>
                </a:lnTo>
                <a:lnTo>
                  <a:pt x="282088" y="81990"/>
                </a:lnTo>
                <a:lnTo>
                  <a:pt x="281995" y="82461"/>
                </a:lnTo>
                <a:lnTo>
                  <a:pt x="281932" y="82938"/>
                </a:lnTo>
                <a:lnTo>
                  <a:pt x="281900" y="83418"/>
                </a:lnTo>
                <a:lnTo>
                  <a:pt x="281898" y="83901"/>
                </a:lnTo>
                <a:lnTo>
                  <a:pt x="281928" y="84385"/>
                </a:lnTo>
                <a:lnTo>
                  <a:pt x="281989" y="84867"/>
                </a:lnTo>
                <a:lnTo>
                  <a:pt x="282082" y="85347"/>
                </a:lnTo>
                <a:lnTo>
                  <a:pt x="282207" y="85824"/>
                </a:lnTo>
                <a:lnTo>
                  <a:pt x="282364" y="86295"/>
                </a:lnTo>
                <a:lnTo>
                  <a:pt x="282555" y="86758"/>
                </a:lnTo>
                <a:lnTo>
                  <a:pt x="282779" y="87214"/>
                </a:lnTo>
                <a:lnTo>
                  <a:pt x="283037" y="87659"/>
                </a:lnTo>
                <a:lnTo>
                  <a:pt x="283324" y="88086"/>
                </a:lnTo>
                <a:lnTo>
                  <a:pt x="283636" y="88487"/>
                </a:lnTo>
                <a:lnTo>
                  <a:pt x="283969" y="88862"/>
                </a:lnTo>
                <a:lnTo>
                  <a:pt x="284323" y="89210"/>
                </a:lnTo>
                <a:lnTo>
                  <a:pt x="284697" y="89531"/>
                </a:lnTo>
                <a:lnTo>
                  <a:pt x="285088" y="89826"/>
                </a:lnTo>
                <a:lnTo>
                  <a:pt x="285495" y="90092"/>
                </a:lnTo>
                <a:lnTo>
                  <a:pt x="285916" y="90330"/>
                </a:lnTo>
                <a:lnTo>
                  <a:pt x="286351" y="90541"/>
                </a:lnTo>
                <a:lnTo>
                  <a:pt x="286797" y="90722"/>
                </a:lnTo>
                <a:lnTo>
                  <a:pt x="287254" y="90874"/>
                </a:lnTo>
                <a:lnTo>
                  <a:pt x="287718" y="90997"/>
                </a:lnTo>
                <a:lnTo>
                  <a:pt x="288190" y="91090"/>
                </a:lnTo>
                <a:lnTo>
                  <a:pt x="288666" y="91153"/>
                </a:lnTo>
                <a:lnTo>
                  <a:pt x="289147" y="91186"/>
                </a:lnTo>
                <a:lnTo>
                  <a:pt x="289630" y="91187"/>
                </a:lnTo>
                <a:lnTo>
                  <a:pt x="290113" y="91158"/>
                </a:lnTo>
                <a:lnTo>
                  <a:pt x="290596" y="91097"/>
                </a:lnTo>
                <a:lnTo>
                  <a:pt x="291076" y="91004"/>
                </a:lnTo>
                <a:lnTo>
                  <a:pt x="291552" y="90878"/>
                </a:lnTo>
                <a:lnTo>
                  <a:pt x="292023" y="90720"/>
                </a:lnTo>
                <a:lnTo>
                  <a:pt x="292487" y="90530"/>
                </a:lnTo>
                <a:lnTo>
                  <a:pt x="292942" y="90305"/>
                </a:lnTo>
                <a:lnTo>
                  <a:pt x="293387" y="90047"/>
                </a:lnTo>
                <a:lnTo>
                  <a:pt x="363669" y="46124"/>
                </a:lnTo>
                <a:lnTo>
                  <a:pt x="293389" y="2198"/>
                </a:lnTo>
                <a:lnTo>
                  <a:pt x="292944" y="1940"/>
                </a:lnTo>
                <a:lnTo>
                  <a:pt x="292488" y="1716"/>
                </a:lnTo>
                <a:lnTo>
                  <a:pt x="292024" y="1525"/>
                </a:lnTo>
                <a:lnTo>
                  <a:pt x="291553" y="1367"/>
                </a:lnTo>
                <a:lnTo>
                  <a:pt x="291077" y="1242"/>
                </a:lnTo>
                <a:lnTo>
                  <a:pt x="290596" y="1149"/>
                </a:lnTo>
                <a:lnTo>
                  <a:pt x="290114" y="1088"/>
                </a:lnTo>
                <a:lnTo>
                  <a:pt x="289630" y="1059"/>
                </a:lnTo>
                <a:lnTo>
                  <a:pt x="289147" y="1060"/>
                </a:lnTo>
                <a:lnTo>
                  <a:pt x="288667" y="1093"/>
                </a:lnTo>
                <a:lnTo>
                  <a:pt x="288190" y="1156"/>
                </a:lnTo>
                <a:lnTo>
                  <a:pt x="287719" y="1249"/>
                </a:lnTo>
                <a:lnTo>
                  <a:pt x="287254" y="1372"/>
                </a:lnTo>
                <a:lnTo>
                  <a:pt x="286798" y="1524"/>
                </a:lnTo>
                <a:lnTo>
                  <a:pt x="286352" y="1706"/>
                </a:lnTo>
                <a:lnTo>
                  <a:pt x="285917" y="1916"/>
                </a:lnTo>
                <a:lnTo>
                  <a:pt x="285495" y="2154"/>
                </a:lnTo>
                <a:lnTo>
                  <a:pt x="285088" y="2420"/>
                </a:lnTo>
                <a:lnTo>
                  <a:pt x="284697" y="2714"/>
                </a:lnTo>
                <a:lnTo>
                  <a:pt x="284324" y="3036"/>
                </a:lnTo>
                <a:lnTo>
                  <a:pt x="283970" y="3384"/>
                </a:lnTo>
                <a:lnTo>
                  <a:pt x="283637" y="3759"/>
                </a:lnTo>
                <a:lnTo>
                  <a:pt x="283326" y="4159"/>
                </a:lnTo>
                <a:lnTo>
                  <a:pt x="283039" y="4586"/>
                </a:lnTo>
                <a:lnTo>
                  <a:pt x="282781" y="5032"/>
                </a:lnTo>
                <a:lnTo>
                  <a:pt x="282556" y="5487"/>
                </a:lnTo>
                <a:lnTo>
                  <a:pt x="282365" y="5951"/>
                </a:lnTo>
                <a:lnTo>
                  <a:pt x="282208" y="6422"/>
                </a:lnTo>
                <a:lnTo>
                  <a:pt x="282082" y="6898"/>
                </a:lnTo>
                <a:lnTo>
                  <a:pt x="281989" y="7379"/>
                </a:lnTo>
                <a:lnTo>
                  <a:pt x="281928" y="7861"/>
                </a:lnTo>
                <a:lnTo>
                  <a:pt x="281899" y="8345"/>
                </a:lnTo>
                <a:lnTo>
                  <a:pt x="281900" y="8828"/>
                </a:lnTo>
                <a:lnTo>
                  <a:pt x="281933" y="9308"/>
                </a:lnTo>
                <a:lnTo>
                  <a:pt x="281996" y="9785"/>
                </a:lnTo>
                <a:lnTo>
                  <a:pt x="282089" y="10257"/>
                </a:lnTo>
                <a:lnTo>
                  <a:pt x="282212" y="10721"/>
                </a:lnTo>
                <a:lnTo>
                  <a:pt x="282364" y="11177"/>
                </a:lnTo>
                <a:lnTo>
                  <a:pt x="282545" y="11623"/>
                </a:lnTo>
                <a:lnTo>
                  <a:pt x="282756" y="12058"/>
                </a:lnTo>
                <a:lnTo>
                  <a:pt x="282994" y="12480"/>
                </a:lnTo>
                <a:lnTo>
                  <a:pt x="283260" y="12887"/>
                </a:lnTo>
                <a:lnTo>
                  <a:pt x="283554" y="13278"/>
                </a:lnTo>
                <a:lnTo>
                  <a:pt x="283876" y="13651"/>
                </a:lnTo>
                <a:lnTo>
                  <a:pt x="284224" y="14005"/>
                </a:lnTo>
                <a:lnTo>
                  <a:pt x="284599" y="14338"/>
                </a:lnTo>
                <a:lnTo>
                  <a:pt x="285000" y="14649"/>
                </a:lnTo>
                <a:lnTo>
                  <a:pt x="285427" y="14937"/>
                </a:lnTo>
                <a:lnTo>
                  <a:pt x="323308" y="38613"/>
                </a:lnTo>
                <a:lnTo>
                  <a:pt x="0" y="38610"/>
                </a:lnTo>
                <a:lnTo>
                  <a:pt x="0" y="536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D62FB-5455-4666-A28E-9C8B29B1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234" y="1105297"/>
            <a:ext cx="60089" cy="293281"/>
          </a:xfrm>
          <a:custGeom xmlns:a="http://schemas.openxmlformats.org/drawingml/2006/main">
            <a:pathLst>
              <a:path w="60089" h="293281">
                <a:moveTo>
                  <a:pt x="37554" y="0"/>
                </a:moveTo>
                <a:lnTo>
                  <a:pt x="22532" y="0"/>
                </a:lnTo>
                <a:lnTo>
                  <a:pt x="22533" y="240703"/>
                </a:lnTo>
                <a:lnTo>
                  <a:pt x="0" y="263236"/>
                </a:lnTo>
                <a:lnTo>
                  <a:pt x="30044" y="293281"/>
                </a:lnTo>
                <a:lnTo>
                  <a:pt x="60089" y="263236"/>
                </a:lnTo>
                <a:lnTo>
                  <a:pt x="37555" y="240703"/>
                </a:lnTo>
                <a:lnTo>
                  <a:pt x="37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6B3D8-1653-4B6A-9E33-DAC9DC46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5" y="1108575"/>
            <a:ext cx="147489" cy="65551"/>
          </a:xfrm>
          <a:custGeom xmlns:a="http://schemas.openxmlformats.org/drawingml/2006/main">
            <a:pathLst>
              <a:path w="147489" h="65551">
                <a:moveTo>
                  <a:pt x="147489" y="0"/>
                </a:moveTo>
                <a:lnTo>
                  <a:pt x="147489" y="65551"/>
                </a:lnTo>
                <a:lnTo>
                  <a:pt x="0" y="65551"/>
                </a:lnTo>
                <a:lnTo>
                  <a:pt x="0" y="0"/>
                </a:lnTo>
                <a:lnTo>
                  <a:pt x="147489" y="0"/>
                </a:lnTo>
                <a:close/>
              </a:path>
            </a:pathLst>
          </a:custGeom>
          <a:solidFill xmlns:a="http://schemas.openxmlformats.org/drawingml/2006/main">
            <a:srgbClr val="FF69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596FA-C43D-4716-898C-BFF46A2D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4" y="1108575"/>
            <a:ext cx="147490" cy="65551"/>
          </a:xfrm>
          <a:custGeom xmlns:a="http://schemas.openxmlformats.org/drawingml/2006/main">
            <a:pathLst>
              <a:path w="147490" h="65551" fill="none">
                <a:moveTo>
                  <a:pt x="147490" y="0"/>
                </a:moveTo>
                <a:lnTo>
                  <a:pt x="147490" y="65551"/>
                </a:lnTo>
                <a:lnTo>
                  <a:pt x="0" y="65551"/>
                </a:lnTo>
                <a:lnTo>
                  <a:pt x="0" y="0"/>
                </a:lnTo>
                <a:lnTo>
                  <a:pt x="14749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CBA53-D1BB-4557-AC3C-A48DE56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3" y="1174126"/>
            <a:ext cx="68830" cy="65551"/>
          </a:xfrm>
          <a:custGeom xmlns:a="http://schemas.openxmlformats.org/drawingml/2006/main">
            <a:pathLst>
              <a:path w="68830" h="65551">
                <a:moveTo>
                  <a:pt x="68830" y="0"/>
                </a:moveTo>
                <a:lnTo>
                  <a:pt x="68830" y="65551"/>
                </a:lnTo>
                <a:lnTo>
                  <a:pt x="0" y="65551"/>
                </a:lnTo>
                <a:lnTo>
                  <a:pt x="0" y="0"/>
                </a:lnTo>
                <a:lnTo>
                  <a:pt x="68830" y="0"/>
                </a:lnTo>
                <a:close/>
              </a:path>
            </a:pathLst>
          </a:custGeom>
          <a:solidFill xmlns:a="http://schemas.openxmlformats.org/drawingml/2006/main">
            <a:srgbClr val="B4E5A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0DAC8-77A3-4213-AB0A-50CD8F5A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5" y="1174126"/>
            <a:ext cx="68829" cy="65551"/>
          </a:xfrm>
          <a:custGeom xmlns:a="http://schemas.openxmlformats.org/drawingml/2006/main">
            <a:pathLst>
              <a:path w="68829" h="65551" fill="none">
                <a:moveTo>
                  <a:pt x="68829" y="0"/>
                </a:moveTo>
                <a:lnTo>
                  <a:pt x="68829" y="65551"/>
                </a:lnTo>
                <a:lnTo>
                  <a:pt x="0" y="65551"/>
                </a:lnTo>
                <a:lnTo>
                  <a:pt x="0" y="0"/>
                </a:lnTo>
                <a:lnTo>
                  <a:pt x="6882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9E5AE-F750-4310-BD1C-CB575558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5" y="1239677"/>
            <a:ext cx="229429" cy="65551"/>
          </a:xfrm>
          <a:custGeom xmlns:a="http://schemas.openxmlformats.org/drawingml/2006/main">
            <a:pathLst>
              <a:path w="229429" h="65551">
                <a:moveTo>
                  <a:pt x="229429" y="0"/>
                </a:moveTo>
                <a:lnTo>
                  <a:pt x="229429" y="65551"/>
                </a:lnTo>
                <a:lnTo>
                  <a:pt x="0" y="65551"/>
                </a:lnTo>
                <a:lnTo>
                  <a:pt x="0" y="0"/>
                </a:lnTo>
                <a:lnTo>
                  <a:pt x="229429" y="0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8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9D08C-6164-4D7D-9108-EAA03313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4" y="1239677"/>
            <a:ext cx="229430" cy="65551"/>
          </a:xfrm>
          <a:custGeom xmlns:a="http://schemas.openxmlformats.org/drawingml/2006/main">
            <a:pathLst>
              <a:path w="229430" h="65551" fill="none">
                <a:moveTo>
                  <a:pt x="229430" y="0"/>
                </a:moveTo>
                <a:lnTo>
                  <a:pt x="229430" y="65551"/>
                </a:lnTo>
                <a:lnTo>
                  <a:pt x="0" y="65551"/>
                </a:lnTo>
                <a:lnTo>
                  <a:pt x="0" y="0"/>
                </a:lnTo>
                <a:lnTo>
                  <a:pt x="22943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926A4-18FD-4CCE-911D-2CC34E82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889" y="2439029"/>
            <a:ext cx="363669" cy="92247"/>
          </a:xfrm>
          <a:custGeom xmlns:a="http://schemas.openxmlformats.org/drawingml/2006/main">
            <a:pathLst>
              <a:path w="363669" h="92247">
                <a:moveTo>
                  <a:pt x="0" y="53632"/>
                </a:moveTo>
                <a:lnTo>
                  <a:pt x="323307" y="53635"/>
                </a:lnTo>
                <a:lnTo>
                  <a:pt x="285427" y="77309"/>
                </a:lnTo>
                <a:lnTo>
                  <a:pt x="285000" y="77597"/>
                </a:lnTo>
                <a:lnTo>
                  <a:pt x="284599" y="77908"/>
                </a:lnTo>
                <a:lnTo>
                  <a:pt x="284224" y="78241"/>
                </a:lnTo>
                <a:lnTo>
                  <a:pt x="283876" y="78595"/>
                </a:lnTo>
                <a:lnTo>
                  <a:pt x="283554" y="78968"/>
                </a:lnTo>
                <a:lnTo>
                  <a:pt x="283260" y="79359"/>
                </a:lnTo>
                <a:lnTo>
                  <a:pt x="282994" y="79767"/>
                </a:lnTo>
                <a:lnTo>
                  <a:pt x="282756" y="80188"/>
                </a:lnTo>
                <a:lnTo>
                  <a:pt x="282545" y="80623"/>
                </a:lnTo>
                <a:lnTo>
                  <a:pt x="282364" y="81069"/>
                </a:lnTo>
                <a:lnTo>
                  <a:pt x="282212" y="81525"/>
                </a:lnTo>
                <a:lnTo>
                  <a:pt x="282089" y="81990"/>
                </a:lnTo>
                <a:lnTo>
                  <a:pt x="281996" y="82461"/>
                </a:lnTo>
                <a:lnTo>
                  <a:pt x="281933" y="82938"/>
                </a:lnTo>
                <a:lnTo>
                  <a:pt x="281900" y="83419"/>
                </a:lnTo>
                <a:lnTo>
                  <a:pt x="281899" y="83901"/>
                </a:lnTo>
                <a:lnTo>
                  <a:pt x="281928" y="84385"/>
                </a:lnTo>
                <a:lnTo>
                  <a:pt x="281989" y="84867"/>
                </a:lnTo>
                <a:lnTo>
                  <a:pt x="282082" y="85348"/>
                </a:lnTo>
                <a:lnTo>
                  <a:pt x="282208" y="85824"/>
                </a:lnTo>
                <a:lnTo>
                  <a:pt x="282365" y="86295"/>
                </a:lnTo>
                <a:lnTo>
                  <a:pt x="282556" y="86759"/>
                </a:lnTo>
                <a:lnTo>
                  <a:pt x="282781" y="87214"/>
                </a:lnTo>
                <a:lnTo>
                  <a:pt x="283039" y="87660"/>
                </a:lnTo>
                <a:lnTo>
                  <a:pt x="283326" y="88086"/>
                </a:lnTo>
                <a:lnTo>
                  <a:pt x="283637" y="88488"/>
                </a:lnTo>
                <a:lnTo>
                  <a:pt x="283970" y="88862"/>
                </a:lnTo>
                <a:lnTo>
                  <a:pt x="284324" y="89211"/>
                </a:lnTo>
                <a:lnTo>
                  <a:pt x="284697" y="89532"/>
                </a:lnTo>
                <a:lnTo>
                  <a:pt x="285088" y="89826"/>
                </a:lnTo>
                <a:lnTo>
                  <a:pt x="285495" y="90092"/>
                </a:lnTo>
                <a:lnTo>
                  <a:pt x="285917" y="90331"/>
                </a:lnTo>
                <a:lnTo>
                  <a:pt x="286352" y="90541"/>
                </a:lnTo>
                <a:lnTo>
                  <a:pt x="286798" y="90722"/>
                </a:lnTo>
                <a:lnTo>
                  <a:pt x="287254" y="90875"/>
                </a:lnTo>
                <a:lnTo>
                  <a:pt x="287719" y="90998"/>
                </a:lnTo>
                <a:lnTo>
                  <a:pt x="288190" y="91091"/>
                </a:lnTo>
                <a:lnTo>
                  <a:pt x="288667" y="91154"/>
                </a:lnTo>
                <a:lnTo>
                  <a:pt x="289147" y="91186"/>
                </a:lnTo>
                <a:lnTo>
                  <a:pt x="289630" y="91188"/>
                </a:lnTo>
                <a:lnTo>
                  <a:pt x="290114" y="91158"/>
                </a:lnTo>
                <a:lnTo>
                  <a:pt x="290596" y="91097"/>
                </a:lnTo>
                <a:lnTo>
                  <a:pt x="291077" y="91004"/>
                </a:lnTo>
                <a:lnTo>
                  <a:pt x="291553" y="90879"/>
                </a:lnTo>
                <a:lnTo>
                  <a:pt x="292024" y="90721"/>
                </a:lnTo>
                <a:lnTo>
                  <a:pt x="292488" y="90530"/>
                </a:lnTo>
                <a:lnTo>
                  <a:pt x="292944" y="90306"/>
                </a:lnTo>
                <a:lnTo>
                  <a:pt x="293389" y="90048"/>
                </a:lnTo>
                <a:lnTo>
                  <a:pt x="363669" y="46124"/>
                </a:lnTo>
                <a:lnTo>
                  <a:pt x="293389" y="2199"/>
                </a:lnTo>
                <a:lnTo>
                  <a:pt x="292944" y="1941"/>
                </a:lnTo>
                <a:lnTo>
                  <a:pt x="292488" y="1717"/>
                </a:lnTo>
                <a:lnTo>
                  <a:pt x="292024" y="1526"/>
                </a:lnTo>
                <a:lnTo>
                  <a:pt x="291553" y="1368"/>
                </a:lnTo>
                <a:lnTo>
                  <a:pt x="291077" y="1243"/>
                </a:lnTo>
                <a:lnTo>
                  <a:pt x="290597" y="1150"/>
                </a:lnTo>
                <a:lnTo>
                  <a:pt x="290114" y="1088"/>
                </a:lnTo>
                <a:lnTo>
                  <a:pt x="289631" y="1059"/>
                </a:lnTo>
                <a:lnTo>
                  <a:pt x="289148" y="1061"/>
                </a:lnTo>
                <a:lnTo>
                  <a:pt x="288667" y="1093"/>
                </a:lnTo>
                <a:lnTo>
                  <a:pt x="288191" y="1156"/>
                </a:lnTo>
                <a:lnTo>
                  <a:pt x="287719" y="1249"/>
                </a:lnTo>
                <a:lnTo>
                  <a:pt x="287255" y="1372"/>
                </a:lnTo>
                <a:lnTo>
                  <a:pt x="286798" y="1524"/>
                </a:lnTo>
                <a:lnTo>
                  <a:pt x="286352" y="1706"/>
                </a:lnTo>
                <a:lnTo>
                  <a:pt x="285918" y="1916"/>
                </a:lnTo>
                <a:lnTo>
                  <a:pt x="285496" y="2154"/>
                </a:lnTo>
                <a:lnTo>
                  <a:pt x="285089" y="2421"/>
                </a:lnTo>
                <a:lnTo>
                  <a:pt x="284698" y="2715"/>
                </a:lnTo>
                <a:lnTo>
                  <a:pt x="284325" y="3036"/>
                </a:lnTo>
                <a:lnTo>
                  <a:pt x="283970" y="3384"/>
                </a:lnTo>
                <a:lnTo>
                  <a:pt x="283637" y="3759"/>
                </a:lnTo>
                <a:lnTo>
                  <a:pt x="283326" y="4160"/>
                </a:lnTo>
                <a:lnTo>
                  <a:pt x="283039" y="4587"/>
                </a:lnTo>
                <a:lnTo>
                  <a:pt x="282781" y="5032"/>
                </a:lnTo>
                <a:lnTo>
                  <a:pt x="282557" y="5488"/>
                </a:lnTo>
                <a:lnTo>
                  <a:pt x="282366" y="5952"/>
                </a:lnTo>
                <a:lnTo>
                  <a:pt x="282208" y="6422"/>
                </a:lnTo>
                <a:lnTo>
                  <a:pt x="282083" y="6899"/>
                </a:lnTo>
                <a:lnTo>
                  <a:pt x="281990" y="7379"/>
                </a:lnTo>
                <a:lnTo>
                  <a:pt x="281929" y="7862"/>
                </a:lnTo>
                <a:lnTo>
                  <a:pt x="281899" y="8345"/>
                </a:lnTo>
                <a:lnTo>
                  <a:pt x="281901" y="8828"/>
                </a:lnTo>
                <a:lnTo>
                  <a:pt x="281933" y="9309"/>
                </a:lnTo>
                <a:lnTo>
                  <a:pt x="281996" y="9785"/>
                </a:lnTo>
                <a:lnTo>
                  <a:pt x="282089" y="10257"/>
                </a:lnTo>
                <a:lnTo>
                  <a:pt x="282212" y="10721"/>
                </a:lnTo>
                <a:lnTo>
                  <a:pt x="282364" y="11178"/>
                </a:lnTo>
                <a:lnTo>
                  <a:pt x="282546" y="11624"/>
                </a:lnTo>
                <a:lnTo>
                  <a:pt x="282756" y="12058"/>
                </a:lnTo>
                <a:lnTo>
                  <a:pt x="282994" y="12480"/>
                </a:lnTo>
                <a:lnTo>
                  <a:pt x="283261" y="12887"/>
                </a:lnTo>
                <a:lnTo>
                  <a:pt x="283555" y="13278"/>
                </a:lnTo>
                <a:lnTo>
                  <a:pt x="283876" y="13651"/>
                </a:lnTo>
                <a:lnTo>
                  <a:pt x="284224" y="14006"/>
                </a:lnTo>
                <a:lnTo>
                  <a:pt x="284599" y="14339"/>
                </a:lnTo>
                <a:lnTo>
                  <a:pt x="285000" y="14650"/>
                </a:lnTo>
                <a:lnTo>
                  <a:pt x="285427" y="14937"/>
                </a:lnTo>
                <a:lnTo>
                  <a:pt x="323307" y="38613"/>
                </a:lnTo>
                <a:lnTo>
                  <a:pt x="0" y="38610"/>
                </a:lnTo>
                <a:lnTo>
                  <a:pt x="0" y="536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9E2C5-475A-4EE3-ABAC-2C4006AA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123" y="2485150"/>
            <a:ext cx="60089" cy="293281"/>
          </a:xfrm>
          <a:custGeom xmlns:a="http://schemas.openxmlformats.org/drawingml/2006/main">
            <a:pathLst>
              <a:path w="60089" h="293281">
                <a:moveTo>
                  <a:pt x="37554" y="0"/>
                </a:moveTo>
                <a:lnTo>
                  <a:pt x="22532" y="0"/>
                </a:lnTo>
                <a:lnTo>
                  <a:pt x="22533" y="240704"/>
                </a:lnTo>
                <a:lnTo>
                  <a:pt x="0" y="263237"/>
                </a:lnTo>
                <a:lnTo>
                  <a:pt x="30044" y="293281"/>
                </a:lnTo>
                <a:lnTo>
                  <a:pt x="60089" y="263237"/>
                </a:lnTo>
                <a:lnTo>
                  <a:pt x="37555" y="240703"/>
                </a:lnTo>
                <a:lnTo>
                  <a:pt x="37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A75D3-0BE8-4D40-BD5B-FDA8119B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4" y="2488428"/>
            <a:ext cx="147491" cy="65551"/>
          </a:xfrm>
          <a:custGeom xmlns:a="http://schemas.openxmlformats.org/drawingml/2006/main">
            <a:pathLst>
              <a:path w="147491" h="65551">
                <a:moveTo>
                  <a:pt x="147491" y="0"/>
                </a:moveTo>
                <a:lnTo>
                  <a:pt x="147491" y="65551"/>
                </a:lnTo>
                <a:lnTo>
                  <a:pt x="0" y="65551"/>
                </a:lnTo>
                <a:lnTo>
                  <a:pt x="0" y="0"/>
                </a:lnTo>
                <a:lnTo>
                  <a:pt x="147491" y="0"/>
                </a:lnTo>
                <a:close/>
              </a:path>
            </a:pathLst>
          </a:custGeom>
          <a:solidFill xmlns:a="http://schemas.openxmlformats.org/drawingml/2006/main">
            <a:srgbClr val="FF6900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45177-D00C-4358-B15B-A6891F8B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4" y="2488428"/>
            <a:ext cx="147490" cy="65551"/>
          </a:xfrm>
          <a:custGeom xmlns:a="http://schemas.openxmlformats.org/drawingml/2006/main">
            <a:pathLst>
              <a:path w="147490" h="65551" fill="none">
                <a:moveTo>
                  <a:pt x="147490" y="0"/>
                </a:moveTo>
                <a:lnTo>
                  <a:pt x="147490" y="65551"/>
                </a:lnTo>
                <a:lnTo>
                  <a:pt x="0" y="65551"/>
                </a:lnTo>
                <a:lnTo>
                  <a:pt x="0" y="0"/>
                </a:lnTo>
                <a:lnTo>
                  <a:pt x="14749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4C934-5A73-420D-BE66-B90D986C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4" y="2553978"/>
            <a:ext cx="68829" cy="65552"/>
          </a:xfrm>
          <a:custGeom xmlns:a="http://schemas.openxmlformats.org/drawingml/2006/main">
            <a:pathLst>
              <a:path w="68829" h="65552">
                <a:moveTo>
                  <a:pt x="68829" y="0"/>
                </a:moveTo>
                <a:lnTo>
                  <a:pt x="68829" y="65552"/>
                </a:lnTo>
                <a:lnTo>
                  <a:pt x="0" y="65552"/>
                </a:lnTo>
                <a:lnTo>
                  <a:pt x="0" y="0"/>
                </a:lnTo>
                <a:lnTo>
                  <a:pt x="68829" y="0"/>
                </a:lnTo>
                <a:close/>
              </a:path>
            </a:pathLst>
          </a:custGeom>
          <a:solidFill xmlns:a="http://schemas.openxmlformats.org/drawingml/2006/main">
            <a:srgbClr val="B4E5A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5097B-3942-4DAE-B8A3-E0E9387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3" y="2553978"/>
            <a:ext cx="68829" cy="65552"/>
          </a:xfrm>
          <a:custGeom xmlns:a="http://schemas.openxmlformats.org/drawingml/2006/main">
            <a:pathLst>
              <a:path w="68829" h="65552" fill="none">
                <a:moveTo>
                  <a:pt x="68829" y="0"/>
                </a:moveTo>
                <a:lnTo>
                  <a:pt x="68829" y="65552"/>
                </a:lnTo>
                <a:lnTo>
                  <a:pt x="0" y="65552"/>
                </a:lnTo>
                <a:lnTo>
                  <a:pt x="0" y="0"/>
                </a:lnTo>
                <a:lnTo>
                  <a:pt x="6882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8BF70-FEFA-42F4-9BD5-BB34106B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4" y="2619531"/>
            <a:ext cx="232707" cy="65551"/>
          </a:xfrm>
          <a:custGeom xmlns:a="http://schemas.openxmlformats.org/drawingml/2006/main">
            <a:pathLst>
              <a:path w="232707" h="65551">
                <a:moveTo>
                  <a:pt x="232707" y="0"/>
                </a:moveTo>
                <a:lnTo>
                  <a:pt x="232707" y="65551"/>
                </a:lnTo>
                <a:lnTo>
                  <a:pt x="0" y="65551"/>
                </a:lnTo>
                <a:lnTo>
                  <a:pt x="0" y="0"/>
                </a:lnTo>
                <a:lnTo>
                  <a:pt x="232707" y="0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839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944D7-B4DA-4B69-91A8-A0FFEE7F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443" y="2619531"/>
            <a:ext cx="232708" cy="65551"/>
          </a:xfrm>
          <a:custGeom xmlns:a="http://schemas.openxmlformats.org/drawingml/2006/main">
            <a:pathLst>
              <a:path w="232708" h="65551" fill="none">
                <a:moveTo>
                  <a:pt x="232708" y="0"/>
                </a:moveTo>
                <a:lnTo>
                  <a:pt x="232708" y="65551"/>
                </a:lnTo>
                <a:lnTo>
                  <a:pt x="0" y="65551"/>
                </a:lnTo>
                <a:lnTo>
                  <a:pt x="0" y="0"/>
                </a:lnTo>
                <a:lnTo>
                  <a:pt x="23270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7980e4ba74cd8"/>
          <a:stretch xmlns:a="http://schemas.openxmlformats.org/drawingml/2006/main"/>
        </p:blipFill>
        <p:spPr>
          <a:xfrm xmlns:a="http://schemas.openxmlformats.org/drawingml/2006/main">
            <a:off x="738012" y="2687540"/>
            <a:ext cx="265483" cy="268760"/>
          </a:xfrm>
          <a:prstGeom xmlns:a="http://schemas.openxmlformats.org/drawingml/2006/main" prst="rect">
            <a:avLst/>
          </a:prstGeom>
        </p:spPr>
      </p:pic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06ae39cbc406d"/>
          <a:stretch xmlns:a="http://schemas.openxmlformats.org/drawingml/2006/main"/>
        </p:blipFill>
        <p:spPr>
          <a:xfrm xmlns:a="http://schemas.openxmlformats.org/drawingml/2006/main">
            <a:off x="642962" y="2877639"/>
            <a:ext cx="324479" cy="327756"/>
          </a:xfrm>
          <a:prstGeom xmlns:a="http://schemas.openxmlformats.org/drawingml/2006/main" prst="rect">
            <a:avLst/>
          </a:prstGeom>
        </p:spPr>
      </p:pic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da484ee364ab5"/>
          <a:stretch xmlns:a="http://schemas.openxmlformats.org/drawingml/2006/main"/>
        </p:blipFill>
        <p:spPr>
          <a:xfrm xmlns:a="http://schemas.openxmlformats.org/drawingml/2006/main">
            <a:off x="810118" y="2854695"/>
            <a:ext cx="324479" cy="324479"/>
          </a:xfrm>
          <a:prstGeom xmlns:a="http://schemas.openxmlformats.org/drawingml/2006/main" prst="rect">
            <a:avLst/>
          </a:prstGeom>
        </p:spPr>
      </p:pic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b56327fa24761"/>
          <a:stretch xmlns:a="http://schemas.openxmlformats.org/drawingml/2006/main"/>
        </p:blipFill>
        <p:spPr>
          <a:xfrm xmlns:a="http://schemas.openxmlformats.org/drawingml/2006/main">
            <a:off x="977274" y="2877639"/>
            <a:ext cx="327756" cy="327756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0dc79933e44b6"/>
          <a:stretch xmlns:a="http://schemas.openxmlformats.org/drawingml/2006/main"/>
        </p:blipFill>
        <p:spPr>
          <a:xfrm xmlns:a="http://schemas.openxmlformats.org/drawingml/2006/main">
            <a:off x="964163" y="2687540"/>
            <a:ext cx="265483" cy="265483"/>
          </a:xfrm>
          <a:prstGeom xmlns:a="http://schemas.openxmlformats.org/drawingml/2006/main" prst="rect">
            <a:avLst/>
          </a:prstGeom>
        </p:spPr>
      </p:pic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BF560-6820-4C10-A5C0-856AE14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319" y="2419599"/>
            <a:ext cx="90133" cy="536898"/>
          </a:xfrm>
          <a:custGeom xmlns:a="http://schemas.openxmlformats.org/drawingml/2006/main">
            <a:pathLst>
              <a:path w="90133" h="536898">
                <a:moveTo>
                  <a:pt x="90133" y="90133"/>
                </a:moveTo>
                <a:lnTo>
                  <a:pt x="45068" y="0"/>
                </a:lnTo>
                <a:lnTo>
                  <a:pt x="0" y="90133"/>
                </a:lnTo>
                <a:lnTo>
                  <a:pt x="30044" y="90133"/>
                </a:lnTo>
                <a:lnTo>
                  <a:pt x="30044" y="536898"/>
                </a:lnTo>
                <a:lnTo>
                  <a:pt x="60089" y="536898"/>
                </a:lnTo>
                <a:lnTo>
                  <a:pt x="60089" y="90133"/>
                </a:lnTo>
                <a:lnTo>
                  <a:pt x="90133" y="9013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1A8F9-87AE-4810-91DF-FFC30115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776" y="3026768"/>
            <a:ext cx="1121057" cy="90133"/>
          </a:xfrm>
          <a:custGeom xmlns:a="http://schemas.openxmlformats.org/drawingml/2006/main">
            <a:pathLst>
              <a:path w="1121057" h="90133">
                <a:moveTo>
                  <a:pt x="0" y="30043"/>
                </a:moveTo>
                <a:lnTo>
                  <a:pt x="0" y="60088"/>
                </a:lnTo>
                <a:lnTo>
                  <a:pt x="1030924" y="60089"/>
                </a:lnTo>
                <a:lnTo>
                  <a:pt x="1030924" y="90133"/>
                </a:lnTo>
                <a:lnTo>
                  <a:pt x="1121057" y="45066"/>
                </a:lnTo>
                <a:lnTo>
                  <a:pt x="1030924" y="0"/>
                </a:lnTo>
                <a:lnTo>
                  <a:pt x="1030924" y="30044"/>
                </a:lnTo>
                <a:lnTo>
                  <a:pt x="0" y="3004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60DF7-23EC-4ED1-8051-63126172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25" y="742305"/>
            <a:ext cx="470242" cy="2348799"/>
          </a:xfrm>
          <a:custGeom xmlns:a="http://schemas.openxmlformats.org/drawingml/2006/main">
            <a:pathLst>
              <a:path w="470242" h="2348799">
                <a:moveTo>
                  <a:pt x="380109" y="50075"/>
                </a:moveTo>
                <a:lnTo>
                  <a:pt x="20030" y="50075"/>
                </a:lnTo>
                <a:lnTo>
                  <a:pt x="20030" y="2328769"/>
                </a:lnTo>
                <a:lnTo>
                  <a:pt x="447660" y="2328769"/>
                </a:lnTo>
                <a:lnTo>
                  <a:pt x="447660" y="2318754"/>
                </a:lnTo>
                <a:lnTo>
                  <a:pt x="30044" y="2318754"/>
                </a:lnTo>
                <a:lnTo>
                  <a:pt x="30044" y="60089"/>
                </a:lnTo>
                <a:lnTo>
                  <a:pt x="380109" y="60089"/>
                </a:lnTo>
                <a:lnTo>
                  <a:pt x="380109" y="90133"/>
                </a:lnTo>
                <a:lnTo>
                  <a:pt x="470242" y="45066"/>
                </a:lnTo>
                <a:lnTo>
                  <a:pt x="380109" y="0"/>
                </a:lnTo>
                <a:lnTo>
                  <a:pt x="380109" y="30044"/>
                </a:lnTo>
                <a:lnTo>
                  <a:pt x="0" y="30044"/>
                </a:lnTo>
                <a:lnTo>
                  <a:pt x="0" y="2348799"/>
                </a:lnTo>
                <a:lnTo>
                  <a:pt x="447660" y="2348799"/>
                </a:lnTo>
                <a:lnTo>
                  <a:pt x="447660" y="2338784"/>
                </a:lnTo>
                <a:lnTo>
                  <a:pt x="10015" y="2338784"/>
                </a:lnTo>
                <a:lnTo>
                  <a:pt x="10015" y="40060"/>
                </a:lnTo>
                <a:lnTo>
                  <a:pt x="380109" y="40060"/>
                </a:lnTo>
                <a:lnTo>
                  <a:pt x="380109" y="50075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h">
            <a:extLst xmlns:a="http://schemas.openxmlformats.org/drawingml/2006/main">
              <a:ext uri="{FF2B5EF4-FFF2-40B4-BE49-F238E27FC236}">
                <a16:creationId xmlns:a16="http://schemas.microsoft.com/office/drawing/2014/main" id="{676AC952-2ABA-466E-AA7D-B792F838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55" y="1611647"/>
            <a:ext cx="104315" cy="63090"/>
          </a:xfrm>
          <a:custGeom xmlns:a="http://schemas.openxmlformats.org/drawingml/2006/main">
            <a:pathLst>
              <a:path w="104315" h="63090">
                <a:moveTo>
                  <a:pt x="0" y="63090"/>
                </a:moveTo>
                <a:lnTo>
                  <a:pt x="0" y="49692"/>
                </a:lnTo>
                <a:cubicBezTo>
                  <a:pt x="12908" y="50771"/>
                  <a:pt x="26797" y="51311"/>
                  <a:pt x="41667" y="51311"/>
                </a:cubicBezTo>
                <a:cubicBezTo>
                  <a:pt x="49618" y="51311"/>
                  <a:pt x="54980" y="49827"/>
                  <a:pt x="57753" y="46857"/>
                </a:cubicBezTo>
                <a:cubicBezTo>
                  <a:pt x="60526" y="43888"/>
                  <a:pt x="61912" y="39778"/>
                  <a:pt x="61912" y="34526"/>
                </a:cubicBezTo>
                <a:cubicBezTo>
                  <a:pt x="61912" y="27165"/>
                  <a:pt x="59384" y="20269"/>
                  <a:pt x="54329" y="13840"/>
                </a:cubicBezTo>
                <a:cubicBezTo>
                  <a:pt x="27533" y="13840"/>
                  <a:pt x="9423" y="14036"/>
                  <a:pt x="0" y="14429"/>
                </a:cubicBezTo>
                <a:lnTo>
                  <a:pt x="0" y="1472"/>
                </a:lnTo>
                <a:cubicBezTo>
                  <a:pt x="12957" y="1914"/>
                  <a:pt x="31263" y="2135"/>
                  <a:pt x="54918" y="2135"/>
                </a:cubicBezTo>
                <a:cubicBezTo>
                  <a:pt x="75629" y="2135"/>
                  <a:pt x="91850" y="1423"/>
                  <a:pt x="103579" y="0"/>
                </a:cubicBezTo>
                <a:lnTo>
                  <a:pt x="104315" y="13987"/>
                </a:lnTo>
                <a:cubicBezTo>
                  <a:pt x="89347" y="13595"/>
                  <a:pt x="75458" y="13398"/>
                  <a:pt x="62648" y="13398"/>
                </a:cubicBezTo>
                <a:lnTo>
                  <a:pt x="62648" y="13840"/>
                </a:lnTo>
                <a:cubicBezTo>
                  <a:pt x="69126" y="21202"/>
                  <a:pt x="72366" y="29275"/>
                  <a:pt x="72366" y="38060"/>
                </a:cubicBezTo>
                <a:cubicBezTo>
                  <a:pt x="72366" y="45913"/>
                  <a:pt x="70537" y="52047"/>
                  <a:pt x="66881" y="56464"/>
                </a:cubicBezTo>
                <a:cubicBezTo>
                  <a:pt x="63225" y="60881"/>
                  <a:pt x="56808" y="63090"/>
                  <a:pt x="47630" y="63090"/>
                </a:cubicBezTo>
                <a:cubicBezTo>
                  <a:pt x="46698" y="63090"/>
                  <a:pt x="44870" y="63041"/>
                  <a:pt x="42146" y="62943"/>
                </a:cubicBezTo>
                <a:cubicBezTo>
                  <a:pt x="39422" y="62844"/>
                  <a:pt x="37029" y="62795"/>
                  <a:pt x="34968" y="62795"/>
                </a:cubicBezTo>
                <a:cubicBezTo>
                  <a:pt x="27901" y="62795"/>
                  <a:pt x="16245" y="62894"/>
                  <a:pt x="0" y="63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i">
            <a:extLst xmlns:a="http://schemas.openxmlformats.org/drawingml/2006/main">
              <a:ext uri="{FF2B5EF4-FFF2-40B4-BE49-F238E27FC236}">
                <a16:creationId xmlns:a16="http://schemas.microsoft.com/office/drawing/2014/main" id="{7071F4FE-643C-4B65-B748-46A333D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55" y="1691589"/>
            <a:ext cx="100046" cy="17963"/>
          </a:xfrm>
          <a:custGeom xmlns:a="http://schemas.openxmlformats.org/drawingml/2006/main">
            <a:pathLst>
              <a:path w="100046" h="17963">
                <a:moveTo>
                  <a:pt x="0" y="14871"/>
                </a:moveTo>
                <a:lnTo>
                  <a:pt x="0" y="1546"/>
                </a:lnTo>
                <a:cubicBezTo>
                  <a:pt x="9816" y="2233"/>
                  <a:pt x="21030" y="2577"/>
                  <a:pt x="33643" y="2577"/>
                </a:cubicBezTo>
                <a:cubicBezTo>
                  <a:pt x="47827" y="2577"/>
                  <a:pt x="59728" y="1718"/>
                  <a:pt x="69347" y="0"/>
                </a:cubicBezTo>
                <a:lnTo>
                  <a:pt x="71335" y="14723"/>
                </a:lnTo>
                <a:cubicBezTo>
                  <a:pt x="61078" y="14134"/>
                  <a:pt x="48514" y="13840"/>
                  <a:pt x="33643" y="13840"/>
                </a:cubicBezTo>
                <a:cubicBezTo>
                  <a:pt x="21864" y="13840"/>
                  <a:pt x="10650" y="14184"/>
                  <a:pt x="0" y="14871"/>
                </a:cubicBezTo>
                <a:moveTo>
                  <a:pt x="92021" y="17963"/>
                </a:moveTo>
                <a:cubicBezTo>
                  <a:pt x="89518" y="17963"/>
                  <a:pt x="87347" y="17153"/>
                  <a:pt x="85506" y="15533"/>
                </a:cubicBezTo>
                <a:cubicBezTo>
                  <a:pt x="83666" y="13914"/>
                  <a:pt x="82746" y="11632"/>
                  <a:pt x="82746" y="8687"/>
                </a:cubicBezTo>
                <a:cubicBezTo>
                  <a:pt x="82746" y="6184"/>
                  <a:pt x="83543" y="4233"/>
                  <a:pt x="85138" y="2834"/>
                </a:cubicBezTo>
                <a:cubicBezTo>
                  <a:pt x="86733" y="1436"/>
                  <a:pt x="88660" y="736"/>
                  <a:pt x="90917" y="736"/>
                </a:cubicBezTo>
                <a:cubicBezTo>
                  <a:pt x="93371" y="736"/>
                  <a:pt x="95506" y="1570"/>
                  <a:pt x="97322" y="3239"/>
                </a:cubicBezTo>
                <a:cubicBezTo>
                  <a:pt x="99138" y="4908"/>
                  <a:pt x="100046" y="7214"/>
                  <a:pt x="100046" y="10159"/>
                </a:cubicBezTo>
                <a:cubicBezTo>
                  <a:pt x="100046" y="12564"/>
                  <a:pt x="99248" y="14466"/>
                  <a:pt x="97653" y="15864"/>
                </a:cubicBezTo>
                <a:cubicBezTo>
                  <a:pt x="96058" y="17263"/>
                  <a:pt x="94181" y="17963"/>
                  <a:pt x="92021" y="17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s">
            <a:extLst xmlns:a="http://schemas.openxmlformats.org/drawingml/2006/main">
              <a:ext uri="{FF2B5EF4-FFF2-40B4-BE49-F238E27FC236}">
                <a16:creationId xmlns:a16="http://schemas.microsoft.com/office/drawing/2014/main" id="{C25221A0-72A5-4DE7-AB5B-B6425FD9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9" y="1721651"/>
            <a:ext cx="73617" cy="50133"/>
          </a:xfrm>
          <a:custGeom xmlns:a="http://schemas.openxmlformats.org/drawingml/2006/main">
            <a:pathLst>
              <a:path w="73617" h="50133">
                <a:moveTo>
                  <a:pt x="21496" y="50133"/>
                </a:moveTo>
                <a:cubicBezTo>
                  <a:pt x="7165" y="50133"/>
                  <a:pt x="0" y="40980"/>
                  <a:pt x="0" y="22674"/>
                </a:cubicBezTo>
                <a:cubicBezTo>
                  <a:pt x="0" y="14576"/>
                  <a:pt x="810" y="7018"/>
                  <a:pt x="2429" y="0"/>
                </a:cubicBezTo>
                <a:lnTo>
                  <a:pt x="13251" y="2282"/>
                </a:lnTo>
                <a:cubicBezTo>
                  <a:pt x="10797" y="8662"/>
                  <a:pt x="9570" y="15582"/>
                  <a:pt x="9570" y="23042"/>
                </a:cubicBezTo>
                <a:cubicBezTo>
                  <a:pt x="9570" y="33741"/>
                  <a:pt x="12613" y="39091"/>
                  <a:pt x="18699" y="39091"/>
                </a:cubicBezTo>
                <a:cubicBezTo>
                  <a:pt x="21643" y="39091"/>
                  <a:pt x="23987" y="37901"/>
                  <a:pt x="25729" y="35520"/>
                </a:cubicBezTo>
                <a:cubicBezTo>
                  <a:pt x="27471" y="33140"/>
                  <a:pt x="29422" y="29201"/>
                  <a:pt x="31582" y="23705"/>
                </a:cubicBezTo>
                <a:cubicBezTo>
                  <a:pt x="34330" y="16736"/>
                  <a:pt x="36980" y="11681"/>
                  <a:pt x="39532" y="8540"/>
                </a:cubicBezTo>
                <a:cubicBezTo>
                  <a:pt x="43311" y="3926"/>
                  <a:pt x="47876" y="1620"/>
                  <a:pt x="53225" y="1620"/>
                </a:cubicBezTo>
                <a:cubicBezTo>
                  <a:pt x="58820" y="1620"/>
                  <a:pt x="63617" y="3730"/>
                  <a:pt x="67617" y="7951"/>
                </a:cubicBezTo>
                <a:cubicBezTo>
                  <a:pt x="71617" y="12171"/>
                  <a:pt x="73617" y="18601"/>
                  <a:pt x="73617" y="27238"/>
                </a:cubicBezTo>
                <a:cubicBezTo>
                  <a:pt x="73617" y="35680"/>
                  <a:pt x="72906" y="42453"/>
                  <a:pt x="71482" y="47557"/>
                </a:cubicBezTo>
                <a:lnTo>
                  <a:pt x="60881" y="45275"/>
                </a:lnTo>
                <a:cubicBezTo>
                  <a:pt x="62992" y="39974"/>
                  <a:pt x="64047" y="33839"/>
                  <a:pt x="64047" y="26870"/>
                </a:cubicBezTo>
                <a:cubicBezTo>
                  <a:pt x="64047" y="17447"/>
                  <a:pt x="61323" y="12736"/>
                  <a:pt x="55875" y="12736"/>
                </a:cubicBezTo>
                <a:cubicBezTo>
                  <a:pt x="53127" y="12736"/>
                  <a:pt x="50906" y="13791"/>
                  <a:pt x="49213" y="15901"/>
                </a:cubicBezTo>
                <a:cubicBezTo>
                  <a:pt x="47520" y="18012"/>
                  <a:pt x="45471" y="22134"/>
                  <a:pt x="43066" y="28269"/>
                </a:cubicBezTo>
                <a:cubicBezTo>
                  <a:pt x="40465" y="34895"/>
                  <a:pt x="37913" y="39802"/>
                  <a:pt x="35410" y="42992"/>
                </a:cubicBezTo>
                <a:cubicBezTo>
                  <a:pt x="31533" y="47753"/>
                  <a:pt x="26895" y="50133"/>
                  <a:pt x="21496" y="50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t">
            <a:extLst xmlns:a="http://schemas.openxmlformats.org/drawingml/2006/main">
              <a:ext uri="{FF2B5EF4-FFF2-40B4-BE49-F238E27FC236}">
                <a16:creationId xmlns:a16="http://schemas.microsoft.com/office/drawing/2014/main" id="{68A4CB4C-60E1-49BF-90B0-EEC8B562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09" y="1782424"/>
            <a:ext cx="92169" cy="46820"/>
          </a:xfrm>
          <a:custGeom xmlns:a="http://schemas.openxmlformats.org/drawingml/2006/main">
            <a:pathLst>
              <a:path w="92169" h="46820">
                <a:moveTo>
                  <a:pt x="11705" y="46820"/>
                </a:moveTo>
                <a:lnTo>
                  <a:pt x="2135" y="45937"/>
                </a:lnTo>
                <a:cubicBezTo>
                  <a:pt x="712" y="42060"/>
                  <a:pt x="0" y="38404"/>
                  <a:pt x="0" y="34968"/>
                </a:cubicBezTo>
                <a:cubicBezTo>
                  <a:pt x="0" y="26134"/>
                  <a:pt x="2245" y="20097"/>
                  <a:pt x="6736" y="16858"/>
                </a:cubicBezTo>
                <a:cubicBezTo>
                  <a:pt x="11227" y="13619"/>
                  <a:pt x="19263" y="12000"/>
                  <a:pt x="30846" y="12000"/>
                </a:cubicBezTo>
                <a:cubicBezTo>
                  <a:pt x="38355" y="12000"/>
                  <a:pt x="48146" y="12049"/>
                  <a:pt x="60219" y="12147"/>
                </a:cubicBezTo>
                <a:cubicBezTo>
                  <a:pt x="60219" y="9398"/>
                  <a:pt x="60072" y="5350"/>
                  <a:pt x="59777" y="0"/>
                </a:cubicBezTo>
                <a:lnTo>
                  <a:pt x="70452" y="442"/>
                </a:lnTo>
                <a:cubicBezTo>
                  <a:pt x="70157" y="5104"/>
                  <a:pt x="70010" y="9276"/>
                  <a:pt x="70010" y="12957"/>
                </a:cubicBezTo>
                <a:cubicBezTo>
                  <a:pt x="72955" y="12957"/>
                  <a:pt x="79948" y="13202"/>
                  <a:pt x="90991" y="13693"/>
                </a:cubicBezTo>
                <a:lnTo>
                  <a:pt x="92169" y="25251"/>
                </a:lnTo>
                <a:cubicBezTo>
                  <a:pt x="81862" y="24416"/>
                  <a:pt x="74476" y="23999"/>
                  <a:pt x="70010" y="23999"/>
                </a:cubicBezTo>
                <a:cubicBezTo>
                  <a:pt x="70010" y="28809"/>
                  <a:pt x="70255" y="35876"/>
                  <a:pt x="70746" y="45201"/>
                </a:cubicBezTo>
                <a:lnTo>
                  <a:pt x="59777" y="44686"/>
                </a:lnTo>
                <a:cubicBezTo>
                  <a:pt x="60072" y="35852"/>
                  <a:pt x="60219" y="28760"/>
                  <a:pt x="60219" y="23410"/>
                </a:cubicBezTo>
                <a:cubicBezTo>
                  <a:pt x="52808" y="23312"/>
                  <a:pt x="44465" y="23263"/>
                  <a:pt x="35189" y="23263"/>
                </a:cubicBezTo>
                <a:cubicBezTo>
                  <a:pt x="25079" y="23263"/>
                  <a:pt x="18392" y="24330"/>
                  <a:pt x="15128" y="26465"/>
                </a:cubicBezTo>
                <a:cubicBezTo>
                  <a:pt x="11865" y="28600"/>
                  <a:pt x="10233" y="32563"/>
                  <a:pt x="10233" y="38355"/>
                </a:cubicBezTo>
                <a:cubicBezTo>
                  <a:pt x="10233" y="40269"/>
                  <a:pt x="10724" y="43091"/>
                  <a:pt x="11705" y="46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o">
            <a:extLst xmlns:a="http://schemas.openxmlformats.org/drawingml/2006/main">
              <a:ext uri="{FF2B5EF4-FFF2-40B4-BE49-F238E27FC236}">
                <a16:creationId xmlns:a16="http://schemas.microsoft.com/office/drawing/2014/main" id="{B1B313B0-E8AD-4606-AA36-36F6A40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84" y="1840991"/>
            <a:ext cx="76047" cy="69642"/>
          </a:xfrm>
          <a:custGeom xmlns:a="http://schemas.openxmlformats.org/drawingml/2006/main">
            <a:pathLst>
              <a:path w="76047" h="69642">
                <a:moveTo>
                  <a:pt x="39974" y="69642"/>
                </a:moveTo>
                <a:cubicBezTo>
                  <a:pt x="27410" y="69642"/>
                  <a:pt x="17607" y="66035"/>
                  <a:pt x="10564" y="58820"/>
                </a:cubicBezTo>
                <a:cubicBezTo>
                  <a:pt x="3521" y="51606"/>
                  <a:pt x="0" y="43115"/>
                  <a:pt x="0" y="33349"/>
                </a:cubicBezTo>
                <a:cubicBezTo>
                  <a:pt x="0" y="24220"/>
                  <a:pt x="3116" y="16380"/>
                  <a:pt x="9349" y="9828"/>
                </a:cubicBezTo>
                <a:cubicBezTo>
                  <a:pt x="15582" y="3276"/>
                  <a:pt x="24367" y="0"/>
                  <a:pt x="35704" y="0"/>
                </a:cubicBezTo>
                <a:cubicBezTo>
                  <a:pt x="48366" y="0"/>
                  <a:pt x="58256" y="3620"/>
                  <a:pt x="65372" y="10859"/>
                </a:cubicBezTo>
                <a:cubicBezTo>
                  <a:pt x="72488" y="18098"/>
                  <a:pt x="76047" y="26600"/>
                  <a:pt x="76047" y="36367"/>
                </a:cubicBezTo>
                <a:cubicBezTo>
                  <a:pt x="76047" y="45495"/>
                  <a:pt x="72893" y="53323"/>
                  <a:pt x="66587" y="59851"/>
                </a:cubicBezTo>
                <a:cubicBezTo>
                  <a:pt x="60280" y="66378"/>
                  <a:pt x="51409" y="69642"/>
                  <a:pt x="39974" y="69642"/>
                </a:cubicBezTo>
                <a:moveTo>
                  <a:pt x="37398" y="56906"/>
                </a:moveTo>
                <a:cubicBezTo>
                  <a:pt x="45054" y="56906"/>
                  <a:pt x="51863" y="54980"/>
                  <a:pt x="57826" y="51127"/>
                </a:cubicBezTo>
                <a:cubicBezTo>
                  <a:pt x="63789" y="47274"/>
                  <a:pt x="66771" y="41790"/>
                  <a:pt x="66771" y="34674"/>
                </a:cubicBezTo>
                <a:cubicBezTo>
                  <a:pt x="66771" y="27606"/>
                  <a:pt x="63949" y="22171"/>
                  <a:pt x="58305" y="18367"/>
                </a:cubicBezTo>
                <a:cubicBezTo>
                  <a:pt x="52661" y="14564"/>
                  <a:pt x="46109" y="12662"/>
                  <a:pt x="38649" y="12662"/>
                </a:cubicBezTo>
                <a:cubicBezTo>
                  <a:pt x="30944" y="12662"/>
                  <a:pt x="24122" y="14588"/>
                  <a:pt x="18183" y="18441"/>
                </a:cubicBezTo>
                <a:cubicBezTo>
                  <a:pt x="12245" y="22294"/>
                  <a:pt x="9276" y="27803"/>
                  <a:pt x="9276" y="34968"/>
                </a:cubicBezTo>
                <a:cubicBezTo>
                  <a:pt x="9276" y="42035"/>
                  <a:pt x="12110" y="47459"/>
                  <a:pt x="17779" y="51238"/>
                </a:cubicBezTo>
                <a:cubicBezTo>
                  <a:pt x="23447" y="55017"/>
                  <a:pt x="29987" y="56906"/>
                  <a:pt x="37398" y="56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r">
            <a:extLst xmlns:a="http://schemas.openxmlformats.org/drawingml/2006/main">
              <a:ext uri="{FF2B5EF4-FFF2-40B4-BE49-F238E27FC236}">
                <a16:creationId xmlns:a16="http://schemas.microsoft.com/office/drawing/2014/main" id="{AF649C80-7D05-4DF0-B7C8-88299A93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55" y="1925585"/>
            <a:ext cx="72366" cy="46820"/>
          </a:xfrm>
          <a:custGeom xmlns:a="http://schemas.openxmlformats.org/drawingml/2006/main">
            <a:pathLst>
              <a:path w="72366" h="46820">
                <a:moveTo>
                  <a:pt x="69936" y="46820"/>
                </a:moveTo>
                <a:lnTo>
                  <a:pt x="58231" y="43508"/>
                </a:lnTo>
                <a:cubicBezTo>
                  <a:pt x="59753" y="39680"/>
                  <a:pt x="60513" y="36121"/>
                  <a:pt x="60513" y="32833"/>
                </a:cubicBezTo>
                <a:cubicBezTo>
                  <a:pt x="60513" y="23607"/>
                  <a:pt x="56121" y="17619"/>
                  <a:pt x="47336" y="14871"/>
                </a:cubicBezTo>
                <a:cubicBezTo>
                  <a:pt x="24760" y="14871"/>
                  <a:pt x="8981" y="15018"/>
                  <a:pt x="0" y="15312"/>
                </a:cubicBezTo>
                <a:lnTo>
                  <a:pt x="0" y="2282"/>
                </a:lnTo>
                <a:cubicBezTo>
                  <a:pt x="15558" y="3067"/>
                  <a:pt x="27631" y="3460"/>
                  <a:pt x="36220" y="3460"/>
                </a:cubicBezTo>
                <a:cubicBezTo>
                  <a:pt x="47851" y="3460"/>
                  <a:pt x="58992" y="2307"/>
                  <a:pt x="69642" y="0"/>
                </a:cubicBezTo>
                <a:lnTo>
                  <a:pt x="71482" y="12883"/>
                </a:lnTo>
                <a:cubicBezTo>
                  <a:pt x="66084" y="13815"/>
                  <a:pt x="62476" y="14282"/>
                  <a:pt x="60661" y="14282"/>
                </a:cubicBezTo>
                <a:lnTo>
                  <a:pt x="60661" y="14871"/>
                </a:lnTo>
                <a:cubicBezTo>
                  <a:pt x="68464" y="20171"/>
                  <a:pt x="72366" y="26355"/>
                  <a:pt x="72366" y="33422"/>
                </a:cubicBezTo>
                <a:cubicBezTo>
                  <a:pt x="72366" y="37152"/>
                  <a:pt x="71556" y="41618"/>
                  <a:pt x="69936" y="46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i">
            <a:extLst xmlns:a="http://schemas.openxmlformats.org/drawingml/2006/main">
              <a:ext uri="{FF2B5EF4-FFF2-40B4-BE49-F238E27FC236}">
                <a16:creationId xmlns:a16="http://schemas.microsoft.com/office/drawing/2014/main" id="{6CBBB9B3-A694-431C-B568-CBD5BBF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55" y="1978952"/>
            <a:ext cx="100046" cy="17963"/>
          </a:xfrm>
          <a:custGeom xmlns:a="http://schemas.openxmlformats.org/drawingml/2006/main">
            <a:pathLst>
              <a:path w="100046" h="17963">
                <a:moveTo>
                  <a:pt x="0" y="14871"/>
                </a:moveTo>
                <a:lnTo>
                  <a:pt x="0" y="1546"/>
                </a:lnTo>
                <a:cubicBezTo>
                  <a:pt x="9816" y="2233"/>
                  <a:pt x="21030" y="2577"/>
                  <a:pt x="33643" y="2577"/>
                </a:cubicBezTo>
                <a:cubicBezTo>
                  <a:pt x="47827" y="2577"/>
                  <a:pt x="59728" y="1718"/>
                  <a:pt x="69347" y="0"/>
                </a:cubicBezTo>
                <a:lnTo>
                  <a:pt x="71335" y="14723"/>
                </a:lnTo>
                <a:cubicBezTo>
                  <a:pt x="61078" y="14134"/>
                  <a:pt x="48514" y="13840"/>
                  <a:pt x="33643" y="13840"/>
                </a:cubicBezTo>
                <a:cubicBezTo>
                  <a:pt x="21864" y="13840"/>
                  <a:pt x="10650" y="14184"/>
                  <a:pt x="0" y="14871"/>
                </a:cubicBezTo>
                <a:moveTo>
                  <a:pt x="92021" y="17963"/>
                </a:moveTo>
                <a:cubicBezTo>
                  <a:pt x="89518" y="17963"/>
                  <a:pt x="87347" y="17153"/>
                  <a:pt x="85506" y="15533"/>
                </a:cubicBezTo>
                <a:cubicBezTo>
                  <a:pt x="83666" y="13914"/>
                  <a:pt x="82746" y="11632"/>
                  <a:pt x="82746" y="8687"/>
                </a:cubicBezTo>
                <a:cubicBezTo>
                  <a:pt x="82746" y="6184"/>
                  <a:pt x="83543" y="4233"/>
                  <a:pt x="85138" y="2834"/>
                </a:cubicBezTo>
                <a:cubicBezTo>
                  <a:pt x="86733" y="1436"/>
                  <a:pt x="88660" y="736"/>
                  <a:pt x="90917" y="736"/>
                </a:cubicBezTo>
                <a:cubicBezTo>
                  <a:pt x="93371" y="736"/>
                  <a:pt x="95506" y="1570"/>
                  <a:pt x="97322" y="3239"/>
                </a:cubicBezTo>
                <a:cubicBezTo>
                  <a:pt x="99138" y="4908"/>
                  <a:pt x="100046" y="7214"/>
                  <a:pt x="100046" y="10159"/>
                </a:cubicBezTo>
                <a:cubicBezTo>
                  <a:pt x="100046" y="12564"/>
                  <a:pt x="99248" y="14466"/>
                  <a:pt x="97653" y="15864"/>
                </a:cubicBezTo>
                <a:cubicBezTo>
                  <a:pt x="96058" y="17263"/>
                  <a:pt x="94181" y="17963"/>
                  <a:pt x="92021" y="17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c">
            <a:extLst xmlns:a="http://schemas.openxmlformats.org/drawingml/2006/main">
              <a:ext uri="{FF2B5EF4-FFF2-40B4-BE49-F238E27FC236}">
                <a16:creationId xmlns:a16="http://schemas.microsoft.com/office/drawing/2014/main" id="{1558748D-9592-4574-9484-FED79B40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67" y="2009972"/>
            <a:ext cx="74353" cy="55949"/>
          </a:xfrm>
          <a:custGeom xmlns:a="http://schemas.openxmlformats.org/drawingml/2006/main">
            <a:pathLst>
              <a:path w="74353" h="55949">
                <a:moveTo>
                  <a:pt x="13251" y="55949"/>
                </a:moveTo>
                <a:lnTo>
                  <a:pt x="3386" y="55213"/>
                </a:lnTo>
                <a:cubicBezTo>
                  <a:pt x="1129" y="51238"/>
                  <a:pt x="0" y="45913"/>
                  <a:pt x="0" y="39238"/>
                </a:cubicBezTo>
                <a:cubicBezTo>
                  <a:pt x="0" y="26527"/>
                  <a:pt x="3509" y="16809"/>
                  <a:pt x="10527" y="10086"/>
                </a:cubicBezTo>
                <a:cubicBezTo>
                  <a:pt x="17545" y="3362"/>
                  <a:pt x="26011" y="0"/>
                  <a:pt x="35925" y="0"/>
                </a:cubicBezTo>
                <a:cubicBezTo>
                  <a:pt x="46428" y="0"/>
                  <a:pt x="55458" y="3534"/>
                  <a:pt x="63016" y="10601"/>
                </a:cubicBezTo>
                <a:cubicBezTo>
                  <a:pt x="70574" y="17668"/>
                  <a:pt x="74353" y="27017"/>
                  <a:pt x="74353" y="38649"/>
                </a:cubicBezTo>
                <a:cubicBezTo>
                  <a:pt x="74353" y="44489"/>
                  <a:pt x="73764" y="49250"/>
                  <a:pt x="72586" y="52931"/>
                </a:cubicBezTo>
                <a:lnTo>
                  <a:pt x="61029" y="50943"/>
                </a:lnTo>
                <a:cubicBezTo>
                  <a:pt x="62943" y="45790"/>
                  <a:pt x="63900" y="40563"/>
                  <a:pt x="63900" y="35263"/>
                </a:cubicBezTo>
                <a:cubicBezTo>
                  <a:pt x="63900" y="28294"/>
                  <a:pt x="61470" y="22748"/>
                  <a:pt x="56612" y="18625"/>
                </a:cubicBezTo>
                <a:cubicBezTo>
                  <a:pt x="51753" y="14503"/>
                  <a:pt x="45667" y="12441"/>
                  <a:pt x="38355" y="12441"/>
                </a:cubicBezTo>
                <a:cubicBezTo>
                  <a:pt x="30404" y="12441"/>
                  <a:pt x="23778" y="14895"/>
                  <a:pt x="18478" y="19803"/>
                </a:cubicBezTo>
                <a:cubicBezTo>
                  <a:pt x="13177" y="24711"/>
                  <a:pt x="10527" y="31655"/>
                  <a:pt x="10527" y="40637"/>
                </a:cubicBezTo>
                <a:cubicBezTo>
                  <a:pt x="10527" y="44318"/>
                  <a:pt x="11435" y="49422"/>
                  <a:pt x="13251" y="559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a">
            <a:extLst xmlns:a="http://schemas.openxmlformats.org/drawingml/2006/main">
              <a:ext uri="{FF2B5EF4-FFF2-40B4-BE49-F238E27FC236}">
                <a16:creationId xmlns:a16="http://schemas.microsoft.com/office/drawing/2014/main" id="{91361278-5AFC-4255-BDAA-4B231758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15" y="2076796"/>
            <a:ext cx="74206" cy="58526"/>
          </a:xfrm>
          <a:custGeom xmlns:a="http://schemas.openxmlformats.org/drawingml/2006/main">
            <a:pathLst>
              <a:path w="74206" h="58526">
                <a:moveTo>
                  <a:pt x="1840" y="58526"/>
                </a:moveTo>
                <a:lnTo>
                  <a:pt x="1399" y="46968"/>
                </a:lnTo>
                <a:cubicBezTo>
                  <a:pt x="3804" y="46379"/>
                  <a:pt x="6086" y="46084"/>
                  <a:pt x="8245" y="46084"/>
                </a:cubicBezTo>
                <a:lnTo>
                  <a:pt x="8245" y="45348"/>
                </a:lnTo>
                <a:cubicBezTo>
                  <a:pt x="2748" y="39312"/>
                  <a:pt x="0" y="31091"/>
                  <a:pt x="0" y="20686"/>
                </a:cubicBezTo>
                <a:cubicBezTo>
                  <a:pt x="0" y="15042"/>
                  <a:pt x="1656" y="10184"/>
                  <a:pt x="4969" y="6110"/>
                </a:cubicBezTo>
                <a:cubicBezTo>
                  <a:pt x="8282" y="2037"/>
                  <a:pt x="13006" y="0"/>
                  <a:pt x="19140" y="0"/>
                </a:cubicBezTo>
                <a:cubicBezTo>
                  <a:pt x="26698" y="0"/>
                  <a:pt x="32772" y="3190"/>
                  <a:pt x="37361" y="9570"/>
                </a:cubicBezTo>
                <a:cubicBezTo>
                  <a:pt x="41949" y="15950"/>
                  <a:pt x="44367" y="27803"/>
                  <a:pt x="44612" y="45127"/>
                </a:cubicBezTo>
                <a:cubicBezTo>
                  <a:pt x="45790" y="45275"/>
                  <a:pt x="47140" y="45348"/>
                  <a:pt x="48661" y="45348"/>
                </a:cubicBezTo>
                <a:cubicBezTo>
                  <a:pt x="54698" y="45348"/>
                  <a:pt x="58722" y="43741"/>
                  <a:pt x="60734" y="40526"/>
                </a:cubicBezTo>
                <a:cubicBezTo>
                  <a:pt x="62746" y="37312"/>
                  <a:pt x="63752" y="32441"/>
                  <a:pt x="63752" y="25913"/>
                </a:cubicBezTo>
                <a:cubicBezTo>
                  <a:pt x="63752" y="18208"/>
                  <a:pt x="62795" y="10625"/>
                  <a:pt x="60881" y="3166"/>
                </a:cubicBezTo>
                <a:lnTo>
                  <a:pt x="71041" y="4417"/>
                </a:lnTo>
                <a:cubicBezTo>
                  <a:pt x="73151" y="11779"/>
                  <a:pt x="74206" y="20245"/>
                  <a:pt x="74206" y="29815"/>
                </a:cubicBezTo>
                <a:cubicBezTo>
                  <a:pt x="74206" y="38551"/>
                  <a:pt x="72402" y="45299"/>
                  <a:pt x="68795" y="50060"/>
                </a:cubicBezTo>
                <a:cubicBezTo>
                  <a:pt x="65188" y="54820"/>
                  <a:pt x="59041" y="57201"/>
                  <a:pt x="50354" y="57201"/>
                </a:cubicBezTo>
                <a:cubicBezTo>
                  <a:pt x="48047" y="57201"/>
                  <a:pt x="43864" y="57090"/>
                  <a:pt x="37802" y="56869"/>
                </a:cubicBezTo>
                <a:cubicBezTo>
                  <a:pt x="31741" y="56648"/>
                  <a:pt x="27705" y="56538"/>
                  <a:pt x="25692" y="56538"/>
                </a:cubicBezTo>
                <a:cubicBezTo>
                  <a:pt x="16760" y="56538"/>
                  <a:pt x="8810" y="57201"/>
                  <a:pt x="1840" y="58526"/>
                </a:cubicBezTo>
                <a:moveTo>
                  <a:pt x="16122" y="45495"/>
                </a:moveTo>
                <a:cubicBezTo>
                  <a:pt x="23582" y="45250"/>
                  <a:pt x="30281" y="45127"/>
                  <a:pt x="36220" y="45127"/>
                </a:cubicBezTo>
                <a:cubicBezTo>
                  <a:pt x="36220" y="35901"/>
                  <a:pt x="35533" y="28882"/>
                  <a:pt x="34158" y="24073"/>
                </a:cubicBezTo>
                <a:cubicBezTo>
                  <a:pt x="31704" y="16024"/>
                  <a:pt x="27017" y="12000"/>
                  <a:pt x="20097" y="12000"/>
                </a:cubicBezTo>
                <a:cubicBezTo>
                  <a:pt x="13423" y="12000"/>
                  <a:pt x="10086" y="16711"/>
                  <a:pt x="10086" y="26134"/>
                </a:cubicBezTo>
                <a:cubicBezTo>
                  <a:pt x="10086" y="34232"/>
                  <a:pt x="12098" y="40686"/>
                  <a:pt x="16122" y="45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l">
            <a:extLst xmlns:a="http://schemas.openxmlformats.org/drawingml/2006/main">
              <a:ext uri="{FF2B5EF4-FFF2-40B4-BE49-F238E27FC236}">
                <a16:creationId xmlns:a16="http://schemas.microsoft.com/office/drawing/2014/main" id="{17638672-9E3D-4C6A-B8EF-2C0455A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55" y="2152512"/>
            <a:ext cx="104315" cy="14944"/>
          </a:xfrm>
          <a:custGeom xmlns:a="http://schemas.openxmlformats.org/drawingml/2006/main">
            <a:pathLst>
              <a:path w="104315" h="14944">
                <a:moveTo>
                  <a:pt x="0" y="14944"/>
                </a:moveTo>
                <a:lnTo>
                  <a:pt x="0" y="810"/>
                </a:lnTo>
                <a:cubicBezTo>
                  <a:pt x="16196" y="1693"/>
                  <a:pt x="34502" y="2135"/>
                  <a:pt x="54918" y="2135"/>
                </a:cubicBezTo>
                <a:cubicBezTo>
                  <a:pt x="74746" y="2135"/>
                  <a:pt x="90966" y="1423"/>
                  <a:pt x="103579" y="0"/>
                </a:cubicBezTo>
                <a:lnTo>
                  <a:pt x="104315" y="14944"/>
                </a:lnTo>
                <a:cubicBezTo>
                  <a:pt x="90966" y="14012"/>
                  <a:pt x="74501" y="13546"/>
                  <a:pt x="54918" y="13546"/>
                </a:cubicBezTo>
                <a:cubicBezTo>
                  <a:pt x="34747" y="13546"/>
                  <a:pt x="16441" y="14012"/>
                  <a:pt x="0" y="149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d">
            <a:extLst xmlns:a="http://schemas.openxmlformats.org/drawingml/2006/main">
              <a:ext uri="{FF2B5EF4-FFF2-40B4-BE49-F238E27FC236}">
                <a16:creationId xmlns:a16="http://schemas.microsoft.com/office/drawing/2014/main" id="{4A9C07D3-468B-4D6F-AA1D-83BC2F7E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1" y="1754167"/>
            <a:ext cx="106009" cy="65887"/>
          </a:xfrm>
          <a:custGeom xmlns:a="http://schemas.openxmlformats.org/drawingml/2006/main">
            <a:pathLst>
              <a:path w="106009" h="65887">
                <a:moveTo>
                  <a:pt x="2061" y="65887"/>
                </a:moveTo>
                <a:lnTo>
                  <a:pt x="1693" y="54918"/>
                </a:lnTo>
                <a:cubicBezTo>
                  <a:pt x="3804" y="54526"/>
                  <a:pt x="6037" y="54329"/>
                  <a:pt x="8392" y="54329"/>
                </a:cubicBezTo>
                <a:lnTo>
                  <a:pt x="8392" y="53520"/>
                </a:lnTo>
                <a:cubicBezTo>
                  <a:pt x="2797" y="48366"/>
                  <a:pt x="0" y="40710"/>
                  <a:pt x="0" y="30551"/>
                </a:cubicBezTo>
                <a:cubicBezTo>
                  <a:pt x="0" y="21226"/>
                  <a:pt x="3386" y="13803"/>
                  <a:pt x="10159" y="8282"/>
                </a:cubicBezTo>
                <a:cubicBezTo>
                  <a:pt x="16932" y="2761"/>
                  <a:pt x="25103" y="0"/>
                  <a:pt x="34674" y="0"/>
                </a:cubicBezTo>
                <a:cubicBezTo>
                  <a:pt x="45520" y="0"/>
                  <a:pt x="54869" y="3067"/>
                  <a:pt x="62722" y="9202"/>
                </a:cubicBezTo>
                <a:cubicBezTo>
                  <a:pt x="70574" y="15337"/>
                  <a:pt x="74501" y="23975"/>
                  <a:pt x="74501" y="35115"/>
                </a:cubicBezTo>
                <a:cubicBezTo>
                  <a:pt x="74501" y="43066"/>
                  <a:pt x="72881" y="48759"/>
                  <a:pt x="69642" y="52195"/>
                </a:cubicBezTo>
                <a:lnTo>
                  <a:pt x="69642" y="52783"/>
                </a:lnTo>
                <a:cubicBezTo>
                  <a:pt x="81813" y="52783"/>
                  <a:pt x="93764" y="52440"/>
                  <a:pt x="105493" y="51753"/>
                </a:cubicBezTo>
                <a:lnTo>
                  <a:pt x="106009" y="65740"/>
                </a:lnTo>
                <a:cubicBezTo>
                  <a:pt x="93543" y="64808"/>
                  <a:pt x="77224" y="64341"/>
                  <a:pt x="57053" y="64341"/>
                </a:cubicBezTo>
                <a:cubicBezTo>
                  <a:pt x="36539" y="64341"/>
                  <a:pt x="18208" y="64857"/>
                  <a:pt x="2061" y="65887"/>
                </a:cubicBezTo>
                <a:moveTo>
                  <a:pt x="16564" y="54035"/>
                </a:moveTo>
                <a:cubicBezTo>
                  <a:pt x="31827" y="54035"/>
                  <a:pt x="46526" y="53618"/>
                  <a:pt x="60661" y="52783"/>
                </a:cubicBezTo>
                <a:cubicBezTo>
                  <a:pt x="63949" y="48808"/>
                  <a:pt x="65593" y="43851"/>
                  <a:pt x="65593" y="37913"/>
                </a:cubicBezTo>
                <a:cubicBezTo>
                  <a:pt x="65593" y="29619"/>
                  <a:pt x="62832" y="23410"/>
                  <a:pt x="57311" y="19288"/>
                </a:cubicBezTo>
                <a:cubicBezTo>
                  <a:pt x="51790" y="15165"/>
                  <a:pt x="44857" y="13104"/>
                  <a:pt x="36514" y="13104"/>
                </a:cubicBezTo>
                <a:cubicBezTo>
                  <a:pt x="29054" y="13104"/>
                  <a:pt x="22772" y="15055"/>
                  <a:pt x="17668" y="18956"/>
                </a:cubicBezTo>
                <a:cubicBezTo>
                  <a:pt x="12564" y="22858"/>
                  <a:pt x="10012" y="28269"/>
                  <a:pt x="10012" y="35189"/>
                </a:cubicBezTo>
                <a:cubicBezTo>
                  <a:pt x="10012" y="43876"/>
                  <a:pt x="12196" y="50158"/>
                  <a:pt x="16564" y="540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a">
            <a:extLst xmlns:a="http://schemas.openxmlformats.org/drawingml/2006/main">
              <a:ext uri="{FF2B5EF4-FFF2-40B4-BE49-F238E27FC236}">
                <a16:creationId xmlns:a16="http://schemas.microsoft.com/office/drawing/2014/main" id="{F15D1A32-C7DD-4214-8075-D5F98652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8" y="1835978"/>
            <a:ext cx="74206" cy="58526"/>
          </a:xfrm>
          <a:custGeom xmlns:a="http://schemas.openxmlformats.org/drawingml/2006/main">
            <a:pathLst>
              <a:path w="74206" h="58526">
                <a:moveTo>
                  <a:pt x="1840" y="58526"/>
                </a:moveTo>
                <a:lnTo>
                  <a:pt x="1399" y="46968"/>
                </a:lnTo>
                <a:cubicBezTo>
                  <a:pt x="3804" y="46379"/>
                  <a:pt x="6086" y="46084"/>
                  <a:pt x="8245" y="46084"/>
                </a:cubicBezTo>
                <a:lnTo>
                  <a:pt x="8245" y="45348"/>
                </a:lnTo>
                <a:cubicBezTo>
                  <a:pt x="2748" y="39312"/>
                  <a:pt x="0" y="31091"/>
                  <a:pt x="0" y="20686"/>
                </a:cubicBezTo>
                <a:cubicBezTo>
                  <a:pt x="0" y="15042"/>
                  <a:pt x="1656" y="10184"/>
                  <a:pt x="4969" y="6110"/>
                </a:cubicBezTo>
                <a:cubicBezTo>
                  <a:pt x="8282" y="2037"/>
                  <a:pt x="13006" y="0"/>
                  <a:pt x="19140" y="0"/>
                </a:cubicBezTo>
                <a:cubicBezTo>
                  <a:pt x="26698" y="0"/>
                  <a:pt x="32772" y="3190"/>
                  <a:pt x="37361" y="9570"/>
                </a:cubicBezTo>
                <a:cubicBezTo>
                  <a:pt x="41949" y="15950"/>
                  <a:pt x="44367" y="27803"/>
                  <a:pt x="44612" y="45127"/>
                </a:cubicBezTo>
                <a:cubicBezTo>
                  <a:pt x="45790" y="45275"/>
                  <a:pt x="47140" y="45348"/>
                  <a:pt x="48661" y="45348"/>
                </a:cubicBezTo>
                <a:cubicBezTo>
                  <a:pt x="54698" y="45348"/>
                  <a:pt x="58722" y="43741"/>
                  <a:pt x="60734" y="40526"/>
                </a:cubicBezTo>
                <a:cubicBezTo>
                  <a:pt x="62746" y="37312"/>
                  <a:pt x="63752" y="32441"/>
                  <a:pt x="63752" y="25913"/>
                </a:cubicBezTo>
                <a:cubicBezTo>
                  <a:pt x="63752" y="18208"/>
                  <a:pt x="62795" y="10625"/>
                  <a:pt x="60881" y="3166"/>
                </a:cubicBezTo>
                <a:lnTo>
                  <a:pt x="71041" y="4417"/>
                </a:lnTo>
                <a:cubicBezTo>
                  <a:pt x="73151" y="11779"/>
                  <a:pt x="74206" y="20245"/>
                  <a:pt x="74206" y="29815"/>
                </a:cubicBezTo>
                <a:cubicBezTo>
                  <a:pt x="74206" y="38551"/>
                  <a:pt x="72402" y="45299"/>
                  <a:pt x="68795" y="50060"/>
                </a:cubicBezTo>
                <a:cubicBezTo>
                  <a:pt x="65188" y="54820"/>
                  <a:pt x="59041" y="57201"/>
                  <a:pt x="50354" y="57201"/>
                </a:cubicBezTo>
                <a:cubicBezTo>
                  <a:pt x="48047" y="57201"/>
                  <a:pt x="43864" y="57090"/>
                  <a:pt x="37802" y="56869"/>
                </a:cubicBezTo>
                <a:cubicBezTo>
                  <a:pt x="31741" y="56648"/>
                  <a:pt x="27705" y="56538"/>
                  <a:pt x="25692" y="56538"/>
                </a:cubicBezTo>
                <a:cubicBezTo>
                  <a:pt x="16760" y="56538"/>
                  <a:pt x="8810" y="57201"/>
                  <a:pt x="1840" y="58526"/>
                </a:cubicBezTo>
                <a:moveTo>
                  <a:pt x="16122" y="45495"/>
                </a:moveTo>
                <a:cubicBezTo>
                  <a:pt x="23582" y="45250"/>
                  <a:pt x="30281" y="45127"/>
                  <a:pt x="36220" y="45127"/>
                </a:cubicBezTo>
                <a:cubicBezTo>
                  <a:pt x="36220" y="35901"/>
                  <a:pt x="35533" y="28882"/>
                  <a:pt x="34158" y="24073"/>
                </a:cubicBezTo>
                <a:cubicBezTo>
                  <a:pt x="31704" y="16024"/>
                  <a:pt x="27017" y="12000"/>
                  <a:pt x="20097" y="12000"/>
                </a:cubicBezTo>
                <a:cubicBezTo>
                  <a:pt x="13423" y="12000"/>
                  <a:pt x="10086" y="16711"/>
                  <a:pt x="10086" y="26134"/>
                </a:cubicBezTo>
                <a:cubicBezTo>
                  <a:pt x="10086" y="34232"/>
                  <a:pt x="12098" y="40686"/>
                  <a:pt x="16122" y="45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t">
            <a:extLst xmlns:a="http://schemas.openxmlformats.org/drawingml/2006/main">
              <a:ext uri="{FF2B5EF4-FFF2-40B4-BE49-F238E27FC236}">
                <a16:creationId xmlns:a16="http://schemas.microsoft.com/office/drawing/2014/main" id="{1E0DB771-C3CB-409D-ABDA-6105B65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53" y="1906012"/>
            <a:ext cx="92169" cy="46820"/>
          </a:xfrm>
          <a:custGeom xmlns:a="http://schemas.openxmlformats.org/drawingml/2006/main">
            <a:pathLst>
              <a:path w="92169" h="46820">
                <a:moveTo>
                  <a:pt x="11705" y="46820"/>
                </a:moveTo>
                <a:lnTo>
                  <a:pt x="2135" y="45937"/>
                </a:lnTo>
                <a:cubicBezTo>
                  <a:pt x="712" y="42060"/>
                  <a:pt x="0" y="38404"/>
                  <a:pt x="0" y="34968"/>
                </a:cubicBezTo>
                <a:cubicBezTo>
                  <a:pt x="0" y="26134"/>
                  <a:pt x="2245" y="20097"/>
                  <a:pt x="6736" y="16858"/>
                </a:cubicBezTo>
                <a:cubicBezTo>
                  <a:pt x="11227" y="13619"/>
                  <a:pt x="19263" y="12000"/>
                  <a:pt x="30846" y="12000"/>
                </a:cubicBezTo>
                <a:cubicBezTo>
                  <a:pt x="38355" y="12000"/>
                  <a:pt x="48146" y="12049"/>
                  <a:pt x="60219" y="12147"/>
                </a:cubicBezTo>
                <a:cubicBezTo>
                  <a:pt x="60219" y="9398"/>
                  <a:pt x="60072" y="5350"/>
                  <a:pt x="59777" y="0"/>
                </a:cubicBezTo>
                <a:lnTo>
                  <a:pt x="70452" y="442"/>
                </a:lnTo>
                <a:cubicBezTo>
                  <a:pt x="70157" y="5104"/>
                  <a:pt x="70010" y="9276"/>
                  <a:pt x="70010" y="12957"/>
                </a:cubicBezTo>
                <a:cubicBezTo>
                  <a:pt x="72955" y="12957"/>
                  <a:pt x="79948" y="13202"/>
                  <a:pt x="90991" y="13693"/>
                </a:cubicBezTo>
                <a:lnTo>
                  <a:pt x="92169" y="25251"/>
                </a:lnTo>
                <a:cubicBezTo>
                  <a:pt x="81862" y="24416"/>
                  <a:pt x="74476" y="23999"/>
                  <a:pt x="70010" y="23999"/>
                </a:cubicBezTo>
                <a:cubicBezTo>
                  <a:pt x="70010" y="28809"/>
                  <a:pt x="70255" y="35876"/>
                  <a:pt x="70746" y="45201"/>
                </a:cubicBezTo>
                <a:lnTo>
                  <a:pt x="59777" y="44686"/>
                </a:lnTo>
                <a:cubicBezTo>
                  <a:pt x="60072" y="35852"/>
                  <a:pt x="60219" y="28760"/>
                  <a:pt x="60219" y="23410"/>
                </a:cubicBezTo>
                <a:cubicBezTo>
                  <a:pt x="52808" y="23312"/>
                  <a:pt x="44465" y="23263"/>
                  <a:pt x="35189" y="23263"/>
                </a:cubicBezTo>
                <a:cubicBezTo>
                  <a:pt x="25079" y="23263"/>
                  <a:pt x="18392" y="24330"/>
                  <a:pt x="15128" y="26465"/>
                </a:cubicBezTo>
                <a:cubicBezTo>
                  <a:pt x="11865" y="28600"/>
                  <a:pt x="10233" y="32563"/>
                  <a:pt x="10233" y="38355"/>
                </a:cubicBezTo>
                <a:cubicBezTo>
                  <a:pt x="10233" y="40269"/>
                  <a:pt x="10724" y="43091"/>
                  <a:pt x="11705" y="468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a">
            <a:extLst xmlns:a="http://schemas.openxmlformats.org/drawingml/2006/main">
              <a:ext uri="{FF2B5EF4-FFF2-40B4-BE49-F238E27FC236}">
                <a16:creationId xmlns:a16="http://schemas.microsoft.com/office/drawing/2014/main" id="{12F27129-123F-4E64-95D5-B26EEB12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8" y="1963678"/>
            <a:ext cx="74206" cy="58526"/>
          </a:xfrm>
          <a:custGeom xmlns:a="http://schemas.openxmlformats.org/drawingml/2006/main">
            <a:pathLst>
              <a:path w="74206" h="58526">
                <a:moveTo>
                  <a:pt x="1840" y="58526"/>
                </a:moveTo>
                <a:lnTo>
                  <a:pt x="1399" y="46968"/>
                </a:lnTo>
                <a:cubicBezTo>
                  <a:pt x="3804" y="46379"/>
                  <a:pt x="6086" y="46084"/>
                  <a:pt x="8245" y="46084"/>
                </a:cubicBezTo>
                <a:lnTo>
                  <a:pt x="8245" y="45348"/>
                </a:lnTo>
                <a:cubicBezTo>
                  <a:pt x="2748" y="39312"/>
                  <a:pt x="0" y="31091"/>
                  <a:pt x="0" y="20686"/>
                </a:cubicBezTo>
                <a:cubicBezTo>
                  <a:pt x="0" y="15042"/>
                  <a:pt x="1656" y="10184"/>
                  <a:pt x="4969" y="6110"/>
                </a:cubicBezTo>
                <a:cubicBezTo>
                  <a:pt x="8282" y="2037"/>
                  <a:pt x="13006" y="0"/>
                  <a:pt x="19140" y="0"/>
                </a:cubicBezTo>
                <a:cubicBezTo>
                  <a:pt x="26698" y="0"/>
                  <a:pt x="32772" y="3190"/>
                  <a:pt x="37361" y="9570"/>
                </a:cubicBezTo>
                <a:cubicBezTo>
                  <a:pt x="41949" y="15950"/>
                  <a:pt x="44367" y="27803"/>
                  <a:pt x="44612" y="45127"/>
                </a:cubicBezTo>
                <a:cubicBezTo>
                  <a:pt x="45790" y="45275"/>
                  <a:pt x="47140" y="45348"/>
                  <a:pt x="48661" y="45348"/>
                </a:cubicBezTo>
                <a:cubicBezTo>
                  <a:pt x="54698" y="45348"/>
                  <a:pt x="58722" y="43741"/>
                  <a:pt x="60734" y="40526"/>
                </a:cubicBezTo>
                <a:cubicBezTo>
                  <a:pt x="62746" y="37312"/>
                  <a:pt x="63752" y="32441"/>
                  <a:pt x="63752" y="25913"/>
                </a:cubicBezTo>
                <a:cubicBezTo>
                  <a:pt x="63752" y="18208"/>
                  <a:pt x="62795" y="10625"/>
                  <a:pt x="60881" y="3166"/>
                </a:cubicBezTo>
                <a:lnTo>
                  <a:pt x="71041" y="4417"/>
                </a:lnTo>
                <a:cubicBezTo>
                  <a:pt x="73151" y="11779"/>
                  <a:pt x="74206" y="20245"/>
                  <a:pt x="74206" y="29815"/>
                </a:cubicBezTo>
                <a:cubicBezTo>
                  <a:pt x="74206" y="38551"/>
                  <a:pt x="72402" y="45299"/>
                  <a:pt x="68795" y="50060"/>
                </a:cubicBezTo>
                <a:cubicBezTo>
                  <a:pt x="65188" y="54820"/>
                  <a:pt x="59041" y="57201"/>
                  <a:pt x="50354" y="57201"/>
                </a:cubicBezTo>
                <a:cubicBezTo>
                  <a:pt x="48047" y="57201"/>
                  <a:pt x="43864" y="57090"/>
                  <a:pt x="37802" y="56869"/>
                </a:cubicBezTo>
                <a:cubicBezTo>
                  <a:pt x="31741" y="56648"/>
                  <a:pt x="27705" y="56538"/>
                  <a:pt x="25692" y="56538"/>
                </a:cubicBezTo>
                <a:cubicBezTo>
                  <a:pt x="16760" y="56538"/>
                  <a:pt x="8810" y="57201"/>
                  <a:pt x="1840" y="58526"/>
                </a:cubicBezTo>
                <a:moveTo>
                  <a:pt x="16122" y="45495"/>
                </a:moveTo>
                <a:cubicBezTo>
                  <a:pt x="23582" y="45250"/>
                  <a:pt x="30281" y="45127"/>
                  <a:pt x="36220" y="45127"/>
                </a:cubicBezTo>
                <a:cubicBezTo>
                  <a:pt x="36220" y="35901"/>
                  <a:pt x="35533" y="28882"/>
                  <a:pt x="34158" y="24073"/>
                </a:cubicBezTo>
                <a:cubicBezTo>
                  <a:pt x="31704" y="16024"/>
                  <a:pt x="27017" y="12000"/>
                  <a:pt x="20097" y="12000"/>
                </a:cubicBezTo>
                <a:cubicBezTo>
                  <a:pt x="13423" y="12000"/>
                  <a:pt x="10086" y="16711"/>
                  <a:pt x="10086" y="26134"/>
                </a:cubicBezTo>
                <a:cubicBezTo>
                  <a:pt x="10086" y="34232"/>
                  <a:pt x="12098" y="40686"/>
                  <a:pt x="16122" y="454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423E7-50D6-4D64-9456-F8CFB6C9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4" y="1959100"/>
            <a:ext cx="72106" cy="95050"/>
          </a:xfrm>
          <a:custGeom xmlns:a="http://schemas.openxmlformats.org/drawingml/2006/main">
            <a:pathLst>
              <a:path w="72106" h="95050">
                <a:moveTo>
                  <a:pt x="72106" y="95050"/>
                </a:moveTo>
                <a:lnTo>
                  <a:pt x="0" y="72275"/>
                </a:lnTo>
                <a:lnTo>
                  <a:pt x="0" y="0"/>
                </a:lnTo>
                <a:lnTo>
                  <a:pt x="72106" y="22777"/>
                </a:lnTo>
                <a:lnTo>
                  <a:pt x="72106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834C7-8DD8-46A7-A00B-45FA3280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4" y="1959100"/>
            <a:ext cx="72106" cy="95050"/>
          </a:xfrm>
          <a:custGeom xmlns:a="http://schemas.openxmlformats.org/drawingml/2006/main">
            <a:pathLst>
              <a:path w="72106" h="95050" fill="none">
                <a:moveTo>
                  <a:pt x="72106" y="95050"/>
                </a:moveTo>
                <a:lnTo>
                  <a:pt x="0" y="72274"/>
                </a:lnTo>
                <a:lnTo>
                  <a:pt x="0" y="0"/>
                </a:lnTo>
                <a:lnTo>
                  <a:pt x="72106" y="22776"/>
                </a:lnTo>
                <a:lnTo>
                  <a:pt x="72106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0B225-010C-43EE-8BD3-8441D8DB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928" y="1959100"/>
            <a:ext cx="72106" cy="95050"/>
          </a:xfrm>
          <a:custGeom xmlns:a="http://schemas.openxmlformats.org/drawingml/2006/main">
            <a:pathLst>
              <a:path w="72106" h="95050">
                <a:moveTo>
                  <a:pt x="0" y="95050"/>
                </a:moveTo>
                <a:lnTo>
                  <a:pt x="0" y="22777"/>
                </a:lnTo>
                <a:lnTo>
                  <a:pt x="72106" y="0"/>
                </a:lnTo>
                <a:lnTo>
                  <a:pt x="72106" y="72275"/>
                </a:lnTo>
                <a:lnTo>
                  <a:pt x="0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3B0F3-22AE-41F4-8F06-A1C9E37F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928" y="1959100"/>
            <a:ext cx="72106" cy="95050"/>
          </a:xfrm>
          <a:custGeom xmlns:a="http://schemas.openxmlformats.org/drawingml/2006/main">
            <a:pathLst>
              <a:path w="72106" h="95050" fill="none">
                <a:moveTo>
                  <a:pt x="0" y="95050"/>
                </a:moveTo>
                <a:lnTo>
                  <a:pt x="72106" y="72274"/>
                </a:lnTo>
                <a:lnTo>
                  <a:pt x="72106" y="0"/>
                </a:lnTo>
                <a:lnTo>
                  <a:pt x="0" y="22776"/>
                </a:lnTo>
                <a:lnTo>
                  <a:pt x="0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22FD6-86F7-4E0A-A2A5-EC64FEBB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11" y="1959100"/>
            <a:ext cx="72106" cy="95050"/>
          </a:xfrm>
          <a:custGeom xmlns:a="http://schemas.openxmlformats.org/drawingml/2006/main">
            <a:pathLst>
              <a:path w="72106" h="95050">
                <a:moveTo>
                  <a:pt x="72106" y="95050"/>
                </a:moveTo>
                <a:lnTo>
                  <a:pt x="0" y="72275"/>
                </a:lnTo>
                <a:lnTo>
                  <a:pt x="0" y="0"/>
                </a:lnTo>
                <a:lnTo>
                  <a:pt x="72106" y="22777"/>
                </a:lnTo>
                <a:lnTo>
                  <a:pt x="72106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0752E3-E90E-4BE8-9884-18B72A2C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11" y="1959100"/>
            <a:ext cx="72106" cy="95050"/>
          </a:xfrm>
          <a:custGeom xmlns:a="http://schemas.openxmlformats.org/drawingml/2006/main">
            <a:pathLst>
              <a:path w="72106" h="95050" fill="none">
                <a:moveTo>
                  <a:pt x="72106" y="95050"/>
                </a:moveTo>
                <a:lnTo>
                  <a:pt x="0" y="72274"/>
                </a:lnTo>
                <a:lnTo>
                  <a:pt x="0" y="0"/>
                </a:lnTo>
                <a:lnTo>
                  <a:pt x="72106" y="22776"/>
                </a:lnTo>
                <a:lnTo>
                  <a:pt x="72106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9BF58-45D3-4049-B28F-B9CB1C8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95" y="1959100"/>
            <a:ext cx="72106" cy="95050"/>
          </a:xfrm>
          <a:custGeom xmlns:a="http://schemas.openxmlformats.org/drawingml/2006/main">
            <a:pathLst>
              <a:path w="72106" h="95050">
                <a:moveTo>
                  <a:pt x="0" y="95050"/>
                </a:moveTo>
                <a:lnTo>
                  <a:pt x="0" y="22777"/>
                </a:lnTo>
                <a:lnTo>
                  <a:pt x="72106" y="0"/>
                </a:lnTo>
                <a:lnTo>
                  <a:pt x="72106" y="72275"/>
                </a:lnTo>
                <a:lnTo>
                  <a:pt x="0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5197C-D2EF-46B3-9102-716A2975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95" y="1959100"/>
            <a:ext cx="72106" cy="95050"/>
          </a:xfrm>
          <a:custGeom xmlns:a="http://schemas.openxmlformats.org/drawingml/2006/main">
            <a:pathLst>
              <a:path w="72106" h="95050" fill="none">
                <a:moveTo>
                  <a:pt x="0" y="95050"/>
                </a:moveTo>
                <a:lnTo>
                  <a:pt x="72106" y="72274"/>
                </a:lnTo>
                <a:lnTo>
                  <a:pt x="72106" y="0"/>
                </a:lnTo>
                <a:lnTo>
                  <a:pt x="0" y="22776"/>
                </a:lnTo>
                <a:lnTo>
                  <a:pt x="0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6C108-BC23-498A-BBD1-92119C8D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4" y="2054150"/>
            <a:ext cx="68829" cy="95050"/>
          </a:xfrm>
          <a:custGeom xmlns:a="http://schemas.openxmlformats.org/drawingml/2006/main">
            <a:pathLst>
              <a:path w="68829" h="95050">
                <a:moveTo>
                  <a:pt x="68829" y="95050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2"/>
                </a:lnTo>
                <a:lnTo>
                  <a:pt x="68829" y="95050"/>
                </a:lnTo>
                <a:close/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916BA-6145-4D83-8CF9-4526A4D8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4" y="2054151"/>
            <a:ext cx="68829" cy="95049"/>
          </a:xfrm>
          <a:custGeom xmlns:a="http://schemas.openxmlformats.org/drawingml/2006/main">
            <a:pathLst>
              <a:path w="68829" h="95049" fill="none">
                <a:moveTo>
                  <a:pt x="68829" y="95049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1"/>
                </a:lnTo>
                <a:lnTo>
                  <a:pt x="68829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72054-717D-4A9A-86CC-29EE95A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50" y="2054151"/>
            <a:ext cx="72105" cy="95048"/>
          </a:xfrm>
          <a:custGeom xmlns:a="http://schemas.openxmlformats.org/drawingml/2006/main">
            <a:pathLst>
              <a:path w="72105" h="95048">
                <a:moveTo>
                  <a:pt x="0" y="95048"/>
                </a:moveTo>
                <a:lnTo>
                  <a:pt x="0" y="22775"/>
                </a:lnTo>
                <a:lnTo>
                  <a:pt x="72105" y="0"/>
                </a:lnTo>
                <a:lnTo>
                  <a:pt x="72105" y="72273"/>
                </a:lnTo>
                <a:lnTo>
                  <a:pt x="0" y="95048"/>
                </a:lnTo>
                <a:close/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DC2DC-308C-4D76-AE70-C69B5150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50" y="2054151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0" y="95049"/>
                </a:moveTo>
                <a:lnTo>
                  <a:pt x="72106" y="72273"/>
                </a:lnTo>
                <a:lnTo>
                  <a:pt x="72106" y="0"/>
                </a:lnTo>
                <a:lnTo>
                  <a:pt x="0" y="22776"/>
                </a:lnTo>
                <a:lnTo>
                  <a:pt x="0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B88F5-8515-4247-87B0-8A5415A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61" y="2149200"/>
            <a:ext cx="68829" cy="91772"/>
          </a:xfrm>
          <a:custGeom xmlns:a="http://schemas.openxmlformats.org/drawingml/2006/main">
            <a:pathLst>
              <a:path w="68829" h="91772">
                <a:moveTo>
                  <a:pt x="68829" y="91772"/>
                </a:moveTo>
                <a:lnTo>
                  <a:pt x="0" y="70031"/>
                </a:lnTo>
                <a:lnTo>
                  <a:pt x="0" y="0"/>
                </a:lnTo>
                <a:lnTo>
                  <a:pt x="68829" y="21742"/>
                </a:lnTo>
                <a:lnTo>
                  <a:pt x="68829" y="91772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71105-8D87-4CCC-BD8F-F9D89A53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61" y="2149199"/>
            <a:ext cx="68829" cy="91772"/>
          </a:xfrm>
          <a:custGeom xmlns:a="http://schemas.openxmlformats.org/drawingml/2006/main">
            <a:pathLst>
              <a:path w="68829" h="91772" fill="none">
                <a:moveTo>
                  <a:pt x="68829" y="91772"/>
                </a:moveTo>
                <a:lnTo>
                  <a:pt x="0" y="70031"/>
                </a:lnTo>
                <a:lnTo>
                  <a:pt x="0" y="0"/>
                </a:lnTo>
                <a:lnTo>
                  <a:pt x="68829" y="21741"/>
                </a:lnTo>
                <a:lnTo>
                  <a:pt x="68829" y="91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B6245-6944-417E-9EC1-AE1D9DA7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344" y="2149200"/>
            <a:ext cx="68830" cy="91772"/>
          </a:xfrm>
          <a:custGeom xmlns:a="http://schemas.openxmlformats.org/drawingml/2006/main">
            <a:pathLst>
              <a:path w="68830" h="91772">
                <a:moveTo>
                  <a:pt x="0" y="91772"/>
                </a:moveTo>
                <a:lnTo>
                  <a:pt x="0" y="21742"/>
                </a:lnTo>
                <a:lnTo>
                  <a:pt x="68830" y="0"/>
                </a:lnTo>
                <a:lnTo>
                  <a:pt x="68830" y="70031"/>
                </a:lnTo>
                <a:lnTo>
                  <a:pt x="0" y="91772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C0DED-6553-499D-A63F-A8A8A0DB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344" y="2149199"/>
            <a:ext cx="68829" cy="91772"/>
          </a:xfrm>
          <a:custGeom xmlns:a="http://schemas.openxmlformats.org/drawingml/2006/main">
            <a:pathLst>
              <a:path w="68829" h="91772" fill="none">
                <a:moveTo>
                  <a:pt x="0" y="91772"/>
                </a:moveTo>
                <a:lnTo>
                  <a:pt x="68829" y="70031"/>
                </a:lnTo>
                <a:lnTo>
                  <a:pt x="68829" y="0"/>
                </a:lnTo>
                <a:lnTo>
                  <a:pt x="0" y="21741"/>
                </a:lnTo>
                <a:lnTo>
                  <a:pt x="0" y="91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36E8C-497D-48F8-8600-C1A7D137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4" y="2149200"/>
            <a:ext cx="68829" cy="91772"/>
          </a:xfrm>
          <a:custGeom xmlns:a="http://schemas.openxmlformats.org/drawingml/2006/main">
            <a:pathLst>
              <a:path w="68829" h="91772">
                <a:moveTo>
                  <a:pt x="68829" y="91772"/>
                </a:moveTo>
                <a:lnTo>
                  <a:pt x="0" y="70031"/>
                </a:lnTo>
                <a:lnTo>
                  <a:pt x="0" y="0"/>
                </a:lnTo>
                <a:lnTo>
                  <a:pt x="68829" y="21742"/>
                </a:lnTo>
                <a:lnTo>
                  <a:pt x="68829" y="91772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BB74C-B717-41C4-8482-C3B247D5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4" y="2149199"/>
            <a:ext cx="68829" cy="91772"/>
          </a:xfrm>
          <a:custGeom xmlns:a="http://schemas.openxmlformats.org/drawingml/2006/main">
            <a:pathLst>
              <a:path w="68829" h="91772" fill="none">
                <a:moveTo>
                  <a:pt x="68829" y="91772"/>
                </a:moveTo>
                <a:lnTo>
                  <a:pt x="0" y="70031"/>
                </a:lnTo>
                <a:lnTo>
                  <a:pt x="0" y="0"/>
                </a:lnTo>
                <a:lnTo>
                  <a:pt x="68829" y="21741"/>
                </a:lnTo>
                <a:lnTo>
                  <a:pt x="68829" y="91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A9F34C-0025-412D-A5CC-DD0F7F14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50" y="2149200"/>
            <a:ext cx="72106" cy="95050"/>
          </a:xfrm>
          <a:custGeom xmlns:a="http://schemas.openxmlformats.org/drawingml/2006/main">
            <a:pathLst>
              <a:path w="72106" h="95050">
                <a:moveTo>
                  <a:pt x="0" y="95050"/>
                </a:moveTo>
                <a:lnTo>
                  <a:pt x="0" y="22777"/>
                </a:lnTo>
                <a:lnTo>
                  <a:pt x="72106" y="0"/>
                </a:lnTo>
                <a:lnTo>
                  <a:pt x="72106" y="72273"/>
                </a:lnTo>
                <a:lnTo>
                  <a:pt x="0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13DE30-FDCE-4764-AC7B-89DD3930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50" y="2149199"/>
            <a:ext cx="72106" cy="95050"/>
          </a:xfrm>
          <a:custGeom xmlns:a="http://schemas.openxmlformats.org/drawingml/2006/main">
            <a:pathLst>
              <a:path w="72106" h="95050" fill="none">
                <a:moveTo>
                  <a:pt x="0" y="95050"/>
                </a:moveTo>
                <a:lnTo>
                  <a:pt x="72106" y="72274"/>
                </a:lnTo>
                <a:lnTo>
                  <a:pt x="72106" y="0"/>
                </a:lnTo>
                <a:lnTo>
                  <a:pt x="0" y="22776"/>
                </a:lnTo>
                <a:lnTo>
                  <a:pt x="0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91D0F-E8A1-441B-984D-05A892F4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11" y="2149200"/>
            <a:ext cx="68830" cy="95050"/>
          </a:xfrm>
          <a:custGeom xmlns:a="http://schemas.openxmlformats.org/drawingml/2006/main">
            <a:pathLst>
              <a:path w="68830" h="95050">
                <a:moveTo>
                  <a:pt x="68830" y="95050"/>
                </a:moveTo>
                <a:lnTo>
                  <a:pt x="0" y="73308"/>
                </a:lnTo>
                <a:lnTo>
                  <a:pt x="0" y="0"/>
                </a:lnTo>
                <a:lnTo>
                  <a:pt x="68830" y="21740"/>
                </a:lnTo>
                <a:lnTo>
                  <a:pt x="68830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B7486-FDF4-4C83-86C4-C53C25C1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11" y="2149199"/>
            <a:ext cx="68830" cy="95050"/>
          </a:xfrm>
          <a:custGeom xmlns:a="http://schemas.openxmlformats.org/drawingml/2006/main">
            <a:pathLst>
              <a:path w="68830" h="95050" fill="none">
                <a:moveTo>
                  <a:pt x="68830" y="95050"/>
                </a:moveTo>
                <a:lnTo>
                  <a:pt x="0" y="73309"/>
                </a:lnTo>
                <a:lnTo>
                  <a:pt x="0" y="0"/>
                </a:lnTo>
                <a:lnTo>
                  <a:pt x="68830" y="21741"/>
                </a:lnTo>
                <a:lnTo>
                  <a:pt x="68830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F2BA2F-B55E-49B4-BA83-8BB1733C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417" y="2149200"/>
            <a:ext cx="72106" cy="95050"/>
          </a:xfrm>
          <a:custGeom xmlns:a="http://schemas.openxmlformats.org/drawingml/2006/main">
            <a:pathLst>
              <a:path w="72106" h="95050">
                <a:moveTo>
                  <a:pt x="0" y="95050"/>
                </a:moveTo>
                <a:lnTo>
                  <a:pt x="0" y="22777"/>
                </a:lnTo>
                <a:lnTo>
                  <a:pt x="72106" y="0"/>
                </a:lnTo>
                <a:lnTo>
                  <a:pt x="72106" y="72273"/>
                </a:lnTo>
                <a:lnTo>
                  <a:pt x="0" y="95050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38A03-A317-4755-B23D-8056802E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417" y="2149199"/>
            <a:ext cx="72106" cy="95050"/>
          </a:xfrm>
          <a:custGeom xmlns:a="http://schemas.openxmlformats.org/drawingml/2006/main">
            <a:pathLst>
              <a:path w="72106" h="95050" fill="none">
                <a:moveTo>
                  <a:pt x="0" y="95050"/>
                </a:moveTo>
                <a:lnTo>
                  <a:pt x="72106" y="72274"/>
                </a:lnTo>
                <a:lnTo>
                  <a:pt x="72106" y="0"/>
                </a:lnTo>
                <a:lnTo>
                  <a:pt x="0" y="22776"/>
                </a:lnTo>
                <a:lnTo>
                  <a:pt x="0" y="95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6AC0A-D0BE-4A87-A220-62A57C20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452" y="2149200"/>
            <a:ext cx="68829" cy="91772"/>
          </a:xfrm>
          <a:custGeom xmlns:a="http://schemas.openxmlformats.org/drawingml/2006/main">
            <a:pathLst>
              <a:path w="68829" h="91772">
                <a:moveTo>
                  <a:pt x="68829" y="91772"/>
                </a:moveTo>
                <a:lnTo>
                  <a:pt x="0" y="70031"/>
                </a:lnTo>
                <a:lnTo>
                  <a:pt x="0" y="0"/>
                </a:lnTo>
                <a:lnTo>
                  <a:pt x="68829" y="21742"/>
                </a:lnTo>
                <a:lnTo>
                  <a:pt x="68829" y="91772"/>
                </a:lnTo>
                <a:close/>
              </a:path>
            </a:pathLst>
          </a:custGeom>
          <a:solidFill xmlns:a="http://schemas.openxmlformats.org/drawingml/2006/main">
            <a:srgbClr val="D9F2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1E384-05BE-46B0-9F90-5E5181B9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452" y="2149199"/>
            <a:ext cx="68829" cy="91772"/>
          </a:xfrm>
          <a:custGeom xmlns:a="http://schemas.openxmlformats.org/drawingml/2006/main">
            <a:pathLst>
              <a:path w="68829" h="91772" fill="none">
                <a:moveTo>
                  <a:pt x="68829" y="91772"/>
                </a:moveTo>
                <a:lnTo>
                  <a:pt x="0" y="70031"/>
                </a:lnTo>
                <a:lnTo>
                  <a:pt x="0" y="0"/>
                </a:lnTo>
                <a:lnTo>
                  <a:pt x="68829" y="21741"/>
                </a:lnTo>
                <a:lnTo>
                  <a:pt x="68829" y="917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BE21D-B152-4E84-8113-6FED332B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239" y="1867330"/>
            <a:ext cx="68829" cy="95048"/>
          </a:xfrm>
          <a:custGeom xmlns:a="http://schemas.openxmlformats.org/drawingml/2006/main">
            <a:pathLst>
              <a:path w="68829" h="95048">
                <a:moveTo>
                  <a:pt x="68829" y="95048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0"/>
                </a:lnTo>
                <a:lnTo>
                  <a:pt x="68829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56E9E-E79E-4EE8-8B22-9DD8E8C4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2239" y="1867329"/>
            <a:ext cx="68829" cy="95049"/>
          </a:xfrm>
          <a:custGeom xmlns:a="http://schemas.openxmlformats.org/drawingml/2006/main">
            <a:pathLst>
              <a:path w="68829" h="95049" fill="none">
                <a:moveTo>
                  <a:pt x="68829" y="95049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1"/>
                </a:lnTo>
                <a:lnTo>
                  <a:pt x="68829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89522-BC2A-4194-8B88-93A7E56F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345" y="1867330"/>
            <a:ext cx="72105" cy="95048"/>
          </a:xfrm>
          <a:custGeom xmlns:a="http://schemas.openxmlformats.org/drawingml/2006/main">
            <a:pathLst>
              <a:path w="72105" h="95048">
                <a:moveTo>
                  <a:pt x="0" y="95048"/>
                </a:moveTo>
                <a:lnTo>
                  <a:pt x="0" y="22777"/>
                </a:lnTo>
                <a:lnTo>
                  <a:pt x="72105" y="0"/>
                </a:lnTo>
                <a:lnTo>
                  <a:pt x="72105" y="72273"/>
                </a:lnTo>
                <a:lnTo>
                  <a:pt x="0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0C548-2040-447F-BAAA-8C01CF68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345" y="1867329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0" y="95049"/>
                </a:moveTo>
                <a:lnTo>
                  <a:pt x="72106" y="72273"/>
                </a:lnTo>
                <a:lnTo>
                  <a:pt x="72106" y="0"/>
                </a:lnTo>
                <a:lnTo>
                  <a:pt x="0" y="22776"/>
                </a:lnTo>
                <a:lnTo>
                  <a:pt x="0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CFAD0-57E5-4BE6-AF87-E3B70783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2" y="1867330"/>
            <a:ext cx="72106" cy="95048"/>
          </a:xfrm>
          <a:custGeom xmlns:a="http://schemas.openxmlformats.org/drawingml/2006/main">
            <a:pathLst>
              <a:path w="72106" h="95048">
                <a:moveTo>
                  <a:pt x="72106" y="95048"/>
                </a:moveTo>
                <a:lnTo>
                  <a:pt x="0" y="72273"/>
                </a:lnTo>
                <a:lnTo>
                  <a:pt x="0" y="0"/>
                </a:lnTo>
                <a:lnTo>
                  <a:pt x="72106" y="22777"/>
                </a:lnTo>
                <a:lnTo>
                  <a:pt x="72106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4B592-5AC0-4AC1-B288-B9975F1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542" y="1867329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72106" y="95049"/>
                </a:moveTo>
                <a:lnTo>
                  <a:pt x="0" y="72273"/>
                </a:lnTo>
                <a:lnTo>
                  <a:pt x="0" y="0"/>
                </a:lnTo>
                <a:lnTo>
                  <a:pt x="72106" y="22776"/>
                </a:lnTo>
                <a:lnTo>
                  <a:pt x="72106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5231F-1D84-4B5F-9C48-6AE17CBB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928" y="1867330"/>
            <a:ext cx="72105" cy="95048"/>
          </a:xfrm>
          <a:custGeom xmlns:a="http://schemas.openxmlformats.org/drawingml/2006/main">
            <a:pathLst>
              <a:path w="72105" h="95048">
                <a:moveTo>
                  <a:pt x="0" y="95048"/>
                </a:moveTo>
                <a:lnTo>
                  <a:pt x="0" y="22777"/>
                </a:lnTo>
                <a:lnTo>
                  <a:pt x="72105" y="0"/>
                </a:lnTo>
                <a:lnTo>
                  <a:pt x="72105" y="72273"/>
                </a:lnTo>
                <a:lnTo>
                  <a:pt x="0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64C25-BB0E-4C58-9B5F-B35DB97A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928" y="1867329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0" y="95049"/>
                </a:moveTo>
                <a:lnTo>
                  <a:pt x="72106" y="72273"/>
                </a:lnTo>
                <a:lnTo>
                  <a:pt x="72106" y="0"/>
                </a:lnTo>
                <a:lnTo>
                  <a:pt x="0" y="22776"/>
                </a:lnTo>
                <a:lnTo>
                  <a:pt x="0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FA816-80E6-4210-9E43-7E971B06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09" y="1867330"/>
            <a:ext cx="72106" cy="95048"/>
          </a:xfrm>
          <a:custGeom xmlns:a="http://schemas.openxmlformats.org/drawingml/2006/main">
            <a:pathLst>
              <a:path w="72106" h="95048">
                <a:moveTo>
                  <a:pt x="72106" y="95048"/>
                </a:moveTo>
                <a:lnTo>
                  <a:pt x="0" y="72273"/>
                </a:lnTo>
                <a:lnTo>
                  <a:pt x="0" y="0"/>
                </a:lnTo>
                <a:lnTo>
                  <a:pt x="72106" y="22777"/>
                </a:lnTo>
                <a:lnTo>
                  <a:pt x="72106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E7833-4A71-4ED6-9676-71A11439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309" y="1867329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72106" y="95049"/>
                </a:moveTo>
                <a:lnTo>
                  <a:pt x="0" y="72273"/>
                </a:lnTo>
                <a:lnTo>
                  <a:pt x="0" y="0"/>
                </a:lnTo>
                <a:lnTo>
                  <a:pt x="72106" y="22776"/>
                </a:lnTo>
                <a:lnTo>
                  <a:pt x="72106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35938-9414-4468-A1A7-B408B9BE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95" y="1867330"/>
            <a:ext cx="72105" cy="95048"/>
          </a:xfrm>
          <a:custGeom xmlns:a="http://schemas.openxmlformats.org/drawingml/2006/main">
            <a:pathLst>
              <a:path w="72105" h="95048">
                <a:moveTo>
                  <a:pt x="0" y="95048"/>
                </a:moveTo>
                <a:lnTo>
                  <a:pt x="0" y="22777"/>
                </a:lnTo>
                <a:lnTo>
                  <a:pt x="72105" y="0"/>
                </a:lnTo>
                <a:lnTo>
                  <a:pt x="72105" y="72273"/>
                </a:lnTo>
                <a:lnTo>
                  <a:pt x="0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9AE0C-5974-4CC5-A6EC-1060FFF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94" y="1867329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0" y="95049"/>
                </a:moveTo>
                <a:lnTo>
                  <a:pt x="72106" y="72273"/>
                </a:lnTo>
                <a:lnTo>
                  <a:pt x="72106" y="0"/>
                </a:lnTo>
                <a:lnTo>
                  <a:pt x="0" y="22776"/>
                </a:lnTo>
                <a:lnTo>
                  <a:pt x="0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CA094-1596-436A-88D9-7198EA41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29" y="1867330"/>
            <a:ext cx="68829" cy="95048"/>
          </a:xfrm>
          <a:custGeom xmlns:a="http://schemas.openxmlformats.org/drawingml/2006/main">
            <a:pathLst>
              <a:path w="68829" h="95048">
                <a:moveTo>
                  <a:pt x="68829" y="95048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0"/>
                </a:lnTo>
                <a:lnTo>
                  <a:pt x="68829" y="95048"/>
                </a:lnTo>
                <a:close/>
              </a:path>
            </a:pathLst>
          </a:custGeom>
          <a:solidFill xmlns:a="http://schemas.openxmlformats.org/drawingml/2006/main">
            <a:srgbClr val="C1E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1E481-B0E0-42E7-8BEF-862BBDC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30" y="1867329"/>
            <a:ext cx="68829" cy="95049"/>
          </a:xfrm>
          <a:custGeom xmlns:a="http://schemas.openxmlformats.org/drawingml/2006/main">
            <a:pathLst>
              <a:path w="68829" h="95049" fill="none">
                <a:moveTo>
                  <a:pt x="68829" y="95049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1"/>
                </a:lnTo>
                <a:lnTo>
                  <a:pt x="68829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E7603-8311-4E45-9A91-02FE5562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35" y="2054150"/>
            <a:ext cx="68829" cy="95050"/>
          </a:xfrm>
          <a:custGeom xmlns:a="http://schemas.openxmlformats.org/drawingml/2006/main">
            <a:pathLst>
              <a:path w="68829" h="95050">
                <a:moveTo>
                  <a:pt x="68829" y="95050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2"/>
                </a:lnTo>
                <a:lnTo>
                  <a:pt x="68829" y="95050"/>
                </a:lnTo>
                <a:close/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F6DFD-71DD-43EB-B1EF-B09E8907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035" y="2054151"/>
            <a:ext cx="68829" cy="95049"/>
          </a:xfrm>
          <a:custGeom xmlns:a="http://schemas.openxmlformats.org/drawingml/2006/main">
            <a:pathLst>
              <a:path w="68829" h="95049" fill="none">
                <a:moveTo>
                  <a:pt x="68829" y="95049"/>
                </a:moveTo>
                <a:lnTo>
                  <a:pt x="0" y="73308"/>
                </a:lnTo>
                <a:lnTo>
                  <a:pt x="0" y="0"/>
                </a:lnTo>
                <a:lnTo>
                  <a:pt x="68829" y="21741"/>
                </a:lnTo>
                <a:lnTo>
                  <a:pt x="68829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C9EE7-D256-4661-9C70-0BCF2BE1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141" y="2054151"/>
            <a:ext cx="72105" cy="95048"/>
          </a:xfrm>
          <a:custGeom xmlns:a="http://schemas.openxmlformats.org/drawingml/2006/main">
            <a:pathLst>
              <a:path w="72105" h="95048">
                <a:moveTo>
                  <a:pt x="0" y="95048"/>
                </a:moveTo>
                <a:lnTo>
                  <a:pt x="0" y="22775"/>
                </a:lnTo>
                <a:lnTo>
                  <a:pt x="72105" y="0"/>
                </a:lnTo>
                <a:lnTo>
                  <a:pt x="72105" y="72273"/>
                </a:lnTo>
                <a:lnTo>
                  <a:pt x="0" y="95048"/>
                </a:lnTo>
                <a:close/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9B039-2BDE-4008-BC82-3D9F55D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140" y="2054151"/>
            <a:ext cx="72106" cy="95049"/>
          </a:xfrm>
          <a:custGeom xmlns:a="http://schemas.openxmlformats.org/drawingml/2006/main">
            <a:pathLst>
              <a:path w="72106" h="95049" fill="none">
                <a:moveTo>
                  <a:pt x="0" y="95049"/>
                </a:moveTo>
                <a:lnTo>
                  <a:pt x="72106" y="72273"/>
                </a:lnTo>
                <a:lnTo>
                  <a:pt x="72106" y="0"/>
                </a:lnTo>
                <a:lnTo>
                  <a:pt x="0" y="22776"/>
                </a:lnTo>
                <a:lnTo>
                  <a:pt x="0" y="950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5F526-40D2-4555-9A8E-EE3B883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60" y="2054151"/>
            <a:ext cx="68829" cy="91770"/>
          </a:xfrm>
          <a:custGeom xmlns:a="http://schemas.openxmlformats.org/drawingml/2006/main">
            <a:pathLst>
              <a:path w="68829" h="91770">
                <a:moveTo>
                  <a:pt x="68829" y="91770"/>
                </a:moveTo>
                <a:lnTo>
                  <a:pt x="0" y="70030"/>
                </a:lnTo>
                <a:lnTo>
                  <a:pt x="0" y="0"/>
                </a:lnTo>
                <a:lnTo>
                  <a:pt x="68829" y="21740"/>
                </a:lnTo>
                <a:lnTo>
                  <a:pt x="68829" y="91770"/>
                </a:lnTo>
                <a:close/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F6751-09B5-42BC-8EA4-B464D62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59" y="2054150"/>
            <a:ext cx="68829" cy="91771"/>
          </a:xfrm>
          <a:custGeom xmlns:a="http://schemas.openxmlformats.org/drawingml/2006/main">
            <a:pathLst>
              <a:path w="68829" h="91771" fill="none">
                <a:moveTo>
                  <a:pt x="68829" y="91771"/>
                </a:moveTo>
                <a:lnTo>
                  <a:pt x="0" y="70030"/>
                </a:lnTo>
                <a:lnTo>
                  <a:pt x="0" y="0"/>
                </a:lnTo>
                <a:lnTo>
                  <a:pt x="68829" y="21741"/>
                </a:lnTo>
                <a:lnTo>
                  <a:pt x="68829" y="917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8DDFA-3415-4393-8B4E-4C2B8A3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67" y="2054150"/>
            <a:ext cx="72106" cy="91772"/>
          </a:xfrm>
          <a:custGeom xmlns:a="http://schemas.openxmlformats.org/drawingml/2006/main">
            <a:pathLst>
              <a:path w="72106" h="91772">
                <a:moveTo>
                  <a:pt x="0" y="91772"/>
                </a:moveTo>
                <a:lnTo>
                  <a:pt x="0" y="22777"/>
                </a:lnTo>
                <a:lnTo>
                  <a:pt x="72106" y="0"/>
                </a:lnTo>
                <a:lnTo>
                  <a:pt x="72106" y="68995"/>
                </a:lnTo>
                <a:lnTo>
                  <a:pt x="0" y="91772"/>
                </a:lnTo>
                <a:close/>
              </a:path>
            </a:pathLst>
          </a:custGeom>
          <a:solidFill xmlns:a="http://schemas.openxmlformats.org/drawingml/2006/main">
            <a:srgbClr val="CAEEF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50900-D013-4647-AF1F-89B13055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067" y="2054150"/>
            <a:ext cx="72106" cy="91771"/>
          </a:xfrm>
          <a:custGeom xmlns:a="http://schemas.openxmlformats.org/drawingml/2006/main">
            <a:pathLst>
              <a:path w="72106" h="91771" fill="none">
                <a:moveTo>
                  <a:pt x="0" y="91771"/>
                </a:moveTo>
                <a:lnTo>
                  <a:pt x="72106" y="68995"/>
                </a:lnTo>
                <a:lnTo>
                  <a:pt x="72106" y="0"/>
                </a:lnTo>
                <a:lnTo>
                  <a:pt x="0" y="22776"/>
                </a:lnTo>
                <a:lnTo>
                  <a:pt x="0" y="917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511" cap="flat">
            <a:solidFill>
              <a:srgbClr val="000000"/>
            </a:solidFill>
            <a:miter/>
          </a:ln>
        </p:spPr>
      </p:sp>
      <p:sp>
        <p:nvSpPr>
          <p:cNvPr id="165" name="Text ...">
            <a:extLst xmlns:a="http://schemas.openxmlformats.org/drawingml/2006/main">
              <a:ext uri="{FF2B5EF4-FFF2-40B4-BE49-F238E27FC236}">
                <a16:creationId xmlns:a16="http://schemas.microsoft.com/office/drawing/2014/main" id="{A771EC45-0DA0-48AB-B964-3CDDBBD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620" y="1904961"/>
            <a:ext cx="77162" cy="9593"/>
          </a:xfrm>
          <a:custGeom xmlns:a="http://schemas.openxmlformats.org/drawingml/2006/main">
            <a:pathLst>
              <a:path w="77162" h="9593">
                <a:moveTo>
                  <a:pt x="4782" y="0"/>
                </a:moveTo>
                <a:cubicBezTo>
                  <a:pt x="5435" y="0"/>
                  <a:pt x="6054" y="125"/>
                  <a:pt x="6640" y="374"/>
                </a:cubicBezTo>
                <a:cubicBezTo>
                  <a:pt x="7226" y="624"/>
                  <a:pt x="7735" y="970"/>
                  <a:pt x="8167" y="1412"/>
                </a:cubicBezTo>
                <a:cubicBezTo>
                  <a:pt x="8599" y="1853"/>
                  <a:pt x="8940" y="2367"/>
                  <a:pt x="9189" y="2953"/>
                </a:cubicBezTo>
                <a:cubicBezTo>
                  <a:pt x="9439" y="3538"/>
                  <a:pt x="9564" y="4167"/>
                  <a:pt x="9564" y="4840"/>
                </a:cubicBezTo>
                <a:cubicBezTo>
                  <a:pt x="9564" y="5492"/>
                  <a:pt x="9439" y="6107"/>
                  <a:pt x="9189" y="6683"/>
                </a:cubicBezTo>
                <a:cubicBezTo>
                  <a:pt x="8940" y="7259"/>
                  <a:pt x="8599" y="7763"/>
                  <a:pt x="8167" y="8196"/>
                </a:cubicBezTo>
                <a:cubicBezTo>
                  <a:pt x="7735" y="8628"/>
                  <a:pt x="7226" y="8968"/>
                  <a:pt x="6640" y="9218"/>
                </a:cubicBezTo>
                <a:cubicBezTo>
                  <a:pt x="6054" y="9468"/>
                  <a:pt x="5435" y="9593"/>
                  <a:pt x="4782" y="9593"/>
                </a:cubicBezTo>
                <a:cubicBezTo>
                  <a:pt x="4110" y="9593"/>
                  <a:pt x="3486" y="9468"/>
                  <a:pt x="2909" y="9218"/>
                </a:cubicBezTo>
                <a:cubicBezTo>
                  <a:pt x="2333" y="8968"/>
                  <a:pt x="1829" y="8628"/>
                  <a:pt x="1397" y="8196"/>
                </a:cubicBezTo>
                <a:cubicBezTo>
                  <a:pt x="965" y="7763"/>
                  <a:pt x="624" y="7259"/>
                  <a:pt x="374" y="6683"/>
                </a:cubicBezTo>
                <a:cubicBezTo>
                  <a:pt x="125" y="6107"/>
                  <a:pt x="0" y="5492"/>
                  <a:pt x="0" y="4840"/>
                </a:cubicBezTo>
                <a:cubicBezTo>
                  <a:pt x="0" y="4167"/>
                  <a:pt x="125" y="3538"/>
                  <a:pt x="374" y="2953"/>
                </a:cubicBezTo>
                <a:cubicBezTo>
                  <a:pt x="624" y="2367"/>
                  <a:pt x="965" y="1853"/>
                  <a:pt x="1397" y="1412"/>
                </a:cubicBezTo>
                <a:cubicBezTo>
                  <a:pt x="1829" y="970"/>
                  <a:pt x="2333" y="624"/>
                  <a:pt x="2909" y="374"/>
                </a:cubicBezTo>
                <a:cubicBezTo>
                  <a:pt x="3486" y="125"/>
                  <a:pt x="4110" y="0"/>
                  <a:pt x="4782" y="0"/>
                </a:cubicBezTo>
                <a:close/>
                <a:moveTo>
                  <a:pt x="38581" y="0"/>
                </a:moveTo>
                <a:cubicBezTo>
                  <a:pt x="39234" y="0"/>
                  <a:pt x="39853" y="125"/>
                  <a:pt x="40439" y="374"/>
                </a:cubicBezTo>
                <a:cubicBezTo>
                  <a:pt x="41024" y="624"/>
                  <a:pt x="41533" y="970"/>
                  <a:pt x="41965" y="1412"/>
                </a:cubicBezTo>
                <a:cubicBezTo>
                  <a:pt x="42398" y="1853"/>
                  <a:pt x="42738" y="2367"/>
                  <a:pt x="42988" y="2953"/>
                </a:cubicBezTo>
                <a:cubicBezTo>
                  <a:pt x="43238" y="3538"/>
                  <a:pt x="43363" y="4167"/>
                  <a:pt x="43363" y="4840"/>
                </a:cubicBezTo>
                <a:cubicBezTo>
                  <a:pt x="43363" y="5492"/>
                  <a:pt x="43238" y="6107"/>
                  <a:pt x="42988" y="6683"/>
                </a:cubicBezTo>
                <a:cubicBezTo>
                  <a:pt x="42738" y="7259"/>
                  <a:pt x="42398" y="7763"/>
                  <a:pt x="41965" y="8196"/>
                </a:cubicBezTo>
                <a:cubicBezTo>
                  <a:pt x="41533" y="8628"/>
                  <a:pt x="41024" y="8968"/>
                  <a:pt x="40439" y="9218"/>
                </a:cubicBezTo>
                <a:cubicBezTo>
                  <a:pt x="39853" y="9468"/>
                  <a:pt x="39234" y="9593"/>
                  <a:pt x="38581" y="9593"/>
                </a:cubicBezTo>
                <a:cubicBezTo>
                  <a:pt x="37909" y="9593"/>
                  <a:pt x="37284" y="9468"/>
                  <a:pt x="36708" y="9218"/>
                </a:cubicBezTo>
                <a:cubicBezTo>
                  <a:pt x="36132" y="8968"/>
                  <a:pt x="35628" y="8628"/>
                  <a:pt x="35196" y="8196"/>
                </a:cubicBezTo>
                <a:cubicBezTo>
                  <a:pt x="34764" y="7763"/>
                  <a:pt x="34423" y="7259"/>
                  <a:pt x="34173" y="6683"/>
                </a:cubicBezTo>
                <a:cubicBezTo>
                  <a:pt x="33924" y="6107"/>
                  <a:pt x="33799" y="5492"/>
                  <a:pt x="33799" y="4840"/>
                </a:cubicBezTo>
                <a:cubicBezTo>
                  <a:pt x="33799" y="4167"/>
                  <a:pt x="33924" y="3538"/>
                  <a:pt x="34173" y="2953"/>
                </a:cubicBezTo>
                <a:cubicBezTo>
                  <a:pt x="34423" y="2367"/>
                  <a:pt x="34764" y="1853"/>
                  <a:pt x="35196" y="1412"/>
                </a:cubicBezTo>
                <a:cubicBezTo>
                  <a:pt x="35628" y="970"/>
                  <a:pt x="36132" y="624"/>
                  <a:pt x="36708" y="374"/>
                </a:cubicBezTo>
                <a:cubicBezTo>
                  <a:pt x="37284" y="125"/>
                  <a:pt x="37909" y="0"/>
                  <a:pt x="38581" y="0"/>
                </a:cubicBezTo>
                <a:close/>
                <a:moveTo>
                  <a:pt x="72380" y="0"/>
                </a:moveTo>
                <a:cubicBezTo>
                  <a:pt x="73033" y="0"/>
                  <a:pt x="73652" y="125"/>
                  <a:pt x="74238" y="374"/>
                </a:cubicBezTo>
                <a:cubicBezTo>
                  <a:pt x="74824" y="624"/>
                  <a:pt x="75332" y="970"/>
                  <a:pt x="75765" y="1412"/>
                </a:cubicBezTo>
                <a:cubicBezTo>
                  <a:pt x="76197" y="1853"/>
                  <a:pt x="76538" y="2367"/>
                  <a:pt x="76787" y="2953"/>
                </a:cubicBezTo>
                <a:cubicBezTo>
                  <a:pt x="77037" y="3538"/>
                  <a:pt x="77162" y="4167"/>
                  <a:pt x="77162" y="4840"/>
                </a:cubicBezTo>
                <a:cubicBezTo>
                  <a:pt x="77162" y="5492"/>
                  <a:pt x="77037" y="6107"/>
                  <a:pt x="76787" y="6683"/>
                </a:cubicBezTo>
                <a:cubicBezTo>
                  <a:pt x="76538" y="7259"/>
                  <a:pt x="76197" y="7763"/>
                  <a:pt x="75765" y="8196"/>
                </a:cubicBezTo>
                <a:cubicBezTo>
                  <a:pt x="75332" y="8628"/>
                  <a:pt x="74824" y="8968"/>
                  <a:pt x="74238" y="9218"/>
                </a:cubicBezTo>
                <a:cubicBezTo>
                  <a:pt x="73652" y="9468"/>
                  <a:pt x="73033" y="9593"/>
                  <a:pt x="72380" y="9593"/>
                </a:cubicBezTo>
                <a:cubicBezTo>
                  <a:pt x="71708" y="9593"/>
                  <a:pt x="71083" y="9468"/>
                  <a:pt x="70507" y="9218"/>
                </a:cubicBezTo>
                <a:cubicBezTo>
                  <a:pt x="69931" y="8968"/>
                  <a:pt x="69427" y="8628"/>
                  <a:pt x="68995" y="8196"/>
                </a:cubicBezTo>
                <a:cubicBezTo>
                  <a:pt x="68563" y="7763"/>
                  <a:pt x="68222" y="7259"/>
                  <a:pt x="67972" y="6683"/>
                </a:cubicBezTo>
                <a:cubicBezTo>
                  <a:pt x="67723" y="6107"/>
                  <a:pt x="67598" y="5492"/>
                  <a:pt x="67598" y="4840"/>
                </a:cubicBezTo>
                <a:cubicBezTo>
                  <a:pt x="67598" y="4167"/>
                  <a:pt x="67723" y="3538"/>
                  <a:pt x="67972" y="2953"/>
                </a:cubicBezTo>
                <a:cubicBezTo>
                  <a:pt x="68222" y="2367"/>
                  <a:pt x="68563" y="1853"/>
                  <a:pt x="68995" y="1412"/>
                </a:cubicBezTo>
                <a:cubicBezTo>
                  <a:pt x="69427" y="970"/>
                  <a:pt x="69931" y="624"/>
                  <a:pt x="70507" y="374"/>
                </a:cubicBezTo>
                <a:cubicBezTo>
                  <a:pt x="71083" y="125"/>
                  <a:pt x="71708" y="0"/>
                  <a:pt x="723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...">
            <a:extLst xmlns:a="http://schemas.openxmlformats.org/drawingml/2006/main">
              <a:ext uri="{FF2B5EF4-FFF2-40B4-BE49-F238E27FC236}">
                <a16:creationId xmlns:a16="http://schemas.microsoft.com/office/drawing/2014/main" id="{E342AF57-66A1-4906-B623-E4013B27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849" y="2003287"/>
            <a:ext cx="77162" cy="9593"/>
          </a:xfrm>
          <a:custGeom xmlns:a="http://schemas.openxmlformats.org/drawingml/2006/main">
            <a:pathLst>
              <a:path w="77162" h="9593">
                <a:moveTo>
                  <a:pt x="4782" y="0"/>
                </a:moveTo>
                <a:cubicBezTo>
                  <a:pt x="5435" y="0"/>
                  <a:pt x="6054" y="125"/>
                  <a:pt x="6640" y="374"/>
                </a:cubicBezTo>
                <a:cubicBezTo>
                  <a:pt x="7226" y="624"/>
                  <a:pt x="7735" y="970"/>
                  <a:pt x="8167" y="1412"/>
                </a:cubicBezTo>
                <a:cubicBezTo>
                  <a:pt x="8599" y="1853"/>
                  <a:pt x="8940" y="2367"/>
                  <a:pt x="9189" y="2953"/>
                </a:cubicBezTo>
                <a:cubicBezTo>
                  <a:pt x="9439" y="3538"/>
                  <a:pt x="9564" y="4167"/>
                  <a:pt x="9564" y="4840"/>
                </a:cubicBezTo>
                <a:cubicBezTo>
                  <a:pt x="9564" y="5492"/>
                  <a:pt x="9439" y="6107"/>
                  <a:pt x="9189" y="6683"/>
                </a:cubicBezTo>
                <a:cubicBezTo>
                  <a:pt x="8940" y="7259"/>
                  <a:pt x="8599" y="7763"/>
                  <a:pt x="8167" y="8196"/>
                </a:cubicBezTo>
                <a:cubicBezTo>
                  <a:pt x="7735" y="8628"/>
                  <a:pt x="7226" y="8968"/>
                  <a:pt x="6640" y="9218"/>
                </a:cubicBezTo>
                <a:cubicBezTo>
                  <a:pt x="6054" y="9468"/>
                  <a:pt x="5435" y="9593"/>
                  <a:pt x="4782" y="9593"/>
                </a:cubicBezTo>
                <a:cubicBezTo>
                  <a:pt x="4110" y="9593"/>
                  <a:pt x="3486" y="9468"/>
                  <a:pt x="2909" y="9218"/>
                </a:cubicBezTo>
                <a:cubicBezTo>
                  <a:pt x="2333" y="8968"/>
                  <a:pt x="1829" y="8628"/>
                  <a:pt x="1397" y="8196"/>
                </a:cubicBezTo>
                <a:cubicBezTo>
                  <a:pt x="965" y="7763"/>
                  <a:pt x="624" y="7259"/>
                  <a:pt x="374" y="6683"/>
                </a:cubicBezTo>
                <a:cubicBezTo>
                  <a:pt x="125" y="6107"/>
                  <a:pt x="0" y="5492"/>
                  <a:pt x="0" y="4840"/>
                </a:cubicBezTo>
                <a:cubicBezTo>
                  <a:pt x="0" y="4167"/>
                  <a:pt x="125" y="3538"/>
                  <a:pt x="374" y="2953"/>
                </a:cubicBezTo>
                <a:cubicBezTo>
                  <a:pt x="624" y="2367"/>
                  <a:pt x="965" y="1853"/>
                  <a:pt x="1397" y="1412"/>
                </a:cubicBezTo>
                <a:cubicBezTo>
                  <a:pt x="1829" y="970"/>
                  <a:pt x="2333" y="624"/>
                  <a:pt x="2909" y="374"/>
                </a:cubicBezTo>
                <a:cubicBezTo>
                  <a:pt x="3486" y="125"/>
                  <a:pt x="4110" y="0"/>
                  <a:pt x="4782" y="0"/>
                </a:cubicBezTo>
                <a:close/>
                <a:moveTo>
                  <a:pt x="38581" y="0"/>
                </a:moveTo>
                <a:cubicBezTo>
                  <a:pt x="39234" y="0"/>
                  <a:pt x="39853" y="125"/>
                  <a:pt x="40439" y="374"/>
                </a:cubicBezTo>
                <a:cubicBezTo>
                  <a:pt x="41025" y="624"/>
                  <a:pt x="41534" y="970"/>
                  <a:pt x="41966" y="1412"/>
                </a:cubicBezTo>
                <a:cubicBezTo>
                  <a:pt x="42398" y="1853"/>
                  <a:pt x="42739" y="2367"/>
                  <a:pt x="42988" y="2953"/>
                </a:cubicBezTo>
                <a:cubicBezTo>
                  <a:pt x="43238" y="3538"/>
                  <a:pt x="43363" y="4167"/>
                  <a:pt x="43363" y="4840"/>
                </a:cubicBezTo>
                <a:cubicBezTo>
                  <a:pt x="43363" y="5492"/>
                  <a:pt x="43238" y="6107"/>
                  <a:pt x="42988" y="6683"/>
                </a:cubicBezTo>
                <a:cubicBezTo>
                  <a:pt x="42739" y="7259"/>
                  <a:pt x="42398" y="7763"/>
                  <a:pt x="41966" y="8196"/>
                </a:cubicBezTo>
                <a:cubicBezTo>
                  <a:pt x="41534" y="8628"/>
                  <a:pt x="41025" y="8968"/>
                  <a:pt x="40439" y="9218"/>
                </a:cubicBezTo>
                <a:cubicBezTo>
                  <a:pt x="39853" y="9468"/>
                  <a:pt x="39234" y="9593"/>
                  <a:pt x="38581" y="9593"/>
                </a:cubicBezTo>
                <a:cubicBezTo>
                  <a:pt x="37909" y="9593"/>
                  <a:pt x="37285" y="9468"/>
                  <a:pt x="36709" y="9218"/>
                </a:cubicBezTo>
                <a:cubicBezTo>
                  <a:pt x="36132" y="8968"/>
                  <a:pt x="35628" y="8628"/>
                  <a:pt x="35196" y="8196"/>
                </a:cubicBezTo>
                <a:cubicBezTo>
                  <a:pt x="34764" y="7763"/>
                  <a:pt x="34423" y="7259"/>
                  <a:pt x="34174" y="6683"/>
                </a:cubicBezTo>
                <a:cubicBezTo>
                  <a:pt x="33924" y="6107"/>
                  <a:pt x="33799" y="5492"/>
                  <a:pt x="33799" y="4840"/>
                </a:cubicBezTo>
                <a:cubicBezTo>
                  <a:pt x="33799" y="4167"/>
                  <a:pt x="33924" y="3538"/>
                  <a:pt x="34174" y="2953"/>
                </a:cubicBezTo>
                <a:cubicBezTo>
                  <a:pt x="34423" y="2367"/>
                  <a:pt x="34764" y="1853"/>
                  <a:pt x="35196" y="1412"/>
                </a:cubicBezTo>
                <a:cubicBezTo>
                  <a:pt x="35628" y="970"/>
                  <a:pt x="36132" y="624"/>
                  <a:pt x="36709" y="374"/>
                </a:cubicBezTo>
                <a:cubicBezTo>
                  <a:pt x="37285" y="125"/>
                  <a:pt x="37909" y="0"/>
                  <a:pt x="38581" y="0"/>
                </a:cubicBezTo>
                <a:close/>
                <a:moveTo>
                  <a:pt x="72380" y="0"/>
                </a:moveTo>
                <a:cubicBezTo>
                  <a:pt x="73033" y="0"/>
                  <a:pt x="73652" y="125"/>
                  <a:pt x="74238" y="374"/>
                </a:cubicBezTo>
                <a:cubicBezTo>
                  <a:pt x="74824" y="624"/>
                  <a:pt x="75333" y="970"/>
                  <a:pt x="75765" y="1412"/>
                </a:cubicBezTo>
                <a:cubicBezTo>
                  <a:pt x="76197" y="1853"/>
                  <a:pt x="76538" y="2367"/>
                  <a:pt x="76788" y="2953"/>
                </a:cubicBezTo>
                <a:cubicBezTo>
                  <a:pt x="77037" y="3538"/>
                  <a:pt x="77162" y="4167"/>
                  <a:pt x="77162" y="4840"/>
                </a:cubicBezTo>
                <a:cubicBezTo>
                  <a:pt x="77162" y="5492"/>
                  <a:pt x="77037" y="6107"/>
                  <a:pt x="76788" y="6683"/>
                </a:cubicBezTo>
                <a:cubicBezTo>
                  <a:pt x="76538" y="7259"/>
                  <a:pt x="76197" y="7763"/>
                  <a:pt x="75765" y="8196"/>
                </a:cubicBezTo>
                <a:cubicBezTo>
                  <a:pt x="75333" y="8628"/>
                  <a:pt x="74824" y="8968"/>
                  <a:pt x="74238" y="9218"/>
                </a:cubicBezTo>
                <a:cubicBezTo>
                  <a:pt x="73652" y="9468"/>
                  <a:pt x="73033" y="9593"/>
                  <a:pt x="72380" y="9593"/>
                </a:cubicBezTo>
                <a:cubicBezTo>
                  <a:pt x="71708" y="9593"/>
                  <a:pt x="71084" y="9468"/>
                  <a:pt x="70508" y="9218"/>
                </a:cubicBezTo>
                <a:cubicBezTo>
                  <a:pt x="69932" y="8968"/>
                  <a:pt x="69427" y="8628"/>
                  <a:pt x="68995" y="8196"/>
                </a:cubicBezTo>
                <a:cubicBezTo>
                  <a:pt x="68563" y="7763"/>
                  <a:pt x="68222" y="7259"/>
                  <a:pt x="67973" y="6683"/>
                </a:cubicBezTo>
                <a:cubicBezTo>
                  <a:pt x="67723" y="6107"/>
                  <a:pt x="67598" y="5492"/>
                  <a:pt x="67598" y="4840"/>
                </a:cubicBezTo>
                <a:cubicBezTo>
                  <a:pt x="67598" y="4167"/>
                  <a:pt x="67723" y="3538"/>
                  <a:pt x="67973" y="2953"/>
                </a:cubicBezTo>
                <a:cubicBezTo>
                  <a:pt x="68222" y="2367"/>
                  <a:pt x="68563" y="1853"/>
                  <a:pt x="68995" y="1412"/>
                </a:cubicBezTo>
                <a:cubicBezTo>
                  <a:pt x="69427" y="970"/>
                  <a:pt x="69932" y="624"/>
                  <a:pt x="70508" y="374"/>
                </a:cubicBezTo>
                <a:cubicBezTo>
                  <a:pt x="71084" y="125"/>
                  <a:pt x="71708" y="0"/>
                  <a:pt x="723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...">
            <a:extLst xmlns:a="http://schemas.openxmlformats.org/drawingml/2006/main">
              <a:ext uri="{FF2B5EF4-FFF2-40B4-BE49-F238E27FC236}">
                <a16:creationId xmlns:a16="http://schemas.microsoft.com/office/drawing/2014/main" id="{D9854EAF-85D4-4D68-B297-1906206B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612" y="2091781"/>
            <a:ext cx="77161" cy="9593"/>
          </a:xfrm>
          <a:custGeom xmlns:a="http://schemas.openxmlformats.org/drawingml/2006/main">
            <a:pathLst>
              <a:path w="77161" h="9593">
                <a:moveTo>
                  <a:pt x="4782" y="0"/>
                </a:moveTo>
                <a:cubicBezTo>
                  <a:pt x="5435" y="0"/>
                  <a:pt x="6054" y="125"/>
                  <a:pt x="6640" y="374"/>
                </a:cubicBezTo>
                <a:cubicBezTo>
                  <a:pt x="7226" y="624"/>
                  <a:pt x="7735" y="970"/>
                  <a:pt x="8167" y="1412"/>
                </a:cubicBezTo>
                <a:cubicBezTo>
                  <a:pt x="8599" y="1853"/>
                  <a:pt x="8940" y="2367"/>
                  <a:pt x="9189" y="2953"/>
                </a:cubicBezTo>
                <a:cubicBezTo>
                  <a:pt x="9439" y="3538"/>
                  <a:pt x="9564" y="4167"/>
                  <a:pt x="9564" y="4840"/>
                </a:cubicBezTo>
                <a:cubicBezTo>
                  <a:pt x="9564" y="5492"/>
                  <a:pt x="9439" y="6107"/>
                  <a:pt x="9189" y="6683"/>
                </a:cubicBezTo>
                <a:cubicBezTo>
                  <a:pt x="8940" y="7259"/>
                  <a:pt x="8599" y="7763"/>
                  <a:pt x="8167" y="8196"/>
                </a:cubicBezTo>
                <a:cubicBezTo>
                  <a:pt x="7735" y="8628"/>
                  <a:pt x="7226" y="8968"/>
                  <a:pt x="6640" y="9218"/>
                </a:cubicBezTo>
                <a:cubicBezTo>
                  <a:pt x="6054" y="9468"/>
                  <a:pt x="5435" y="9593"/>
                  <a:pt x="4782" y="9593"/>
                </a:cubicBezTo>
                <a:cubicBezTo>
                  <a:pt x="4110" y="9593"/>
                  <a:pt x="3486" y="9468"/>
                  <a:pt x="2909" y="9218"/>
                </a:cubicBezTo>
                <a:cubicBezTo>
                  <a:pt x="2333" y="8968"/>
                  <a:pt x="1829" y="8628"/>
                  <a:pt x="1397" y="8196"/>
                </a:cubicBezTo>
                <a:cubicBezTo>
                  <a:pt x="965" y="7763"/>
                  <a:pt x="624" y="7259"/>
                  <a:pt x="374" y="6683"/>
                </a:cubicBezTo>
                <a:cubicBezTo>
                  <a:pt x="125" y="6107"/>
                  <a:pt x="0" y="5492"/>
                  <a:pt x="0" y="4840"/>
                </a:cubicBezTo>
                <a:cubicBezTo>
                  <a:pt x="0" y="4167"/>
                  <a:pt x="125" y="3538"/>
                  <a:pt x="374" y="2953"/>
                </a:cubicBezTo>
                <a:cubicBezTo>
                  <a:pt x="624" y="2367"/>
                  <a:pt x="965" y="1853"/>
                  <a:pt x="1397" y="1412"/>
                </a:cubicBezTo>
                <a:cubicBezTo>
                  <a:pt x="1829" y="970"/>
                  <a:pt x="2333" y="624"/>
                  <a:pt x="2909" y="374"/>
                </a:cubicBezTo>
                <a:cubicBezTo>
                  <a:pt x="3486" y="125"/>
                  <a:pt x="4110" y="0"/>
                  <a:pt x="4782" y="0"/>
                </a:cubicBezTo>
                <a:close/>
                <a:moveTo>
                  <a:pt x="38581" y="0"/>
                </a:moveTo>
                <a:cubicBezTo>
                  <a:pt x="39234" y="0"/>
                  <a:pt x="39853" y="125"/>
                  <a:pt x="40439" y="374"/>
                </a:cubicBezTo>
                <a:cubicBezTo>
                  <a:pt x="41024" y="624"/>
                  <a:pt x="41533" y="970"/>
                  <a:pt x="41965" y="1412"/>
                </a:cubicBezTo>
                <a:cubicBezTo>
                  <a:pt x="42398" y="1853"/>
                  <a:pt x="42738" y="2367"/>
                  <a:pt x="42988" y="2953"/>
                </a:cubicBezTo>
                <a:cubicBezTo>
                  <a:pt x="43238" y="3538"/>
                  <a:pt x="43363" y="4167"/>
                  <a:pt x="43363" y="4840"/>
                </a:cubicBezTo>
                <a:cubicBezTo>
                  <a:pt x="43363" y="5492"/>
                  <a:pt x="43238" y="6107"/>
                  <a:pt x="42988" y="6683"/>
                </a:cubicBezTo>
                <a:cubicBezTo>
                  <a:pt x="42738" y="7259"/>
                  <a:pt x="42398" y="7763"/>
                  <a:pt x="41965" y="8196"/>
                </a:cubicBezTo>
                <a:cubicBezTo>
                  <a:pt x="41533" y="8628"/>
                  <a:pt x="41024" y="8968"/>
                  <a:pt x="40439" y="9218"/>
                </a:cubicBezTo>
                <a:cubicBezTo>
                  <a:pt x="39853" y="9468"/>
                  <a:pt x="39234" y="9593"/>
                  <a:pt x="38581" y="9593"/>
                </a:cubicBezTo>
                <a:cubicBezTo>
                  <a:pt x="37909" y="9593"/>
                  <a:pt x="37284" y="9468"/>
                  <a:pt x="36708" y="9218"/>
                </a:cubicBezTo>
                <a:cubicBezTo>
                  <a:pt x="36132" y="8968"/>
                  <a:pt x="35628" y="8628"/>
                  <a:pt x="35196" y="8196"/>
                </a:cubicBezTo>
                <a:cubicBezTo>
                  <a:pt x="34764" y="7763"/>
                  <a:pt x="34423" y="7259"/>
                  <a:pt x="34173" y="6683"/>
                </a:cubicBezTo>
                <a:cubicBezTo>
                  <a:pt x="33924" y="6107"/>
                  <a:pt x="33799" y="5492"/>
                  <a:pt x="33799" y="4840"/>
                </a:cubicBezTo>
                <a:cubicBezTo>
                  <a:pt x="33799" y="4167"/>
                  <a:pt x="33924" y="3538"/>
                  <a:pt x="34173" y="2953"/>
                </a:cubicBezTo>
                <a:cubicBezTo>
                  <a:pt x="34423" y="2367"/>
                  <a:pt x="34764" y="1853"/>
                  <a:pt x="35196" y="1412"/>
                </a:cubicBezTo>
                <a:cubicBezTo>
                  <a:pt x="35628" y="970"/>
                  <a:pt x="36132" y="624"/>
                  <a:pt x="36708" y="374"/>
                </a:cubicBezTo>
                <a:cubicBezTo>
                  <a:pt x="37284" y="125"/>
                  <a:pt x="37909" y="0"/>
                  <a:pt x="38581" y="0"/>
                </a:cubicBezTo>
                <a:close/>
                <a:moveTo>
                  <a:pt x="72380" y="0"/>
                </a:moveTo>
                <a:cubicBezTo>
                  <a:pt x="73032" y="0"/>
                  <a:pt x="73652" y="125"/>
                  <a:pt x="74238" y="374"/>
                </a:cubicBezTo>
                <a:cubicBezTo>
                  <a:pt x="74823" y="624"/>
                  <a:pt x="75332" y="970"/>
                  <a:pt x="75764" y="1412"/>
                </a:cubicBezTo>
                <a:cubicBezTo>
                  <a:pt x="76196" y="1853"/>
                  <a:pt x="76537" y="2367"/>
                  <a:pt x="76787" y="2953"/>
                </a:cubicBezTo>
                <a:cubicBezTo>
                  <a:pt x="77037" y="3538"/>
                  <a:pt x="77161" y="4167"/>
                  <a:pt x="77161" y="4840"/>
                </a:cubicBezTo>
                <a:cubicBezTo>
                  <a:pt x="77161" y="5492"/>
                  <a:pt x="77037" y="6107"/>
                  <a:pt x="76787" y="6683"/>
                </a:cubicBezTo>
                <a:cubicBezTo>
                  <a:pt x="76537" y="7259"/>
                  <a:pt x="76196" y="7763"/>
                  <a:pt x="75764" y="8196"/>
                </a:cubicBezTo>
                <a:cubicBezTo>
                  <a:pt x="75332" y="8628"/>
                  <a:pt x="74823" y="8968"/>
                  <a:pt x="74238" y="9218"/>
                </a:cubicBezTo>
                <a:cubicBezTo>
                  <a:pt x="73652" y="9468"/>
                  <a:pt x="73032" y="9593"/>
                  <a:pt x="72380" y="9593"/>
                </a:cubicBezTo>
                <a:cubicBezTo>
                  <a:pt x="71707" y="9593"/>
                  <a:pt x="71083" y="9468"/>
                  <a:pt x="70507" y="9218"/>
                </a:cubicBezTo>
                <a:cubicBezTo>
                  <a:pt x="69931" y="8968"/>
                  <a:pt x="69427" y="8628"/>
                  <a:pt x="68995" y="8196"/>
                </a:cubicBezTo>
                <a:cubicBezTo>
                  <a:pt x="68563" y="7763"/>
                  <a:pt x="68222" y="7259"/>
                  <a:pt x="67972" y="6683"/>
                </a:cubicBezTo>
                <a:cubicBezTo>
                  <a:pt x="67722" y="6107"/>
                  <a:pt x="67598" y="5492"/>
                  <a:pt x="67598" y="4840"/>
                </a:cubicBezTo>
                <a:cubicBezTo>
                  <a:pt x="67598" y="4167"/>
                  <a:pt x="67722" y="3538"/>
                  <a:pt x="67972" y="2953"/>
                </a:cubicBezTo>
                <a:cubicBezTo>
                  <a:pt x="68222" y="2367"/>
                  <a:pt x="68563" y="1853"/>
                  <a:pt x="68995" y="1412"/>
                </a:cubicBezTo>
                <a:cubicBezTo>
                  <a:pt x="69427" y="970"/>
                  <a:pt x="69931" y="624"/>
                  <a:pt x="70507" y="374"/>
                </a:cubicBezTo>
                <a:cubicBezTo>
                  <a:pt x="71083" y="125"/>
                  <a:pt x="71707" y="0"/>
                  <a:pt x="723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...">
            <a:extLst xmlns:a="http://schemas.openxmlformats.org/drawingml/2006/main">
              <a:ext uri="{FF2B5EF4-FFF2-40B4-BE49-F238E27FC236}">
                <a16:creationId xmlns:a16="http://schemas.microsoft.com/office/drawing/2014/main" id="{81488DBD-68CA-43F1-B9DF-A78F654E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480" y="2180276"/>
            <a:ext cx="77162" cy="9593"/>
          </a:xfrm>
          <a:custGeom xmlns:a="http://schemas.openxmlformats.org/drawingml/2006/main">
            <a:pathLst>
              <a:path w="77162" h="9593">
                <a:moveTo>
                  <a:pt x="4782" y="0"/>
                </a:moveTo>
                <a:cubicBezTo>
                  <a:pt x="5435" y="0"/>
                  <a:pt x="6054" y="125"/>
                  <a:pt x="6640" y="374"/>
                </a:cubicBezTo>
                <a:cubicBezTo>
                  <a:pt x="7226" y="624"/>
                  <a:pt x="7735" y="970"/>
                  <a:pt x="8167" y="1412"/>
                </a:cubicBezTo>
                <a:cubicBezTo>
                  <a:pt x="8599" y="1853"/>
                  <a:pt x="8940" y="2367"/>
                  <a:pt x="9189" y="2953"/>
                </a:cubicBezTo>
                <a:cubicBezTo>
                  <a:pt x="9439" y="3538"/>
                  <a:pt x="9564" y="4167"/>
                  <a:pt x="9564" y="4840"/>
                </a:cubicBezTo>
                <a:cubicBezTo>
                  <a:pt x="9564" y="5492"/>
                  <a:pt x="9439" y="6107"/>
                  <a:pt x="9189" y="6683"/>
                </a:cubicBezTo>
                <a:cubicBezTo>
                  <a:pt x="8940" y="7259"/>
                  <a:pt x="8599" y="7763"/>
                  <a:pt x="8167" y="8196"/>
                </a:cubicBezTo>
                <a:cubicBezTo>
                  <a:pt x="7735" y="8628"/>
                  <a:pt x="7226" y="8968"/>
                  <a:pt x="6640" y="9218"/>
                </a:cubicBezTo>
                <a:cubicBezTo>
                  <a:pt x="6054" y="9468"/>
                  <a:pt x="5435" y="9593"/>
                  <a:pt x="4782" y="9593"/>
                </a:cubicBezTo>
                <a:cubicBezTo>
                  <a:pt x="4110" y="9593"/>
                  <a:pt x="3486" y="9468"/>
                  <a:pt x="2909" y="9218"/>
                </a:cubicBezTo>
                <a:cubicBezTo>
                  <a:pt x="2333" y="8968"/>
                  <a:pt x="1829" y="8628"/>
                  <a:pt x="1397" y="8196"/>
                </a:cubicBezTo>
                <a:cubicBezTo>
                  <a:pt x="965" y="7763"/>
                  <a:pt x="624" y="7259"/>
                  <a:pt x="374" y="6683"/>
                </a:cubicBezTo>
                <a:cubicBezTo>
                  <a:pt x="125" y="6107"/>
                  <a:pt x="0" y="5492"/>
                  <a:pt x="0" y="4840"/>
                </a:cubicBezTo>
                <a:cubicBezTo>
                  <a:pt x="0" y="4167"/>
                  <a:pt x="125" y="3538"/>
                  <a:pt x="374" y="2953"/>
                </a:cubicBezTo>
                <a:cubicBezTo>
                  <a:pt x="624" y="2367"/>
                  <a:pt x="965" y="1853"/>
                  <a:pt x="1397" y="1412"/>
                </a:cubicBezTo>
                <a:cubicBezTo>
                  <a:pt x="1829" y="970"/>
                  <a:pt x="2333" y="624"/>
                  <a:pt x="2909" y="374"/>
                </a:cubicBezTo>
                <a:cubicBezTo>
                  <a:pt x="3486" y="125"/>
                  <a:pt x="4110" y="0"/>
                  <a:pt x="4782" y="0"/>
                </a:cubicBezTo>
                <a:close/>
                <a:moveTo>
                  <a:pt x="38581" y="0"/>
                </a:moveTo>
                <a:cubicBezTo>
                  <a:pt x="39234" y="0"/>
                  <a:pt x="39853" y="125"/>
                  <a:pt x="40439" y="374"/>
                </a:cubicBezTo>
                <a:cubicBezTo>
                  <a:pt x="41024" y="624"/>
                  <a:pt x="41533" y="970"/>
                  <a:pt x="41965" y="1412"/>
                </a:cubicBezTo>
                <a:cubicBezTo>
                  <a:pt x="42398" y="1853"/>
                  <a:pt x="42738" y="2367"/>
                  <a:pt x="42988" y="2953"/>
                </a:cubicBezTo>
                <a:cubicBezTo>
                  <a:pt x="43238" y="3538"/>
                  <a:pt x="43363" y="4167"/>
                  <a:pt x="43363" y="4840"/>
                </a:cubicBezTo>
                <a:cubicBezTo>
                  <a:pt x="43363" y="5492"/>
                  <a:pt x="43238" y="6107"/>
                  <a:pt x="42988" y="6683"/>
                </a:cubicBezTo>
                <a:cubicBezTo>
                  <a:pt x="42738" y="7259"/>
                  <a:pt x="42398" y="7763"/>
                  <a:pt x="41965" y="8196"/>
                </a:cubicBezTo>
                <a:cubicBezTo>
                  <a:pt x="41533" y="8628"/>
                  <a:pt x="41024" y="8968"/>
                  <a:pt x="40439" y="9218"/>
                </a:cubicBezTo>
                <a:cubicBezTo>
                  <a:pt x="39853" y="9468"/>
                  <a:pt x="39234" y="9593"/>
                  <a:pt x="38581" y="9593"/>
                </a:cubicBezTo>
                <a:cubicBezTo>
                  <a:pt x="37909" y="9593"/>
                  <a:pt x="37284" y="9468"/>
                  <a:pt x="36708" y="9218"/>
                </a:cubicBezTo>
                <a:cubicBezTo>
                  <a:pt x="36132" y="8968"/>
                  <a:pt x="35628" y="8628"/>
                  <a:pt x="35196" y="8196"/>
                </a:cubicBezTo>
                <a:cubicBezTo>
                  <a:pt x="34764" y="7763"/>
                  <a:pt x="34423" y="7259"/>
                  <a:pt x="34173" y="6683"/>
                </a:cubicBezTo>
                <a:cubicBezTo>
                  <a:pt x="33924" y="6107"/>
                  <a:pt x="33799" y="5492"/>
                  <a:pt x="33799" y="4840"/>
                </a:cubicBezTo>
                <a:cubicBezTo>
                  <a:pt x="33799" y="4167"/>
                  <a:pt x="33924" y="3538"/>
                  <a:pt x="34173" y="2953"/>
                </a:cubicBezTo>
                <a:cubicBezTo>
                  <a:pt x="34423" y="2367"/>
                  <a:pt x="34764" y="1853"/>
                  <a:pt x="35196" y="1412"/>
                </a:cubicBezTo>
                <a:cubicBezTo>
                  <a:pt x="35628" y="970"/>
                  <a:pt x="36132" y="624"/>
                  <a:pt x="36708" y="374"/>
                </a:cubicBezTo>
                <a:cubicBezTo>
                  <a:pt x="37284" y="125"/>
                  <a:pt x="37909" y="0"/>
                  <a:pt x="38581" y="0"/>
                </a:cubicBezTo>
                <a:close/>
                <a:moveTo>
                  <a:pt x="72380" y="0"/>
                </a:moveTo>
                <a:cubicBezTo>
                  <a:pt x="73033" y="0"/>
                  <a:pt x="73652" y="125"/>
                  <a:pt x="74238" y="374"/>
                </a:cubicBezTo>
                <a:cubicBezTo>
                  <a:pt x="74824" y="624"/>
                  <a:pt x="75332" y="970"/>
                  <a:pt x="75765" y="1412"/>
                </a:cubicBezTo>
                <a:cubicBezTo>
                  <a:pt x="76197" y="1853"/>
                  <a:pt x="76538" y="2367"/>
                  <a:pt x="76787" y="2953"/>
                </a:cubicBezTo>
                <a:cubicBezTo>
                  <a:pt x="77037" y="3538"/>
                  <a:pt x="77162" y="4167"/>
                  <a:pt x="77162" y="4840"/>
                </a:cubicBezTo>
                <a:cubicBezTo>
                  <a:pt x="77162" y="5492"/>
                  <a:pt x="77037" y="6107"/>
                  <a:pt x="76787" y="6683"/>
                </a:cubicBezTo>
                <a:cubicBezTo>
                  <a:pt x="76538" y="7259"/>
                  <a:pt x="76197" y="7763"/>
                  <a:pt x="75765" y="8196"/>
                </a:cubicBezTo>
                <a:cubicBezTo>
                  <a:pt x="75332" y="8628"/>
                  <a:pt x="74824" y="8968"/>
                  <a:pt x="74238" y="9218"/>
                </a:cubicBezTo>
                <a:cubicBezTo>
                  <a:pt x="73652" y="9468"/>
                  <a:pt x="73033" y="9593"/>
                  <a:pt x="72380" y="9593"/>
                </a:cubicBezTo>
                <a:cubicBezTo>
                  <a:pt x="71708" y="9593"/>
                  <a:pt x="71083" y="9468"/>
                  <a:pt x="70507" y="9218"/>
                </a:cubicBezTo>
                <a:cubicBezTo>
                  <a:pt x="69931" y="8968"/>
                  <a:pt x="69427" y="8628"/>
                  <a:pt x="68995" y="8196"/>
                </a:cubicBezTo>
                <a:cubicBezTo>
                  <a:pt x="68563" y="7763"/>
                  <a:pt x="68222" y="7259"/>
                  <a:pt x="67972" y="6683"/>
                </a:cubicBezTo>
                <a:cubicBezTo>
                  <a:pt x="67723" y="6107"/>
                  <a:pt x="67598" y="5492"/>
                  <a:pt x="67598" y="4840"/>
                </a:cubicBezTo>
                <a:cubicBezTo>
                  <a:pt x="67598" y="4167"/>
                  <a:pt x="67723" y="3538"/>
                  <a:pt x="67972" y="2953"/>
                </a:cubicBezTo>
                <a:cubicBezTo>
                  <a:pt x="68222" y="2367"/>
                  <a:pt x="68563" y="1853"/>
                  <a:pt x="68995" y="1412"/>
                </a:cubicBezTo>
                <a:cubicBezTo>
                  <a:pt x="69427" y="970"/>
                  <a:pt x="69931" y="624"/>
                  <a:pt x="70507" y="374"/>
                </a:cubicBezTo>
                <a:cubicBezTo>
                  <a:pt x="71083" y="125"/>
                  <a:pt x="71708" y="0"/>
                  <a:pt x="7238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load">
            <a:extLst xmlns:a="http://schemas.openxmlformats.org/drawingml/2006/main">
              <a:ext uri="{FF2B5EF4-FFF2-40B4-BE49-F238E27FC236}">
                <a16:creationId xmlns:a16="http://schemas.microsoft.com/office/drawing/2014/main" id="{F50C5392-8BD7-48AC-8D17-2D46293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990" y="2550449"/>
            <a:ext cx="255609" cy="107187"/>
          </a:xfrm>
          <a:custGeom xmlns:a="http://schemas.openxmlformats.org/drawingml/2006/main">
            <a:pathLst>
              <a:path w="255609" h="107187">
                <a:moveTo>
                  <a:pt x="14944" y="104315"/>
                </a:moveTo>
                <a:lnTo>
                  <a:pt x="810" y="104315"/>
                </a:lnTo>
                <a:cubicBezTo>
                  <a:pt x="1693" y="88120"/>
                  <a:pt x="2135" y="69814"/>
                  <a:pt x="2135" y="49397"/>
                </a:cubicBezTo>
                <a:cubicBezTo>
                  <a:pt x="2135" y="29570"/>
                  <a:pt x="1423" y="13349"/>
                  <a:pt x="0" y="736"/>
                </a:cubicBezTo>
                <a:lnTo>
                  <a:pt x="14944" y="0"/>
                </a:lnTo>
                <a:cubicBezTo>
                  <a:pt x="14012" y="13349"/>
                  <a:pt x="13546" y="29815"/>
                  <a:pt x="13546" y="49397"/>
                </a:cubicBezTo>
                <a:cubicBezTo>
                  <a:pt x="13546" y="69568"/>
                  <a:pt x="14012" y="87874"/>
                  <a:pt x="14944" y="104315"/>
                </a:cubicBezTo>
                <a:close/>
                <a:moveTo>
                  <a:pt x="101751" y="67212"/>
                </a:moveTo>
                <a:cubicBezTo>
                  <a:pt x="101751" y="79776"/>
                  <a:pt x="98143" y="89580"/>
                  <a:pt x="90929" y="96622"/>
                </a:cubicBezTo>
                <a:cubicBezTo>
                  <a:pt x="83714" y="103665"/>
                  <a:pt x="75224" y="107187"/>
                  <a:pt x="65457" y="107187"/>
                </a:cubicBezTo>
                <a:cubicBezTo>
                  <a:pt x="56329" y="107187"/>
                  <a:pt x="48489" y="104070"/>
                  <a:pt x="41937" y="97837"/>
                </a:cubicBezTo>
                <a:cubicBezTo>
                  <a:pt x="35385" y="91604"/>
                  <a:pt x="32109" y="82819"/>
                  <a:pt x="32109" y="71482"/>
                </a:cubicBezTo>
                <a:cubicBezTo>
                  <a:pt x="32109" y="58820"/>
                  <a:pt x="35728" y="48931"/>
                  <a:pt x="42967" y="41815"/>
                </a:cubicBezTo>
                <a:cubicBezTo>
                  <a:pt x="50206" y="34698"/>
                  <a:pt x="58709" y="31140"/>
                  <a:pt x="68476" y="31140"/>
                </a:cubicBezTo>
                <a:cubicBezTo>
                  <a:pt x="77604" y="31140"/>
                  <a:pt x="85432" y="34293"/>
                  <a:pt x="91959" y="40600"/>
                </a:cubicBezTo>
                <a:cubicBezTo>
                  <a:pt x="98487" y="46906"/>
                  <a:pt x="101751" y="55777"/>
                  <a:pt x="101751" y="67212"/>
                </a:cubicBezTo>
                <a:moveTo>
                  <a:pt x="89015" y="69789"/>
                </a:moveTo>
                <a:cubicBezTo>
                  <a:pt x="89015" y="62133"/>
                  <a:pt x="87088" y="55323"/>
                  <a:pt x="83236" y="49360"/>
                </a:cubicBezTo>
                <a:cubicBezTo>
                  <a:pt x="79383" y="43397"/>
                  <a:pt x="73899" y="40416"/>
                  <a:pt x="66782" y="40416"/>
                </a:cubicBezTo>
                <a:cubicBezTo>
                  <a:pt x="59715" y="40416"/>
                  <a:pt x="54280" y="43238"/>
                  <a:pt x="50476" y="48882"/>
                </a:cubicBezTo>
                <a:cubicBezTo>
                  <a:pt x="46673" y="54526"/>
                  <a:pt x="44771" y="61078"/>
                  <a:pt x="44771" y="68538"/>
                </a:cubicBezTo>
                <a:cubicBezTo>
                  <a:pt x="44771" y="76243"/>
                  <a:pt x="46697" y="83065"/>
                  <a:pt x="50550" y="89003"/>
                </a:cubicBezTo>
                <a:cubicBezTo>
                  <a:pt x="54402" y="94942"/>
                  <a:pt x="59911" y="97911"/>
                  <a:pt x="67077" y="97911"/>
                </a:cubicBezTo>
                <a:cubicBezTo>
                  <a:pt x="74144" y="97911"/>
                  <a:pt x="79567" y="95077"/>
                  <a:pt x="83346" y="89408"/>
                </a:cubicBezTo>
                <a:cubicBezTo>
                  <a:pt x="87125" y="83739"/>
                  <a:pt x="89015" y="77200"/>
                  <a:pt x="89015" y="69789"/>
                </a:cubicBezTo>
                <a:close/>
                <a:moveTo>
                  <a:pt x="174285" y="104315"/>
                </a:moveTo>
                <a:lnTo>
                  <a:pt x="162727" y="104757"/>
                </a:lnTo>
                <a:cubicBezTo>
                  <a:pt x="162138" y="102352"/>
                  <a:pt x="161844" y="100070"/>
                  <a:pt x="161844" y="97911"/>
                </a:cubicBezTo>
                <a:lnTo>
                  <a:pt x="161108" y="97911"/>
                </a:lnTo>
                <a:cubicBezTo>
                  <a:pt x="155071" y="103408"/>
                  <a:pt x="146850" y="106156"/>
                  <a:pt x="136446" y="106156"/>
                </a:cubicBezTo>
                <a:cubicBezTo>
                  <a:pt x="130802" y="106156"/>
                  <a:pt x="125943" y="104500"/>
                  <a:pt x="121870" y="101187"/>
                </a:cubicBezTo>
                <a:cubicBezTo>
                  <a:pt x="117796" y="97874"/>
                  <a:pt x="115760" y="93150"/>
                  <a:pt x="115760" y="87015"/>
                </a:cubicBezTo>
                <a:cubicBezTo>
                  <a:pt x="115760" y="79457"/>
                  <a:pt x="118950" y="73384"/>
                  <a:pt x="125330" y="68795"/>
                </a:cubicBezTo>
                <a:cubicBezTo>
                  <a:pt x="131710" y="64206"/>
                  <a:pt x="143562" y="61789"/>
                  <a:pt x="160887" y="61544"/>
                </a:cubicBezTo>
                <a:cubicBezTo>
                  <a:pt x="161034" y="60366"/>
                  <a:pt x="161108" y="59016"/>
                  <a:pt x="161108" y="57495"/>
                </a:cubicBezTo>
                <a:cubicBezTo>
                  <a:pt x="161108" y="51458"/>
                  <a:pt x="159500" y="47434"/>
                  <a:pt x="156286" y="45422"/>
                </a:cubicBezTo>
                <a:cubicBezTo>
                  <a:pt x="153071" y="43410"/>
                  <a:pt x="148200" y="42403"/>
                  <a:pt x="141673" y="42403"/>
                </a:cubicBezTo>
                <a:cubicBezTo>
                  <a:pt x="133967" y="42403"/>
                  <a:pt x="126385" y="43360"/>
                  <a:pt x="118925" y="45275"/>
                </a:cubicBezTo>
                <a:lnTo>
                  <a:pt x="120177" y="35115"/>
                </a:lnTo>
                <a:cubicBezTo>
                  <a:pt x="127538" y="33005"/>
                  <a:pt x="136004" y="31950"/>
                  <a:pt x="145574" y="31950"/>
                </a:cubicBezTo>
                <a:cubicBezTo>
                  <a:pt x="154310" y="31950"/>
                  <a:pt x="161059" y="33753"/>
                  <a:pt x="165819" y="37361"/>
                </a:cubicBezTo>
                <a:cubicBezTo>
                  <a:pt x="170580" y="40968"/>
                  <a:pt x="172960" y="47115"/>
                  <a:pt x="172960" y="55802"/>
                </a:cubicBezTo>
                <a:cubicBezTo>
                  <a:pt x="172960" y="58108"/>
                  <a:pt x="172850" y="62292"/>
                  <a:pt x="172629" y="68354"/>
                </a:cubicBezTo>
                <a:cubicBezTo>
                  <a:pt x="172408" y="74415"/>
                  <a:pt x="172297" y="78451"/>
                  <a:pt x="172297" y="80464"/>
                </a:cubicBezTo>
                <a:cubicBezTo>
                  <a:pt x="172297" y="89396"/>
                  <a:pt x="172960" y="97346"/>
                  <a:pt x="174285" y="104315"/>
                </a:cubicBezTo>
                <a:moveTo>
                  <a:pt x="161255" y="90034"/>
                </a:moveTo>
                <a:cubicBezTo>
                  <a:pt x="161010" y="82574"/>
                  <a:pt x="160887" y="75875"/>
                  <a:pt x="160887" y="69936"/>
                </a:cubicBezTo>
                <a:cubicBezTo>
                  <a:pt x="151660" y="69936"/>
                  <a:pt x="144642" y="70623"/>
                  <a:pt x="139832" y="71998"/>
                </a:cubicBezTo>
                <a:cubicBezTo>
                  <a:pt x="131784" y="74451"/>
                  <a:pt x="127759" y="79138"/>
                  <a:pt x="127759" y="86058"/>
                </a:cubicBezTo>
                <a:cubicBezTo>
                  <a:pt x="127759" y="92733"/>
                  <a:pt x="132471" y="96070"/>
                  <a:pt x="141894" y="96070"/>
                </a:cubicBezTo>
                <a:cubicBezTo>
                  <a:pt x="149991" y="96070"/>
                  <a:pt x="156445" y="94058"/>
                  <a:pt x="161255" y="90034"/>
                </a:cubicBezTo>
                <a:close/>
                <a:moveTo>
                  <a:pt x="255609" y="104242"/>
                </a:moveTo>
                <a:lnTo>
                  <a:pt x="244640" y="104610"/>
                </a:lnTo>
                <a:cubicBezTo>
                  <a:pt x="244247" y="102500"/>
                  <a:pt x="244051" y="100267"/>
                  <a:pt x="244051" y="97911"/>
                </a:cubicBezTo>
                <a:lnTo>
                  <a:pt x="243241" y="97911"/>
                </a:lnTo>
                <a:cubicBezTo>
                  <a:pt x="238088" y="103506"/>
                  <a:pt x="230432" y="106303"/>
                  <a:pt x="220272" y="106303"/>
                </a:cubicBezTo>
                <a:cubicBezTo>
                  <a:pt x="210948" y="106303"/>
                  <a:pt x="203525" y="102917"/>
                  <a:pt x="198003" y="96144"/>
                </a:cubicBezTo>
                <a:cubicBezTo>
                  <a:pt x="192482" y="89371"/>
                  <a:pt x="189721" y="81200"/>
                  <a:pt x="189721" y="71629"/>
                </a:cubicBezTo>
                <a:cubicBezTo>
                  <a:pt x="189721" y="60783"/>
                  <a:pt x="192789" y="51434"/>
                  <a:pt x="198923" y="43581"/>
                </a:cubicBezTo>
                <a:cubicBezTo>
                  <a:pt x="205058" y="35729"/>
                  <a:pt x="213696" y="31803"/>
                  <a:pt x="224837" y="31803"/>
                </a:cubicBezTo>
                <a:cubicBezTo>
                  <a:pt x="232787" y="31803"/>
                  <a:pt x="238480" y="33422"/>
                  <a:pt x="241916" y="36661"/>
                </a:cubicBezTo>
                <a:lnTo>
                  <a:pt x="242505" y="36661"/>
                </a:lnTo>
                <a:cubicBezTo>
                  <a:pt x="242505" y="24490"/>
                  <a:pt x="242161" y="12539"/>
                  <a:pt x="241474" y="810"/>
                </a:cubicBezTo>
                <a:lnTo>
                  <a:pt x="255461" y="294"/>
                </a:lnTo>
                <a:cubicBezTo>
                  <a:pt x="254529" y="12760"/>
                  <a:pt x="254063" y="29079"/>
                  <a:pt x="254063" y="49250"/>
                </a:cubicBezTo>
                <a:cubicBezTo>
                  <a:pt x="254063" y="69765"/>
                  <a:pt x="254578" y="88095"/>
                  <a:pt x="255609" y="104242"/>
                </a:cubicBezTo>
                <a:moveTo>
                  <a:pt x="243756" y="89739"/>
                </a:moveTo>
                <a:cubicBezTo>
                  <a:pt x="243756" y="74476"/>
                  <a:pt x="243339" y="59777"/>
                  <a:pt x="242505" y="45643"/>
                </a:cubicBezTo>
                <a:cubicBezTo>
                  <a:pt x="238529" y="42354"/>
                  <a:pt x="233573" y="40710"/>
                  <a:pt x="227634" y="40710"/>
                </a:cubicBezTo>
                <a:cubicBezTo>
                  <a:pt x="219340" y="40710"/>
                  <a:pt x="213132" y="43471"/>
                  <a:pt x="209009" y="48992"/>
                </a:cubicBezTo>
                <a:cubicBezTo>
                  <a:pt x="204886" y="54513"/>
                  <a:pt x="202825" y="61446"/>
                  <a:pt x="202825" y="69789"/>
                </a:cubicBezTo>
                <a:cubicBezTo>
                  <a:pt x="202825" y="77249"/>
                  <a:pt x="204776" y="83531"/>
                  <a:pt x="208678" y="88635"/>
                </a:cubicBezTo>
                <a:cubicBezTo>
                  <a:pt x="212579" y="93739"/>
                  <a:pt x="217990" y="96291"/>
                  <a:pt x="224910" y="96291"/>
                </a:cubicBezTo>
                <a:cubicBezTo>
                  <a:pt x="233597" y="96291"/>
                  <a:pt x="239879" y="94107"/>
                  <a:pt x="243756" y="897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projections">
            <a:extLst xmlns:a="http://schemas.openxmlformats.org/drawingml/2006/main">
              <a:ext uri="{FF2B5EF4-FFF2-40B4-BE49-F238E27FC236}">
                <a16:creationId xmlns:a16="http://schemas.microsoft.com/office/drawing/2014/main" id="{E40387D7-D326-4592-9794-BC87B5A3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659" y="2734985"/>
            <a:ext cx="696444" cy="133689"/>
          </a:xfrm>
          <a:custGeom xmlns:a="http://schemas.openxmlformats.org/drawingml/2006/main">
            <a:pathLst>
              <a:path w="696444" h="133689">
                <a:moveTo>
                  <a:pt x="68317" y="62206"/>
                </a:moveTo>
                <a:cubicBezTo>
                  <a:pt x="68317" y="72807"/>
                  <a:pt x="65286" y="82095"/>
                  <a:pt x="59225" y="90071"/>
                </a:cubicBezTo>
                <a:cubicBezTo>
                  <a:pt x="53164" y="98046"/>
                  <a:pt x="44735" y="102033"/>
                  <a:pt x="33937" y="102033"/>
                </a:cubicBezTo>
                <a:cubicBezTo>
                  <a:pt x="24907" y="102033"/>
                  <a:pt x="18969" y="100414"/>
                  <a:pt x="16122" y="97175"/>
                </a:cubicBezTo>
                <a:lnTo>
                  <a:pt x="15386" y="97175"/>
                </a:lnTo>
                <a:cubicBezTo>
                  <a:pt x="15386" y="110818"/>
                  <a:pt x="15533" y="122990"/>
                  <a:pt x="15828" y="133689"/>
                </a:cubicBezTo>
                <a:lnTo>
                  <a:pt x="1988" y="133689"/>
                </a:lnTo>
                <a:cubicBezTo>
                  <a:pt x="3116" y="120634"/>
                  <a:pt x="3681" y="104512"/>
                  <a:pt x="3681" y="85322"/>
                </a:cubicBezTo>
                <a:cubicBezTo>
                  <a:pt x="3681" y="61667"/>
                  <a:pt x="2454" y="43360"/>
                  <a:pt x="0" y="30404"/>
                </a:cubicBezTo>
                <a:lnTo>
                  <a:pt x="12957" y="28563"/>
                </a:lnTo>
                <a:lnTo>
                  <a:pt x="14061" y="35852"/>
                </a:lnTo>
                <a:lnTo>
                  <a:pt x="14797" y="35852"/>
                </a:lnTo>
                <a:cubicBezTo>
                  <a:pt x="19558" y="30306"/>
                  <a:pt x="27263" y="27533"/>
                  <a:pt x="37913" y="27533"/>
                </a:cubicBezTo>
                <a:cubicBezTo>
                  <a:pt x="47287" y="27533"/>
                  <a:pt x="54698" y="30956"/>
                  <a:pt x="60145" y="37802"/>
                </a:cubicBezTo>
                <a:cubicBezTo>
                  <a:pt x="65593" y="44649"/>
                  <a:pt x="68317" y="52783"/>
                  <a:pt x="68317" y="62206"/>
                </a:cubicBezTo>
                <a:moveTo>
                  <a:pt x="55213" y="63973"/>
                </a:moveTo>
                <a:cubicBezTo>
                  <a:pt x="55213" y="56710"/>
                  <a:pt x="53299" y="50489"/>
                  <a:pt x="49471" y="45311"/>
                </a:cubicBezTo>
                <a:cubicBezTo>
                  <a:pt x="45643" y="40134"/>
                  <a:pt x="40269" y="37545"/>
                  <a:pt x="33349" y="37545"/>
                </a:cubicBezTo>
                <a:cubicBezTo>
                  <a:pt x="24515" y="37545"/>
                  <a:pt x="18183" y="40219"/>
                  <a:pt x="14355" y="45569"/>
                </a:cubicBezTo>
                <a:cubicBezTo>
                  <a:pt x="15141" y="62059"/>
                  <a:pt x="15533" y="76218"/>
                  <a:pt x="15533" y="88046"/>
                </a:cubicBezTo>
                <a:cubicBezTo>
                  <a:pt x="19509" y="91383"/>
                  <a:pt x="24686" y="93052"/>
                  <a:pt x="31066" y="93052"/>
                </a:cubicBezTo>
                <a:cubicBezTo>
                  <a:pt x="39164" y="93052"/>
                  <a:pt x="45213" y="90206"/>
                  <a:pt x="49213" y="84512"/>
                </a:cubicBezTo>
                <a:cubicBezTo>
                  <a:pt x="53213" y="78819"/>
                  <a:pt x="55213" y="71973"/>
                  <a:pt x="55213" y="63973"/>
                </a:cubicBezTo>
                <a:close/>
                <a:moveTo>
                  <a:pt x="128632" y="30109"/>
                </a:moveTo>
                <a:lnTo>
                  <a:pt x="125319" y="41815"/>
                </a:lnTo>
                <a:cubicBezTo>
                  <a:pt x="121491" y="40293"/>
                  <a:pt x="117933" y="39532"/>
                  <a:pt x="114644" y="39532"/>
                </a:cubicBezTo>
                <a:cubicBezTo>
                  <a:pt x="105418" y="39532"/>
                  <a:pt x="99430" y="43925"/>
                  <a:pt x="96682" y="52710"/>
                </a:cubicBezTo>
                <a:cubicBezTo>
                  <a:pt x="96682" y="75286"/>
                  <a:pt x="96829" y="91064"/>
                  <a:pt x="97123" y="100046"/>
                </a:cubicBezTo>
                <a:lnTo>
                  <a:pt x="84093" y="100046"/>
                </a:lnTo>
                <a:cubicBezTo>
                  <a:pt x="84878" y="84488"/>
                  <a:pt x="85271" y="72415"/>
                  <a:pt x="85271" y="63826"/>
                </a:cubicBezTo>
                <a:cubicBezTo>
                  <a:pt x="85271" y="52195"/>
                  <a:pt x="84118" y="41054"/>
                  <a:pt x="81811" y="30404"/>
                </a:cubicBezTo>
                <a:lnTo>
                  <a:pt x="94694" y="28563"/>
                </a:lnTo>
                <a:cubicBezTo>
                  <a:pt x="95627" y="33962"/>
                  <a:pt x="96093" y="37569"/>
                  <a:pt x="96093" y="39385"/>
                </a:cubicBezTo>
                <a:lnTo>
                  <a:pt x="96682" y="39385"/>
                </a:lnTo>
                <a:cubicBezTo>
                  <a:pt x="101982" y="31582"/>
                  <a:pt x="108166" y="27680"/>
                  <a:pt x="115233" y="27680"/>
                </a:cubicBezTo>
                <a:cubicBezTo>
                  <a:pt x="118963" y="27680"/>
                  <a:pt x="123429" y="28490"/>
                  <a:pt x="128632" y="30109"/>
                </a:cubicBezTo>
                <a:close/>
                <a:moveTo>
                  <a:pt x="203997" y="62943"/>
                </a:moveTo>
                <a:cubicBezTo>
                  <a:pt x="203997" y="75507"/>
                  <a:pt x="200390" y="85310"/>
                  <a:pt x="193176" y="92353"/>
                </a:cubicBezTo>
                <a:cubicBezTo>
                  <a:pt x="185961" y="99395"/>
                  <a:pt x="177471" y="102917"/>
                  <a:pt x="167704" y="102917"/>
                </a:cubicBezTo>
                <a:cubicBezTo>
                  <a:pt x="158576" y="102917"/>
                  <a:pt x="150735" y="99800"/>
                  <a:pt x="144183" y="93567"/>
                </a:cubicBezTo>
                <a:cubicBezTo>
                  <a:pt x="137631" y="87334"/>
                  <a:pt x="134355" y="78549"/>
                  <a:pt x="134355" y="67212"/>
                </a:cubicBezTo>
                <a:cubicBezTo>
                  <a:pt x="134355" y="54550"/>
                  <a:pt x="137975" y="44661"/>
                  <a:pt x="145214" y="37545"/>
                </a:cubicBezTo>
                <a:cubicBezTo>
                  <a:pt x="152453" y="30428"/>
                  <a:pt x="160956" y="26870"/>
                  <a:pt x="170722" y="26870"/>
                </a:cubicBezTo>
                <a:cubicBezTo>
                  <a:pt x="179851" y="26870"/>
                  <a:pt x="187679" y="30024"/>
                  <a:pt x="194206" y="36330"/>
                </a:cubicBezTo>
                <a:cubicBezTo>
                  <a:pt x="200734" y="42637"/>
                  <a:pt x="203997" y="51507"/>
                  <a:pt x="203997" y="62943"/>
                </a:cubicBezTo>
                <a:moveTo>
                  <a:pt x="191262" y="65519"/>
                </a:moveTo>
                <a:cubicBezTo>
                  <a:pt x="191262" y="57863"/>
                  <a:pt x="189335" y="51053"/>
                  <a:pt x="185483" y="45090"/>
                </a:cubicBezTo>
                <a:cubicBezTo>
                  <a:pt x="181630" y="39128"/>
                  <a:pt x="176145" y="36146"/>
                  <a:pt x="169029" y="36146"/>
                </a:cubicBezTo>
                <a:cubicBezTo>
                  <a:pt x="161962" y="36146"/>
                  <a:pt x="156526" y="38968"/>
                  <a:pt x="152723" y="44612"/>
                </a:cubicBezTo>
                <a:cubicBezTo>
                  <a:pt x="148919" y="50256"/>
                  <a:pt x="147018" y="56808"/>
                  <a:pt x="147018" y="64268"/>
                </a:cubicBezTo>
                <a:cubicBezTo>
                  <a:pt x="147018" y="71973"/>
                  <a:pt x="148944" y="78795"/>
                  <a:pt x="152797" y="84733"/>
                </a:cubicBezTo>
                <a:cubicBezTo>
                  <a:pt x="156649" y="90672"/>
                  <a:pt x="162158" y="93641"/>
                  <a:pt x="169324" y="93641"/>
                </a:cubicBezTo>
                <a:cubicBezTo>
                  <a:pt x="176391" y="93641"/>
                  <a:pt x="181814" y="90807"/>
                  <a:pt x="185593" y="85138"/>
                </a:cubicBezTo>
                <a:cubicBezTo>
                  <a:pt x="189372" y="79470"/>
                  <a:pt x="191262" y="72930"/>
                  <a:pt x="191262" y="65519"/>
                </a:cubicBezTo>
                <a:close/>
                <a:moveTo>
                  <a:pt x="234617" y="28563"/>
                </a:moveTo>
                <a:cubicBezTo>
                  <a:pt x="233782" y="43778"/>
                  <a:pt x="233365" y="59041"/>
                  <a:pt x="233365" y="74353"/>
                </a:cubicBezTo>
                <a:cubicBezTo>
                  <a:pt x="233365" y="78427"/>
                  <a:pt x="233500" y="83813"/>
                  <a:pt x="233770" y="90512"/>
                </a:cubicBezTo>
                <a:cubicBezTo>
                  <a:pt x="234040" y="97211"/>
                  <a:pt x="234175" y="101763"/>
                  <a:pt x="234175" y="104168"/>
                </a:cubicBezTo>
                <a:cubicBezTo>
                  <a:pt x="234175" y="120020"/>
                  <a:pt x="228138" y="129640"/>
                  <a:pt x="216065" y="133026"/>
                </a:cubicBezTo>
                <a:lnTo>
                  <a:pt x="212384" y="127431"/>
                </a:lnTo>
                <a:cubicBezTo>
                  <a:pt x="216752" y="123750"/>
                  <a:pt x="219452" y="119824"/>
                  <a:pt x="220482" y="115653"/>
                </a:cubicBezTo>
                <a:cubicBezTo>
                  <a:pt x="222004" y="109665"/>
                  <a:pt x="222764" y="96905"/>
                  <a:pt x="222764" y="77372"/>
                </a:cubicBezTo>
                <a:cubicBezTo>
                  <a:pt x="222764" y="56415"/>
                  <a:pt x="221783" y="40759"/>
                  <a:pt x="219820" y="30404"/>
                </a:cubicBezTo>
                <a:lnTo>
                  <a:pt x="234617" y="28563"/>
                </a:lnTo>
                <a:moveTo>
                  <a:pt x="237782" y="8024"/>
                </a:moveTo>
                <a:cubicBezTo>
                  <a:pt x="237782" y="10527"/>
                  <a:pt x="236973" y="12699"/>
                  <a:pt x="235353" y="14539"/>
                </a:cubicBezTo>
                <a:cubicBezTo>
                  <a:pt x="233733" y="16380"/>
                  <a:pt x="231451" y="17300"/>
                  <a:pt x="228507" y="17300"/>
                </a:cubicBezTo>
                <a:cubicBezTo>
                  <a:pt x="226004" y="17300"/>
                  <a:pt x="224053" y="16502"/>
                  <a:pt x="222654" y="14907"/>
                </a:cubicBezTo>
                <a:cubicBezTo>
                  <a:pt x="221255" y="13312"/>
                  <a:pt x="220556" y="11386"/>
                  <a:pt x="220556" y="9129"/>
                </a:cubicBezTo>
                <a:cubicBezTo>
                  <a:pt x="220556" y="6675"/>
                  <a:pt x="221390" y="4540"/>
                  <a:pt x="223059" y="2724"/>
                </a:cubicBezTo>
                <a:cubicBezTo>
                  <a:pt x="224728" y="908"/>
                  <a:pt x="227034" y="0"/>
                  <a:pt x="229979" y="0"/>
                </a:cubicBezTo>
                <a:cubicBezTo>
                  <a:pt x="232384" y="0"/>
                  <a:pt x="234286" y="798"/>
                  <a:pt x="235684" y="2393"/>
                </a:cubicBezTo>
                <a:cubicBezTo>
                  <a:pt x="237083" y="3988"/>
                  <a:pt x="237782" y="5865"/>
                  <a:pt x="237782" y="8024"/>
                </a:cubicBezTo>
                <a:close/>
                <a:moveTo>
                  <a:pt x="313694" y="56832"/>
                </a:moveTo>
                <a:cubicBezTo>
                  <a:pt x="313694" y="58894"/>
                  <a:pt x="313596" y="61740"/>
                  <a:pt x="313400" y="65372"/>
                </a:cubicBezTo>
                <a:lnTo>
                  <a:pt x="262825" y="66255"/>
                </a:lnTo>
                <a:cubicBezTo>
                  <a:pt x="263316" y="73421"/>
                  <a:pt x="266089" y="79421"/>
                  <a:pt x="271144" y="84255"/>
                </a:cubicBezTo>
                <a:cubicBezTo>
                  <a:pt x="276199" y="89089"/>
                  <a:pt x="282898" y="91506"/>
                  <a:pt x="291241" y="91506"/>
                </a:cubicBezTo>
                <a:cubicBezTo>
                  <a:pt x="298701" y="91506"/>
                  <a:pt x="305695" y="90598"/>
                  <a:pt x="312222" y="88782"/>
                </a:cubicBezTo>
                <a:lnTo>
                  <a:pt x="310971" y="99162"/>
                </a:lnTo>
                <a:cubicBezTo>
                  <a:pt x="306161" y="101076"/>
                  <a:pt x="299216" y="102033"/>
                  <a:pt x="290137" y="102033"/>
                </a:cubicBezTo>
                <a:cubicBezTo>
                  <a:pt x="277377" y="102033"/>
                  <a:pt x="267647" y="98549"/>
                  <a:pt x="260948" y="91580"/>
                </a:cubicBezTo>
                <a:cubicBezTo>
                  <a:pt x="254248" y="84611"/>
                  <a:pt x="250899" y="76120"/>
                  <a:pt x="250899" y="66108"/>
                </a:cubicBezTo>
                <a:cubicBezTo>
                  <a:pt x="250899" y="55409"/>
                  <a:pt x="253954" y="46195"/>
                  <a:pt x="260064" y="38465"/>
                </a:cubicBezTo>
                <a:cubicBezTo>
                  <a:pt x="266174" y="30735"/>
                  <a:pt x="274383" y="26870"/>
                  <a:pt x="284689" y="26870"/>
                </a:cubicBezTo>
                <a:cubicBezTo>
                  <a:pt x="294161" y="26870"/>
                  <a:pt x="301363" y="29668"/>
                  <a:pt x="306296" y="35263"/>
                </a:cubicBezTo>
                <a:cubicBezTo>
                  <a:pt x="311228" y="40858"/>
                  <a:pt x="313694" y="48047"/>
                  <a:pt x="313694" y="56832"/>
                </a:cubicBezTo>
                <a:moveTo>
                  <a:pt x="301400" y="56980"/>
                </a:moveTo>
                <a:cubicBezTo>
                  <a:pt x="301400" y="43189"/>
                  <a:pt x="295634" y="36293"/>
                  <a:pt x="284100" y="36293"/>
                </a:cubicBezTo>
                <a:cubicBezTo>
                  <a:pt x="272322" y="36293"/>
                  <a:pt x="265377" y="43459"/>
                  <a:pt x="263267" y="57789"/>
                </a:cubicBezTo>
                <a:lnTo>
                  <a:pt x="301400" y="56980"/>
                </a:lnTo>
                <a:close/>
                <a:moveTo>
                  <a:pt x="383890" y="88782"/>
                </a:moveTo>
                <a:lnTo>
                  <a:pt x="383154" y="98647"/>
                </a:lnTo>
                <a:cubicBezTo>
                  <a:pt x="379179" y="100905"/>
                  <a:pt x="373854" y="102033"/>
                  <a:pt x="367179" y="102033"/>
                </a:cubicBezTo>
                <a:cubicBezTo>
                  <a:pt x="354468" y="102033"/>
                  <a:pt x="344751" y="98524"/>
                  <a:pt x="338027" y="91506"/>
                </a:cubicBezTo>
                <a:cubicBezTo>
                  <a:pt x="331303" y="84488"/>
                  <a:pt x="327941" y="76022"/>
                  <a:pt x="327941" y="66108"/>
                </a:cubicBezTo>
                <a:cubicBezTo>
                  <a:pt x="327941" y="55605"/>
                  <a:pt x="331475" y="46575"/>
                  <a:pt x="338542" y="39017"/>
                </a:cubicBezTo>
                <a:cubicBezTo>
                  <a:pt x="345610" y="31459"/>
                  <a:pt x="354959" y="27680"/>
                  <a:pt x="366590" y="27680"/>
                </a:cubicBezTo>
                <a:cubicBezTo>
                  <a:pt x="372431" y="27680"/>
                  <a:pt x="377191" y="28269"/>
                  <a:pt x="380872" y="29447"/>
                </a:cubicBezTo>
                <a:lnTo>
                  <a:pt x="378884" y="41005"/>
                </a:lnTo>
                <a:cubicBezTo>
                  <a:pt x="373731" y="39091"/>
                  <a:pt x="368504" y="38134"/>
                  <a:pt x="363204" y="38134"/>
                </a:cubicBezTo>
                <a:cubicBezTo>
                  <a:pt x="356235" y="38134"/>
                  <a:pt x="350689" y="40563"/>
                  <a:pt x="346567" y="45422"/>
                </a:cubicBezTo>
                <a:cubicBezTo>
                  <a:pt x="342444" y="50280"/>
                  <a:pt x="340383" y="56366"/>
                  <a:pt x="340383" y="63679"/>
                </a:cubicBezTo>
                <a:cubicBezTo>
                  <a:pt x="340383" y="71629"/>
                  <a:pt x="342837" y="78255"/>
                  <a:pt x="347744" y="83555"/>
                </a:cubicBezTo>
                <a:cubicBezTo>
                  <a:pt x="352652" y="88856"/>
                  <a:pt x="359597" y="91506"/>
                  <a:pt x="368578" y="91506"/>
                </a:cubicBezTo>
                <a:cubicBezTo>
                  <a:pt x="372259" y="91506"/>
                  <a:pt x="377363" y="90598"/>
                  <a:pt x="383890" y="88782"/>
                </a:cubicBezTo>
                <a:close/>
                <a:moveTo>
                  <a:pt x="438257" y="89887"/>
                </a:moveTo>
                <a:lnTo>
                  <a:pt x="437374" y="99457"/>
                </a:lnTo>
                <a:cubicBezTo>
                  <a:pt x="433497" y="100880"/>
                  <a:pt x="429840" y="101592"/>
                  <a:pt x="426405" y="101592"/>
                </a:cubicBezTo>
                <a:cubicBezTo>
                  <a:pt x="417571" y="101592"/>
                  <a:pt x="411534" y="99346"/>
                  <a:pt x="408295" y="94856"/>
                </a:cubicBezTo>
                <a:cubicBezTo>
                  <a:pt x="405056" y="90365"/>
                  <a:pt x="403436" y="82328"/>
                  <a:pt x="403436" y="70746"/>
                </a:cubicBezTo>
                <a:cubicBezTo>
                  <a:pt x="403436" y="63237"/>
                  <a:pt x="403485" y="53446"/>
                  <a:pt x="403583" y="41373"/>
                </a:cubicBezTo>
                <a:cubicBezTo>
                  <a:pt x="400835" y="41373"/>
                  <a:pt x="396786" y="41520"/>
                  <a:pt x="391437" y="41815"/>
                </a:cubicBezTo>
                <a:lnTo>
                  <a:pt x="391878" y="31140"/>
                </a:lnTo>
                <a:cubicBezTo>
                  <a:pt x="396541" y="31435"/>
                  <a:pt x="400712" y="31582"/>
                  <a:pt x="404393" y="31582"/>
                </a:cubicBezTo>
                <a:cubicBezTo>
                  <a:pt x="404393" y="28637"/>
                  <a:pt x="404639" y="21643"/>
                  <a:pt x="405129" y="10601"/>
                </a:cubicBezTo>
                <a:lnTo>
                  <a:pt x="416687" y="9423"/>
                </a:lnTo>
                <a:cubicBezTo>
                  <a:pt x="415853" y="19729"/>
                  <a:pt x="415436" y="27116"/>
                  <a:pt x="415436" y="31582"/>
                </a:cubicBezTo>
                <a:cubicBezTo>
                  <a:pt x="420245" y="31582"/>
                  <a:pt x="427313" y="31336"/>
                  <a:pt x="436638" y="30846"/>
                </a:cubicBezTo>
                <a:lnTo>
                  <a:pt x="436122" y="41815"/>
                </a:lnTo>
                <a:cubicBezTo>
                  <a:pt x="427288" y="41520"/>
                  <a:pt x="420196" y="41373"/>
                  <a:pt x="414847" y="41373"/>
                </a:cubicBezTo>
                <a:cubicBezTo>
                  <a:pt x="414749" y="48784"/>
                  <a:pt x="414700" y="57127"/>
                  <a:pt x="414700" y="66403"/>
                </a:cubicBezTo>
                <a:cubicBezTo>
                  <a:pt x="414700" y="76513"/>
                  <a:pt x="415767" y="83200"/>
                  <a:pt x="417902" y="86463"/>
                </a:cubicBezTo>
                <a:cubicBezTo>
                  <a:pt x="420037" y="89727"/>
                  <a:pt x="424000" y="91359"/>
                  <a:pt x="429791" y="91359"/>
                </a:cubicBezTo>
                <a:cubicBezTo>
                  <a:pt x="431705" y="91359"/>
                  <a:pt x="434527" y="90868"/>
                  <a:pt x="438257" y="89887"/>
                </a:cubicBezTo>
                <a:close/>
                <a:moveTo>
                  <a:pt x="465666" y="100046"/>
                </a:moveTo>
                <a:lnTo>
                  <a:pt x="452342" y="100046"/>
                </a:lnTo>
                <a:cubicBezTo>
                  <a:pt x="453029" y="90230"/>
                  <a:pt x="453372" y="79016"/>
                  <a:pt x="453372" y="66403"/>
                </a:cubicBezTo>
                <a:cubicBezTo>
                  <a:pt x="453372" y="52219"/>
                  <a:pt x="452514" y="40318"/>
                  <a:pt x="450796" y="30698"/>
                </a:cubicBezTo>
                <a:lnTo>
                  <a:pt x="465519" y="28711"/>
                </a:lnTo>
                <a:cubicBezTo>
                  <a:pt x="464930" y="38968"/>
                  <a:pt x="464636" y="51532"/>
                  <a:pt x="464636" y="66403"/>
                </a:cubicBezTo>
                <a:cubicBezTo>
                  <a:pt x="464636" y="78181"/>
                  <a:pt x="464979" y="89396"/>
                  <a:pt x="465666" y="100046"/>
                </a:cubicBezTo>
                <a:moveTo>
                  <a:pt x="468758" y="8024"/>
                </a:moveTo>
                <a:cubicBezTo>
                  <a:pt x="468758" y="10527"/>
                  <a:pt x="467949" y="12699"/>
                  <a:pt x="466329" y="14539"/>
                </a:cubicBezTo>
                <a:cubicBezTo>
                  <a:pt x="464709" y="16380"/>
                  <a:pt x="462427" y="17300"/>
                  <a:pt x="459483" y="17300"/>
                </a:cubicBezTo>
                <a:cubicBezTo>
                  <a:pt x="456980" y="17300"/>
                  <a:pt x="455029" y="16502"/>
                  <a:pt x="453630" y="14907"/>
                </a:cubicBezTo>
                <a:cubicBezTo>
                  <a:pt x="452231" y="13312"/>
                  <a:pt x="451532" y="11386"/>
                  <a:pt x="451532" y="9129"/>
                </a:cubicBezTo>
                <a:cubicBezTo>
                  <a:pt x="451532" y="6675"/>
                  <a:pt x="452366" y="4540"/>
                  <a:pt x="454035" y="2724"/>
                </a:cubicBezTo>
                <a:cubicBezTo>
                  <a:pt x="455704" y="908"/>
                  <a:pt x="458010" y="0"/>
                  <a:pt x="460955" y="0"/>
                </a:cubicBezTo>
                <a:cubicBezTo>
                  <a:pt x="463360" y="0"/>
                  <a:pt x="465262" y="798"/>
                  <a:pt x="466660" y="2393"/>
                </a:cubicBezTo>
                <a:cubicBezTo>
                  <a:pt x="468059" y="3988"/>
                  <a:pt x="468758" y="5865"/>
                  <a:pt x="468758" y="8024"/>
                </a:cubicBezTo>
                <a:close/>
                <a:moveTo>
                  <a:pt x="551517" y="62943"/>
                </a:moveTo>
                <a:cubicBezTo>
                  <a:pt x="551517" y="75507"/>
                  <a:pt x="547910" y="85310"/>
                  <a:pt x="540696" y="92353"/>
                </a:cubicBezTo>
                <a:cubicBezTo>
                  <a:pt x="533481" y="99395"/>
                  <a:pt x="524991" y="102917"/>
                  <a:pt x="515224" y="102917"/>
                </a:cubicBezTo>
                <a:cubicBezTo>
                  <a:pt x="506096" y="102917"/>
                  <a:pt x="498255" y="99800"/>
                  <a:pt x="491703" y="93567"/>
                </a:cubicBezTo>
                <a:cubicBezTo>
                  <a:pt x="485151" y="87334"/>
                  <a:pt x="481876" y="78549"/>
                  <a:pt x="481876" y="67212"/>
                </a:cubicBezTo>
                <a:cubicBezTo>
                  <a:pt x="481876" y="54550"/>
                  <a:pt x="485495" y="44661"/>
                  <a:pt x="492734" y="37545"/>
                </a:cubicBezTo>
                <a:cubicBezTo>
                  <a:pt x="499973" y="30428"/>
                  <a:pt x="508476" y="26870"/>
                  <a:pt x="518242" y="26870"/>
                </a:cubicBezTo>
                <a:cubicBezTo>
                  <a:pt x="527371" y="26870"/>
                  <a:pt x="535199" y="30024"/>
                  <a:pt x="541726" y="36330"/>
                </a:cubicBezTo>
                <a:cubicBezTo>
                  <a:pt x="548254" y="42637"/>
                  <a:pt x="551517" y="51507"/>
                  <a:pt x="551517" y="62943"/>
                </a:cubicBezTo>
                <a:moveTo>
                  <a:pt x="538782" y="65519"/>
                </a:moveTo>
                <a:cubicBezTo>
                  <a:pt x="538782" y="57863"/>
                  <a:pt x="536855" y="51053"/>
                  <a:pt x="533003" y="45090"/>
                </a:cubicBezTo>
                <a:cubicBezTo>
                  <a:pt x="529150" y="39128"/>
                  <a:pt x="523665" y="36146"/>
                  <a:pt x="516549" y="36146"/>
                </a:cubicBezTo>
                <a:cubicBezTo>
                  <a:pt x="509482" y="36146"/>
                  <a:pt x="504047" y="38968"/>
                  <a:pt x="500243" y="44612"/>
                </a:cubicBezTo>
                <a:cubicBezTo>
                  <a:pt x="496439" y="50256"/>
                  <a:pt x="494538" y="56808"/>
                  <a:pt x="494538" y="64268"/>
                </a:cubicBezTo>
                <a:cubicBezTo>
                  <a:pt x="494538" y="71973"/>
                  <a:pt x="496464" y="78795"/>
                  <a:pt x="500317" y="84733"/>
                </a:cubicBezTo>
                <a:cubicBezTo>
                  <a:pt x="504169" y="90672"/>
                  <a:pt x="509678" y="93641"/>
                  <a:pt x="516844" y="93641"/>
                </a:cubicBezTo>
                <a:cubicBezTo>
                  <a:pt x="523911" y="93641"/>
                  <a:pt x="529334" y="90807"/>
                  <a:pt x="533113" y="85138"/>
                </a:cubicBezTo>
                <a:cubicBezTo>
                  <a:pt x="536892" y="79470"/>
                  <a:pt x="538782" y="72930"/>
                  <a:pt x="538782" y="65519"/>
                </a:cubicBezTo>
                <a:close/>
                <a:moveTo>
                  <a:pt x="631239" y="100046"/>
                </a:moveTo>
                <a:lnTo>
                  <a:pt x="617841" y="100046"/>
                </a:lnTo>
                <a:cubicBezTo>
                  <a:pt x="618921" y="87138"/>
                  <a:pt x="619461" y="73053"/>
                  <a:pt x="619461" y="57789"/>
                </a:cubicBezTo>
                <a:cubicBezTo>
                  <a:pt x="619461" y="50231"/>
                  <a:pt x="617927" y="45066"/>
                  <a:pt x="614860" y="42293"/>
                </a:cubicBezTo>
                <a:cubicBezTo>
                  <a:pt x="611792" y="39520"/>
                  <a:pt x="607412" y="38134"/>
                  <a:pt x="601719" y="38134"/>
                </a:cubicBezTo>
                <a:cubicBezTo>
                  <a:pt x="594750" y="38134"/>
                  <a:pt x="588321" y="40661"/>
                  <a:pt x="582431" y="45716"/>
                </a:cubicBezTo>
                <a:cubicBezTo>
                  <a:pt x="582431" y="62452"/>
                  <a:pt x="582529" y="80562"/>
                  <a:pt x="582726" y="100046"/>
                </a:cubicBezTo>
                <a:lnTo>
                  <a:pt x="569327" y="100046"/>
                </a:lnTo>
                <a:cubicBezTo>
                  <a:pt x="570162" y="83359"/>
                  <a:pt x="570579" y="71286"/>
                  <a:pt x="570579" y="63826"/>
                </a:cubicBezTo>
                <a:cubicBezTo>
                  <a:pt x="570579" y="52342"/>
                  <a:pt x="569499" y="41201"/>
                  <a:pt x="567340" y="30404"/>
                </a:cubicBezTo>
                <a:lnTo>
                  <a:pt x="580296" y="28563"/>
                </a:lnTo>
                <a:lnTo>
                  <a:pt x="581695" y="37545"/>
                </a:lnTo>
                <a:lnTo>
                  <a:pt x="582284" y="37545"/>
                </a:lnTo>
                <a:cubicBezTo>
                  <a:pt x="589548" y="30968"/>
                  <a:pt x="597326" y="27680"/>
                  <a:pt x="605621" y="27680"/>
                </a:cubicBezTo>
                <a:cubicBezTo>
                  <a:pt x="613768" y="27680"/>
                  <a:pt x="620074" y="29484"/>
                  <a:pt x="624540" y="33091"/>
                </a:cubicBezTo>
                <a:cubicBezTo>
                  <a:pt x="629006" y="36698"/>
                  <a:pt x="631239" y="43115"/>
                  <a:pt x="631239" y="52342"/>
                </a:cubicBezTo>
                <a:cubicBezTo>
                  <a:pt x="631239" y="53274"/>
                  <a:pt x="631190" y="55115"/>
                  <a:pt x="631092" y="57863"/>
                </a:cubicBezTo>
                <a:cubicBezTo>
                  <a:pt x="630994" y="60611"/>
                  <a:pt x="630945" y="62452"/>
                  <a:pt x="630945" y="63384"/>
                </a:cubicBezTo>
                <a:cubicBezTo>
                  <a:pt x="630945" y="71580"/>
                  <a:pt x="631043" y="83801"/>
                  <a:pt x="631239" y="100046"/>
                </a:cubicBezTo>
                <a:close/>
                <a:moveTo>
                  <a:pt x="696444" y="80095"/>
                </a:moveTo>
                <a:cubicBezTo>
                  <a:pt x="696444" y="94426"/>
                  <a:pt x="687291" y="101592"/>
                  <a:pt x="668985" y="101592"/>
                </a:cubicBezTo>
                <a:cubicBezTo>
                  <a:pt x="660887" y="101592"/>
                  <a:pt x="653329" y="100782"/>
                  <a:pt x="646311" y="99162"/>
                </a:cubicBezTo>
                <a:lnTo>
                  <a:pt x="648593" y="88341"/>
                </a:lnTo>
                <a:cubicBezTo>
                  <a:pt x="654973" y="90794"/>
                  <a:pt x="661893" y="92021"/>
                  <a:pt x="669353" y="92021"/>
                </a:cubicBezTo>
                <a:cubicBezTo>
                  <a:pt x="680052" y="92021"/>
                  <a:pt x="685402" y="88979"/>
                  <a:pt x="685402" y="82893"/>
                </a:cubicBezTo>
                <a:cubicBezTo>
                  <a:pt x="685402" y="79948"/>
                  <a:pt x="684211" y="77605"/>
                  <a:pt x="681831" y="75862"/>
                </a:cubicBezTo>
                <a:cubicBezTo>
                  <a:pt x="679451" y="74120"/>
                  <a:pt x="675512" y="72169"/>
                  <a:pt x="670016" y="70010"/>
                </a:cubicBezTo>
                <a:cubicBezTo>
                  <a:pt x="663046" y="67262"/>
                  <a:pt x="657991" y="64611"/>
                  <a:pt x="654850" y="62059"/>
                </a:cubicBezTo>
                <a:cubicBezTo>
                  <a:pt x="650237" y="58280"/>
                  <a:pt x="647930" y="53716"/>
                  <a:pt x="647930" y="48366"/>
                </a:cubicBezTo>
                <a:cubicBezTo>
                  <a:pt x="647930" y="42772"/>
                  <a:pt x="650041" y="37974"/>
                  <a:pt x="654262" y="33974"/>
                </a:cubicBezTo>
                <a:cubicBezTo>
                  <a:pt x="658482" y="29974"/>
                  <a:pt x="664911" y="27975"/>
                  <a:pt x="673549" y="27975"/>
                </a:cubicBezTo>
                <a:cubicBezTo>
                  <a:pt x="681991" y="27975"/>
                  <a:pt x="688763" y="28686"/>
                  <a:pt x="693868" y="30109"/>
                </a:cubicBezTo>
                <a:lnTo>
                  <a:pt x="691585" y="40710"/>
                </a:lnTo>
                <a:cubicBezTo>
                  <a:pt x="686285" y="38600"/>
                  <a:pt x="680150" y="37545"/>
                  <a:pt x="673181" y="37545"/>
                </a:cubicBezTo>
                <a:cubicBezTo>
                  <a:pt x="663758" y="37545"/>
                  <a:pt x="659047" y="40269"/>
                  <a:pt x="659047" y="45716"/>
                </a:cubicBezTo>
                <a:cubicBezTo>
                  <a:pt x="659047" y="48465"/>
                  <a:pt x="660102" y="50685"/>
                  <a:pt x="662212" y="52379"/>
                </a:cubicBezTo>
                <a:cubicBezTo>
                  <a:pt x="664323" y="54072"/>
                  <a:pt x="668445" y="56121"/>
                  <a:pt x="674580" y="58526"/>
                </a:cubicBezTo>
                <a:cubicBezTo>
                  <a:pt x="681205" y="61127"/>
                  <a:pt x="686113" y="63679"/>
                  <a:pt x="689303" y="66182"/>
                </a:cubicBezTo>
                <a:cubicBezTo>
                  <a:pt x="694064" y="70059"/>
                  <a:pt x="696444" y="74697"/>
                  <a:pt x="696444" y="80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prefill">
            <a:extLst xmlns:a="http://schemas.openxmlformats.org/drawingml/2006/main">
              <a:ext uri="{FF2B5EF4-FFF2-40B4-BE49-F238E27FC236}">
                <a16:creationId xmlns:a16="http://schemas.microsoft.com/office/drawing/2014/main" id="{DBB3B878-BF5A-4268-816A-624C195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595" y="625120"/>
            <a:ext cx="344428" cy="139357"/>
          </a:xfrm>
          <a:custGeom xmlns:a="http://schemas.openxmlformats.org/drawingml/2006/main">
            <a:pathLst>
              <a:path w="344428" h="139357">
                <a:moveTo>
                  <a:pt x="68317" y="67875"/>
                </a:moveTo>
                <a:cubicBezTo>
                  <a:pt x="68317" y="78476"/>
                  <a:pt x="65286" y="87764"/>
                  <a:pt x="59225" y="95739"/>
                </a:cubicBezTo>
                <a:cubicBezTo>
                  <a:pt x="53164" y="103714"/>
                  <a:pt x="44735" y="107702"/>
                  <a:pt x="33937" y="107702"/>
                </a:cubicBezTo>
                <a:cubicBezTo>
                  <a:pt x="24907" y="107702"/>
                  <a:pt x="18969" y="106082"/>
                  <a:pt x="16122" y="102843"/>
                </a:cubicBezTo>
                <a:lnTo>
                  <a:pt x="15386" y="102843"/>
                </a:lnTo>
                <a:cubicBezTo>
                  <a:pt x="15386" y="116487"/>
                  <a:pt x="15533" y="128658"/>
                  <a:pt x="15828" y="139357"/>
                </a:cubicBezTo>
                <a:lnTo>
                  <a:pt x="1988" y="139357"/>
                </a:lnTo>
                <a:cubicBezTo>
                  <a:pt x="3116" y="126302"/>
                  <a:pt x="3681" y="110180"/>
                  <a:pt x="3681" y="90991"/>
                </a:cubicBezTo>
                <a:cubicBezTo>
                  <a:pt x="3681" y="67335"/>
                  <a:pt x="2454" y="49029"/>
                  <a:pt x="0" y="36072"/>
                </a:cubicBezTo>
                <a:lnTo>
                  <a:pt x="12957" y="34232"/>
                </a:lnTo>
                <a:lnTo>
                  <a:pt x="14061" y="41520"/>
                </a:lnTo>
                <a:lnTo>
                  <a:pt x="14797" y="41520"/>
                </a:lnTo>
                <a:cubicBezTo>
                  <a:pt x="19558" y="35974"/>
                  <a:pt x="27263" y="33201"/>
                  <a:pt x="37913" y="33201"/>
                </a:cubicBezTo>
                <a:cubicBezTo>
                  <a:pt x="47287" y="33201"/>
                  <a:pt x="54698" y="36625"/>
                  <a:pt x="60145" y="43471"/>
                </a:cubicBezTo>
                <a:cubicBezTo>
                  <a:pt x="65593" y="50317"/>
                  <a:pt x="68317" y="58452"/>
                  <a:pt x="68317" y="67875"/>
                </a:cubicBezTo>
                <a:moveTo>
                  <a:pt x="55213" y="69642"/>
                </a:moveTo>
                <a:cubicBezTo>
                  <a:pt x="55213" y="62378"/>
                  <a:pt x="53299" y="56158"/>
                  <a:pt x="49471" y="50980"/>
                </a:cubicBezTo>
                <a:cubicBezTo>
                  <a:pt x="45643" y="45802"/>
                  <a:pt x="40269" y="43213"/>
                  <a:pt x="33349" y="43213"/>
                </a:cubicBezTo>
                <a:cubicBezTo>
                  <a:pt x="24515" y="43213"/>
                  <a:pt x="18183" y="45888"/>
                  <a:pt x="14355" y="51238"/>
                </a:cubicBezTo>
                <a:cubicBezTo>
                  <a:pt x="15141" y="67728"/>
                  <a:pt x="15533" y="81887"/>
                  <a:pt x="15533" y="93715"/>
                </a:cubicBezTo>
                <a:cubicBezTo>
                  <a:pt x="19509" y="97052"/>
                  <a:pt x="24686" y="98721"/>
                  <a:pt x="31066" y="98721"/>
                </a:cubicBezTo>
                <a:cubicBezTo>
                  <a:pt x="39164" y="98721"/>
                  <a:pt x="45213" y="95874"/>
                  <a:pt x="49213" y="90181"/>
                </a:cubicBezTo>
                <a:cubicBezTo>
                  <a:pt x="53213" y="84488"/>
                  <a:pt x="55213" y="77642"/>
                  <a:pt x="55213" y="69642"/>
                </a:cubicBezTo>
                <a:close/>
                <a:moveTo>
                  <a:pt x="128631" y="35778"/>
                </a:moveTo>
                <a:lnTo>
                  <a:pt x="125319" y="47483"/>
                </a:lnTo>
                <a:cubicBezTo>
                  <a:pt x="121490" y="45962"/>
                  <a:pt x="117932" y="45201"/>
                  <a:pt x="114644" y="45201"/>
                </a:cubicBezTo>
                <a:cubicBezTo>
                  <a:pt x="105417" y="45201"/>
                  <a:pt x="99430" y="49593"/>
                  <a:pt x="96681" y="58378"/>
                </a:cubicBezTo>
                <a:cubicBezTo>
                  <a:pt x="96681" y="80954"/>
                  <a:pt x="96829" y="96733"/>
                  <a:pt x="97123" y="105714"/>
                </a:cubicBezTo>
                <a:lnTo>
                  <a:pt x="84093" y="105714"/>
                </a:lnTo>
                <a:cubicBezTo>
                  <a:pt x="84878" y="90156"/>
                  <a:pt x="85271" y="78083"/>
                  <a:pt x="85271" y="69495"/>
                </a:cubicBezTo>
                <a:cubicBezTo>
                  <a:pt x="85271" y="57863"/>
                  <a:pt x="84117" y="46722"/>
                  <a:pt x="81811" y="36072"/>
                </a:cubicBezTo>
                <a:lnTo>
                  <a:pt x="94694" y="34232"/>
                </a:lnTo>
                <a:cubicBezTo>
                  <a:pt x="95626" y="39631"/>
                  <a:pt x="96093" y="43238"/>
                  <a:pt x="96093" y="45054"/>
                </a:cubicBezTo>
                <a:lnTo>
                  <a:pt x="96681" y="45054"/>
                </a:lnTo>
                <a:cubicBezTo>
                  <a:pt x="101982" y="37250"/>
                  <a:pt x="108166" y="33349"/>
                  <a:pt x="115233" y="33349"/>
                </a:cubicBezTo>
                <a:cubicBezTo>
                  <a:pt x="118963" y="33349"/>
                  <a:pt x="123429" y="34158"/>
                  <a:pt x="128631" y="35778"/>
                </a:cubicBezTo>
                <a:close/>
                <a:moveTo>
                  <a:pt x="197151" y="62501"/>
                </a:moveTo>
                <a:cubicBezTo>
                  <a:pt x="197151" y="64562"/>
                  <a:pt x="197052" y="67409"/>
                  <a:pt x="196856" y="71041"/>
                </a:cubicBezTo>
                <a:lnTo>
                  <a:pt x="146281" y="71924"/>
                </a:lnTo>
                <a:cubicBezTo>
                  <a:pt x="146772" y="79089"/>
                  <a:pt x="149545" y="85089"/>
                  <a:pt x="154600" y="89923"/>
                </a:cubicBezTo>
                <a:cubicBezTo>
                  <a:pt x="159655" y="94758"/>
                  <a:pt x="166354" y="97175"/>
                  <a:pt x="174697" y="97175"/>
                </a:cubicBezTo>
                <a:cubicBezTo>
                  <a:pt x="182157" y="97175"/>
                  <a:pt x="189151" y="96267"/>
                  <a:pt x="195678" y="94451"/>
                </a:cubicBezTo>
                <a:lnTo>
                  <a:pt x="194427" y="104831"/>
                </a:lnTo>
                <a:cubicBezTo>
                  <a:pt x="189617" y="106745"/>
                  <a:pt x="182673" y="107702"/>
                  <a:pt x="173593" y="107702"/>
                </a:cubicBezTo>
                <a:cubicBezTo>
                  <a:pt x="160833" y="107702"/>
                  <a:pt x="151103" y="104217"/>
                  <a:pt x="144404" y="97248"/>
                </a:cubicBezTo>
                <a:cubicBezTo>
                  <a:pt x="137705" y="90279"/>
                  <a:pt x="134355" y="81789"/>
                  <a:pt x="134355" y="71777"/>
                </a:cubicBezTo>
                <a:cubicBezTo>
                  <a:pt x="134355" y="61078"/>
                  <a:pt x="137410" y="51863"/>
                  <a:pt x="143521" y="44133"/>
                </a:cubicBezTo>
                <a:cubicBezTo>
                  <a:pt x="149631" y="36404"/>
                  <a:pt x="157839" y="32539"/>
                  <a:pt x="168145" y="32539"/>
                </a:cubicBezTo>
                <a:cubicBezTo>
                  <a:pt x="177618" y="32539"/>
                  <a:pt x="184820" y="35336"/>
                  <a:pt x="189752" y="40931"/>
                </a:cubicBezTo>
                <a:cubicBezTo>
                  <a:pt x="194684" y="46526"/>
                  <a:pt x="197151" y="53716"/>
                  <a:pt x="197151" y="62501"/>
                </a:cubicBezTo>
                <a:moveTo>
                  <a:pt x="184857" y="62648"/>
                </a:moveTo>
                <a:cubicBezTo>
                  <a:pt x="184857" y="48857"/>
                  <a:pt x="179090" y="41962"/>
                  <a:pt x="167557" y="41962"/>
                </a:cubicBezTo>
                <a:cubicBezTo>
                  <a:pt x="155778" y="41962"/>
                  <a:pt x="148833" y="49127"/>
                  <a:pt x="146723" y="63458"/>
                </a:cubicBezTo>
                <a:lnTo>
                  <a:pt x="184857" y="62648"/>
                </a:lnTo>
                <a:close/>
                <a:moveTo>
                  <a:pt x="255200" y="1251"/>
                </a:moveTo>
                <a:lnTo>
                  <a:pt x="253065" y="10969"/>
                </a:lnTo>
                <a:cubicBezTo>
                  <a:pt x="250120" y="10233"/>
                  <a:pt x="247176" y="9865"/>
                  <a:pt x="244231" y="9865"/>
                </a:cubicBezTo>
                <a:cubicBezTo>
                  <a:pt x="239716" y="9865"/>
                  <a:pt x="236661" y="11644"/>
                  <a:pt x="235066" y="15202"/>
                </a:cubicBezTo>
                <a:cubicBezTo>
                  <a:pt x="233471" y="18760"/>
                  <a:pt x="232673" y="26110"/>
                  <a:pt x="232673" y="37250"/>
                </a:cubicBezTo>
                <a:cubicBezTo>
                  <a:pt x="237532" y="37250"/>
                  <a:pt x="244329" y="37005"/>
                  <a:pt x="253065" y="36514"/>
                </a:cubicBezTo>
                <a:lnTo>
                  <a:pt x="252623" y="47483"/>
                </a:lnTo>
                <a:cubicBezTo>
                  <a:pt x="242710" y="47189"/>
                  <a:pt x="236059" y="47041"/>
                  <a:pt x="232673" y="47041"/>
                </a:cubicBezTo>
                <a:cubicBezTo>
                  <a:pt x="232673" y="69372"/>
                  <a:pt x="232968" y="88930"/>
                  <a:pt x="233556" y="105714"/>
                </a:cubicBezTo>
                <a:lnTo>
                  <a:pt x="220379" y="105714"/>
                </a:lnTo>
                <a:cubicBezTo>
                  <a:pt x="221066" y="89371"/>
                  <a:pt x="221410" y="69814"/>
                  <a:pt x="221410" y="47041"/>
                </a:cubicBezTo>
                <a:cubicBezTo>
                  <a:pt x="218416" y="47041"/>
                  <a:pt x="213189" y="47189"/>
                  <a:pt x="205729" y="47483"/>
                </a:cubicBezTo>
                <a:lnTo>
                  <a:pt x="206244" y="36661"/>
                </a:lnTo>
                <a:cubicBezTo>
                  <a:pt x="213017" y="37054"/>
                  <a:pt x="218072" y="37250"/>
                  <a:pt x="221410" y="37250"/>
                </a:cubicBezTo>
                <a:cubicBezTo>
                  <a:pt x="221410" y="24245"/>
                  <a:pt x="223226" y="14785"/>
                  <a:pt x="226857" y="8871"/>
                </a:cubicBezTo>
                <a:cubicBezTo>
                  <a:pt x="230489" y="2957"/>
                  <a:pt x="236280" y="0"/>
                  <a:pt x="244231" y="0"/>
                </a:cubicBezTo>
                <a:cubicBezTo>
                  <a:pt x="247715" y="0"/>
                  <a:pt x="251372" y="417"/>
                  <a:pt x="255200" y="1251"/>
                </a:cubicBezTo>
                <a:close/>
                <a:moveTo>
                  <a:pt x="277810" y="105714"/>
                </a:moveTo>
                <a:lnTo>
                  <a:pt x="264485" y="105714"/>
                </a:lnTo>
                <a:cubicBezTo>
                  <a:pt x="265172" y="95899"/>
                  <a:pt x="265516" y="84684"/>
                  <a:pt x="265516" y="72071"/>
                </a:cubicBezTo>
                <a:cubicBezTo>
                  <a:pt x="265516" y="57888"/>
                  <a:pt x="264657" y="45986"/>
                  <a:pt x="262939" y="36367"/>
                </a:cubicBezTo>
                <a:lnTo>
                  <a:pt x="277663" y="34379"/>
                </a:lnTo>
                <a:cubicBezTo>
                  <a:pt x="277074" y="44637"/>
                  <a:pt x="276779" y="57201"/>
                  <a:pt x="276779" y="72071"/>
                </a:cubicBezTo>
                <a:cubicBezTo>
                  <a:pt x="276779" y="83850"/>
                  <a:pt x="277123" y="95064"/>
                  <a:pt x="277810" y="105714"/>
                </a:cubicBezTo>
                <a:moveTo>
                  <a:pt x="280902" y="13693"/>
                </a:moveTo>
                <a:cubicBezTo>
                  <a:pt x="280902" y="16196"/>
                  <a:pt x="280092" y="18367"/>
                  <a:pt x="278472" y="20208"/>
                </a:cubicBezTo>
                <a:cubicBezTo>
                  <a:pt x="276853" y="22048"/>
                  <a:pt x="274571" y="22969"/>
                  <a:pt x="271626" y="22969"/>
                </a:cubicBezTo>
                <a:cubicBezTo>
                  <a:pt x="269123" y="22969"/>
                  <a:pt x="267172" y="22171"/>
                  <a:pt x="265773" y="20576"/>
                </a:cubicBezTo>
                <a:cubicBezTo>
                  <a:pt x="264375" y="18981"/>
                  <a:pt x="263675" y="17055"/>
                  <a:pt x="263675" y="14797"/>
                </a:cubicBezTo>
                <a:cubicBezTo>
                  <a:pt x="263675" y="12343"/>
                  <a:pt x="264510" y="10208"/>
                  <a:pt x="266178" y="8392"/>
                </a:cubicBezTo>
                <a:cubicBezTo>
                  <a:pt x="267847" y="6576"/>
                  <a:pt x="270154" y="5669"/>
                  <a:pt x="273098" y="5669"/>
                </a:cubicBezTo>
                <a:cubicBezTo>
                  <a:pt x="275503" y="5669"/>
                  <a:pt x="277405" y="6466"/>
                  <a:pt x="278804" y="8061"/>
                </a:cubicBezTo>
                <a:cubicBezTo>
                  <a:pt x="280202" y="9656"/>
                  <a:pt x="280902" y="11533"/>
                  <a:pt x="280902" y="13693"/>
                </a:cubicBezTo>
                <a:close/>
                <a:moveTo>
                  <a:pt x="310656" y="105714"/>
                </a:moveTo>
                <a:lnTo>
                  <a:pt x="296522" y="105714"/>
                </a:lnTo>
                <a:cubicBezTo>
                  <a:pt x="297405" y="89518"/>
                  <a:pt x="297847" y="71212"/>
                  <a:pt x="297847" y="50796"/>
                </a:cubicBezTo>
                <a:cubicBezTo>
                  <a:pt x="297847" y="30968"/>
                  <a:pt x="297135" y="14748"/>
                  <a:pt x="295712" y="2135"/>
                </a:cubicBezTo>
                <a:lnTo>
                  <a:pt x="310656" y="1399"/>
                </a:lnTo>
                <a:cubicBezTo>
                  <a:pt x="309724" y="14748"/>
                  <a:pt x="309257" y="31214"/>
                  <a:pt x="309257" y="50796"/>
                </a:cubicBezTo>
                <a:cubicBezTo>
                  <a:pt x="309257" y="70967"/>
                  <a:pt x="309724" y="89273"/>
                  <a:pt x="310656" y="105714"/>
                </a:cubicBezTo>
                <a:close/>
                <a:moveTo>
                  <a:pt x="344428" y="105714"/>
                </a:moveTo>
                <a:lnTo>
                  <a:pt x="330294" y="105714"/>
                </a:lnTo>
                <a:cubicBezTo>
                  <a:pt x="331177" y="89518"/>
                  <a:pt x="331619" y="71212"/>
                  <a:pt x="331619" y="50796"/>
                </a:cubicBezTo>
                <a:cubicBezTo>
                  <a:pt x="331619" y="30968"/>
                  <a:pt x="330907" y="14748"/>
                  <a:pt x="329484" y="2135"/>
                </a:cubicBezTo>
                <a:lnTo>
                  <a:pt x="344428" y="1399"/>
                </a:lnTo>
                <a:cubicBezTo>
                  <a:pt x="343496" y="14748"/>
                  <a:pt x="343029" y="31214"/>
                  <a:pt x="343029" y="50796"/>
                </a:cubicBezTo>
                <a:cubicBezTo>
                  <a:pt x="343029" y="70967"/>
                  <a:pt x="343496" y="89273"/>
                  <a:pt x="344428" y="105714"/>
                </a:cubicBezTo>
                <a:close/>
              </a:path>
            </a:pathLst>
          </a:custGeom>
          <a:solidFill xmlns:a="http://schemas.openxmlformats.org/drawingml/2006/main">
            <a:srgbClr val="13501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decode">
            <a:extLst xmlns:a="http://schemas.openxmlformats.org/drawingml/2006/main">
              <a:ext uri="{FF2B5EF4-FFF2-40B4-BE49-F238E27FC236}">
                <a16:creationId xmlns:a16="http://schemas.microsoft.com/office/drawing/2014/main" id="{8C0199CC-B1B9-4723-BF9B-654FAE11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56" y="807080"/>
            <a:ext cx="457204" cy="106892"/>
          </a:xfrm>
          <a:custGeom xmlns:a="http://schemas.openxmlformats.org/drawingml/2006/main">
            <a:pathLst>
              <a:path w="457204" h="106892">
                <a:moveTo>
                  <a:pt x="65887" y="103947"/>
                </a:moveTo>
                <a:lnTo>
                  <a:pt x="54918" y="104315"/>
                </a:lnTo>
                <a:cubicBezTo>
                  <a:pt x="54526" y="102205"/>
                  <a:pt x="54329" y="99972"/>
                  <a:pt x="54329" y="97616"/>
                </a:cubicBezTo>
                <a:lnTo>
                  <a:pt x="53520" y="97616"/>
                </a:lnTo>
                <a:cubicBezTo>
                  <a:pt x="48366" y="103211"/>
                  <a:pt x="40710" y="106009"/>
                  <a:pt x="30551" y="106009"/>
                </a:cubicBezTo>
                <a:cubicBezTo>
                  <a:pt x="21226" y="106009"/>
                  <a:pt x="13803" y="102622"/>
                  <a:pt x="8282" y="95850"/>
                </a:cubicBezTo>
                <a:cubicBezTo>
                  <a:pt x="2761" y="89077"/>
                  <a:pt x="0" y="80905"/>
                  <a:pt x="0" y="71335"/>
                </a:cubicBezTo>
                <a:cubicBezTo>
                  <a:pt x="0" y="60489"/>
                  <a:pt x="3067" y="51139"/>
                  <a:pt x="9202" y="43287"/>
                </a:cubicBezTo>
                <a:cubicBezTo>
                  <a:pt x="15337" y="35434"/>
                  <a:pt x="23975" y="31508"/>
                  <a:pt x="35115" y="31508"/>
                </a:cubicBezTo>
                <a:cubicBezTo>
                  <a:pt x="43066" y="31508"/>
                  <a:pt x="48759" y="33128"/>
                  <a:pt x="52195" y="36367"/>
                </a:cubicBezTo>
                <a:lnTo>
                  <a:pt x="52783" y="36367"/>
                </a:lnTo>
                <a:cubicBezTo>
                  <a:pt x="52783" y="24195"/>
                  <a:pt x="52440" y="12245"/>
                  <a:pt x="51753" y="515"/>
                </a:cubicBezTo>
                <a:lnTo>
                  <a:pt x="65740" y="0"/>
                </a:lnTo>
                <a:cubicBezTo>
                  <a:pt x="64808" y="12466"/>
                  <a:pt x="64341" y="28784"/>
                  <a:pt x="64341" y="48955"/>
                </a:cubicBezTo>
                <a:cubicBezTo>
                  <a:pt x="64341" y="69470"/>
                  <a:pt x="64857" y="87801"/>
                  <a:pt x="65887" y="103947"/>
                </a:cubicBezTo>
                <a:moveTo>
                  <a:pt x="54035" y="89445"/>
                </a:moveTo>
                <a:cubicBezTo>
                  <a:pt x="54035" y="74182"/>
                  <a:pt x="53618" y="59483"/>
                  <a:pt x="52783" y="45348"/>
                </a:cubicBezTo>
                <a:cubicBezTo>
                  <a:pt x="48808" y="42060"/>
                  <a:pt x="43851" y="40416"/>
                  <a:pt x="37913" y="40416"/>
                </a:cubicBezTo>
                <a:cubicBezTo>
                  <a:pt x="29619" y="40416"/>
                  <a:pt x="23410" y="43176"/>
                  <a:pt x="19288" y="48698"/>
                </a:cubicBezTo>
                <a:cubicBezTo>
                  <a:pt x="15165" y="54219"/>
                  <a:pt x="13104" y="61151"/>
                  <a:pt x="13104" y="69495"/>
                </a:cubicBezTo>
                <a:cubicBezTo>
                  <a:pt x="13104" y="76954"/>
                  <a:pt x="15055" y="83236"/>
                  <a:pt x="18956" y="88341"/>
                </a:cubicBezTo>
                <a:cubicBezTo>
                  <a:pt x="22858" y="93445"/>
                  <a:pt x="28269" y="95997"/>
                  <a:pt x="35189" y="95997"/>
                </a:cubicBezTo>
                <a:cubicBezTo>
                  <a:pt x="43876" y="95997"/>
                  <a:pt x="50158" y="93813"/>
                  <a:pt x="54035" y="89445"/>
                </a:cubicBezTo>
                <a:close/>
                <a:moveTo>
                  <a:pt x="145416" y="60808"/>
                </a:moveTo>
                <a:cubicBezTo>
                  <a:pt x="145416" y="62869"/>
                  <a:pt x="145318" y="65716"/>
                  <a:pt x="145122" y="69347"/>
                </a:cubicBezTo>
                <a:lnTo>
                  <a:pt x="94547" y="70231"/>
                </a:lnTo>
                <a:cubicBezTo>
                  <a:pt x="95037" y="77396"/>
                  <a:pt x="97810" y="83396"/>
                  <a:pt x="102865" y="88230"/>
                </a:cubicBezTo>
                <a:cubicBezTo>
                  <a:pt x="107920" y="93064"/>
                  <a:pt x="114620" y="95481"/>
                  <a:pt x="122963" y="95481"/>
                </a:cubicBezTo>
                <a:cubicBezTo>
                  <a:pt x="130423" y="95481"/>
                  <a:pt x="137416" y="94573"/>
                  <a:pt x="143944" y="92758"/>
                </a:cubicBezTo>
                <a:lnTo>
                  <a:pt x="142692" y="103138"/>
                </a:lnTo>
                <a:cubicBezTo>
                  <a:pt x="137883" y="105052"/>
                  <a:pt x="130938" y="106009"/>
                  <a:pt x="121859" y="106009"/>
                </a:cubicBezTo>
                <a:cubicBezTo>
                  <a:pt x="109098" y="106009"/>
                  <a:pt x="99369" y="102524"/>
                  <a:pt x="92669" y="95555"/>
                </a:cubicBezTo>
                <a:cubicBezTo>
                  <a:pt x="85970" y="88586"/>
                  <a:pt x="82621" y="80095"/>
                  <a:pt x="82621" y="70084"/>
                </a:cubicBezTo>
                <a:cubicBezTo>
                  <a:pt x="82621" y="59384"/>
                  <a:pt x="85676" y="50170"/>
                  <a:pt x="91786" y="42440"/>
                </a:cubicBezTo>
                <a:cubicBezTo>
                  <a:pt x="97896" y="34710"/>
                  <a:pt x="106104" y="30846"/>
                  <a:pt x="116411" y="30846"/>
                </a:cubicBezTo>
                <a:cubicBezTo>
                  <a:pt x="125883" y="30846"/>
                  <a:pt x="133085" y="33643"/>
                  <a:pt x="138018" y="39238"/>
                </a:cubicBezTo>
                <a:cubicBezTo>
                  <a:pt x="142950" y="44833"/>
                  <a:pt x="145416" y="52023"/>
                  <a:pt x="145416" y="60808"/>
                </a:cubicBezTo>
                <a:moveTo>
                  <a:pt x="133122" y="60955"/>
                </a:moveTo>
                <a:cubicBezTo>
                  <a:pt x="133122" y="47164"/>
                  <a:pt x="127355" y="40269"/>
                  <a:pt x="115822" y="40269"/>
                </a:cubicBezTo>
                <a:cubicBezTo>
                  <a:pt x="104043" y="40269"/>
                  <a:pt x="97099" y="47434"/>
                  <a:pt x="94988" y="61765"/>
                </a:cubicBezTo>
                <a:lnTo>
                  <a:pt x="133122" y="60955"/>
                </a:lnTo>
                <a:close/>
                <a:moveTo>
                  <a:pt x="215612" y="92758"/>
                </a:moveTo>
                <a:lnTo>
                  <a:pt x="214876" y="102622"/>
                </a:lnTo>
                <a:cubicBezTo>
                  <a:pt x="210901" y="104880"/>
                  <a:pt x="205576" y="106009"/>
                  <a:pt x="198901" y="106009"/>
                </a:cubicBezTo>
                <a:cubicBezTo>
                  <a:pt x="186190" y="106009"/>
                  <a:pt x="176473" y="102500"/>
                  <a:pt x="169749" y="95481"/>
                </a:cubicBezTo>
                <a:cubicBezTo>
                  <a:pt x="163025" y="88463"/>
                  <a:pt x="159663" y="79997"/>
                  <a:pt x="159663" y="70084"/>
                </a:cubicBezTo>
                <a:cubicBezTo>
                  <a:pt x="159663" y="59581"/>
                  <a:pt x="163197" y="50550"/>
                  <a:pt x="170264" y="42992"/>
                </a:cubicBezTo>
                <a:cubicBezTo>
                  <a:pt x="177331" y="35434"/>
                  <a:pt x="186681" y="31655"/>
                  <a:pt x="198312" y="31655"/>
                </a:cubicBezTo>
                <a:cubicBezTo>
                  <a:pt x="204153" y="31655"/>
                  <a:pt x="208913" y="32244"/>
                  <a:pt x="212594" y="33422"/>
                </a:cubicBezTo>
                <a:lnTo>
                  <a:pt x="210606" y="44980"/>
                </a:lnTo>
                <a:cubicBezTo>
                  <a:pt x="205453" y="43066"/>
                  <a:pt x="200226" y="42109"/>
                  <a:pt x="194926" y="42109"/>
                </a:cubicBezTo>
                <a:cubicBezTo>
                  <a:pt x="187957" y="42109"/>
                  <a:pt x="182411" y="44538"/>
                  <a:pt x="178288" y="49397"/>
                </a:cubicBezTo>
                <a:cubicBezTo>
                  <a:pt x="174166" y="54256"/>
                  <a:pt x="172105" y="60342"/>
                  <a:pt x="172105" y="67654"/>
                </a:cubicBezTo>
                <a:cubicBezTo>
                  <a:pt x="172105" y="75605"/>
                  <a:pt x="174559" y="82230"/>
                  <a:pt x="179466" y="87531"/>
                </a:cubicBezTo>
                <a:cubicBezTo>
                  <a:pt x="184374" y="92831"/>
                  <a:pt x="191319" y="95481"/>
                  <a:pt x="200300" y="95481"/>
                </a:cubicBezTo>
                <a:cubicBezTo>
                  <a:pt x="203981" y="95481"/>
                  <a:pt x="209085" y="94573"/>
                  <a:pt x="215612" y="92758"/>
                </a:cubicBezTo>
                <a:close/>
                <a:moveTo>
                  <a:pt x="296849" y="66918"/>
                </a:moveTo>
                <a:cubicBezTo>
                  <a:pt x="296849" y="79482"/>
                  <a:pt x="293242" y="89285"/>
                  <a:pt x="286027" y="96328"/>
                </a:cubicBezTo>
                <a:cubicBezTo>
                  <a:pt x="278813" y="103371"/>
                  <a:pt x="270322" y="106892"/>
                  <a:pt x="260556" y="106892"/>
                </a:cubicBezTo>
                <a:cubicBezTo>
                  <a:pt x="251427" y="106892"/>
                  <a:pt x="243587" y="103776"/>
                  <a:pt x="237035" y="97543"/>
                </a:cubicBezTo>
                <a:cubicBezTo>
                  <a:pt x="230483" y="91310"/>
                  <a:pt x="227207" y="82525"/>
                  <a:pt x="227207" y="71188"/>
                </a:cubicBezTo>
                <a:cubicBezTo>
                  <a:pt x="227207" y="58526"/>
                  <a:pt x="230826" y="48636"/>
                  <a:pt x="238065" y="41520"/>
                </a:cubicBezTo>
                <a:cubicBezTo>
                  <a:pt x="245305" y="34404"/>
                  <a:pt x="253807" y="30846"/>
                  <a:pt x="263574" y="30846"/>
                </a:cubicBezTo>
                <a:cubicBezTo>
                  <a:pt x="272702" y="30846"/>
                  <a:pt x="280530" y="33999"/>
                  <a:pt x="287058" y="40305"/>
                </a:cubicBezTo>
                <a:cubicBezTo>
                  <a:pt x="293585" y="46612"/>
                  <a:pt x="296849" y="55483"/>
                  <a:pt x="296849" y="66918"/>
                </a:cubicBezTo>
                <a:moveTo>
                  <a:pt x="284113" y="69495"/>
                </a:moveTo>
                <a:cubicBezTo>
                  <a:pt x="284113" y="61838"/>
                  <a:pt x="282187" y="55029"/>
                  <a:pt x="278334" y="49066"/>
                </a:cubicBezTo>
                <a:cubicBezTo>
                  <a:pt x="274481" y="43103"/>
                  <a:pt x="268997" y="40121"/>
                  <a:pt x="261881" y="40121"/>
                </a:cubicBezTo>
                <a:cubicBezTo>
                  <a:pt x="254813" y="40121"/>
                  <a:pt x="249378" y="42943"/>
                  <a:pt x="245574" y="48587"/>
                </a:cubicBezTo>
                <a:cubicBezTo>
                  <a:pt x="241771" y="54231"/>
                  <a:pt x="239869" y="60783"/>
                  <a:pt x="239869" y="68243"/>
                </a:cubicBezTo>
                <a:cubicBezTo>
                  <a:pt x="239869" y="75948"/>
                  <a:pt x="241795" y="82770"/>
                  <a:pt x="245648" y="88709"/>
                </a:cubicBezTo>
                <a:cubicBezTo>
                  <a:pt x="249501" y="94647"/>
                  <a:pt x="255010" y="97616"/>
                  <a:pt x="262175" y="97616"/>
                </a:cubicBezTo>
                <a:cubicBezTo>
                  <a:pt x="269242" y="97616"/>
                  <a:pt x="274665" y="94782"/>
                  <a:pt x="278444" y="89114"/>
                </a:cubicBezTo>
                <a:cubicBezTo>
                  <a:pt x="282224" y="83445"/>
                  <a:pt x="284113" y="76905"/>
                  <a:pt x="284113" y="69495"/>
                </a:cubicBezTo>
                <a:close/>
                <a:moveTo>
                  <a:pt x="377675" y="103947"/>
                </a:moveTo>
                <a:lnTo>
                  <a:pt x="366706" y="104315"/>
                </a:lnTo>
                <a:cubicBezTo>
                  <a:pt x="366314" y="102205"/>
                  <a:pt x="366117" y="99972"/>
                  <a:pt x="366117" y="97616"/>
                </a:cubicBezTo>
                <a:lnTo>
                  <a:pt x="365308" y="97616"/>
                </a:lnTo>
                <a:cubicBezTo>
                  <a:pt x="360155" y="103211"/>
                  <a:pt x="352498" y="106009"/>
                  <a:pt x="342339" y="106009"/>
                </a:cubicBezTo>
                <a:cubicBezTo>
                  <a:pt x="333014" y="106009"/>
                  <a:pt x="325591" y="102622"/>
                  <a:pt x="320070" y="95850"/>
                </a:cubicBezTo>
                <a:cubicBezTo>
                  <a:pt x="314549" y="89077"/>
                  <a:pt x="311788" y="80905"/>
                  <a:pt x="311788" y="71335"/>
                </a:cubicBezTo>
                <a:cubicBezTo>
                  <a:pt x="311788" y="60489"/>
                  <a:pt x="314855" y="51139"/>
                  <a:pt x="320990" y="43287"/>
                </a:cubicBezTo>
                <a:cubicBezTo>
                  <a:pt x="327125" y="35434"/>
                  <a:pt x="335763" y="31508"/>
                  <a:pt x="346903" y="31508"/>
                </a:cubicBezTo>
                <a:cubicBezTo>
                  <a:pt x="354854" y="31508"/>
                  <a:pt x="360547" y="33128"/>
                  <a:pt x="363983" y="36367"/>
                </a:cubicBezTo>
                <a:lnTo>
                  <a:pt x="364572" y="36367"/>
                </a:lnTo>
                <a:cubicBezTo>
                  <a:pt x="364572" y="24195"/>
                  <a:pt x="364228" y="12245"/>
                  <a:pt x="363541" y="515"/>
                </a:cubicBezTo>
                <a:lnTo>
                  <a:pt x="377528" y="0"/>
                </a:lnTo>
                <a:cubicBezTo>
                  <a:pt x="376596" y="12466"/>
                  <a:pt x="376129" y="28784"/>
                  <a:pt x="376129" y="48955"/>
                </a:cubicBezTo>
                <a:cubicBezTo>
                  <a:pt x="376129" y="69470"/>
                  <a:pt x="376645" y="87801"/>
                  <a:pt x="377675" y="103947"/>
                </a:cubicBezTo>
                <a:moveTo>
                  <a:pt x="365823" y="89445"/>
                </a:moveTo>
                <a:cubicBezTo>
                  <a:pt x="365823" y="74182"/>
                  <a:pt x="365406" y="59483"/>
                  <a:pt x="364572" y="45348"/>
                </a:cubicBezTo>
                <a:cubicBezTo>
                  <a:pt x="360596" y="42060"/>
                  <a:pt x="355639" y="40416"/>
                  <a:pt x="349701" y="40416"/>
                </a:cubicBezTo>
                <a:cubicBezTo>
                  <a:pt x="341407" y="40416"/>
                  <a:pt x="335198" y="43176"/>
                  <a:pt x="331076" y="48698"/>
                </a:cubicBezTo>
                <a:cubicBezTo>
                  <a:pt x="326953" y="54219"/>
                  <a:pt x="324892" y="61151"/>
                  <a:pt x="324892" y="69495"/>
                </a:cubicBezTo>
                <a:cubicBezTo>
                  <a:pt x="324892" y="76954"/>
                  <a:pt x="326843" y="83236"/>
                  <a:pt x="330744" y="88341"/>
                </a:cubicBezTo>
                <a:cubicBezTo>
                  <a:pt x="334646" y="93445"/>
                  <a:pt x="340057" y="95997"/>
                  <a:pt x="346977" y="95997"/>
                </a:cubicBezTo>
                <a:cubicBezTo>
                  <a:pt x="355664" y="95997"/>
                  <a:pt x="361946" y="93813"/>
                  <a:pt x="365823" y="89445"/>
                </a:cubicBezTo>
                <a:close/>
                <a:moveTo>
                  <a:pt x="457204" y="60808"/>
                </a:moveTo>
                <a:cubicBezTo>
                  <a:pt x="457204" y="62869"/>
                  <a:pt x="457106" y="65716"/>
                  <a:pt x="456910" y="69347"/>
                </a:cubicBezTo>
                <a:lnTo>
                  <a:pt x="406335" y="70231"/>
                </a:lnTo>
                <a:cubicBezTo>
                  <a:pt x="406825" y="77396"/>
                  <a:pt x="409598" y="83396"/>
                  <a:pt x="414653" y="88230"/>
                </a:cubicBezTo>
                <a:cubicBezTo>
                  <a:pt x="419708" y="93064"/>
                  <a:pt x="426408" y="95481"/>
                  <a:pt x="434751" y="95481"/>
                </a:cubicBezTo>
                <a:cubicBezTo>
                  <a:pt x="442211" y="95481"/>
                  <a:pt x="449204" y="94573"/>
                  <a:pt x="455732" y="92758"/>
                </a:cubicBezTo>
                <a:lnTo>
                  <a:pt x="454480" y="103138"/>
                </a:lnTo>
                <a:cubicBezTo>
                  <a:pt x="449671" y="105052"/>
                  <a:pt x="442726" y="106009"/>
                  <a:pt x="433647" y="106009"/>
                </a:cubicBezTo>
                <a:cubicBezTo>
                  <a:pt x="420886" y="106009"/>
                  <a:pt x="411157" y="102524"/>
                  <a:pt x="404457" y="95555"/>
                </a:cubicBezTo>
                <a:cubicBezTo>
                  <a:pt x="397758" y="88586"/>
                  <a:pt x="394409" y="80095"/>
                  <a:pt x="394409" y="70084"/>
                </a:cubicBezTo>
                <a:cubicBezTo>
                  <a:pt x="394409" y="59384"/>
                  <a:pt x="397464" y="50170"/>
                  <a:pt x="403574" y="42440"/>
                </a:cubicBezTo>
                <a:cubicBezTo>
                  <a:pt x="409684" y="34710"/>
                  <a:pt x="417893" y="30846"/>
                  <a:pt x="428199" y="30846"/>
                </a:cubicBezTo>
                <a:cubicBezTo>
                  <a:pt x="437671" y="30846"/>
                  <a:pt x="444873" y="33643"/>
                  <a:pt x="449806" y="39238"/>
                </a:cubicBezTo>
                <a:cubicBezTo>
                  <a:pt x="454738" y="44833"/>
                  <a:pt x="457204" y="52023"/>
                  <a:pt x="457204" y="60808"/>
                </a:cubicBezTo>
                <a:moveTo>
                  <a:pt x="444910" y="60955"/>
                </a:moveTo>
                <a:cubicBezTo>
                  <a:pt x="444910" y="47164"/>
                  <a:pt x="439143" y="40269"/>
                  <a:pt x="427610" y="40269"/>
                </a:cubicBezTo>
                <a:cubicBezTo>
                  <a:pt x="415831" y="40269"/>
                  <a:pt x="408887" y="47434"/>
                  <a:pt x="406776" y="61765"/>
                </a:cubicBezTo>
                <a:lnTo>
                  <a:pt x="444910" y="60955"/>
                </a:lnTo>
                <a:close/>
              </a:path>
            </a:pathLst>
          </a:custGeom>
          <a:solidFill xmlns:a="http://schemas.openxmlformats.org/drawingml/2006/main">
            <a:srgbClr val="13501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9784E-44A7-42A9-822E-B8F28EA8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67" y="736415"/>
            <a:ext cx="793702" cy="90131"/>
          </a:xfrm>
          <a:custGeom xmlns:a="http://schemas.openxmlformats.org/drawingml/2006/main">
            <a:pathLst>
              <a:path w="793702" h="90131">
                <a:moveTo>
                  <a:pt x="0" y="35213"/>
                </a:moveTo>
                <a:lnTo>
                  <a:pt x="74" y="45227"/>
                </a:lnTo>
                <a:lnTo>
                  <a:pt x="703534" y="40059"/>
                </a:lnTo>
                <a:lnTo>
                  <a:pt x="703608" y="50073"/>
                </a:lnTo>
                <a:lnTo>
                  <a:pt x="147" y="55243"/>
                </a:lnTo>
                <a:lnTo>
                  <a:pt x="221" y="65256"/>
                </a:lnTo>
                <a:lnTo>
                  <a:pt x="703682" y="60088"/>
                </a:lnTo>
                <a:lnTo>
                  <a:pt x="703903" y="90131"/>
                </a:lnTo>
                <a:lnTo>
                  <a:pt x="793702" y="44404"/>
                </a:lnTo>
                <a:lnTo>
                  <a:pt x="703240" y="0"/>
                </a:lnTo>
                <a:lnTo>
                  <a:pt x="703461" y="30044"/>
                </a:lnTo>
                <a:lnTo>
                  <a:pt x="0" y="35213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D9D44-016D-46F1-934C-1FB4B0E8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248" y="251910"/>
            <a:ext cx="390030" cy="143174"/>
          </a:xfrm>
          <a:custGeom xmlns:a="http://schemas.openxmlformats.org/drawingml/2006/main">
            <a:pathLst>
              <a:path w="390030" h="143174" fill="none">
                <a:moveTo>
                  <a:pt x="0" y="68326"/>
                </a:moveTo>
                <a:cubicBezTo>
                  <a:pt x="15098" y="92706"/>
                  <a:pt x="30196" y="117086"/>
                  <a:pt x="45294" y="127956"/>
                </a:cubicBezTo>
                <a:cubicBezTo>
                  <a:pt x="60392" y="138826"/>
                  <a:pt x="72973" y="143174"/>
                  <a:pt x="90588" y="133546"/>
                </a:cubicBezTo>
                <a:cubicBezTo>
                  <a:pt x="108202" y="123919"/>
                  <a:pt x="130429" y="92240"/>
                  <a:pt x="150979" y="70189"/>
                </a:cubicBezTo>
                <a:cubicBezTo>
                  <a:pt x="171529" y="48139"/>
                  <a:pt x="195854" y="0"/>
                  <a:pt x="213887" y="1242"/>
                </a:cubicBezTo>
                <a:cubicBezTo>
                  <a:pt x="231921" y="2485"/>
                  <a:pt x="241986" y="55282"/>
                  <a:pt x="259181" y="77643"/>
                </a:cubicBezTo>
                <a:cubicBezTo>
                  <a:pt x="276376" y="100004"/>
                  <a:pt x="295248" y="138204"/>
                  <a:pt x="317056" y="135410"/>
                </a:cubicBezTo>
                <a:cubicBezTo>
                  <a:pt x="338865" y="132615"/>
                  <a:pt x="364447" y="96744"/>
                  <a:pt x="390030" y="608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709F5-83B8-4175-9AC4-6C86195E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277" y="252770"/>
            <a:ext cx="209764" cy="135345"/>
          </a:xfrm>
          <a:custGeom xmlns:a="http://schemas.openxmlformats.org/drawingml/2006/main">
            <a:pathLst>
              <a:path w="209764" h="135345" fill="none">
                <a:moveTo>
                  <a:pt x="0" y="61074"/>
                </a:moveTo>
                <a:cubicBezTo>
                  <a:pt x="11372" y="30537"/>
                  <a:pt x="22745" y="0"/>
                  <a:pt x="40436" y="3990"/>
                </a:cubicBezTo>
                <a:cubicBezTo>
                  <a:pt x="58127" y="7979"/>
                  <a:pt x="85085" y="63222"/>
                  <a:pt x="106146" y="85012"/>
                </a:cubicBezTo>
                <a:cubicBezTo>
                  <a:pt x="127206" y="106803"/>
                  <a:pt x="149530" y="135345"/>
                  <a:pt x="166800" y="134731"/>
                </a:cubicBezTo>
                <a:cubicBezTo>
                  <a:pt x="184070" y="134117"/>
                  <a:pt x="196917" y="107723"/>
                  <a:pt x="209764" y="813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144A5-3A03-428B-8985-AEBC617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248" y="317462"/>
            <a:ext cx="390030" cy="143175"/>
          </a:xfrm>
          <a:custGeom xmlns:a="http://schemas.openxmlformats.org/drawingml/2006/main">
            <a:pathLst>
              <a:path w="390030" h="143175" fill="none">
                <a:moveTo>
                  <a:pt x="0" y="68327"/>
                </a:moveTo>
                <a:cubicBezTo>
                  <a:pt x="15098" y="92706"/>
                  <a:pt x="30196" y="117087"/>
                  <a:pt x="45294" y="127957"/>
                </a:cubicBezTo>
                <a:cubicBezTo>
                  <a:pt x="60392" y="138827"/>
                  <a:pt x="72973" y="143175"/>
                  <a:pt x="90588" y="133547"/>
                </a:cubicBezTo>
                <a:cubicBezTo>
                  <a:pt x="108202" y="123920"/>
                  <a:pt x="130429" y="92241"/>
                  <a:pt x="150979" y="70190"/>
                </a:cubicBezTo>
                <a:cubicBezTo>
                  <a:pt x="171529" y="48139"/>
                  <a:pt x="195854" y="0"/>
                  <a:pt x="213887" y="1242"/>
                </a:cubicBezTo>
                <a:cubicBezTo>
                  <a:pt x="231921" y="2485"/>
                  <a:pt x="241986" y="55282"/>
                  <a:pt x="259181" y="77644"/>
                </a:cubicBezTo>
                <a:cubicBezTo>
                  <a:pt x="276376" y="100005"/>
                  <a:pt x="295248" y="138206"/>
                  <a:pt x="317056" y="135411"/>
                </a:cubicBezTo>
                <a:cubicBezTo>
                  <a:pt x="338865" y="132616"/>
                  <a:pt x="364447" y="96744"/>
                  <a:pt x="390030" y="60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9C414-1C76-4B74-8BC8-2E57E101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277" y="318320"/>
            <a:ext cx="209764" cy="135345"/>
          </a:xfrm>
          <a:custGeom xmlns:a="http://schemas.openxmlformats.org/drawingml/2006/main">
            <a:pathLst>
              <a:path w="209764" h="135345" fill="none">
                <a:moveTo>
                  <a:pt x="0" y="61074"/>
                </a:moveTo>
                <a:cubicBezTo>
                  <a:pt x="11372" y="30537"/>
                  <a:pt x="22745" y="0"/>
                  <a:pt x="40436" y="3990"/>
                </a:cubicBezTo>
                <a:cubicBezTo>
                  <a:pt x="58127" y="7979"/>
                  <a:pt x="85085" y="63222"/>
                  <a:pt x="106146" y="85012"/>
                </a:cubicBezTo>
                <a:cubicBezTo>
                  <a:pt x="127206" y="106803"/>
                  <a:pt x="149530" y="135345"/>
                  <a:pt x="166800" y="134731"/>
                </a:cubicBezTo>
                <a:cubicBezTo>
                  <a:pt x="184070" y="134117"/>
                  <a:pt x="196917" y="107723"/>
                  <a:pt x="209764" y="813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8F746-E1BA-48BB-AEFE-DAC5CE3E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248" y="396123"/>
            <a:ext cx="390030" cy="143174"/>
          </a:xfrm>
          <a:custGeom xmlns:a="http://schemas.openxmlformats.org/drawingml/2006/main">
            <a:pathLst>
              <a:path w="390030" h="143174" fill="none">
                <a:moveTo>
                  <a:pt x="0" y="68326"/>
                </a:moveTo>
                <a:cubicBezTo>
                  <a:pt x="15098" y="92706"/>
                  <a:pt x="30196" y="117086"/>
                  <a:pt x="45294" y="127956"/>
                </a:cubicBezTo>
                <a:cubicBezTo>
                  <a:pt x="60392" y="138826"/>
                  <a:pt x="72973" y="143174"/>
                  <a:pt x="90588" y="133546"/>
                </a:cubicBezTo>
                <a:cubicBezTo>
                  <a:pt x="108202" y="123919"/>
                  <a:pt x="130429" y="92240"/>
                  <a:pt x="150979" y="70189"/>
                </a:cubicBezTo>
                <a:cubicBezTo>
                  <a:pt x="171529" y="48139"/>
                  <a:pt x="195854" y="0"/>
                  <a:pt x="213887" y="1242"/>
                </a:cubicBezTo>
                <a:cubicBezTo>
                  <a:pt x="231921" y="2485"/>
                  <a:pt x="241986" y="55282"/>
                  <a:pt x="259181" y="77643"/>
                </a:cubicBezTo>
                <a:cubicBezTo>
                  <a:pt x="276376" y="100004"/>
                  <a:pt x="295248" y="138204"/>
                  <a:pt x="317056" y="135410"/>
                </a:cubicBezTo>
                <a:cubicBezTo>
                  <a:pt x="338865" y="132615"/>
                  <a:pt x="364447" y="96744"/>
                  <a:pt x="390030" y="6087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E33F0-8E91-4D20-8F5A-8FEB8064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555" y="396983"/>
            <a:ext cx="209764" cy="135345"/>
          </a:xfrm>
          <a:custGeom xmlns:a="http://schemas.openxmlformats.org/drawingml/2006/main">
            <a:pathLst>
              <a:path w="209764" h="135345" fill="none">
                <a:moveTo>
                  <a:pt x="0" y="61074"/>
                </a:moveTo>
                <a:cubicBezTo>
                  <a:pt x="11372" y="30537"/>
                  <a:pt x="22745" y="0"/>
                  <a:pt x="40436" y="3990"/>
                </a:cubicBezTo>
                <a:cubicBezTo>
                  <a:pt x="58127" y="7979"/>
                  <a:pt x="85085" y="63222"/>
                  <a:pt x="106146" y="85012"/>
                </a:cubicBezTo>
                <a:cubicBezTo>
                  <a:pt x="127206" y="106803"/>
                  <a:pt x="149530" y="135345"/>
                  <a:pt x="166800" y="134731"/>
                </a:cubicBezTo>
                <a:cubicBezTo>
                  <a:pt x="184070" y="134117"/>
                  <a:pt x="196917" y="107723"/>
                  <a:pt x="209764" y="8133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022" cap="flat">
            <a:solidFill>
              <a:srgbClr val="000000"/>
            </a:solidFill>
            <a:miter/>
          </a:ln>
        </p:spPr>
      </p:sp>
      <p:sp>
        <p:nvSpPr>
          <p:cNvPr id="180" name="Text �">
            <a:extLst xmlns:a="http://schemas.openxmlformats.org/drawingml/2006/main">
              <a:ext uri="{FF2B5EF4-FFF2-40B4-BE49-F238E27FC236}">
                <a16:creationId xmlns:a16="http://schemas.microsoft.com/office/drawing/2014/main" id="{49692CFF-4413-4C7F-BE11-1232266A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464" y="589080"/>
            <a:ext cx="151587" cy="151587"/>
          </a:xfrm>
          <a:custGeom xmlns:a="http://schemas.openxmlformats.org/drawingml/2006/main">
            <a:pathLst>
              <a:path w="151587" h="151587">
                <a:moveTo>
                  <a:pt x="0" y="75794"/>
                </a:moveTo>
                <a:cubicBezTo>
                  <a:pt x="0" y="54831"/>
                  <a:pt x="7392" y="36958"/>
                  <a:pt x="22175" y="22175"/>
                </a:cubicBezTo>
                <a:cubicBezTo>
                  <a:pt x="36958" y="7392"/>
                  <a:pt x="54831" y="0"/>
                  <a:pt x="75794" y="0"/>
                </a:cubicBezTo>
                <a:cubicBezTo>
                  <a:pt x="96756" y="0"/>
                  <a:pt x="114629" y="7392"/>
                  <a:pt x="129413" y="22175"/>
                </a:cubicBezTo>
                <a:cubicBezTo>
                  <a:pt x="144196" y="36958"/>
                  <a:pt x="151587" y="54831"/>
                  <a:pt x="151587" y="75794"/>
                </a:cubicBezTo>
                <a:cubicBezTo>
                  <a:pt x="151587" y="96756"/>
                  <a:pt x="144196" y="114629"/>
                  <a:pt x="129413" y="129413"/>
                </a:cubicBezTo>
                <a:cubicBezTo>
                  <a:pt x="114629" y="144196"/>
                  <a:pt x="96756" y="151587"/>
                  <a:pt x="75794" y="151587"/>
                </a:cubicBezTo>
                <a:cubicBezTo>
                  <a:pt x="54831" y="151587"/>
                  <a:pt x="36958" y="144196"/>
                  <a:pt x="22175" y="129413"/>
                </a:cubicBezTo>
                <a:cubicBezTo>
                  <a:pt x="7392" y="114629"/>
                  <a:pt x="0" y="96756"/>
                  <a:pt x="0" y="75794"/>
                </a:cubicBezTo>
                <a:moveTo>
                  <a:pt x="10140" y="75845"/>
                </a:moveTo>
                <a:cubicBezTo>
                  <a:pt x="10140" y="93965"/>
                  <a:pt x="16541" y="109412"/>
                  <a:pt x="29344" y="122185"/>
                </a:cubicBezTo>
                <a:cubicBezTo>
                  <a:pt x="42147" y="134958"/>
                  <a:pt x="57630" y="141345"/>
                  <a:pt x="75794" y="141345"/>
                </a:cubicBezTo>
                <a:cubicBezTo>
                  <a:pt x="93957" y="141345"/>
                  <a:pt x="109457" y="134958"/>
                  <a:pt x="122294" y="122185"/>
                </a:cubicBezTo>
                <a:cubicBezTo>
                  <a:pt x="135131" y="109412"/>
                  <a:pt x="141550" y="93965"/>
                  <a:pt x="141550" y="75845"/>
                </a:cubicBezTo>
                <a:cubicBezTo>
                  <a:pt x="141550" y="57724"/>
                  <a:pt x="135131" y="42260"/>
                  <a:pt x="122294" y="29453"/>
                </a:cubicBezTo>
                <a:cubicBezTo>
                  <a:pt x="109457" y="16646"/>
                  <a:pt x="93957" y="10242"/>
                  <a:pt x="75794" y="10242"/>
                </a:cubicBezTo>
                <a:cubicBezTo>
                  <a:pt x="57630" y="10242"/>
                  <a:pt x="42147" y="16646"/>
                  <a:pt x="29344" y="29453"/>
                </a:cubicBezTo>
                <a:cubicBezTo>
                  <a:pt x="16541" y="42260"/>
                  <a:pt x="10140" y="57724"/>
                  <a:pt x="10140" y="75845"/>
                </a:cubicBezTo>
                <a:moveTo>
                  <a:pt x="48037" y="122294"/>
                </a:moveTo>
                <a:lnTo>
                  <a:pt x="48037" y="111181"/>
                </a:lnTo>
                <a:cubicBezTo>
                  <a:pt x="51656" y="102618"/>
                  <a:pt x="59133" y="93273"/>
                  <a:pt x="70468" y="83146"/>
                </a:cubicBezTo>
                <a:lnTo>
                  <a:pt x="77740" y="76520"/>
                </a:lnTo>
                <a:cubicBezTo>
                  <a:pt x="87094" y="68160"/>
                  <a:pt x="91772" y="59800"/>
                  <a:pt x="91772" y="51439"/>
                </a:cubicBezTo>
                <a:cubicBezTo>
                  <a:pt x="91772" y="45731"/>
                  <a:pt x="90270" y="41467"/>
                  <a:pt x="87265" y="38646"/>
                </a:cubicBezTo>
                <a:cubicBezTo>
                  <a:pt x="84261" y="35825"/>
                  <a:pt x="79754" y="34414"/>
                  <a:pt x="73745" y="34414"/>
                </a:cubicBezTo>
                <a:cubicBezTo>
                  <a:pt x="67258" y="34414"/>
                  <a:pt x="59474" y="37009"/>
                  <a:pt x="50393" y="42199"/>
                </a:cubicBezTo>
                <a:lnTo>
                  <a:pt x="50393" y="30932"/>
                </a:lnTo>
                <a:cubicBezTo>
                  <a:pt x="58860" y="26835"/>
                  <a:pt x="67292" y="24787"/>
                  <a:pt x="75691" y="24787"/>
                </a:cubicBezTo>
                <a:cubicBezTo>
                  <a:pt x="84636" y="24787"/>
                  <a:pt x="91806" y="27197"/>
                  <a:pt x="97200" y="32017"/>
                </a:cubicBezTo>
                <a:cubicBezTo>
                  <a:pt x="102595" y="36835"/>
                  <a:pt x="105292" y="43181"/>
                  <a:pt x="105292" y="51055"/>
                </a:cubicBezTo>
                <a:cubicBezTo>
                  <a:pt x="105292" y="56757"/>
                  <a:pt x="103926" y="61797"/>
                  <a:pt x="101195" y="66175"/>
                </a:cubicBezTo>
                <a:cubicBezTo>
                  <a:pt x="98463" y="70554"/>
                  <a:pt x="93376" y="75899"/>
                  <a:pt x="85934" y="82211"/>
                </a:cubicBezTo>
                <a:lnTo>
                  <a:pt x="81017" y="86388"/>
                </a:lnTo>
                <a:cubicBezTo>
                  <a:pt x="70911" y="95009"/>
                  <a:pt x="65039" y="103222"/>
                  <a:pt x="63400" y="111027"/>
                </a:cubicBezTo>
                <a:lnTo>
                  <a:pt x="104882" y="111027"/>
                </a:lnTo>
                <a:lnTo>
                  <a:pt x="104882" y="122294"/>
                </a:lnTo>
                <a:lnTo>
                  <a:pt x="48037" y="122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�">
            <a:extLst xmlns:a="http://schemas.openxmlformats.org/drawingml/2006/main">
              <a:ext uri="{FF2B5EF4-FFF2-40B4-BE49-F238E27FC236}">
                <a16:creationId xmlns:a16="http://schemas.microsoft.com/office/drawing/2014/main" id="{157116C2-D4F1-416B-A2A8-D896A932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6" y="1385528"/>
            <a:ext cx="151587" cy="151587"/>
          </a:xfrm>
          <a:custGeom xmlns:a="http://schemas.openxmlformats.org/drawingml/2006/main">
            <a:pathLst>
              <a:path w="151587" h="151587">
                <a:moveTo>
                  <a:pt x="0" y="75794"/>
                </a:moveTo>
                <a:cubicBezTo>
                  <a:pt x="0" y="54831"/>
                  <a:pt x="7392" y="36958"/>
                  <a:pt x="22175" y="22175"/>
                </a:cubicBezTo>
                <a:cubicBezTo>
                  <a:pt x="36958" y="7392"/>
                  <a:pt x="54831" y="0"/>
                  <a:pt x="75794" y="0"/>
                </a:cubicBezTo>
                <a:cubicBezTo>
                  <a:pt x="96756" y="0"/>
                  <a:pt x="114629" y="7392"/>
                  <a:pt x="129413" y="22175"/>
                </a:cubicBezTo>
                <a:cubicBezTo>
                  <a:pt x="144196" y="36958"/>
                  <a:pt x="151587" y="54831"/>
                  <a:pt x="151587" y="75794"/>
                </a:cubicBezTo>
                <a:cubicBezTo>
                  <a:pt x="151587" y="96756"/>
                  <a:pt x="144196" y="114629"/>
                  <a:pt x="129413" y="129413"/>
                </a:cubicBezTo>
                <a:cubicBezTo>
                  <a:pt x="114629" y="144196"/>
                  <a:pt x="96756" y="151587"/>
                  <a:pt x="75794" y="151587"/>
                </a:cubicBezTo>
                <a:cubicBezTo>
                  <a:pt x="54831" y="151587"/>
                  <a:pt x="36958" y="144196"/>
                  <a:pt x="22175" y="129413"/>
                </a:cubicBezTo>
                <a:cubicBezTo>
                  <a:pt x="7392" y="114629"/>
                  <a:pt x="0" y="96756"/>
                  <a:pt x="0" y="75794"/>
                </a:cubicBezTo>
                <a:moveTo>
                  <a:pt x="10140" y="75845"/>
                </a:moveTo>
                <a:cubicBezTo>
                  <a:pt x="10140" y="93965"/>
                  <a:pt x="16541" y="109412"/>
                  <a:pt x="29344" y="122185"/>
                </a:cubicBezTo>
                <a:cubicBezTo>
                  <a:pt x="42147" y="134958"/>
                  <a:pt x="57630" y="141345"/>
                  <a:pt x="75794" y="141345"/>
                </a:cubicBezTo>
                <a:cubicBezTo>
                  <a:pt x="93957" y="141345"/>
                  <a:pt x="109457" y="134958"/>
                  <a:pt x="122294" y="122185"/>
                </a:cubicBezTo>
                <a:cubicBezTo>
                  <a:pt x="135131" y="109412"/>
                  <a:pt x="141550" y="93965"/>
                  <a:pt x="141550" y="75845"/>
                </a:cubicBezTo>
                <a:cubicBezTo>
                  <a:pt x="141550" y="57724"/>
                  <a:pt x="135131" y="42260"/>
                  <a:pt x="122294" y="29453"/>
                </a:cubicBezTo>
                <a:cubicBezTo>
                  <a:pt x="109457" y="16646"/>
                  <a:pt x="93957" y="10242"/>
                  <a:pt x="75794" y="10242"/>
                </a:cubicBezTo>
                <a:cubicBezTo>
                  <a:pt x="57630" y="10242"/>
                  <a:pt x="42147" y="16646"/>
                  <a:pt x="29344" y="29453"/>
                </a:cubicBezTo>
                <a:cubicBezTo>
                  <a:pt x="16541" y="42260"/>
                  <a:pt x="10140" y="57724"/>
                  <a:pt x="10140" y="75845"/>
                </a:cubicBezTo>
                <a:moveTo>
                  <a:pt x="70775" y="123728"/>
                </a:moveTo>
                <a:lnTo>
                  <a:pt x="70775" y="38102"/>
                </a:lnTo>
                <a:lnTo>
                  <a:pt x="55616" y="38102"/>
                </a:lnTo>
                <a:lnTo>
                  <a:pt x="55616" y="30113"/>
                </a:lnTo>
                <a:lnTo>
                  <a:pt x="83475" y="27654"/>
                </a:lnTo>
                <a:lnTo>
                  <a:pt x="83475" y="123728"/>
                </a:lnTo>
                <a:lnTo>
                  <a:pt x="70775" y="123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�">
            <a:extLst xmlns:a="http://schemas.openxmlformats.org/drawingml/2006/main">
              <a:ext uri="{FF2B5EF4-FFF2-40B4-BE49-F238E27FC236}">
                <a16:creationId xmlns:a16="http://schemas.microsoft.com/office/drawing/2014/main" id="{77E08F61-EF19-40DE-A111-F3C2ADB4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535" y="3011311"/>
            <a:ext cx="151587" cy="148615"/>
          </a:xfrm>
          <a:custGeom xmlns:a="http://schemas.openxmlformats.org/drawingml/2006/main">
            <a:pathLst>
              <a:path w="151587" h="148615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77842" y="120699"/>
                </a:moveTo>
                <a:lnTo>
                  <a:pt x="94537" y="120699"/>
                </a:lnTo>
                <a:lnTo>
                  <a:pt x="94537" y="95796"/>
                </a:lnTo>
                <a:lnTo>
                  <a:pt x="105701" y="95796"/>
                </a:lnTo>
                <a:lnTo>
                  <a:pt x="105701" y="81738"/>
                </a:lnTo>
                <a:lnTo>
                  <a:pt x="94537" y="81738"/>
                </a:lnTo>
                <a:lnTo>
                  <a:pt x="94537" y="27112"/>
                </a:lnTo>
                <a:lnTo>
                  <a:pt x="77023" y="27112"/>
                </a:lnTo>
                <a:lnTo>
                  <a:pt x="33185" y="81738"/>
                </a:lnTo>
                <a:lnTo>
                  <a:pt x="33185" y="95796"/>
                </a:lnTo>
                <a:lnTo>
                  <a:pt x="77842" y="95796"/>
                </a:lnTo>
                <a:lnTo>
                  <a:pt x="77842" y="120699"/>
                </a:lnTo>
                <a:moveTo>
                  <a:pt x="48549" y="81738"/>
                </a:moveTo>
                <a:lnTo>
                  <a:pt x="78149" y="45087"/>
                </a:lnTo>
                <a:lnTo>
                  <a:pt x="78149" y="81738"/>
                </a:lnTo>
                <a:lnTo>
                  <a:pt x="48549" y="81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�">
            <a:extLst xmlns:a="http://schemas.openxmlformats.org/drawingml/2006/main">
              <a:ext uri="{FF2B5EF4-FFF2-40B4-BE49-F238E27FC236}">
                <a16:creationId xmlns:a16="http://schemas.microsoft.com/office/drawing/2014/main" id="{B83F9858-17A7-45E9-B13E-2C1B922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7535" y="3011311"/>
            <a:ext cx="151587" cy="148615"/>
          </a:xfrm>
          <a:custGeom xmlns:a="http://schemas.openxmlformats.org/drawingml/2006/main">
            <a:pathLst>
              <a:path w="151587" h="148615" fill="none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77842" y="120699"/>
                </a:moveTo>
                <a:lnTo>
                  <a:pt x="94537" y="120699"/>
                </a:lnTo>
                <a:lnTo>
                  <a:pt x="94537" y="95796"/>
                </a:lnTo>
                <a:lnTo>
                  <a:pt x="105701" y="95796"/>
                </a:lnTo>
                <a:lnTo>
                  <a:pt x="105701" y="81738"/>
                </a:lnTo>
                <a:lnTo>
                  <a:pt x="94537" y="81738"/>
                </a:lnTo>
                <a:lnTo>
                  <a:pt x="94537" y="27112"/>
                </a:lnTo>
                <a:lnTo>
                  <a:pt x="77023" y="27112"/>
                </a:lnTo>
                <a:lnTo>
                  <a:pt x="33185" y="81738"/>
                </a:lnTo>
                <a:lnTo>
                  <a:pt x="33185" y="95796"/>
                </a:lnTo>
                <a:lnTo>
                  <a:pt x="77842" y="95796"/>
                </a:lnTo>
                <a:lnTo>
                  <a:pt x="77842" y="120699"/>
                </a:lnTo>
                <a:moveTo>
                  <a:pt x="48549" y="81738"/>
                </a:moveTo>
                <a:lnTo>
                  <a:pt x="78149" y="45087"/>
                </a:lnTo>
                <a:lnTo>
                  <a:pt x="78149" y="81738"/>
                </a:lnTo>
                <a:lnTo>
                  <a:pt x="48549" y="8173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998" cap="flat">
            <a:solidFill>
              <a:srgbClr val="000000"/>
            </a:solidFill>
            <a:miter/>
          </a:ln>
        </p:spPr>
      </p:sp>
      <p:sp>
        <p:nvSpPr>
          <p:cNvPr id="184" name="Text �">
            <a:extLst xmlns:a="http://schemas.openxmlformats.org/drawingml/2006/main">
              <a:ext uri="{FF2B5EF4-FFF2-40B4-BE49-F238E27FC236}">
                <a16:creationId xmlns:a16="http://schemas.microsoft.com/office/drawing/2014/main" id="{1ECFC5A2-111D-4A58-A53D-F430C893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115" y="2559007"/>
            <a:ext cx="151587" cy="148615"/>
          </a:xfrm>
          <a:custGeom xmlns:a="http://schemas.openxmlformats.org/drawingml/2006/main">
            <a:pathLst>
              <a:path w="151587" h="148615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49676" y="120499"/>
                </a:moveTo>
                <a:cubicBezTo>
                  <a:pt x="53773" y="121534"/>
                  <a:pt x="57989" y="122329"/>
                  <a:pt x="62325" y="122883"/>
                </a:cubicBezTo>
                <a:cubicBezTo>
                  <a:pt x="66661" y="123436"/>
                  <a:pt x="71116" y="123712"/>
                  <a:pt x="75691" y="123712"/>
                </a:cubicBezTo>
                <a:cubicBezTo>
                  <a:pt x="87026" y="123712"/>
                  <a:pt x="95903" y="121280"/>
                  <a:pt x="102321" y="116416"/>
                </a:cubicBezTo>
                <a:cubicBezTo>
                  <a:pt x="108740" y="111550"/>
                  <a:pt x="111949" y="104857"/>
                  <a:pt x="111949" y="96336"/>
                </a:cubicBezTo>
                <a:cubicBezTo>
                  <a:pt x="111949" y="83052"/>
                  <a:pt x="103926" y="74598"/>
                  <a:pt x="87880" y="70975"/>
                </a:cubicBezTo>
                <a:cubicBezTo>
                  <a:pt x="101946" y="66435"/>
                  <a:pt x="108979" y="58656"/>
                  <a:pt x="108979" y="47638"/>
                </a:cubicBezTo>
                <a:cubicBezTo>
                  <a:pt x="108979" y="40161"/>
                  <a:pt x="106367" y="34570"/>
                  <a:pt x="101144" y="30865"/>
                </a:cubicBezTo>
                <a:cubicBezTo>
                  <a:pt x="95920" y="27158"/>
                  <a:pt x="88085" y="25305"/>
                  <a:pt x="77637" y="25305"/>
                </a:cubicBezTo>
                <a:cubicBezTo>
                  <a:pt x="72926" y="25305"/>
                  <a:pt x="68351" y="25656"/>
                  <a:pt x="63912" y="26359"/>
                </a:cubicBezTo>
                <a:cubicBezTo>
                  <a:pt x="59474" y="27062"/>
                  <a:pt x="55172" y="28116"/>
                  <a:pt x="51007" y="29522"/>
                </a:cubicBezTo>
                <a:lnTo>
                  <a:pt x="51007" y="42375"/>
                </a:lnTo>
                <a:cubicBezTo>
                  <a:pt x="58928" y="38894"/>
                  <a:pt x="66371" y="37154"/>
                  <a:pt x="73335" y="37154"/>
                </a:cubicBezTo>
                <a:cubicBezTo>
                  <a:pt x="84056" y="37154"/>
                  <a:pt x="89416" y="41361"/>
                  <a:pt x="89416" y="49775"/>
                </a:cubicBezTo>
                <a:cubicBezTo>
                  <a:pt x="89416" y="55938"/>
                  <a:pt x="87146" y="60228"/>
                  <a:pt x="82605" y="62647"/>
                </a:cubicBezTo>
                <a:cubicBezTo>
                  <a:pt x="78064" y="65065"/>
                  <a:pt x="70024" y="66274"/>
                  <a:pt x="58484" y="66274"/>
                </a:cubicBezTo>
                <a:lnTo>
                  <a:pt x="58484" y="77722"/>
                </a:lnTo>
                <a:cubicBezTo>
                  <a:pt x="70980" y="77722"/>
                  <a:pt x="79703" y="79073"/>
                  <a:pt x="84653" y="81776"/>
                </a:cubicBezTo>
                <a:cubicBezTo>
                  <a:pt x="89604" y="84479"/>
                  <a:pt x="92079" y="89268"/>
                  <a:pt x="92079" y="96145"/>
                </a:cubicBezTo>
                <a:cubicBezTo>
                  <a:pt x="92079" y="100883"/>
                  <a:pt x="90355" y="104687"/>
                  <a:pt x="86907" y="107558"/>
                </a:cubicBezTo>
                <a:cubicBezTo>
                  <a:pt x="83458" y="110428"/>
                  <a:pt x="78900" y="111863"/>
                  <a:pt x="73233" y="111863"/>
                </a:cubicBezTo>
                <a:cubicBezTo>
                  <a:pt x="67019" y="111863"/>
                  <a:pt x="59167" y="110122"/>
                  <a:pt x="49676" y="106641"/>
                </a:cubicBezTo>
                <a:lnTo>
                  <a:pt x="49676" y="120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�">
            <a:extLst xmlns:a="http://schemas.openxmlformats.org/drawingml/2006/main">
              <a:ext uri="{FF2B5EF4-FFF2-40B4-BE49-F238E27FC236}">
                <a16:creationId xmlns:a16="http://schemas.microsoft.com/office/drawing/2014/main" id="{F7CE0126-609D-407E-8DC2-123AA4A0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115" y="2559007"/>
            <a:ext cx="151587" cy="148615"/>
          </a:xfrm>
          <a:custGeom xmlns:a="http://schemas.openxmlformats.org/drawingml/2006/main">
            <a:pathLst>
              <a:path w="151587" h="148615" fill="none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49676" y="120499"/>
                </a:moveTo>
                <a:cubicBezTo>
                  <a:pt x="53773" y="121534"/>
                  <a:pt x="57989" y="122329"/>
                  <a:pt x="62325" y="122883"/>
                </a:cubicBezTo>
                <a:cubicBezTo>
                  <a:pt x="66661" y="123436"/>
                  <a:pt x="71116" y="123712"/>
                  <a:pt x="75691" y="123712"/>
                </a:cubicBezTo>
                <a:cubicBezTo>
                  <a:pt x="87026" y="123712"/>
                  <a:pt x="95903" y="121280"/>
                  <a:pt x="102321" y="116416"/>
                </a:cubicBezTo>
                <a:cubicBezTo>
                  <a:pt x="108740" y="111550"/>
                  <a:pt x="111949" y="104857"/>
                  <a:pt x="111949" y="96336"/>
                </a:cubicBezTo>
                <a:cubicBezTo>
                  <a:pt x="111949" y="83052"/>
                  <a:pt x="103926" y="74598"/>
                  <a:pt x="87880" y="70975"/>
                </a:cubicBezTo>
                <a:cubicBezTo>
                  <a:pt x="101946" y="66435"/>
                  <a:pt x="108979" y="58656"/>
                  <a:pt x="108979" y="47638"/>
                </a:cubicBezTo>
                <a:cubicBezTo>
                  <a:pt x="108979" y="40161"/>
                  <a:pt x="106367" y="34570"/>
                  <a:pt x="101144" y="30865"/>
                </a:cubicBezTo>
                <a:cubicBezTo>
                  <a:pt x="95920" y="27158"/>
                  <a:pt x="88085" y="25305"/>
                  <a:pt x="77637" y="25305"/>
                </a:cubicBezTo>
                <a:cubicBezTo>
                  <a:pt x="72926" y="25305"/>
                  <a:pt x="68351" y="25656"/>
                  <a:pt x="63912" y="26359"/>
                </a:cubicBezTo>
                <a:cubicBezTo>
                  <a:pt x="59474" y="27062"/>
                  <a:pt x="55172" y="28116"/>
                  <a:pt x="51007" y="29522"/>
                </a:cubicBezTo>
                <a:lnTo>
                  <a:pt x="51007" y="42375"/>
                </a:lnTo>
                <a:cubicBezTo>
                  <a:pt x="58928" y="38894"/>
                  <a:pt x="66371" y="37154"/>
                  <a:pt x="73335" y="37154"/>
                </a:cubicBezTo>
                <a:cubicBezTo>
                  <a:pt x="84056" y="37154"/>
                  <a:pt x="89416" y="41361"/>
                  <a:pt x="89416" y="49775"/>
                </a:cubicBezTo>
                <a:cubicBezTo>
                  <a:pt x="89416" y="55938"/>
                  <a:pt x="87146" y="60228"/>
                  <a:pt x="82605" y="62647"/>
                </a:cubicBezTo>
                <a:cubicBezTo>
                  <a:pt x="78064" y="65065"/>
                  <a:pt x="70024" y="66274"/>
                  <a:pt x="58484" y="66274"/>
                </a:cubicBezTo>
                <a:lnTo>
                  <a:pt x="58484" y="77722"/>
                </a:lnTo>
                <a:cubicBezTo>
                  <a:pt x="70980" y="77722"/>
                  <a:pt x="79703" y="79073"/>
                  <a:pt x="84653" y="81776"/>
                </a:cubicBezTo>
                <a:cubicBezTo>
                  <a:pt x="89604" y="84479"/>
                  <a:pt x="92079" y="89268"/>
                  <a:pt x="92079" y="96145"/>
                </a:cubicBezTo>
                <a:cubicBezTo>
                  <a:pt x="92079" y="100883"/>
                  <a:pt x="90355" y="104687"/>
                  <a:pt x="86907" y="107558"/>
                </a:cubicBezTo>
                <a:cubicBezTo>
                  <a:pt x="83458" y="110428"/>
                  <a:pt x="78900" y="111863"/>
                  <a:pt x="73233" y="111863"/>
                </a:cubicBezTo>
                <a:cubicBezTo>
                  <a:pt x="67019" y="111863"/>
                  <a:pt x="59167" y="110122"/>
                  <a:pt x="49676" y="106641"/>
                </a:cubicBezTo>
                <a:lnTo>
                  <a:pt x="49676" y="1204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998" cap="flat">
            <a:solidFill>
              <a:srgbClr val="000000"/>
            </a:solidFill>
            <a:miter/>
          </a:ln>
        </p:spPr>
      </p:sp>
      <p:sp>
        <p:nvSpPr>
          <p:cNvPr id="186" name="Text �">
            <a:extLst xmlns:a="http://schemas.openxmlformats.org/drawingml/2006/main">
              <a:ext uri="{FF2B5EF4-FFF2-40B4-BE49-F238E27FC236}">
                <a16:creationId xmlns:a16="http://schemas.microsoft.com/office/drawing/2014/main" id="{429EA57B-6A8A-4A3B-A2B5-70A89A26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652" y="805399"/>
            <a:ext cx="151587" cy="151587"/>
          </a:xfrm>
          <a:custGeom xmlns:a="http://schemas.openxmlformats.org/drawingml/2006/main">
            <a:pathLst>
              <a:path w="151587" h="151587">
                <a:moveTo>
                  <a:pt x="0" y="75794"/>
                </a:moveTo>
                <a:cubicBezTo>
                  <a:pt x="0" y="54831"/>
                  <a:pt x="7392" y="36958"/>
                  <a:pt x="22175" y="22175"/>
                </a:cubicBezTo>
                <a:cubicBezTo>
                  <a:pt x="36958" y="7392"/>
                  <a:pt x="54831" y="0"/>
                  <a:pt x="75794" y="0"/>
                </a:cubicBezTo>
                <a:cubicBezTo>
                  <a:pt x="96756" y="0"/>
                  <a:pt x="114629" y="7392"/>
                  <a:pt x="129413" y="22175"/>
                </a:cubicBezTo>
                <a:cubicBezTo>
                  <a:pt x="144196" y="36958"/>
                  <a:pt x="151587" y="54831"/>
                  <a:pt x="151587" y="75794"/>
                </a:cubicBezTo>
                <a:cubicBezTo>
                  <a:pt x="151587" y="96756"/>
                  <a:pt x="144196" y="114629"/>
                  <a:pt x="129413" y="129413"/>
                </a:cubicBezTo>
                <a:cubicBezTo>
                  <a:pt x="114629" y="144196"/>
                  <a:pt x="96756" y="151587"/>
                  <a:pt x="75794" y="151587"/>
                </a:cubicBezTo>
                <a:cubicBezTo>
                  <a:pt x="54831" y="151587"/>
                  <a:pt x="36958" y="144196"/>
                  <a:pt x="22175" y="129413"/>
                </a:cubicBezTo>
                <a:cubicBezTo>
                  <a:pt x="7392" y="114629"/>
                  <a:pt x="0" y="96756"/>
                  <a:pt x="0" y="75794"/>
                </a:cubicBezTo>
                <a:moveTo>
                  <a:pt x="10140" y="75845"/>
                </a:moveTo>
                <a:cubicBezTo>
                  <a:pt x="10140" y="93965"/>
                  <a:pt x="16541" y="109412"/>
                  <a:pt x="29344" y="122185"/>
                </a:cubicBezTo>
                <a:cubicBezTo>
                  <a:pt x="42147" y="134958"/>
                  <a:pt x="57630" y="141345"/>
                  <a:pt x="75794" y="141345"/>
                </a:cubicBezTo>
                <a:cubicBezTo>
                  <a:pt x="93957" y="141345"/>
                  <a:pt x="109457" y="134958"/>
                  <a:pt x="122294" y="122185"/>
                </a:cubicBezTo>
                <a:cubicBezTo>
                  <a:pt x="135131" y="109412"/>
                  <a:pt x="141550" y="93965"/>
                  <a:pt x="141550" y="75845"/>
                </a:cubicBezTo>
                <a:cubicBezTo>
                  <a:pt x="141550" y="57724"/>
                  <a:pt x="135131" y="42260"/>
                  <a:pt x="122294" y="29453"/>
                </a:cubicBezTo>
                <a:cubicBezTo>
                  <a:pt x="109457" y="16646"/>
                  <a:pt x="93957" y="10242"/>
                  <a:pt x="75794" y="10242"/>
                </a:cubicBezTo>
                <a:cubicBezTo>
                  <a:pt x="57630" y="10242"/>
                  <a:pt x="42147" y="16646"/>
                  <a:pt x="29344" y="29453"/>
                </a:cubicBezTo>
                <a:cubicBezTo>
                  <a:pt x="16541" y="42260"/>
                  <a:pt x="10140" y="57724"/>
                  <a:pt x="10140" y="75845"/>
                </a:cubicBezTo>
                <a:moveTo>
                  <a:pt x="78354" y="122294"/>
                </a:moveTo>
                <a:lnTo>
                  <a:pt x="78633" y="95254"/>
                </a:lnTo>
                <a:lnTo>
                  <a:pt x="35336" y="95254"/>
                </a:lnTo>
                <a:lnTo>
                  <a:pt x="35336" y="85934"/>
                </a:lnTo>
                <a:lnTo>
                  <a:pt x="78354" y="27245"/>
                </a:lnTo>
                <a:lnTo>
                  <a:pt x="90235" y="27245"/>
                </a:lnTo>
                <a:lnTo>
                  <a:pt x="90235" y="85012"/>
                </a:lnTo>
                <a:lnTo>
                  <a:pt x="103038" y="85012"/>
                </a:lnTo>
                <a:lnTo>
                  <a:pt x="103038" y="95254"/>
                </a:lnTo>
                <a:lnTo>
                  <a:pt x="90235" y="95254"/>
                </a:lnTo>
                <a:lnTo>
                  <a:pt x="90235" y="122294"/>
                </a:lnTo>
                <a:lnTo>
                  <a:pt x="78354" y="122294"/>
                </a:lnTo>
                <a:moveTo>
                  <a:pt x="47832" y="85012"/>
                </a:moveTo>
                <a:lnTo>
                  <a:pt x="78738" y="85012"/>
                </a:lnTo>
                <a:lnTo>
                  <a:pt x="79174" y="42596"/>
                </a:lnTo>
                <a:lnTo>
                  <a:pt x="47832" y="85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�">
            <a:extLst xmlns:a="http://schemas.openxmlformats.org/drawingml/2006/main">
              <a:ext uri="{FF2B5EF4-FFF2-40B4-BE49-F238E27FC236}">
                <a16:creationId xmlns:a16="http://schemas.microsoft.com/office/drawing/2014/main" id="{CF5BB51D-2B80-4D40-BCE8-EEC81959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034" y="2611448"/>
            <a:ext cx="151587" cy="148615"/>
          </a:xfrm>
          <a:custGeom xmlns:a="http://schemas.openxmlformats.org/drawingml/2006/main">
            <a:pathLst>
              <a:path w="151587" h="148615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67805" y="120699"/>
                </a:moveTo>
                <a:lnTo>
                  <a:pt x="86958" y="120699"/>
                </a:lnTo>
                <a:lnTo>
                  <a:pt x="86958" y="25907"/>
                </a:lnTo>
                <a:lnTo>
                  <a:pt x="54694" y="28719"/>
                </a:lnTo>
                <a:lnTo>
                  <a:pt x="55104" y="38158"/>
                </a:lnTo>
                <a:lnTo>
                  <a:pt x="67805" y="38158"/>
                </a:lnTo>
                <a:lnTo>
                  <a:pt x="67805" y="1206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�">
            <a:extLst xmlns:a="http://schemas.openxmlformats.org/drawingml/2006/main">
              <a:ext uri="{FF2B5EF4-FFF2-40B4-BE49-F238E27FC236}">
                <a16:creationId xmlns:a16="http://schemas.microsoft.com/office/drawing/2014/main" id="{CD4A3434-9CF1-444F-B01B-1FF9D6E7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034" y="2611448"/>
            <a:ext cx="151587" cy="148615"/>
          </a:xfrm>
          <a:custGeom xmlns:a="http://schemas.openxmlformats.org/drawingml/2006/main">
            <a:pathLst>
              <a:path w="151587" h="148615" fill="none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67805" y="120699"/>
                </a:moveTo>
                <a:lnTo>
                  <a:pt x="86958" y="120699"/>
                </a:lnTo>
                <a:lnTo>
                  <a:pt x="86958" y="25907"/>
                </a:lnTo>
                <a:lnTo>
                  <a:pt x="54694" y="28719"/>
                </a:lnTo>
                <a:lnTo>
                  <a:pt x="55104" y="38158"/>
                </a:lnTo>
                <a:lnTo>
                  <a:pt x="67805" y="38158"/>
                </a:lnTo>
                <a:lnTo>
                  <a:pt x="67805" y="12069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998" cap="flat">
            <a:solidFill>
              <a:srgbClr val="000000"/>
            </a:solidFill>
            <a:miter/>
          </a:ln>
        </p:spPr>
      </p:sp>
      <p:sp>
        <p:nvSpPr>
          <p:cNvPr id="189" name="Text �">
            <a:extLst xmlns:a="http://schemas.openxmlformats.org/drawingml/2006/main">
              <a:ext uri="{FF2B5EF4-FFF2-40B4-BE49-F238E27FC236}">
                <a16:creationId xmlns:a16="http://schemas.microsoft.com/office/drawing/2014/main" id="{40BD3FDE-5B04-43E4-BBC8-459BD58D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19" y="1831388"/>
            <a:ext cx="151587" cy="148615"/>
          </a:xfrm>
          <a:custGeom xmlns:a="http://schemas.openxmlformats.org/drawingml/2006/main">
            <a:pathLst>
              <a:path w="151587" h="148615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45886" y="120097"/>
                </a:moveTo>
                <a:lnTo>
                  <a:pt x="109696" y="120097"/>
                </a:lnTo>
                <a:lnTo>
                  <a:pt x="109696" y="105235"/>
                </a:lnTo>
                <a:lnTo>
                  <a:pt x="67497" y="105235"/>
                </a:lnTo>
                <a:cubicBezTo>
                  <a:pt x="69204" y="99121"/>
                  <a:pt x="74530" y="92574"/>
                  <a:pt x="83475" y="85595"/>
                </a:cubicBezTo>
                <a:lnTo>
                  <a:pt x="89928" y="80580"/>
                </a:lnTo>
                <a:cubicBezTo>
                  <a:pt x="103380" y="70062"/>
                  <a:pt x="110106" y="59911"/>
                  <a:pt x="110106" y="50129"/>
                </a:cubicBezTo>
                <a:cubicBezTo>
                  <a:pt x="110106" y="42224"/>
                  <a:pt x="107050" y="35909"/>
                  <a:pt x="100939" y="31185"/>
                </a:cubicBezTo>
                <a:cubicBezTo>
                  <a:pt x="94827" y="26462"/>
                  <a:pt x="86685" y="24100"/>
                  <a:pt x="76511" y="24100"/>
                </a:cubicBezTo>
                <a:cubicBezTo>
                  <a:pt x="72004" y="24100"/>
                  <a:pt x="67395" y="24543"/>
                  <a:pt x="62683" y="25430"/>
                </a:cubicBezTo>
                <a:cubicBezTo>
                  <a:pt x="57972" y="26317"/>
                  <a:pt x="53192" y="27681"/>
                  <a:pt x="48344" y="29522"/>
                </a:cubicBezTo>
                <a:lnTo>
                  <a:pt x="48344" y="43379"/>
                </a:lnTo>
                <a:cubicBezTo>
                  <a:pt x="57562" y="38693"/>
                  <a:pt x="65654" y="36350"/>
                  <a:pt x="72619" y="36350"/>
                </a:cubicBezTo>
                <a:cubicBezTo>
                  <a:pt x="84022" y="36350"/>
                  <a:pt x="89723" y="41218"/>
                  <a:pt x="89723" y="50955"/>
                </a:cubicBezTo>
                <a:cubicBezTo>
                  <a:pt x="89723" y="59356"/>
                  <a:pt x="83305" y="69092"/>
                  <a:pt x="70468" y="80163"/>
                </a:cubicBezTo>
                <a:lnTo>
                  <a:pt x="62581" y="86881"/>
                </a:lnTo>
                <a:cubicBezTo>
                  <a:pt x="57118" y="91628"/>
                  <a:pt x="51553" y="97746"/>
                  <a:pt x="45886" y="105235"/>
                </a:cubicBezTo>
                <a:lnTo>
                  <a:pt x="45886" y="1200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�">
            <a:extLst xmlns:a="http://schemas.openxmlformats.org/drawingml/2006/main">
              <a:ext uri="{FF2B5EF4-FFF2-40B4-BE49-F238E27FC236}">
                <a16:creationId xmlns:a16="http://schemas.microsoft.com/office/drawing/2014/main" id="{FECCD1EC-ED6A-444B-8881-37D61BA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19" y="1831388"/>
            <a:ext cx="151587" cy="148615"/>
          </a:xfrm>
          <a:custGeom xmlns:a="http://schemas.openxmlformats.org/drawingml/2006/main">
            <a:pathLst>
              <a:path w="151587" h="148615" fill="none">
                <a:moveTo>
                  <a:pt x="0" y="74307"/>
                </a:moveTo>
                <a:cubicBezTo>
                  <a:pt x="0" y="53756"/>
                  <a:pt x="7392" y="36233"/>
                  <a:pt x="22175" y="21740"/>
                </a:cubicBezTo>
                <a:cubicBezTo>
                  <a:pt x="36958" y="7247"/>
                  <a:pt x="54831" y="0"/>
                  <a:pt x="75794" y="0"/>
                </a:cubicBezTo>
                <a:cubicBezTo>
                  <a:pt x="96756" y="0"/>
                  <a:pt x="114629" y="7247"/>
                  <a:pt x="129413" y="21740"/>
                </a:cubicBezTo>
                <a:cubicBezTo>
                  <a:pt x="144196" y="36233"/>
                  <a:pt x="151587" y="53756"/>
                  <a:pt x="151587" y="74307"/>
                </a:cubicBezTo>
                <a:cubicBezTo>
                  <a:pt x="151587" y="94859"/>
                  <a:pt x="144196" y="112382"/>
                  <a:pt x="129413" y="126875"/>
                </a:cubicBezTo>
                <a:cubicBezTo>
                  <a:pt x="114629" y="141368"/>
                  <a:pt x="96756" y="148615"/>
                  <a:pt x="75794" y="148615"/>
                </a:cubicBezTo>
                <a:cubicBezTo>
                  <a:pt x="54831" y="148615"/>
                  <a:pt x="36958" y="141368"/>
                  <a:pt x="22175" y="126875"/>
                </a:cubicBezTo>
                <a:cubicBezTo>
                  <a:pt x="7392" y="112382"/>
                  <a:pt x="0" y="94859"/>
                  <a:pt x="0" y="74307"/>
                </a:cubicBezTo>
                <a:moveTo>
                  <a:pt x="45886" y="120097"/>
                </a:moveTo>
                <a:lnTo>
                  <a:pt x="109696" y="120097"/>
                </a:lnTo>
                <a:lnTo>
                  <a:pt x="109696" y="105235"/>
                </a:lnTo>
                <a:lnTo>
                  <a:pt x="67497" y="105235"/>
                </a:lnTo>
                <a:cubicBezTo>
                  <a:pt x="69204" y="99121"/>
                  <a:pt x="74530" y="92574"/>
                  <a:pt x="83475" y="85595"/>
                </a:cubicBezTo>
                <a:lnTo>
                  <a:pt x="89928" y="80580"/>
                </a:lnTo>
                <a:cubicBezTo>
                  <a:pt x="103380" y="70062"/>
                  <a:pt x="110106" y="59911"/>
                  <a:pt x="110106" y="50129"/>
                </a:cubicBezTo>
                <a:cubicBezTo>
                  <a:pt x="110106" y="42224"/>
                  <a:pt x="107050" y="35909"/>
                  <a:pt x="100939" y="31185"/>
                </a:cubicBezTo>
                <a:cubicBezTo>
                  <a:pt x="94827" y="26462"/>
                  <a:pt x="86685" y="24100"/>
                  <a:pt x="76511" y="24100"/>
                </a:cubicBezTo>
                <a:cubicBezTo>
                  <a:pt x="72004" y="24100"/>
                  <a:pt x="67395" y="24543"/>
                  <a:pt x="62683" y="25430"/>
                </a:cubicBezTo>
                <a:cubicBezTo>
                  <a:pt x="57972" y="26317"/>
                  <a:pt x="53192" y="27681"/>
                  <a:pt x="48344" y="29522"/>
                </a:cubicBezTo>
                <a:lnTo>
                  <a:pt x="48344" y="43379"/>
                </a:lnTo>
                <a:cubicBezTo>
                  <a:pt x="57562" y="38693"/>
                  <a:pt x="65654" y="36350"/>
                  <a:pt x="72619" y="36350"/>
                </a:cubicBezTo>
                <a:cubicBezTo>
                  <a:pt x="84022" y="36350"/>
                  <a:pt x="89723" y="41218"/>
                  <a:pt x="89723" y="50955"/>
                </a:cubicBezTo>
                <a:cubicBezTo>
                  <a:pt x="89723" y="59356"/>
                  <a:pt x="83305" y="69092"/>
                  <a:pt x="70468" y="80163"/>
                </a:cubicBezTo>
                <a:lnTo>
                  <a:pt x="62581" y="86881"/>
                </a:lnTo>
                <a:cubicBezTo>
                  <a:pt x="57118" y="91628"/>
                  <a:pt x="51553" y="97746"/>
                  <a:pt x="45886" y="105235"/>
                </a:cubicBezTo>
                <a:lnTo>
                  <a:pt x="45886" y="1200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998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B832BB-44AF-4CAE-8F64-7C983AC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530" y="2439265"/>
            <a:ext cx="90133" cy="468163"/>
          </a:xfrm>
          <a:custGeom xmlns:a="http://schemas.openxmlformats.org/drawingml/2006/main">
            <a:pathLst>
              <a:path w="90133" h="468163">
                <a:moveTo>
                  <a:pt x="50072" y="0"/>
                </a:moveTo>
                <a:lnTo>
                  <a:pt x="50073" y="378030"/>
                </a:lnTo>
                <a:lnTo>
                  <a:pt x="40058" y="378030"/>
                </a:lnTo>
                <a:lnTo>
                  <a:pt x="40058" y="0"/>
                </a:lnTo>
                <a:lnTo>
                  <a:pt x="30043" y="0"/>
                </a:lnTo>
                <a:lnTo>
                  <a:pt x="30044" y="378030"/>
                </a:lnTo>
                <a:lnTo>
                  <a:pt x="0" y="378030"/>
                </a:lnTo>
                <a:lnTo>
                  <a:pt x="45066" y="468163"/>
                </a:lnTo>
                <a:lnTo>
                  <a:pt x="90133" y="378030"/>
                </a:lnTo>
                <a:lnTo>
                  <a:pt x="60089" y="378030"/>
                </a:lnTo>
                <a:lnTo>
                  <a:pt x="60087" y="0"/>
                </a:lnTo>
                <a:lnTo>
                  <a:pt x="50072" y="0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F71C52-4816-42BB-8746-E5A2C0E1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75" y="2439265"/>
            <a:ext cx="90133" cy="468163"/>
          </a:xfrm>
          <a:custGeom xmlns:a="http://schemas.openxmlformats.org/drawingml/2006/main">
            <a:pathLst>
              <a:path w="90133" h="468163">
                <a:moveTo>
                  <a:pt x="50073" y="0"/>
                </a:moveTo>
                <a:lnTo>
                  <a:pt x="50075" y="378030"/>
                </a:lnTo>
                <a:lnTo>
                  <a:pt x="40060" y="378030"/>
                </a:lnTo>
                <a:lnTo>
                  <a:pt x="40058" y="0"/>
                </a:lnTo>
                <a:lnTo>
                  <a:pt x="30044" y="0"/>
                </a:lnTo>
                <a:lnTo>
                  <a:pt x="30044" y="378030"/>
                </a:lnTo>
                <a:lnTo>
                  <a:pt x="0" y="378030"/>
                </a:lnTo>
                <a:lnTo>
                  <a:pt x="45068" y="468163"/>
                </a:lnTo>
                <a:lnTo>
                  <a:pt x="90133" y="378030"/>
                </a:lnTo>
                <a:lnTo>
                  <a:pt x="60089" y="378030"/>
                </a:lnTo>
                <a:lnTo>
                  <a:pt x="60089" y="0"/>
                </a:lnTo>
                <a:lnTo>
                  <a:pt x="50073" y="0"/>
                </a:lnTo>
                <a:close/>
              </a:path>
            </a:pathLst>
          </a:custGeom>
          <a:solidFill xmlns:a="http://schemas.openxmlformats.org/drawingml/2006/main">
            <a:srgbClr val="C04F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�">
            <a:extLst xmlns:a="http://schemas.openxmlformats.org/drawingml/2006/main">
              <a:ext uri="{FF2B5EF4-FFF2-40B4-BE49-F238E27FC236}">
                <a16:creationId xmlns:a16="http://schemas.microsoft.com/office/drawing/2014/main" id="{DA86C21C-7113-4211-AF0B-52942E9D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779" y="1215094"/>
            <a:ext cx="151587" cy="151587"/>
          </a:xfrm>
          <a:custGeom xmlns:a="http://schemas.openxmlformats.org/drawingml/2006/main">
            <a:pathLst>
              <a:path w="151587" h="151587">
                <a:moveTo>
                  <a:pt x="0" y="75794"/>
                </a:moveTo>
                <a:cubicBezTo>
                  <a:pt x="0" y="54831"/>
                  <a:pt x="7392" y="36958"/>
                  <a:pt x="22175" y="22175"/>
                </a:cubicBezTo>
                <a:cubicBezTo>
                  <a:pt x="36958" y="7392"/>
                  <a:pt x="54831" y="0"/>
                  <a:pt x="75794" y="0"/>
                </a:cubicBezTo>
                <a:cubicBezTo>
                  <a:pt x="96756" y="0"/>
                  <a:pt x="114629" y="7392"/>
                  <a:pt x="129413" y="22175"/>
                </a:cubicBezTo>
                <a:cubicBezTo>
                  <a:pt x="144196" y="36958"/>
                  <a:pt x="151587" y="54831"/>
                  <a:pt x="151587" y="75794"/>
                </a:cubicBezTo>
                <a:cubicBezTo>
                  <a:pt x="151587" y="96756"/>
                  <a:pt x="144196" y="114629"/>
                  <a:pt x="129413" y="129413"/>
                </a:cubicBezTo>
                <a:cubicBezTo>
                  <a:pt x="114629" y="144196"/>
                  <a:pt x="96756" y="151587"/>
                  <a:pt x="75794" y="151587"/>
                </a:cubicBezTo>
                <a:cubicBezTo>
                  <a:pt x="54831" y="151587"/>
                  <a:pt x="36958" y="144196"/>
                  <a:pt x="22175" y="129413"/>
                </a:cubicBezTo>
                <a:cubicBezTo>
                  <a:pt x="7392" y="114629"/>
                  <a:pt x="0" y="96756"/>
                  <a:pt x="0" y="75794"/>
                </a:cubicBezTo>
                <a:moveTo>
                  <a:pt x="10140" y="75845"/>
                </a:moveTo>
                <a:cubicBezTo>
                  <a:pt x="10140" y="93965"/>
                  <a:pt x="16541" y="109412"/>
                  <a:pt x="29344" y="122185"/>
                </a:cubicBezTo>
                <a:cubicBezTo>
                  <a:pt x="42147" y="134958"/>
                  <a:pt x="57630" y="141345"/>
                  <a:pt x="75794" y="141345"/>
                </a:cubicBezTo>
                <a:cubicBezTo>
                  <a:pt x="93957" y="141345"/>
                  <a:pt x="109457" y="134958"/>
                  <a:pt x="122294" y="122185"/>
                </a:cubicBezTo>
                <a:cubicBezTo>
                  <a:pt x="135131" y="109412"/>
                  <a:pt x="141550" y="93965"/>
                  <a:pt x="141550" y="75845"/>
                </a:cubicBezTo>
                <a:cubicBezTo>
                  <a:pt x="141550" y="57724"/>
                  <a:pt x="135131" y="42260"/>
                  <a:pt x="122294" y="29453"/>
                </a:cubicBezTo>
                <a:cubicBezTo>
                  <a:pt x="109457" y="16646"/>
                  <a:pt x="93957" y="10242"/>
                  <a:pt x="75794" y="10242"/>
                </a:cubicBezTo>
                <a:cubicBezTo>
                  <a:pt x="57630" y="10242"/>
                  <a:pt x="42147" y="16646"/>
                  <a:pt x="29344" y="29453"/>
                </a:cubicBezTo>
                <a:cubicBezTo>
                  <a:pt x="16541" y="42260"/>
                  <a:pt x="10140" y="57724"/>
                  <a:pt x="10140" y="75845"/>
                </a:cubicBezTo>
                <a:moveTo>
                  <a:pt x="51314" y="122704"/>
                </a:moveTo>
                <a:lnTo>
                  <a:pt x="51314" y="110823"/>
                </a:lnTo>
                <a:cubicBezTo>
                  <a:pt x="60464" y="114373"/>
                  <a:pt x="67634" y="116149"/>
                  <a:pt x="72823" y="116149"/>
                </a:cubicBezTo>
                <a:cubicBezTo>
                  <a:pt x="78900" y="116149"/>
                  <a:pt x="83851" y="114383"/>
                  <a:pt x="87675" y="110851"/>
                </a:cubicBezTo>
                <a:cubicBezTo>
                  <a:pt x="91499" y="107318"/>
                  <a:pt x="93411" y="102732"/>
                  <a:pt x="93411" y="97095"/>
                </a:cubicBezTo>
                <a:cubicBezTo>
                  <a:pt x="93411" y="90371"/>
                  <a:pt x="91072" y="85345"/>
                  <a:pt x="86395" y="82016"/>
                </a:cubicBezTo>
                <a:cubicBezTo>
                  <a:pt x="81717" y="78687"/>
                  <a:pt x="74667" y="77023"/>
                  <a:pt x="65244" y="77023"/>
                </a:cubicBezTo>
                <a:lnTo>
                  <a:pt x="60225" y="77023"/>
                </a:lnTo>
                <a:lnTo>
                  <a:pt x="60225" y="68522"/>
                </a:lnTo>
                <a:lnTo>
                  <a:pt x="64629" y="68419"/>
                </a:lnTo>
                <a:cubicBezTo>
                  <a:pt x="73506" y="68419"/>
                  <a:pt x="80147" y="66881"/>
                  <a:pt x="84551" y="63804"/>
                </a:cubicBezTo>
                <a:cubicBezTo>
                  <a:pt x="88955" y="60725"/>
                  <a:pt x="91157" y="56107"/>
                  <a:pt x="91157" y="49951"/>
                </a:cubicBezTo>
                <a:cubicBezTo>
                  <a:pt x="91157" y="45079"/>
                  <a:pt x="89689" y="41443"/>
                  <a:pt x="86753" y="39043"/>
                </a:cubicBezTo>
                <a:cubicBezTo>
                  <a:pt x="83817" y="36640"/>
                  <a:pt x="79413" y="35439"/>
                  <a:pt x="73540" y="35439"/>
                </a:cubicBezTo>
                <a:cubicBezTo>
                  <a:pt x="67258" y="35439"/>
                  <a:pt x="60294" y="37214"/>
                  <a:pt x="52646" y="40765"/>
                </a:cubicBezTo>
                <a:lnTo>
                  <a:pt x="52646" y="29703"/>
                </a:lnTo>
                <a:cubicBezTo>
                  <a:pt x="60157" y="27108"/>
                  <a:pt x="67463" y="25811"/>
                  <a:pt x="74565" y="25811"/>
                </a:cubicBezTo>
                <a:cubicBezTo>
                  <a:pt x="84329" y="25811"/>
                  <a:pt x="91652" y="27643"/>
                  <a:pt x="96534" y="31306"/>
                </a:cubicBezTo>
                <a:cubicBezTo>
                  <a:pt x="101417" y="34968"/>
                  <a:pt x="103858" y="40496"/>
                  <a:pt x="103858" y="47890"/>
                </a:cubicBezTo>
                <a:cubicBezTo>
                  <a:pt x="103858" y="53450"/>
                  <a:pt x="102202" y="58215"/>
                  <a:pt x="98890" y="62184"/>
                </a:cubicBezTo>
                <a:cubicBezTo>
                  <a:pt x="95578" y="66151"/>
                  <a:pt x="90611" y="69322"/>
                  <a:pt x="83988" y="71697"/>
                </a:cubicBezTo>
                <a:cubicBezTo>
                  <a:pt x="91703" y="73468"/>
                  <a:pt x="97473" y="76467"/>
                  <a:pt x="101297" y="80694"/>
                </a:cubicBezTo>
                <a:cubicBezTo>
                  <a:pt x="105121" y="84919"/>
                  <a:pt x="107033" y="90337"/>
                  <a:pt x="107033" y="96947"/>
                </a:cubicBezTo>
                <a:cubicBezTo>
                  <a:pt x="107033" y="105875"/>
                  <a:pt x="104063" y="112913"/>
                  <a:pt x="98122" y="118059"/>
                </a:cubicBezTo>
                <a:cubicBezTo>
                  <a:pt x="92181" y="123204"/>
                  <a:pt x="84056" y="125776"/>
                  <a:pt x="73745" y="125776"/>
                </a:cubicBezTo>
                <a:cubicBezTo>
                  <a:pt x="67805" y="125776"/>
                  <a:pt x="60328" y="124752"/>
                  <a:pt x="51314" y="1227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load">
            <a:extLst xmlns:a="http://schemas.openxmlformats.org/drawingml/2006/main">
              <a:ext uri="{FF2B5EF4-FFF2-40B4-BE49-F238E27FC236}">
                <a16:creationId xmlns:a16="http://schemas.microsoft.com/office/drawing/2014/main" id="{D02B7621-2CE7-4AAC-85B1-5B46AD0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304" y="1144374"/>
            <a:ext cx="255609" cy="107187"/>
          </a:xfrm>
          <a:custGeom xmlns:a="http://schemas.openxmlformats.org/drawingml/2006/main">
            <a:pathLst>
              <a:path w="255609" h="107187">
                <a:moveTo>
                  <a:pt x="14944" y="104315"/>
                </a:moveTo>
                <a:lnTo>
                  <a:pt x="810" y="104315"/>
                </a:lnTo>
                <a:cubicBezTo>
                  <a:pt x="1693" y="88120"/>
                  <a:pt x="2135" y="69814"/>
                  <a:pt x="2135" y="49397"/>
                </a:cubicBezTo>
                <a:cubicBezTo>
                  <a:pt x="2135" y="29570"/>
                  <a:pt x="1423" y="13349"/>
                  <a:pt x="0" y="736"/>
                </a:cubicBezTo>
                <a:lnTo>
                  <a:pt x="14944" y="0"/>
                </a:lnTo>
                <a:cubicBezTo>
                  <a:pt x="14012" y="13349"/>
                  <a:pt x="13546" y="29815"/>
                  <a:pt x="13546" y="49397"/>
                </a:cubicBezTo>
                <a:cubicBezTo>
                  <a:pt x="13546" y="69568"/>
                  <a:pt x="14012" y="87874"/>
                  <a:pt x="14944" y="104315"/>
                </a:cubicBezTo>
                <a:close/>
                <a:moveTo>
                  <a:pt x="101751" y="67212"/>
                </a:moveTo>
                <a:cubicBezTo>
                  <a:pt x="101751" y="79776"/>
                  <a:pt x="98144" y="89580"/>
                  <a:pt x="90929" y="96622"/>
                </a:cubicBezTo>
                <a:cubicBezTo>
                  <a:pt x="83715" y="103665"/>
                  <a:pt x="75224" y="107187"/>
                  <a:pt x="65458" y="107187"/>
                </a:cubicBezTo>
                <a:cubicBezTo>
                  <a:pt x="56329" y="107187"/>
                  <a:pt x="48489" y="104070"/>
                  <a:pt x="41937" y="97837"/>
                </a:cubicBezTo>
                <a:cubicBezTo>
                  <a:pt x="35385" y="91604"/>
                  <a:pt x="32109" y="82819"/>
                  <a:pt x="32109" y="71482"/>
                </a:cubicBezTo>
                <a:cubicBezTo>
                  <a:pt x="32109" y="58820"/>
                  <a:pt x="35729" y="48931"/>
                  <a:pt x="42968" y="41815"/>
                </a:cubicBezTo>
                <a:cubicBezTo>
                  <a:pt x="50207" y="34698"/>
                  <a:pt x="58709" y="31140"/>
                  <a:pt x="68476" y="31140"/>
                </a:cubicBezTo>
                <a:cubicBezTo>
                  <a:pt x="77604" y="31140"/>
                  <a:pt x="85432" y="34293"/>
                  <a:pt x="91960" y="40600"/>
                </a:cubicBezTo>
                <a:cubicBezTo>
                  <a:pt x="98487" y="46906"/>
                  <a:pt x="101751" y="55777"/>
                  <a:pt x="101751" y="67212"/>
                </a:cubicBezTo>
                <a:moveTo>
                  <a:pt x="89015" y="69789"/>
                </a:moveTo>
                <a:cubicBezTo>
                  <a:pt x="89015" y="62133"/>
                  <a:pt x="87089" y="55323"/>
                  <a:pt x="83236" y="49360"/>
                </a:cubicBezTo>
                <a:cubicBezTo>
                  <a:pt x="79384" y="43397"/>
                  <a:pt x="73899" y="40416"/>
                  <a:pt x="66783" y="40416"/>
                </a:cubicBezTo>
                <a:cubicBezTo>
                  <a:pt x="59715" y="40416"/>
                  <a:pt x="54280" y="43238"/>
                  <a:pt x="50477" y="48882"/>
                </a:cubicBezTo>
                <a:cubicBezTo>
                  <a:pt x="46673" y="54526"/>
                  <a:pt x="44771" y="61078"/>
                  <a:pt x="44771" y="68538"/>
                </a:cubicBezTo>
                <a:cubicBezTo>
                  <a:pt x="44771" y="76243"/>
                  <a:pt x="46697" y="83065"/>
                  <a:pt x="50550" y="89003"/>
                </a:cubicBezTo>
                <a:cubicBezTo>
                  <a:pt x="54403" y="94942"/>
                  <a:pt x="59912" y="97911"/>
                  <a:pt x="67077" y="97911"/>
                </a:cubicBezTo>
                <a:cubicBezTo>
                  <a:pt x="74144" y="97911"/>
                  <a:pt x="79568" y="95077"/>
                  <a:pt x="83347" y="89408"/>
                </a:cubicBezTo>
                <a:cubicBezTo>
                  <a:pt x="87126" y="83739"/>
                  <a:pt x="89015" y="77200"/>
                  <a:pt x="89015" y="69789"/>
                </a:cubicBezTo>
                <a:close/>
                <a:moveTo>
                  <a:pt x="174285" y="104315"/>
                </a:moveTo>
                <a:lnTo>
                  <a:pt x="162727" y="104757"/>
                </a:lnTo>
                <a:cubicBezTo>
                  <a:pt x="162138" y="102352"/>
                  <a:pt x="161844" y="100070"/>
                  <a:pt x="161844" y="97911"/>
                </a:cubicBezTo>
                <a:lnTo>
                  <a:pt x="161108" y="97911"/>
                </a:lnTo>
                <a:cubicBezTo>
                  <a:pt x="155071" y="103408"/>
                  <a:pt x="146850" y="106156"/>
                  <a:pt x="136446" y="106156"/>
                </a:cubicBezTo>
                <a:cubicBezTo>
                  <a:pt x="130802" y="106156"/>
                  <a:pt x="125943" y="104500"/>
                  <a:pt x="121870" y="101187"/>
                </a:cubicBezTo>
                <a:cubicBezTo>
                  <a:pt x="117796" y="97874"/>
                  <a:pt x="115760" y="93150"/>
                  <a:pt x="115760" y="87015"/>
                </a:cubicBezTo>
                <a:cubicBezTo>
                  <a:pt x="115760" y="79457"/>
                  <a:pt x="118950" y="73384"/>
                  <a:pt x="125330" y="68795"/>
                </a:cubicBezTo>
                <a:cubicBezTo>
                  <a:pt x="131710" y="64206"/>
                  <a:pt x="143562" y="61789"/>
                  <a:pt x="160887" y="61544"/>
                </a:cubicBezTo>
                <a:cubicBezTo>
                  <a:pt x="161034" y="60366"/>
                  <a:pt x="161108" y="59016"/>
                  <a:pt x="161108" y="57495"/>
                </a:cubicBezTo>
                <a:cubicBezTo>
                  <a:pt x="161108" y="51458"/>
                  <a:pt x="159500" y="47434"/>
                  <a:pt x="156286" y="45422"/>
                </a:cubicBezTo>
                <a:cubicBezTo>
                  <a:pt x="153071" y="43410"/>
                  <a:pt x="148200" y="42403"/>
                  <a:pt x="141673" y="42403"/>
                </a:cubicBezTo>
                <a:cubicBezTo>
                  <a:pt x="133967" y="42403"/>
                  <a:pt x="126385" y="43360"/>
                  <a:pt x="118925" y="45275"/>
                </a:cubicBezTo>
                <a:lnTo>
                  <a:pt x="120177" y="35115"/>
                </a:lnTo>
                <a:cubicBezTo>
                  <a:pt x="127538" y="33005"/>
                  <a:pt x="136004" y="31950"/>
                  <a:pt x="145574" y="31950"/>
                </a:cubicBezTo>
                <a:cubicBezTo>
                  <a:pt x="154310" y="31950"/>
                  <a:pt x="161059" y="33753"/>
                  <a:pt x="165819" y="37361"/>
                </a:cubicBezTo>
                <a:cubicBezTo>
                  <a:pt x="170580" y="40968"/>
                  <a:pt x="172960" y="47115"/>
                  <a:pt x="172960" y="55802"/>
                </a:cubicBezTo>
                <a:cubicBezTo>
                  <a:pt x="172960" y="58108"/>
                  <a:pt x="172850" y="62292"/>
                  <a:pt x="172629" y="68354"/>
                </a:cubicBezTo>
                <a:cubicBezTo>
                  <a:pt x="172408" y="74415"/>
                  <a:pt x="172297" y="78451"/>
                  <a:pt x="172297" y="80464"/>
                </a:cubicBezTo>
                <a:cubicBezTo>
                  <a:pt x="172297" y="89396"/>
                  <a:pt x="172960" y="97346"/>
                  <a:pt x="174285" y="104315"/>
                </a:cubicBezTo>
                <a:moveTo>
                  <a:pt x="161255" y="90034"/>
                </a:moveTo>
                <a:cubicBezTo>
                  <a:pt x="161010" y="82574"/>
                  <a:pt x="160887" y="75875"/>
                  <a:pt x="160887" y="69936"/>
                </a:cubicBezTo>
                <a:cubicBezTo>
                  <a:pt x="151660" y="69936"/>
                  <a:pt x="144642" y="70623"/>
                  <a:pt x="139832" y="71998"/>
                </a:cubicBezTo>
                <a:cubicBezTo>
                  <a:pt x="131784" y="74451"/>
                  <a:pt x="127759" y="79138"/>
                  <a:pt x="127759" y="86058"/>
                </a:cubicBezTo>
                <a:cubicBezTo>
                  <a:pt x="127759" y="92733"/>
                  <a:pt x="132471" y="96070"/>
                  <a:pt x="141894" y="96070"/>
                </a:cubicBezTo>
                <a:cubicBezTo>
                  <a:pt x="149991" y="96070"/>
                  <a:pt x="156445" y="94058"/>
                  <a:pt x="161255" y="90034"/>
                </a:cubicBezTo>
                <a:close/>
                <a:moveTo>
                  <a:pt x="255609" y="104242"/>
                </a:moveTo>
                <a:lnTo>
                  <a:pt x="244640" y="104610"/>
                </a:lnTo>
                <a:cubicBezTo>
                  <a:pt x="244248" y="102500"/>
                  <a:pt x="244051" y="100267"/>
                  <a:pt x="244051" y="97911"/>
                </a:cubicBezTo>
                <a:lnTo>
                  <a:pt x="243242" y="97911"/>
                </a:lnTo>
                <a:cubicBezTo>
                  <a:pt x="238088" y="103506"/>
                  <a:pt x="230432" y="106303"/>
                  <a:pt x="220273" y="106303"/>
                </a:cubicBezTo>
                <a:cubicBezTo>
                  <a:pt x="210948" y="106303"/>
                  <a:pt x="203525" y="102917"/>
                  <a:pt x="198004" y="96144"/>
                </a:cubicBezTo>
                <a:cubicBezTo>
                  <a:pt x="192483" y="89371"/>
                  <a:pt x="189722" y="81200"/>
                  <a:pt x="189722" y="71629"/>
                </a:cubicBezTo>
                <a:cubicBezTo>
                  <a:pt x="189722" y="60783"/>
                  <a:pt x="192789" y="51434"/>
                  <a:pt x="198924" y="43581"/>
                </a:cubicBezTo>
                <a:cubicBezTo>
                  <a:pt x="205059" y="35729"/>
                  <a:pt x="213697" y="31803"/>
                  <a:pt x="224837" y="31803"/>
                </a:cubicBezTo>
                <a:cubicBezTo>
                  <a:pt x="232788" y="31803"/>
                  <a:pt x="238481" y="33422"/>
                  <a:pt x="241916" y="36661"/>
                </a:cubicBezTo>
                <a:lnTo>
                  <a:pt x="242505" y="36661"/>
                </a:lnTo>
                <a:cubicBezTo>
                  <a:pt x="242505" y="24490"/>
                  <a:pt x="242162" y="12539"/>
                  <a:pt x="241475" y="810"/>
                </a:cubicBezTo>
                <a:lnTo>
                  <a:pt x="255462" y="294"/>
                </a:lnTo>
                <a:cubicBezTo>
                  <a:pt x="254529" y="12760"/>
                  <a:pt x="254063" y="29079"/>
                  <a:pt x="254063" y="49250"/>
                </a:cubicBezTo>
                <a:cubicBezTo>
                  <a:pt x="254063" y="69765"/>
                  <a:pt x="254579" y="88095"/>
                  <a:pt x="255609" y="104242"/>
                </a:cubicBezTo>
                <a:moveTo>
                  <a:pt x="243757" y="89739"/>
                </a:moveTo>
                <a:cubicBezTo>
                  <a:pt x="243757" y="74476"/>
                  <a:pt x="243340" y="59777"/>
                  <a:pt x="242505" y="45643"/>
                </a:cubicBezTo>
                <a:cubicBezTo>
                  <a:pt x="238530" y="42354"/>
                  <a:pt x="233573" y="40710"/>
                  <a:pt x="227635" y="40710"/>
                </a:cubicBezTo>
                <a:cubicBezTo>
                  <a:pt x="219341" y="40710"/>
                  <a:pt x="213132" y="43471"/>
                  <a:pt x="209010" y="48992"/>
                </a:cubicBezTo>
                <a:cubicBezTo>
                  <a:pt x="204887" y="54513"/>
                  <a:pt x="202826" y="61446"/>
                  <a:pt x="202826" y="69789"/>
                </a:cubicBezTo>
                <a:cubicBezTo>
                  <a:pt x="202826" y="77249"/>
                  <a:pt x="204777" y="83531"/>
                  <a:pt x="208678" y="88635"/>
                </a:cubicBezTo>
                <a:cubicBezTo>
                  <a:pt x="212580" y="93739"/>
                  <a:pt x="217991" y="96291"/>
                  <a:pt x="224911" y="96291"/>
                </a:cubicBezTo>
                <a:cubicBezTo>
                  <a:pt x="233598" y="96291"/>
                  <a:pt x="239880" y="94107"/>
                  <a:pt x="243757" y="897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projections">
            <a:extLst xmlns:a="http://schemas.openxmlformats.org/drawingml/2006/main">
              <a:ext uri="{FF2B5EF4-FFF2-40B4-BE49-F238E27FC236}">
                <a16:creationId xmlns:a16="http://schemas.microsoft.com/office/drawing/2014/main" id="{5FE71476-59FD-4167-8D75-7EBC07E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974" y="1328910"/>
            <a:ext cx="696444" cy="133689"/>
          </a:xfrm>
          <a:custGeom xmlns:a="http://schemas.openxmlformats.org/drawingml/2006/main">
            <a:pathLst>
              <a:path w="696444" h="133689">
                <a:moveTo>
                  <a:pt x="68317" y="62206"/>
                </a:moveTo>
                <a:cubicBezTo>
                  <a:pt x="68317" y="72807"/>
                  <a:pt x="65286" y="82095"/>
                  <a:pt x="59225" y="90071"/>
                </a:cubicBezTo>
                <a:cubicBezTo>
                  <a:pt x="53164" y="98046"/>
                  <a:pt x="44735" y="102033"/>
                  <a:pt x="33937" y="102033"/>
                </a:cubicBezTo>
                <a:cubicBezTo>
                  <a:pt x="24907" y="102033"/>
                  <a:pt x="18969" y="100414"/>
                  <a:pt x="16122" y="97175"/>
                </a:cubicBezTo>
                <a:lnTo>
                  <a:pt x="15386" y="97175"/>
                </a:lnTo>
                <a:cubicBezTo>
                  <a:pt x="15386" y="110818"/>
                  <a:pt x="15533" y="122990"/>
                  <a:pt x="15828" y="133689"/>
                </a:cubicBezTo>
                <a:lnTo>
                  <a:pt x="1988" y="133689"/>
                </a:lnTo>
                <a:cubicBezTo>
                  <a:pt x="3116" y="120634"/>
                  <a:pt x="3681" y="104512"/>
                  <a:pt x="3681" y="85322"/>
                </a:cubicBezTo>
                <a:cubicBezTo>
                  <a:pt x="3681" y="61667"/>
                  <a:pt x="2454" y="43360"/>
                  <a:pt x="0" y="30404"/>
                </a:cubicBezTo>
                <a:lnTo>
                  <a:pt x="12957" y="28563"/>
                </a:lnTo>
                <a:lnTo>
                  <a:pt x="14061" y="35852"/>
                </a:lnTo>
                <a:lnTo>
                  <a:pt x="14797" y="35852"/>
                </a:lnTo>
                <a:cubicBezTo>
                  <a:pt x="19558" y="30306"/>
                  <a:pt x="27263" y="27533"/>
                  <a:pt x="37913" y="27533"/>
                </a:cubicBezTo>
                <a:cubicBezTo>
                  <a:pt x="47287" y="27533"/>
                  <a:pt x="54698" y="30956"/>
                  <a:pt x="60145" y="37802"/>
                </a:cubicBezTo>
                <a:cubicBezTo>
                  <a:pt x="65593" y="44649"/>
                  <a:pt x="68317" y="52783"/>
                  <a:pt x="68317" y="62206"/>
                </a:cubicBezTo>
                <a:moveTo>
                  <a:pt x="55213" y="63973"/>
                </a:moveTo>
                <a:cubicBezTo>
                  <a:pt x="55213" y="56710"/>
                  <a:pt x="53299" y="50489"/>
                  <a:pt x="49471" y="45311"/>
                </a:cubicBezTo>
                <a:cubicBezTo>
                  <a:pt x="45643" y="40134"/>
                  <a:pt x="40269" y="37545"/>
                  <a:pt x="33349" y="37545"/>
                </a:cubicBezTo>
                <a:cubicBezTo>
                  <a:pt x="24515" y="37545"/>
                  <a:pt x="18183" y="40219"/>
                  <a:pt x="14355" y="45569"/>
                </a:cubicBezTo>
                <a:cubicBezTo>
                  <a:pt x="15141" y="62059"/>
                  <a:pt x="15533" y="76218"/>
                  <a:pt x="15533" y="88046"/>
                </a:cubicBezTo>
                <a:cubicBezTo>
                  <a:pt x="19509" y="91383"/>
                  <a:pt x="24686" y="93052"/>
                  <a:pt x="31066" y="93052"/>
                </a:cubicBezTo>
                <a:cubicBezTo>
                  <a:pt x="39164" y="93052"/>
                  <a:pt x="45213" y="90206"/>
                  <a:pt x="49213" y="84512"/>
                </a:cubicBezTo>
                <a:cubicBezTo>
                  <a:pt x="53213" y="78819"/>
                  <a:pt x="55213" y="71973"/>
                  <a:pt x="55213" y="63973"/>
                </a:cubicBezTo>
                <a:close/>
                <a:moveTo>
                  <a:pt x="128632" y="30109"/>
                </a:moveTo>
                <a:lnTo>
                  <a:pt x="125319" y="41815"/>
                </a:lnTo>
                <a:cubicBezTo>
                  <a:pt x="121491" y="40293"/>
                  <a:pt x="117933" y="39532"/>
                  <a:pt x="114644" y="39532"/>
                </a:cubicBezTo>
                <a:cubicBezTo>
                  <a:pt x="105418" y="39532"/>
                  <a:pt x="99430" y="43925"/>
                  <a:pt x="96682" y="52710"/>
                </a:cubicBezTo>
                <a:cubicBezTo>
                  <a:pt x="96682" y="75286"/>
                  <a:pt x="96829" y="91064"/>
                  <a:pt x="97123" y="100046"/>
                </a:cubicBezTo>
                <a:lnTo>
                  <a:pt x="84093" y="100046"/>
                </a:lnTo>
                <a:cubicBezTo>
                  <a:pt x="84878" y="84488"/>
                  <a:pt x="85271" y="72415"/>
                  <a:pt x="85271" y="63826"/>
                </a:cubicBezTo>
                <a:cubicBezTo>
                  <a:pt x="85271" y="52195"/>
                  <a:pt x="84118" y="41054"/>
                  <a:pt x="81811" y="30404"/>
                </a:cubicBezTo>
                <a:lnTo>
                  <a:pt x="94694" y="28563"/>
                </a:lnTo>
                <a:cubicBezTo>
                  <a:pt x="95627" y="33962"/>
                  <a:pt x="96093" y="37569"/>
                  <a:pt x="96093" y="39385"/>
                </a:cubicBezTo>
                <a:lnTo>
                  <a:pt x="96682" y="39385"/>
                </a:lnTo>
                <a:cubicBezTo>
                  <a:pt x="101982" y="31582"/>
                  <a:pt x="108166" y="27680"/>
                  <a:pt x="115233" y="27680"/>
                </a:cubicBezTo>
                <a:cubicBezTo>
                  <a:pt x="118963" y="27680"/>
                  <a:pt x="123429" y="28490"/>
                  <a:pt x="128632" y="30109"/>
                </a:cubicBezTo>
                <a:close/>
                <a:moveTo>
                  <a:pt x="203997" y="62943"/>
                </a:moveTo>
                <a:cubicBezTo>
                  <a:pt x="203997" y="75507"/>
                  <a:pt x="200390" y="85310"/>
                  <a:pt x="193176" y="92353"/>
                </a:cubicBezTo>
                <a:cubicBezTo>
                  <a:pt x="185961" y="99395"/>
                  <a:pt x="177471" y="102917"/>
                  <a:pt x="167704" y="102917"/>
                </a:cubicBezTo>
                <a:cubicBezTo>
                  <a:pt x="158576" y="102917"/>
                  <a:pt x="150735" y="99800"/>
                  <a:pt x="144183" y="93567"/>
                </a:cubicBezTo>
                <a:cubicBezTo>
                  <a:pt x="137631" y="87334"/>
                  <a:pt x="134355" y="78549"/>
                  <a:pt x="134355" y="67212"/>
                </a:cubicBezTo>
                <a:cubicBezTo>
                  <a:pt x="134355" y="54550"/>
                  <a:pt x="137975" y="44661"/>
                  <a:pt x="145214" y="37545"/>
                </a:cubicBezTo>
                <a:cubicBezTo>
                  <a:pt x="152453" y="30428"/>
                  <a:pt x="160956" y="26870"/>
                  <a:pt x="170722" y="26870"/>
                </a:cubicBezTo>
                <a:cubicBezTo>
                  <a:pt x="179851" y="26870"/>
                  <a:pt x="187679" y="30024"/>
                  <a:pt x="194206" y="36330"/>
                </a:cubicBezTo>
                <a:cubicBezTo>
                  <a:pt x="200734" y="42637"/>
                  <a:pt x="203997" y="51507"/>
                  <a:pt x="203997" y="62943"/>
                </a:cubicBezTo>
                <a:moveTo>
                  <a:pt x="191262" y="65519"/>
                </a:moveTo>
                <a:cubicBezTo>
                  <a:pt x="191262" y="57863"/>
                  <a:pt x="189335" y="51053"/>
                  <a:pt x="185483" y="45090"/>
                </a:cubicBezTo>
                <a:cubicBezTo>
                  <a:pt x="181630" y="39128"/>
                  <a:pt x="176145" y="36146"/>
                  <a:pt x="169029" y="36146"/>
                </a:cubicBezTo>
                <a:cubicBezTo>
                  <a:pt x="161962" y="36146"/>
                  <a:pt x="156526" y="38968"/>
                  <a:pt x="152723" y="44612"/>
                </a:cubicBezTo>
                <a:cubicBezTo>
                  <a:pt x="148919" y="50256"/>
                  <a:pt x="147018" y="56808"/>
                  <a:pt x="147018" y="64268"/>
                </a:cubicBezTo>
                <a:cubicBezTo>
                  <a:pt x="147018" y="71973"/>
                  <a:pt x="148944" y="78795"/>
                  <a:pt x="152797" y="84733"/>
                </a:cubicBezTo>
                <a:cubicBezTo>
                  <a:pt x="156649" y="90672"/>
                  <a:pt x="162158" y="93641"/>
                  <a:pt x="169324" y="93641"/>
                </a:cubicBezTo>
                <a:cubicBezTo>
                  <a:pt x="176391" y="93641"/>
                  <a:pt x="181814" y="90807"/>
                  <a:pt x="185593" y="85138"/>
                </a:cubicBezTo>
                <a:cubicBezTo>
                  <a:pt x="189372" y="79470"/>
                  <a:pt x="191262" y="72930"/>
                  <a:pt x="191262" y="65519"/>
                </a:cubicBezTo>
                <a:close/>
                <a:moveTo>
                  <a:pt x="234617" y="28563"/>
                </a:moveTo>
                <a:cubicBezTo>
                  <a:pt x="233782" y="43778"/>
                  <a:pt x="233365" y="59041"/>
                  <a:pt x="233365" y="74353"/>
                </a:cubicBezTo>
                <a:cubicBezTo>
                  <a:pt x="233365" y="78427"/>
                  <a:pt x="233500" y="83813"/>
                  <a:pt x="233770" y="90512"/>
                </a:cubicBezTo>
                <a:cubicBezTo>
                  <a:pt x="234040" y="97211"/>
                  <a:pt x="234175" y="101763"/>
                  <a:pt x="234175" y="104168"/>
                </a:cubicBezTo>
                <a:cubicBezTo>
                  <a:pt x="234175" y="120020"/>
                  <a:pt x="228138" y="129640"/>
                  <a:pt x="216065" y="133026"/>
                </a:cubicBezTo>
                <a:lnTo>
                  <a:pt x="212384" y="127431"/>
                </a:lnTo>
                <a:cubicBezTo>
                  <a:pt x="216752" y="123750"/>
                  <a:pt x="219452" y="119824"/>
                  <a:pt x="220482" y="115653"/>
                </a:cubicBezTo>
                <a:cubicBezTo>
                  <a:pt x="222004" y="109665"/>
                  <a:pt x="222764" y="96905"/>
                  <a:pt x="222764" y="77372"/>
                </a:cubicBezTo>
                <a:cubicBezTo>
                  <a:pt x="222764" y="56415"/>
                  <a:pt x="221783" y="40759"/>
                  <a:pt x="219820" y="30404"/>
                </a:cubicBezTo>
                <a:lnTo>
                  <a:pt x="234617" y="28563"/>
                </a:lnTo>
                <a:moveTo>
                  <a:pt x="237782" y="8024"/>
                </a:moveTo>
                <a:cubicBezTo>
                  <a:pt x="237782" y="10527"/>
                  <a:pt x="236973" y="12699"/>
                  <a:pt x="235353" y="14539"/>
                </a:cubicBezTo>
                <a:cubicBezTo>
                  <a:pt x="233733" y="16380"/>
                  <a:pt x="231451" y="17300"/>
                  <a:pt x="228507" y="17300"/>
                </a:cubicBezTo>
                <a:cubicBezTo>
                  <a:pt x="226004" y="17300"/>
                  <a:pt x="224053" y="16502"/>
                  <a:pt x="222654" y="14907"/>
                </a:cubicBezTo>
                <a:cubicBezTo>
                  <a:pt x="221255" y="13312"/>
                  <a:pt x="220556" y="11386"/>
                  <a:pt x="220556" y="9129"/>
                </a:cubicBezTo>
                <a:cubicBezTo>
                  <a:pt x="220556" y="6675"/>
                  <a:pt x="221390" y="4540"/>
                  <a:pt x="223059" y="2724"/>
                </a:cubicBezTo>
                <a:cubicBezTo>
                  <a:pt x="224728" y="908"/>
                  <a:pt x="227034" y="0"/>
                  <a:pt x="229979" y="0"/>
                </a:cubicBezTo>
                <a:cubicBezTo>
                  <a:pt x="232384" y="0"/>
                  <a:pt x="234286" y="798"/>
                  <a:pt x="235684" y="2393"/>
                </a:cubicBezTo>
                <a:cubicBezTo>
                  <a:pt x="237083" y="3988"/>
                  <a:pt x="237782" y="5865"/>
                  <a:pt x="237782" y="8024"/>
                </a:cubicBezTo>
                <a:close/>
                <a:moveTo>
                  <a:pt x="313695" y="56832"/>
                </a:moveTo>
                <a:cubicBezTo>
                  <a:pt x="313695" y="58894"/>
                  <a:pt x="313596" y="61740"/>
                  <a:pt x="313400" y="65372"/>
                </a:cubicBezTo>
                <a:lnTo>
                  <a:pt x="262825" y="66255"/>
                </a:lnTo>
                <a:cubicBezTo>
                  <a:pt x="263316" y="73421"/>
                  <a:pt x="266089" y="79421"/>
                  <a:pt x="271144" y="84255"/>
                </a:cubicBezTo>
                <a:cubicBezTo>
                  <a:pt x="276199" y="89089"/>
                  <a:pt x="282898" y="91506"/>
                  <a:pt x="291241" y="91506"/>
                </a:cubicBezTo>
                <a:cubicBezTo>
                  <a:pt x="298701" y="91506"/>
                  <a:pt x="305695" y="90598"/>
                  <a:pt x="312222" y="88782"/>
                </a:cubicBezTo>
                <a:lnTo>
                  <a:pt x="310971" y="99162"/>
                </a:lnTo>
                <a:cubicBezTo>
                  <a:pt x="306161" y="101076"/>
                  <a:pt x="299217" y="102033"/>
                  <a:pt x="290137" y="102033"/>
                </a:cubicBezTo>
                <a:cubicBezTo>
                  <a:pt x="277377" y="102033"/>
                  <a:pt x="267647" y="98549"/>
                  <a:pt x="260948" y="91580"/>
                </a:cubicBezTo>
                <a:cubicBezTo>
                  <a:pt x="254249" y="84611"/>
                  <a:pt x="250899" y="76120"/>
                  <a:pt x="250899" y="66108"/>
                </a:cubicBezTo>
                <a:cubicBezTo>
                  <a:pt x="250899" y="55409"/>
                  <a:pt x="253954" y="46195"/>
                  <a:pt x="260065" y="38465"/>
                </a:cubicBezTo>
                <a:cubicBezTo>
                  <a:pt x="266175" y="30735"/>
                  <a:pt x="274383" y="26870"/>
                  <a:pt x="284689" y="26870"/>
                </a:cubicBezTo>
                <a:cubicBezTo>
                  <a:pt x="294162" y="26870"/>
                  <a:pt x="301364" y="29668"/>
                  <a:pt x="306296" y="35263"/>
                </a:cubicBezTo>
                <a:cubicBezTo>
                  <a:pt x="311228" y="40858"/>
                  <a:pt x="313695" y="48047"/>
                  <a:pt x="313695" y="56832"/>
                </a:cubicBezTo>
                <a:moveTo>
                  <a:pt x="301401" y="56980"/>
                </a:moveTo>
                <a:cubicBezTo>
                  <a:pt x="301401" y="43189"/>
                  <a:pt x="295634" y="36293"/>
                  <a:pt x="284101" y="36293"/>
                </a:cubicBezTo>
                <a:cubicBezTo>
                  <a:pt x="272322" y="36293"/>
                  <a:pt x="265377" y="43459"/>
                  <a:pt x="263267" y="57789"/>
                </a:cubicBezTo>
                <a:lnTo>
                  <a:pt x="301401" y="56980"/>
                </a:lnTo>
                <a:close/>
                <a:moveTo>
                  <a:pt x="383890" y="88782"/>
                </a:moveTo>
                <a:lnTo>
                  <a:pt x="383154" y="98647"/>
                </a:lnTo>
                <a:cubicBezTo>
                  <a:pt x="379179" y="100905"/>
                  <a:pt x="373854" y="102033"/>
                  <a:pt x="367179" y="102033"/>
                </a:cubicBezTo>
                <a:cubicBezTo>
                  <a:pt x="354468" y="102033"/>
                  <a:pt x="344751" y="98524"/>
                  <a:pt x="338027" y="91506"/>
                </a:cubicBezTo>
                <a:cubicBezTo>
                  <a:pt x="331303" y="84488"/>
                  <a:pt x="327941" y="76022"/>
                  <a:pt x="327941" y="66108"/>
                </a:cubicBezTo>
                <a:cubicBezTo>
                  <a:pt x="327941" y="55605"/>
                  <a:pt x="331475" y="46575"/>
                  <a:pt x="338542" y="39017"/>
                </a:cubicBezTo>
                <a:cubicBezTo>
                  <a:pt x="345610" y="31459"/>
                  <a:pt x="354959" y="27680"/>
                  <a:pt x="366590" y="27680"/>
                </a:cubicBezTo>
                <a:cubicBezTo>
                  <a:pt x="372431" y="27680"/>
                  <a:pt x="377191" y="28269"/>
                  <a:pt x="380872" y="29447"/>
                </a:cubicBezTo>
                <a:lnTo>
                  <a:pt x="378884" y="41005"/>
                </a:lnTo>
                <a:cubicBezTo>
                  <a:pt x="373731" y="39091"/>
                  <a:pt x="368504" y="38134"/>
                  <a:pt x="363204" y="38134"/>
                </a:cubicBezTo>
                <a:cubicBezTo>
                  <a:pt x="356235" y="38134"/>
                  <a:pt x="350689" y="40563"/>
                  <a:pt x="346567" y="45422"/>
                </a:cubicBezTo>
                <a:cubicBezTo>
                  <a:pt x="342444" y="50280"/>
                  <a:pt x="340383" y="56366"/>
                  <a:pt x="340383" y="63679"/>
                </a:cubicBezTo>
                <a:cubicBezTo>
                  <a:pt x="340383" y="71629"/>
                  <a:pt x="342837" y="78255"/>
                  <a:pt x="347744" y="83555"/>
                </a:cubicBezTo>
                <a:cubicBezTo>
                  <a:pt x="352652" y="88856"/>
                  <a:pt x="359597" y="91506"/>
                  <a:pt x="368578" y="91506"/>
                </a:cubicBezTo>
                <a:cubicBezTo>
                  <a:pt x="372259" y="91506"/>
                  <a:pt x="377363" y="90598"/>
                  <a:pt x="383890" y="88782"/>
                </a:cubicBezTo>
                <a:close/>
                <a:moveTo>
                  <a:pt x="438257" y="89887"/>
                </a:moveTo>
                <a:lnTo>
                  <a:pt x="437374" y="99457"/>
                </a:lnTo>
                <a:cubicBezTo>
                  <a:pt x="433497" y="100880"/>
                  <a:pt x="429840" y="101592"/>
                  <a:pt x="426405" y="101592"/>
                </a:cubicBezTo>
                <a:cubicBezTo>
                  <a:pt x="417571" y="101592"/>
                  <a:pt x="411534" y="99346"/>
                  <a:pt x="408295" y="94856"/>
                </a:cubicBezTo>
                <a:cubicBezTo>
                  <a:pt x="405056" y="90365"/>
                  <a:pt x="403436" y="82328"/>
                  <a:pt x="403436" y="70746"/>
                </a:cubicBezTo>
                <a:cubicBezTo>
                  <a:pt x="403436" y="63237"/>
                  <a:pt x="403485" y="53446"/>
                  <a:pt x="403583" y="41373"/>
                </a:cubicBezTo>
                <a:cubicBezTo>
                  <a:pt x="400835" y="41373"/>
                  <a:pt x="396786" y="41520"/>
                  <a:pt x="391437" y="41815"/>
                </a:cubicBezTo>
                <a:lnTo>
                  <a:pt x="391878" y="31140"/>
                </a:lnTo>
                <a:cubicBezTo>
                  <a:pt x="396541" y="31435"/>
                  <a:pt x="400712" y="31582"/>
                  <a:pt x="404393" y="31582"/>
                </a:cubicBezTo>
                <a:cubicBezTo>
                  <a:pt x="404393" y="28637"/>
                  <a:pt x="404639" y="21643"/>
                  <a:pt x="405129" y="10601"/>
                </a:cubicBezTo>
                <a:lnTo>
                  <a:pt x="416687" y="9423"/>
                </a:lnTo>
                <a:cubicBezTo>
                  <a:pt x="415853" y="19729"/>
                  <a:pt x="415436" y="27116"/>
                  <a:pt x="415436" y="31582"/>
                </a:cubicBezTo>
                <a:cubicBezTo>
                  <a:pt x="420245" y="31582"/>
                  <a:pt x="427313" y="31336"/>
                  <a:pt x="436638" y="30846"/>
                </a:cubicBezTo>
                <a:lnTo>
                  <a:pt x="436122" y="41815"/>
                </a:lnTo>
                <a:cubicBezTo>
                  <a:pt x="427288" y="41520"/>
                  <a:pt x="420196" y="41373"/>
                  <a:pt x="414847" y="41373"/>
                </a:cubicBezTo>
                <a:cubicBezTo>
                  <a:pt x="414749" y="48784"/>
                  <a:pt x="414700" y="57127"/>
                  <a:pt x="414700" y="66403"/>
                </a:cubicBezTo>
                <a:cubicBezTo>
                  <a:pt x="414700" y="76513"/>
                  <a:pt x="415767" y="83200"/>
                  <a:pt x="417902" y="86463"/>
                </a:cubicBezTo>
                <a:cubicBezTo>
                  <a:pt x="420037" y="89727"/>
                  <a:pt x="424000" y="91359"/>
                  <a:pt x="429791" y="91359"/>
                </a:cubicBezTo>
                <a:cubicBezTo>
                  <a:pt x="431705" y="91359"/>
                  <a:pt x="434527" y="90868"/>
                  <a:pt x="438257" y="89887"/>
                </a:cubicBezTo>
                <a:close/>
                <a:moveTo>
                  <a:pt x="465667" y="100046"/>
                </a:moveTo>
                <a:lnTo>
                  <a:pt x="452342" y="100046"/>
                </a:lnTo>
                <a:cubicBezTo>
                  <a:pt x="453029" y="90230"/>
                  <a:pt x="453373" y="79016"/>
                  <a:pt x="453373" y="66403"/>
                </a:cubicBezTo>
                <a:cubicBezTo>
                  <a:pt x="453373" y="52219"/>
                  <a:pt x="452514" y="40318"/>
                  <a:pt x="450796" y="30698"/>
                </a:cubicBezTo>
                <a:lnTo>
                  <a:pt x="465519" y="28711"/>
                </a:lnTo>
                <a:cubicBezTo>
                  <a:pt x="464931" y="38968"/>
                  <a:pt x="464636" y="51532"/>
                  <a:pt x="464636" y="66403"/>
                </a:cubicBezTo>
                <a:cubicBezTo>
                  <a:pt x="464636" y="78181"/>
                  <a:pt x="464980" y="89396"/>
                  <a:pt x="465667" y="100046"/>
                </a:cubicBezTo>
                <a:moveTo>
                  <a:pt x="468759" y="8024"/>
                </a:moveTo>
                <a:cubicBezTo>
                  <a:pt x="468759" y="10527"/>
                  <a:pt x="467949" y="12699"/>
                  <a:pt x="466329" y="14539"/>
                </a:cubicBezTo>
                <a:cubicBezTo>
                  <a:pt x="464710" y="16380"/>
                  <a:pt x="462428" y="17300"/>
                  <a:pt x="459483" y="17300"/>
                </a:cubicBezTo>
                <a:cubicBezTo>
                  <a:pt x="456980" y="17300"/>
                  <a:pt x="455029" y="16502"/>
                  <a:pt x="453630" y="14907"/>
                </a:cubicBezTo>
                <a:cubicBezTo>
                  <a:pt x="452232" y="13312"/>
                  <a:pt x="451532" y="11386"/>
                  <a:pt x="451532" y="9129"/>
                </a:cubicBezTo>
                <a:cubicBezTo>
                  <a:pt x="451532" y="6675"/>
                  <a:pt x="452367" y="4540"/>
                  <a:pt x="454035" y="2724"/>
                </a:cubicBezTo>
                <a:cubicBezTo>
                  <a:pt x="455704" y="908"/>
                  <a:pt x="458011" y="0"/>
                  <a:pt x="460955" y="0"/>
                </a:cubicBezTo>
                <a:cubicBezTo>
                  <a:pt x="463360" y="0"/>
                  <a:pt x="465262" y="798"/>
                  <a:pt x="466661" y="2393"/>
                </a:cubicBezTo>
                <a:cubicBezTo>
                  <a:pt x="468059" y="3988"/>
                  <a:pt x="468759" y="5865"/>
                  <a:pt x="468759" y="8024"/>
                </a:cubicBezTo>
                <a:close/>
                <a:moveTo>
                  <a:pt x="551517" y="62943"/>
                </a:moveTo>
                <a:cubicBezTo>
                  <a:pt x="551517" y="75507"/>
                  <a:pt x="547910" y="85310"/>
                  <a:pt x="540696" y="92353"/>
                </a:cubicBezTo>
                <a:cubicBezTo>
                  <a:pt x="533481" y="99395"/>
                  <a:pt x="524991" y="102917"/>
                  <a:pt x="515224" y="102917"/>
                </a:cubicBezTo>
                <a:cubicBezTo>
                  <a:pt x="506096" y="102917"/>
                  <a:pt x="498255" y="99800"/>
                  <a:pt x="491703" y="93567"/>
                </a:cubicBezTo>
                <a:cubicBezTo>
                  <a:pt x="485151" y="87334"/>
                  <a:pt x="481876" y="78549"/>
                  <a:pt x="481876" y="67212"/>
                </a:cubicBezTo>
                <a:cubicBezTo>
                  <a:pt x="481876" y="54550"/>
                  <a:pt x="485495" y="44661"/>
                  <a:pt x="492734" y="37545"/>
                </a:cubicBezTo>
                <a:cubicBezTo>
                  <a:pt x="499973" y="30428"/>
                  <a:pt x="508476" y="26870"/>
                  <a:pt x="518242" y="26870"/>
                </a:cubicBezTo>
                <a:cubicBezTo>
                  <a:pt x="527371" y="26870"/>
                  <a:pt x="535199" y="30024"/>
                  <a:pt x="541726" y="36330"/>
                </a:cubicBezTo>
                <a:cubicBezTo>
                  <a:pt x="548254" y="42637"/>
                  <a:pt x="551517" y="51507"/>
                  <a:pt x="551517" y="62943"/>
                </a:cubicBezTo>
                <a:moveTo>
                  <a:pt x="538782" y="65519"/>
                </a:moveTo>
                <a:cubicBezTo>
                  <a:pt x="538782" y="57863"/>
                  <a:pt x="536855" y="51053"/>
                  <a:pt x="533003" y="45090"/>
                </a:cubicBezTo>
                <a:cubicBezTo>
                  <a:pt x="529150" y="39128"/>
                  <a:pt x="523665" y="36146"/>
                  <a:pt x="516549" y="36146"/>
                </a:cubicBezTo>
                <a:cubicBezTo>
                  <a:pt x="509482" y="36146"/>
                  <a:pt x="504047" y="38968"/>
                  <a:pt x="500243" y="44612"/>
                </a:cubicBezTo>
                <a:cubicBezTo>
                  <a:pt x="496439" y="50256"/>
                  <a:pt x="494538" y="56808"/>
                  <a:pt x="494538" y="64268"/>
                </a:cubicBezTo>
                <a:cubicBezTo>
                  <a:pt x="494538" y="71973"/>
                  <a:pt x="496464" y="78795"/>
                  <a:pt x="500317" y="84733"/>
                </a:cubicBezTo>
                <a:cubicBezTo>
                  <a:pt x="504169" y="90672"/>
                  <a:pt x="509678" y="93641"/>
                  <a:pt x="516844" y="93641"/>
                </a:cubicBezTo>
                <a:cubicBezTo>
                  <a:pt x="523911" y="93641"/>
                  <a:pt x="529334" y="90807"/>
                  <a:pt x="533113" y="85138"/>
                </a:cubicBezTo>
                <a:cubicBezTo>
                  <a:pt x="536892" y="79470"/>
                  <a:pt x="538782" y="72930"/>
                  <a:pt x="538782" y="65519"/>
                </a:cubicBezTo>
                <a:close/>
                <a:moveTo>
                  <a:pt x="631239" y="100046"/>
                </a:moveTo>
                <a:lnTo>
                  <a:pt x="617841" y="100046"/>
                </a:lnTo>
                <a:cubicBezTo>
                  <a:pt x="618921" y="87138"/>
                  <a:pt x="619461" y="73053"/>
                  <a:pt x="619461" y="57789"/>
                </a:cubicBezTo>
                <a:cubicBezTo>
                  <a:pt x="619461" y="50231"/>
                  <a:pt x="617927" y="45066"/>
                  <a:pt x="614860" y="42293"/>
                </a:cubicBezTo>
                <a:cubicBezTo>
                  <a:pt x="611792" y="39520"/>
                  <a:pt x="607412" y="38134"/>
                  <a:pt x="601719" y="38134"/>
                </a:cubicBezTo>
                <a:cubicBezTo>
                  <a:pt x="594750" y="38134"/>
                  <a:pt x="588321" y="40661"/>
                  <a:pt x="582431" y="45716"/>
                </a:cubicBezTo>
                <a:cubicBezTo>
                  <a:pt x="582431" y="62452"/>
                  <a:pt x="582529" y="80562"/>
                  <a:pt x="582726" y="100046"/>
                </a:cubicBezTo>
                <a:lnTo>
                  <a:pt x="569327" y="100046"/>
                </a:lnTo>
                <a:cubicBezTo>
                  <a:pt x="570162" y="83359"/>
                  <a:pt x="570579" y="71286"/>
                  <a:pt x="570579" y="63826"/>
                </a:cubicBezTo>
                <a:cubicBezTo>
                  <a:pt x="570579" y="52342"/>
                  <a:pt x="569499" y="41201"/>
                  <a:pt x="567340" y="30404"/>
                </a:cubicBezTo>
                <a:lnTo>
                  <a:pt x="580296" y="28563"/>
                </a:lnTo>
                <a:lnTo>
                  <a:pt x="581695" y="37545"/>
                </a:lnTo>
                <a:lnTo>
                  <a:pt x="582284" y="37545"/>
                </a:lnTo>
                <a:cubicBezTo>
                  <a:pt x="589548" y="30968"/>
                  <a:pt x="597326" y="27680"/>
                  <a:pt x="605621" y="27680"/>
                </a:cubicBezTo>
                <a:cubicBezTo>
                  <a:pt x="613768" y="27680"/>
                  <a:pt x="620074" y="29484"/>
                  <a:pt x="624540" y="33091"/>
                </a:cubicBezTo>
                <a:cubicBezTo>
                  <a:pt x="629006" y="36698"/>
                  <a:pt x="631239" y="43115"/>
                  <a:pt x="631239" y="52342"/>
                </a:cubicBezTo>
                <a:cubicBezTo>
                  <a:pt x="631239" y="53274"/>
                  <a:pt x="631190" y="55115"/>
                  <a:pt x="631092" y="57863"/>
                </a:cubicBezTo>
                <a:cubicBezTo>
                  <a:pt x="630994" y="60611"/>
                  <a:pt x="630945" y="62452"/>
                  <a:pt x="630945" y="63384"/>
                </a:cubicBezTo>
                <a:cubicBezTo>
                  <a:pt x="630945" y="71580"/>
                  <a:pt x="631043" y="83801"/>
                  <a:pt x="631239" y="100046"/>
                </a:cubicBezTo>
                <a:close/>
                <a:moveTo>
                  <a:pt x="696444" y="80095"/>
                </a:moveTo>
                <a:cubicBezTo>
                  <a:pt x="696444" y="94426"/>
                  <a:pt x="687291" y="101592"/>
                  <a:pt x="668985" y="101592"/>
                </a:cubicBezTo>
                <a:cubicBezTo>
                  <a:pt x="660887" y="101592"/>
                  <a:pt x="653329" y="100782"/>
                  <a:pt x="646311" y="99162"/>
                </a:cubicBezTo>
                <a:lnTo>
                  <a:pt x="648593" y="88341"/>
                </a:lnTo>
                <a:cubicBezTo>
                  <a:pt x="654973" y="90794"/>
                  <a:pt x="661893" y="92021"/>
                  <a:pt x="669353" y="92021"/>
                </a:cubicBezTo>
                <a:cubicBezTo>
                  <a:pt x="680052" y="92021"/>
                  <a:pt x="685402" y="88979"/>
                  <a:pt x="685402" y="82893"/>
                </a:cubicBezTo>
                <a:cubicBezTo>
                  <a:pt x="685402" y="79948"/>
                  <a:pt x="684211" y="77605"/>
                  <a:pt x="681831" y="75862"/>
                </a:cubicBezTo>
                <a:cubicBezTo>
                  <a:pt x="679451" y="74120"/>
                  <a:pt x="675512" y="72169"/>
                  <a:pt x="670016" y="70010"/>
                </a:cubicBezTo>
                <a:cubicBezTo>
                  <a:pt x="663046" y="67262"/>
                  <a:pt x="657991" y="64611"/>
                  <a:pt x="654850" y="62059"/>
                </a:cubicBezTo>
                <a:cubicBezTo>
                  <a:pt x="650237" y="58280"/>
                  <a:pt x="647930" y="53716"/>
                  <a:pt x="647930" y="48366"/>
                </a:cubicBezTo>
                <a:cubicBezTo>
                  <a:pt x="647930" y="42772"/>
                  <a:pt x="650041" y="37974"/>
                  <a:pt x="654262" y="33974"/>
                </a:cubicBezTo>
                <a:cubicBezTo>
                  <a:pt x="658482" y="29974"/>
                  <a:pt x="664911" y="27975"/>
                  <a:pt x="673549" y="27975"/>
                </a:cubicBezTo>
                <a:cubicBezTo>
                  <a:pt x="681991" y="27975"/>
                  <a:pt x="688763" y="28686"/>
                  <a:pt x="693868" y="30109"/>
                </a:cubicBezTo>
                <a:lnTo>
                  <a:pt x="691585" y="40710"/>
                </a:lnTo>
                <a:cubicBezTo>
                  <a:pt x="686285" y="38600"/>
                  <a:pt x="680150" y="37545"/>
                  <a:pt x="673181" y="37545"/>
                </a:cubicBezTo>
                <a:cubicBezTo>
                  <a:pt x="663758" y="37545"/>
                  <a:pt x="659047" y="40269"/>
                  <a:pt x="659047" y="45716"/>
                </a:cubicBezTo>
                <a:cubicBezTo>
                  <a:pt x="659047" y="48465"/>
                  <a:pt x="660102" y="50685"/>
                  <a:pt x="662212" y="52379"/>
                </a:cubicBezTo>
                <a:cubicBezTo>
                  <a:pt x="664323" y="54072"/>
                  <a:pt x="668445" y="56121"/>
                  <a:pt x="674580" y="58526"/>
                </a:cubicBezTo>
                <a:cubicBezTo>
                  <a:pt x="681205" y="61127"/>
                  <a:pt x="686113" y="63679"/>
                  <a:pt x="689303" y="66182"/>
                </a:cubicBezTo>
                <a:cubicBezTo>
                  <a:pt x="694064" y="70059"/>
                  <a:pt x="696444" y="74697"/>
                  <a:pt x="696444" y="80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436178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2026-09-05T08:53:21.1260000Z</dcterms:created>
  <dcterms:modified xsi:type="dcterms:W3CDTF">2026-09-05T08:53:21.1260000Z</dcterms:modified>
</coreProperties>
</file>